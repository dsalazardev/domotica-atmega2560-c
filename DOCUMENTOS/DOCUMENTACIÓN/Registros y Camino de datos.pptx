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50" r:id="rId2"/>
  </p:sldMasterIdLst>
  <p:notesMasterIdLst>
    <p:notesMasterId r:id="rId43"/>
  </p:notesMasterIdLst>
  <p:handoutMasterIdLst>
    <p:handoutMasterId r:id="rId44"/>
  </p:handoutMasterIdLst>
  <p:sldIdLst>
    <p:sldId id="436" r:id="rId3"/>
    <p:sldId id="437" r:id="rId4"/>
    <p:sldId id="438" r:id="rId5"/>
    <p:sldId id="439" r:id="rId6"/>
    <p:sldId id="440" r:id="rId7"/>
    <p:sldId id="441" r:id="rId8"/>
    <p:sldId id="442" r:id="rId9"/>
    <p:sldId id="443" r:id="rId10"/>
    <p:sldId id="444" r:id="rId11"/>
    <p:sldId id="445" r:id="rId12"/>
    <p:sldId id="446" r:id="rId13"/>
    <p:sldId id="447" r:id="rId14"/>
    <p:sldId id="448" r:id="rId15"/>
    <p:sldId id="435" r:id="rId16"/>
    <p:sldId id="409" r:id="rId17"/>
    <p:sldId id="410" r:id="rId18"/>
    <p:sldId id="411" r:id="rId19"/>
    <p:sldId id="449" r:id="rId20"/>
    <p:sldId id="450" r:id="rId21"/>
    <p:sldId id="451" r:id="rId22"/>
    <p:sldId id="452" r:id="rId23"/>
    <p:sldId id="453" r:id="rId24"/>
    <p:sldId id="454" r:id="rId25"/>
    <p:sldId id="455" r:id="rId26"/>
    <p:sldId id="456" r:id="rId27"/>
    <p:sldId id="458" r:id="rId28"/>
    <p:sldId id="459" r:id="rId29"/>
    <p:sldId id="460" r:id="rId30"/>
    <p:sldId id="461" r:id="rId31"/>
    <p:sldId id="462" r:id="rId32"/>
    <p:sldId id="463" r:id="rId33"/>
    <p:sldId id="464" r:id="rId34"/>
    <p:sldId id="466" r:id="rId35"/>
    <p:sldId id="467" r:id="rId36"/>
    <p:sldId id="468" r:id="rId37"/>
    <p:sldId id="469" r:id="rId38"/>
    <p:sldId id="470" r:id="rId39"/>
    <p:sldId id="471" r:id="rId40"/>
    <p:sldId id="472" r:id="rId41"/>
    <p:sldId id="287" r:id="rId42"/>
  </p:sldIdLst>
  <p:sldSz cx="9144000" cy="6858000" type="screen4x3"/>
  <p:notesSz cx="7315200" cy="9601200"/>
  <p:defaultTextStyle>
    <a:defPPr>
      <a:defRPr lang="en-US"/>
    </a:defPPr>
    <a:lvl1pPr algn="l" rtl="0" eaLnBrk="0" fontAlgn="base" hangingPunct="0">
      <a:spcBef>
        <a:spcPct val="0"/>
      </a:spcBef>
      <a:spcAft>
        <a:spcPct val="0"/>
      </a:spcAft>
      <a:defRPr sz="800" b="1" i="1" kern="1200" baseline="-25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800" b="1" i="1" kern="1200" baseline="-25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800" b="1" i="1" kern="1200" baseline="-25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800" b="1" i="1" kern="1200" baseline="-25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800" b="1" i="1" kern="1200" baseline="-25000">
        <a:solidFill>
          <a:schemeClr val="tx1"/>
        </a:solidFill>
        <a:latin typeface="Times New Roman" panose="02020603050405020304" pitchFamily="18" charset="0"/>
        <a:ea typeface="+mn-ea"/>
        <a:cs typeface="+mn-cs"/>
      </a:defRPr>
    </a:lvl5pPr>
    <a:lvl6pPr marL="2286000" algn="l" defTabSz="914400" rtl="0" eaLnBrk="1" latinLnBrk="0" hangingPunct="1">
      <a:defRPr sz="800" b="1" i="1" kern="1200" baseline="-25000">
        <a:solidFill>
          <a:schemeClr val="tx1"/>
        </a:solidFill>
        <a:latin typeface="Times New Roman" panose="02020603050405020304" pitchFamily="18" charset="0"/>
        <a:ea typeface="+mn-ea"/>
        <a:cs typeface="+mn-cs"/>
      </a:defRPr>
    </a:lvl6pPr>
    <a:lvl7pPr marL="2743200" algn="l" defTabSz="914400" rtl="0" eaLnBrk="1" latinLnBrk="0" hangingPunct="1">
      <a:defRPr sz="800" b="1" i="1" kern="1200" baseline="-25000">
        <a:solidFill>
          <a:schemeClr val="tx1"/>
        </a:solidFill>
        <a:latin typeface="Times New Roman" panose="02020603050405020304" pitchFamily="18" charset="0"/>
        <a:ea typeface="+mn-ea"/>
        <a:cs typeface="+mn-cs"/>
      </a:defRPr>
    </a:lvl7pPr>
    <a:lvl8pPr marL="3200400" algn="l" defTabSz="914400" rtl="0" eaLnBrk="1" latinLnBrk="0" hangingPunct="1">
      <a:defRPr sz="800" b="1" i="1" kern="1200" baseline="-25000">
        <a:solidFill>
          <a:schemeClr val="tx1"/>
        </a:solidFill>
        <a:latin typeface="Times New Roman" panose="02020603050405020304" pitchFamily="18" charset="0"/>
        <a:ea typeface="+mn-ea"/>
        <a:cs typeface="+mn-cs"/>
      </a:defRPr>
    </a:lvl8pPr>
    <a:lvl9pPr marL="3657600" algn="l" defTabSz="914400" rtl="0" eaLnBrk="1" latinLnBrk="0" hangingPunct="1">
      <a:defRPr sz="800" b="1" i="1" kern="1200" baseline="-25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856">
          <p15:clr>
            <a:srgbClr val="A4A3A4"/>
          </p15:clr>
        </p15:guide>
        <p15:guide id="2" pos="3984">
          <p15:clr>
            <a:srgbClr val="A4A3A4"/>
          </p15:clr>
        </p15:guide>
      </p15:sldGuideLst>
    </p:ext>
    <p:ext uri="{2D200454-40CA-4A62-9FC3-DE9A4176ACB9}">
      <p15:notesGuideLst xmlns:p15="http://schemas.microsoft.com/office/powerpoint/2012/main">
        <p15:guide id="1" orient="horz" pos="3025">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00FFCC"/>
    <a:srgbClr val="009999"/>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p:scale>
          <a:sx n="75" d="100"/>
          <a:sy n="75" d="100"/>
        </p:scale>
        <p:origin x="-1008" y="-84"/>
      </p:cViewPr>
      <p:guideLst>
        <p:guide orient="horz" pos="2856"/>
        <p:guide pos="3984"/>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66" d="100"/>
        <a:sy n="66" d="100"/>
      </p:scale>
      <p:origin x="0" y="1230"/>
    </p:cViewPr>
  </p:sorterViewPr>
  <p:notesViewPr>
    <p:cSldViewPr snapToGrid="0">
      <p:cViewPr>
        <p:scale>
          <a:sx n="66" d="100"/>
          <a:sy n="66" d="100"/>
        </p:scale>
        <p:origin x="-2280" y="-60"/>
      </p:cViewPr>
      <p:guideLst>
        <p:guide orient="horz" pos="3025"/>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_rels/viewProps.xml.rels><?xml version="1.0" encoding="UTF-8" standalone="yes"?>
<Relationships xmlns="http://schemas.openxmlformats.org/package/2006/relationships"><Relationship Id="rId8" Type="http://schemas.openxmlformats.org/officeDocument/2006/relationships/slide" Target="slides/slide39.xml"/><Relationship Id="rId3" Type="http://schemas.openxmlformats.org/officeDocument/2006/relationships/slide" Target="slides/slide28.xml"/><Relationship Id="rId7" Type="http://schemas.openxmlformats.org/officeDocument/2006/relationships/slide" Target="slides/slide38.xml"/><Relationship Id="rId2" Type="http://schemas.openxmlformats.org/officeDocument/2006/relationships/slide" Target="slides/slide20.xml"/><Relationship Id="rId1" Type="http://schemas.openxmlformats.org/officeDocument/2006/relationships/slide" Target="slides/slide19.xml"/><Relationship Id="rId6" Type="http://schemas.openxmlformats.org/officeDocument/2006/relationships/slide" Target="slides/slide37.xml"/><Relationship Id="rId5" Type="http://schemas.openxmlformats.org/officeDocument/2006/relationships/slide" Target="slides/slide36.xml"/><Relationship Id="rId4"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92046D5-7F8C-4CC7-EF11-57FB0BCFF148}"/>
              </a:ext>
            </a:extLst>
          </p:cNvPr>
          <p:cNvSpPr>
            <a:spLocks noGrp="1" noChangeArrowheads="1"/>
          </p:cNvSpPr>
          <p:nvPr>
            <p:ph type="hdr" sz="quarter"/>
          </p:nvPr>
        </p:nvSpPr>
        <p:spPr bwMode="auto">
          <a:xfrm>
            <a:off x="0" y="0"/>
            <a:ext cx="3135313" cy="458788"/>
          </a:xfrm>
          <a:prstGeom prst="rect">
            <a:avLst/>
          </a:prstGeom>
          <a:noFill/>
          <a:ln w="9525">
            <a:noFill/>
            <a:miter lim="800000"/>
            <a:headEnd/>
            <a:tailEnd/>
          </a:ln>
          <a:effectLst/>
        </p:spPr>
        <p:txBody>
          <a:bodyPr vert="horz" wrap="square" lIns="96614" tIns="48306" rIns="96614" bIns="48306" numCol="1" anchor="t" anchorCtr="0" compatLnSpc="1">
            <a:prstTxWarp prst="textNoShape">
              <a:avLst/>
            </a:prstTxWarp>
          </a:bodyPr>
          <a:lstStyle>
            <a:lvl1pPr defTabSz="966788">
              <a:defRPr sz="1200" b="0" i="0" baseline="0" smtClean="0"/>
            </a:lvl1pPr>
          </a:lstStyle>
          <a:p>
            <a:pPr>
              <a:defRPr/>
            </a:pPr>
            <a:endParaRPr lang="en-US"/>
          </a:p>
        </p:txBody>
      </p:sp>
      <p:sp>
        <p:nvSpPr>
          <p:cNvPr id="27651" name="Rectangle 3">
            <a:extLst>
              <a:ext uri="{FF2B5EF4-FFF2-40B4-BE49-F238E27FC236}">
                <a16:creationId xmlns:a16="http://schemas.microsoft.com/office/drawing/2014/main" id="{574E46A1-8C7F-8DAC-FF91-CA0F5977C002}"/>
              </a:ext>
            </a:extLst>
          </p:cNvPr>
          <p:cNvSpPr>
            <a:spLocks noGrp="1" noChangeArrowheads="1"/>
          </p:cNvSpPr>
          <p:nvPr>
            <p:ph type="dt" sz="quarter" idx="1"/>
          </p:nvPr>
        </p:nvSpPr>
        <p:spPr bwMode="auto">
          <a:xfrm>
            <a:off x="4130675" y="0"/>
            <a:ext cx="3211513" cy="458788"/>
          </a:xfrm>
          <a:prstGeom prst="rect">
            <a:avLst/>
          </a:prstGeom>
          <a:noFill/>
          <a:ln w="9525">
            <a:noFill/>
            <a:miter lim="800000"/>
            <a:headEnd/>
            <a:tailEnd/>
          </a:ln>
          <a:effectLst/>
        </p:spPr>
        <p:txBody>
          <a:bodyPr vert="horz" wrap="square" lIns="96614" tIns="48306" rIns="96614" bIns="48306" numCol="1" anchor="t" anchorCtr="0" compatLnSpc="1">
            <a:prstTxWarp prst="textNoShape">
              <a:avLst/>
            </a:prstTxWarp>
          </a:bodyPr>
          <a:lstStyle>
            <a:lvl1pPr algn="r" defTabSz="966788">
              <a:defRPr sz="1200" b="0" i="0" baseline="0" smtClean="0"/>
            </a:lvl1pPr>
          </a:lstStyle>
          <a:p>
            <a:pPr>
              <a:defRPr/>
            </a:pPr>
            <a:endParaRPr lang="en-US"/>
          </a:p>
        </p:txBody>
      </p:sp>
      <p:sp>
        <p:nvSpPr>
          <p:cNvPr id="27652" name="Rectangle 4">
            <a:extLst>
              <a:ext uri="{FF2B5EF4-FFF2-40B4-BE49-F238E27FC236}">
                <a16:creationId xmlns:a16="http://schemas.microsoft.com/office/drawing/2014/main" id="{E2FE003B-E5B4-370D-C03D-E92A33B81BC3}"/>
              </a:ext>
            </a:extLst>
          </p:cNvPr>
          <p:cNvSpPr>
            <a:spLocks noGrp="1" noChangeArrowheads="1"/>
          </p:cNvSpPr>
          <p:nvPr>
            <p:ph type="ftr" sz="quarter" idx="2"/>
          </p:nvPr>
        </p:nvSpPr>
        <p:spPr bwMode="auto">
          <a:xfrm>
            <a:off x="0" y="9142413"/>
            <a:ext cx="3135313" cy="458787"/>
          </a:xfrm>
          <a:prstGeom prst="rect">
            <a:avLst/>
          </a:prstGeom>
          <a:noFill/>
          <a:ln w="9525">
            <a:noFill/>
            <a:miter lim="800000"/>
            <a:headEnd/>
            <a:tailEnd/>
          </a:ln>
          <a:effectLst/>
        </p:spPr>
        <p:txBody>
          <a:bodyPr vert="horz" wrap="square" lIns="96614" tIns="48306" rIns="96614" bIns="48306" numCol="1" anchor="b" anchorCtr="0" compatLnSpc="1">
            <a:prstTxWarp prst="textNoShape">
              <a:avLst/>
            </a:prstTxWarp>
          </a:bodyPr>
          <a:lstStyle>
            <a:lvl1pPr defTabSz="966788">
              <a:defRPr sz="1200" b="0" i="0" baseline="0" smtClean="0"/>
            </a:lvl1pPr>
          </a:lstStyle>
          <a:p>
            <a:pPr>
              <a:defRPr/>
            </a:pPr>
            <a:endParaRPr lang="en-US"/>
          </a:p>
        </p:txBody>
      </p:sp>
      <p:sp>
        <p:nvSpPr>
          <p:cNvPr id="27653" name="Rectangle 5">
            <a:extLst>
              <a:ext uri="{FF2B5EF4-FFF2-40B4-BE49-F238E27FC236}">
                <a16:creationId xmlns:a16="http://schemas.microsoft.com/office/drawing/2014/main" id="{50E28026-1ABF-9177-3EBA-0FC1BDA7F74B}"/>
              </a:ext>
            </a:extLst>
          </p:cNvPr>
          <p:cNvSpPr>
            <a:spLocks noGrp="1" noChangeArrowheads="1"/>
          </p:cNvSpPr>
          <p:nvPr>
            <p:ph type="sldNum" sz="quarter" idx="3"/>
          </p:nvPr>
        </p:nvSpPr>
        <p:spPr bwMode="auto">
          <a:xfrm>
            <a:off x="4130675" y="9142413"/>
            <a:ext cx="3211513" cy="458787"/>
          </a:xfrm>
          <a:prstGeom prst="rect">
            <a:avLst/>
          </a:prstGeom>
          <a:noFill/>
          <a:ln w="9525">
            <a:noFill/>
            <a:miter lim="800000"/>
            <a:headEnd/>
            <a:tailEnd/>
          </a:ln>
          <a:effectLst/>
        </p:spPr>
        <p:txBody>
          <a:bodyPr vert="horz" wrap="square" lIns="96614" tIns="48306" rIns="96614" bIns="48306" numCol="1" anchor="b" anchorCtr="0" compatLnSpc="1">
            <a:prstTxWarp prst="textNoShape">
              <a:avLst/>
            </a:prstTxWarp>
          </a:bodyPr>
          <a:lstStyle>
            <a:lvl1pPr algn="r" defTabSz="966788">
              <a:defRPr sz="1200" b="0" i="0" baseline="0"/>
            </a:lvl1pPr>
          </a:lstStyle>
          <a:p>
            <a:fld id="{2A560DE3-BAB0-49AF-A163-B63FDFE42528}" type="slidenum">
              <a:rPr lang="en-US" altLang="es-ES"/>
              <a:pPr/>
              <a:t>‹Nº›</a:t>
            </a:fld>
            <a:endParaRPr lang="en-US" altLang="es-E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7697940-7E3B-B67D-DB63-53E9662C427D}"/>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101967" tIns="50984" rIns="101967" bIns="50984" numCol="1" anchor="t" anchorCtr="0" compatLnSpc="1">
            <a:prstTxWarp prst="textNoShape">
              <a:avLst/>
            </a:prstTxWarp>
          </a:bodyPr>
          <a:lstStyle>
            <a:lvl1pPr defTabSz="1020763">
              <a:defRPr sz="1400" b="0" i="0" baseline="0" smtClean="0"/>
            </a:lvl1pPr>
          </a:lstStyle>
          <a:p>
            <a:pPr>
              <a:defRPr/>
            </a:pPr>
            <a:endParaRPr lang="en-US"/>
          </a:p>
        </p:txBody>
      </p:sp>
      <p:sp>
        <p:nvSpPr>
          <p:cNvPr id="5123" name="Rectangle 3">
            <a:extLst>
              <a:ext uri="{FF2B5EF4-FFF2-40B4-BE49-F238E27FC236}">
                <a16:creationId xmlns:a16="http://schemas.microsoft.com/office/drawing/2014/main" id="{9CD78FE8-8422-4244-A01E-5344929EB898}"/>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101967" tIns="50984" rIns="101967" bIns="50984" numCol="1" anchor="t" anchorCtr="0" compatLnSpc="1">
            <a:prstTxWarp prst="textNoShape">
              <a:avLst/>
            </a:prstTxWarp>
          </a:bodyPr>
          <a:lstStyle>
            <a:lvl1pPr algn="r" defTabSz="1020763">
              <a:defRPr sz="1400" b="0" i="0" baseline="0" smtClean="0"/>
            </a:lvl1pPr>
          </a:lstStyle>
          <a:p>
            <a:pPr>
              <a:defRPr/>
            </a:pPr>
            <a:endParaRPr lang="en-US"/>
          </a:p>
        </p:txBody>
      </p:sp>
      <p:sp>
        <p:nvSpPr>
          <p:cNvPr id="46084" name="Rectangle 4">
            <a:extLst>
              <a:ext uri="{FF2B5EF4-FFF2-40B4-BE49-F238E27FC236}">
                <a16:creationId xmlns:a16="http://schemas.microsoft.com/office/drawing/2014/main" id="{5C934D42-1A22-1FF7-D693-610C4FCD5AE6}"/>
              </a:ext>
            </a:extLst>
          </p:cNvPr>
          <p:cNvSpPr>
            <a:spLocks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20CC9FB8-E9AD-A8AC-D6A7-D1FAD015EFF9}"/>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101967" tIns="50984" rIns="101967" bIns="509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a:extLst>
              <a:ext uri="{FF2B5EF4-FFF2-40B4-BE49-F238E27FC236}">
                <a16:creationId xmlns:a16="http://schemas.microsoft.com/office/drawing/2014/main" id="{C27590B3-76AC-B4B4-180F-5D2EE96A3262}"/>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101967" tIns="50984" rIns="101967" bIns="50984" numCol="1" anchor="b" anchorCtr="0" compatLnSpc="1">
            <a:prstTxWarp prst="textNoShape">
              <a:avLst/>
            </a:prstTxWarp>
          </a:bodyPr>
          <a:lstStyle>
            <a:lvl1pPr defTabSz="1020763">
              <a:defRPr sz="1400" b="0" i="0" baseline="0" smtClean="0"/>
            </a:lvl1pPr>
          </a:lstStyle>
          <a:p>
            <a:pPr>
              <a:defRPr/>
            </a:pPr>
            <a:endParaRPr lang="en-US"/>
          </a:p>
        </p:txBody>
      </p:sp>
      <p:sp>
        <p:nvSpPr>
          <p:cNvPr id="5127" name="Rectangle 7">
            <a:extLst>
              <a:ext uri="{FF2B5EF4-FFF2-40B4-BE49-F238E27FC236}">
                <a16:creationId xmlns:a16="http://schemas.microsoft.com/office/drawing/2014/main" id="{C8B945EC-6B7F-427F-5AF5-28C4548D19D7}"/>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101967" tIns="50984" rIns="101967" bIns="50984" numCol="1" anchor="b" anchorCtr="0" compatLnSpc="1">
            <a:prstTxWarp prst="textNoShape">
              <a:avLst/>
            </a:prstTxWarp>
          </a:bodyPr>
          <a:lstStyle>
            <a:lvl1pPr algn="r" defTabSz="1020763">
              <a:defRPr sz="1400" b="0" i="0" baseline="0"/>
            </a:lvl1pPr>
          </a:lstStyle>
          <a:p>
            <a:fld id="{BC1B30D5-AE60-403B-8FFD-D8C7A69F3CA3}" type="slidenum">
              <a:rPr lang="en-US" altLang="es-ES"/>
              <a:pPr/>
              <a:t>‹Nº›</a:t>
            </a:fld>
            <a:endParaRPr lang="en-US"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408FFBD-2F85-DE3D-4ACF-EFA2E99F90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890B2B83-5F14-4386-A41B-2115A505B5C6}" type="slidenum">
              <a:rPr lang="en-US" altLang="es-ES" sz="1400" b="0" i="0" baseline="0"/>
              <a:pPr/>
              <a:t>1</a:t>
            </a:fld>
            <a:endParaRPr lang="en-US" altLang="es-ES" sz="1400" b="0" i="0" baseline="0"/>
          </a:p>
        </p:txBody>
      </p:sp>
      <p:sp>
        <p:nvSpPr>
          <p:cNvPr id="47107" name="Rectangle 2">
            <a:extLst>
              <a:ext uri="{FF2B5EF4-FFF2-40B4-BE49-F238E27FC236}">
                <a16:creationId xmlns:a16="http://schemas.microsoft.com/office/drawing/2014/main" id="{4E3BA746-CDB4-3DE3-28B4-D040DBB4DDCB}"/>
              </a:ext>
            </a:extLst>
          </p:cNvPr>
          <p:cNvSpPr>
            <a:spLocks noChangeArrowheads="1" noTextEdit="1"/>
          </p:cNvSpPr>
          <p:nvPr>
            <p:ph type="sldImg"/>
          </p:nvPr>
        </p:nvSpPr>
        <p:spPr>
          <a:xfrm>
            <a:off x="1255713" y="720725"/>
            <a:ext cx="4799012" cy="3598863"/>
          </a:xfrm>
          <a:ln/>
        </p:spPr>
      </p:sp>
      <p:sp>
        <p:nvSpPr>
          <p:cNvPr id="47108" name="Rectangle 3">
            <a:extLst>
              <a:ext uri="{FF2B5EF4-FFF2-40B4-BE49-F238E27FC236}">
                <a16:creationId xmlns:a16="http://schemas.microsoft.com/office/drawing/2014/main" id="{B41D7827-EE37-3799-984C-2CF4DADBD0ED}"/>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EA2910E7-0C11-2D10-3491-A18E2ABD97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9B45EDDC-9DE7-4DA5-9012-22E4AA9C0F4A}" type="slidenum">
              <a:rPr lang="en-US" altLang="es-ES" sz="1400" b="0" i="0" baseline="0"/>
              <a:pPr/>
              <a:t>2</a:t>
            </a:fld>
            <a:endParaRPr lang="en-US" altLang="es-ES" sz="1400" b="0" i="0" baseline="0"/>
          </a:p>
        </p:txBody>
      </p:sp>
      <p:sp>
        <p:nvSpPr>
          <p:cNvPr id="48131" name="Rectangle 2">
            <a:extLst>
              <a:ext uri="{FF2B5EF4-FFF2-40B4-BE49-F238E27FC236}">
                <a16:creationId xmlns:a16="http://schemas.microsoft.com/office/drawing/2014/main" id="{8C8800DA-25E7-EF49-68E7-EAB37456A883}"/>
              </a:ext>
            </a:extLst>
          </p:cNvPr>
          <p:cNvSpPr>
            <a:spLocks noChangeArrowheads="1" noTextEdit="1"/>
          </p:cNvSpPr>
          <p:nvPr>
            <p:ph type="sldImg"/>
          </p:nvPr>
        </p:nvSpPr>
        <p:spPr>
          <a:xfrm>
            <a:off x="1255713" y="720725"/>
            <a:ext cx="4799012" cy="3598863"/>
          </a:xfrm>
          <a:ln/>
        </p:spPr>
      </p:sp>
      <p:sp>
        <p:nvSpPr>
          <p:cNvPr id="48132" name="Rectangle 3">
            <a:extLst>
              <a:ext uri="{FF2B5EF4-FFF2-40B4-BE49-F238E27FC236}">
                <a16:creationId xmlns:a16="http://schemas.microsoft.com/office/drawing/2014/main" id="{9AFF8FCE-A1B6-E1C9-6462-75759D2EAD7C}"/>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ABC39E55-B1C4-1509-F692-0210E59630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BFF1BEA4-6AFA-4A4D-9750-E642B974A91D}" type="slidenum">
              <a:rPr lang="en-US" altLang="es-ES" sz="1400" b="0" i="0" baseline="0"/>
              <a:pPr/>
              <a:t>3</a:t>
            </a:fld>
            <a:endParaRPr lang="en-US" altLang="es-ES" sz="1400" b="0" i="0" baseline="0"/>
          </a:p>
        </p:txBody>
      </p:sp>
      <p:sp>
        <p:nvSpPr>
          <p:cNvPr id="49155" name="Rectangle 2">
            <a:extLst>
              <a:ext uri="{FF2B5EF4-FFF2-40B4-BE49-F238E27FC236}">
                <a16:creationId xmlns:a16="http://schemas.microsoft.com/office/drawing/2014/main" id="{40E874FE-6517-1661-B27D-1CBCF6B3395A}"/>
              </a:ext>
            </a:extLst>
          </p:cNvPr>
          <p:cNvSpPr>
            <a:spLocks noChangeArrowheads="1" noTextEdit="1"/>
          </p:cNvSpPr>
          <p:nvPr>
            <p:ph type="sldImg"/>
          </p:nvPr>
        </p:nvSpPr>
        <p:spPr>
          <a:xfrm>
            <a:off x="1255713" y="720725"/>
            <a:ext cx="4799012" cy="3598863"/>
          </a:xfrm>
          <a:ln/>
        </p:spPr>
      </p:sp>
      <p:sp>
        <p:nvSpPr>
          <p:cNvPr id="49156" name="Rectangle 3">
            <a:extLst>
              <a:ext uri="{FF2B5EF4-FFF2-40B4-BE49-F238E27FC236}">
                <a16:creationId xmlns:a16="http://schemas.microsoft.com/office/drawing/2014/main" id="{B09545CB-64F9-0ACC-0376-7B94A2CE71F0}"/>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865ABDB8-C22C-B76E-B5F9-08FF29D24B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371FC0AD-E668-4B8E-AC6B-BB1D7E7EC9F9}" type="slidenum">
              <a:rPr lang="en-US" altLang="es-ES" sz="1400" b="0" i="0" baseline="0"/>
              <a:pPr/>
              <a:t>4</a:t>
            </a:fld>
            <a:endParaRPr lang="en-US" altLang="es-ES" sz="1400" b="0" i="0" baseline="0"/>
          </a:p>
        </p:txBody>
      </p:sp>
      <p:sp>
        <p:nvSpPr>
          <p:cNvPr id="50179" name="Rectangle 2">
            <a:extLst>
              <a:ext uri="{FF2B5EF4-FFF2-40B4-BE49-F238E27FC236}">
                <a16:creationId xmlns:a16="http://schemas.microsoft.com/office/drawing/2014/main" id="{5479C372-EA70-177F-060D-89FD7A26B164}"/>
              </a:ext>
            </a:extLst>
          </p:cNvPr>
          <p:cNvSpPr>
            <a:spLocks noChangeArrowheads="1" noTextEdit="1"/>
          </p:cNvSpPr>
          <p:nvPr>
            <p:ph type="sldImg"/>
          </p:nvPr>
        </p:nvSpPr>
        <p:spPr>
          <a:xfrm>
            <a:off x="1255713" y="720725"/>
            <a:ext cx="4799012" cy="3598863"/>
          </a:xfrm>
          <a:ln/>
        </p:spPr>
      </p:sp>
      <p:sp>
        <p:nvSpPr>
          <p:cNvPr id="50180" name="Rectangle 3">
            <a:extLst>
              <a:ext uri="{FF2B5EF4-FFF2-40B4-BE49-F238E27FC236}">
                <a16:creationId xmlns:a16="http://schemas.microsoft.com/office/drawing/2014/main" id="{1B5A2E1D-F505-F2AC-5BE4-A3CEC5EC80DC}"/>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14DFE679-C47A-2EEA-05E9-1E8314CF87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873A0F60-39F3-4523-83F3-4FF78AE158C3}" type="slidenum">
              <a:rPr lang="en-US" altLang="es-ES" sz="1400" b="0" i="0" baseline="0"/>
              <a:pPr/>
              <a:t>5</a:t>
            </a:fld>
            <a:endParaRPr lang="en-US" altLang="es-ES" sz="1400" b="0" i="0" baseline="0"/>
          </a:p>
        </p:txBody>
      </p:sp>
      <p:sp>
        <p:nvSpPr>
          <p:cNvPr id="51203" name="Rectangle 2">
            <a:extLst>
              <a:ext uri="{FF2B5EF4-FFF2-40B4-BE49-F238E27FC236}">
                <a16:creationId xmlns:a16="http://schemas.microsoft.com/office/drawing/2014/main" id="{3B35C515-9EB8-FFBC-B2BF-01C212F96653}"/>
              </a:ext>
            </a:extLst>
          </p:cNvPr>
          <p:cNvSpPr>
            <a:spLocks noChangeArrowheads="1" noTextEdit="1"/>
          </p:cNvSpPr>
          <p:nvPr>
            <p:ph type="sldImg"/>
          </p:nvPr>
        </p:nvSpPr>
        <p:spPr>
          <a:xfrm>
            <a:off x="1255713" y="720725"/>
            <a:ext cx="4799012" cy="3598863"/>
          </a:xfrm>
          <a:ln/>
        </p:spPr>
      </p:sp>
      <p:sp>
        <p:nvSpPr>
          <p:cNvPr id="51204" name="Rectangle 3">
            <a:extLst>
              <a:ext uri="{FF2B5EF4-FFF2-40B4-BE49-F238E27FC236}">
                <a16:creationId xmlns:a16="http://schemas.microsoft.com/office/drawing/2014/main" id="{48348E7E-6AA6-516D-1AC2-26E5D598DC47}"/>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83C1F158-DCBC-31EF-8DFD-793D74D9D6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5EC6FBDF-98FB-461E-8918-5998C2DC15A0}" type="slidenum">
              <a:rPr lang="en-US" altLang="es-ES" sz="1400" b="0" i="0" baseline="0"/>
              <a:pPr/>
              <a:t>6</a:t>
            </a:fld>
            <a:endParaRPr lang="en-US" altLang="es-ES" sz="1400" b="0" i="0" baseline="0"/>
          </a:p>
        </p:txBody>
      </p:sp>
      <p:sp>
        <p:nvSpPr>
          <p:cNvPr id="52227" name="Rectangle 2">
            <a:extLst>
              <a:ext uri="{FF2B5EF4-FFF2-40B4-BE49-F238E27FC236}">
                <a16:creationId xmlns:a16="http://schemas.microsoft.com/office/drawing/2014/main" id="{CB55CCC3-A7AD-0EA6-14A5-60DDA800B503}"/>
              </a:ext>
            </a:extLst>
          </p:cNvPr>
          <p:cNvSpPr>
            <a:spLocks noChangeArrowheads="1" noTextEdit="1"/>
          </p:cNvSpPr>
          <p:nvPr>
            <p:ph type="sldImg"/>
          </p:nvPr>
        </p:nvSpPr>
        <p:spPr>
          <a:xfrm>
            <a:off x="1255713" y="720725"/>
            <a:ext cx="4799012" cy="3598863"/>
          </a:xfrm>
          <a:ln/>
        </p:spPr>
      </p:sp>
      <p:sp>
        <p:nvSpPr>
          <p:cNvPr id="52228" name="Rectangle 3">
            <a:extLst>
              <a:ext uri="{FF2B5EF4-FFF2-40B4-BE49-F238E27FC236}">
                <a16:creationId xmlns:a16="http://schemas.microsoft.com/office/drawing/2014/main" id="{584E0ED0-DEA8-AD5A-EA88-C0A87AC0647A}"/>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3085A5EA-8F0A-B515-CC6E-1454218965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5BBB4115-FB54-4985-8D0A-4E1FE0ABF474}" type="slidenum">
              <a:rPr lang="en-US" altLang="es-ES" sz="1400" b="0" i="0" baseline="0"/>
              <a:pPr/>
              <a:t>7</a:t>
            </a:fld>
            <a:endParaRPr lang="en-US" altLang="es-ES" sz="1400" b="0" i="0" baseline="0"/>
          </a:p>
        </p:txBody>
      </p:sp>
      <p:sp>
        <p:nvSpPr>
          <p:cNvPr id="53251" name="Rectangle 2">
            <a:extLst>
              <a:ext uri="{FF2B5EF4-FFF2-40B4-BE49-F238E27FC236}">
                <a16:creationId xmlns:a16="http://schemas.microsoft.com/office/drawing/2014/main" id="{B7B6ED2C-1564-6B12-A190-CE118D0C64D0}"/>
              </a:ext>
            </a:extLst>
          </p:cNvPr>
          <p:cNvSpPr>
            <a:spLocks noChangeArrowheads="1" noTextEdit="1"/>
          </p:cNvSpPr>
          <p:nvPr>
            <p:ph type="sldImg"/>
          </p:nvPr>
        </p:nvSpPr>
        <p:spPr>
          <a:xfrm>
            <a:off x="1255713" y="720725"/>
            <a:ext cx="4799012" cy="3598863"/>
          </a:xfrm>
          <a:ln/>
        </p:spPr>
      </p:sp>
      <p:sp>
        <p:nvSpPr>
          <p:cNvPr id="53252" name="Rectangle 3">
            <a:extLst>
              <a:ext uri="{FF2B5EF4-FFF2-40B4-BE49-F238E27FC236}">
                <a16:creationId xmlns:a16="http://schemas.microsoft.com/office/drawing/2014/main" id="{BDF525A9-48BF-00CE-2D80-911BF881B6AD}"/>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55FC4DA-1EAF-8064-0B7D-C3281830CB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3B76E6F6-6F41-4B86-8069-11ACE7E172FF}" type="slidenum">
              <a:rPr lang="en-US" altLang="es-ES" sz="1400" b="0" i="0" baseline="0"/>
              <a:pPr/>
              <a:t>8</a:t>
            </a:fld>
            <a:endParaRPr lang="en-US" altLang="es-ES" sz="1400" b="0" i="0" baseline="0"/>
          </a:p>
        </p:txBody>
      </p:sp>
      <p:sp>
        <p:nvSpPr>
          <p:cNvPr id="54275" name="Rectangle 2">
            <a:extLst>
              <a:ext uri="{FF2B5EF4-FFF2-40B4-BE49-F238E27FC236}">
                <a16:creationId xmlns:a16="http://schemas.microsoft.com/office/drawing/2014/main" id="{65D0F6C5-CC15-69EE-3884-5D8EF4DDD3D7}"/>
              </a:ext>
            </a:extLst>
          </p:cNvPr>
          <p:cNvSpPr>
            <a:spLocks noChangeArrowheads="1" noTextEdit="1"/>
          </p:cNvSpPr>
          <p:nvPr>
            <p:ph type="sldImg"/>
          </p:nvPr>
        </p:nvSpPr>
        <p:spPr>
          <a:xfrm>
            <a:off x="1255713" y="720725"/>
            <a:ext cx="4799012" cy="3598863"/>
          </a:xfrm>
          <a:ln/>
        </p:spPr>
      </p:sp>
      <p:sp>
        <p:nvSpPr>
          <p:cNvPr id="54276" name="Rectangle 3">
            <a:extLst>
              <a:ext uri="{FF2B5EF4-FFF2-40B4-BE49-F238E27FC236}">
                <a16:creationId xmlns:a16="http://schemas.microsoft.com/office/drawing/2014/main" id="{792E8D4B-2B42-EBB8-DFEC-7D355A0248D9}"/>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D62FD474-85BD-AA93-6281-F340EE1056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09767C43-A993-4675-8667-9207E6280281}" type="slidenum">
              <a:rPr lang="en-US" altLang="es-ES" sz="1400" b="0" i="0" baseline="0"/>
              <a:pPr/>
              <a:t>9</a:t>
            </a:fld>
            <a:endParaRPr lang="en-US" altLang="es-ES" sz="1400" b="0" i="0" baseline="0"/>
          </a:p>
        </p:txBody>
      </p:sp>
      <p:sp>
        <p:nvSpPr>
          <p:cNvPr id="55299" name="Rectangle 2">
            <a:extLst>
              <a:ext uri="{FF2B5EF4-FFF2-40B4-BE49-F238E27FC236}">
                <a16:creationId xmlns:a16="http://schemas.microsoft.com/office/drawing/2014/main" id="{8D7AAB73-B2ED-5DA5-96BE-0F6618BAFB0B}"/>
              </a:ext>
            </a:extLst>
          </p:cNvPr>
          <p:cNvSpPr>
            <a:spLocks noChangeArrowheads="1" noTextEdit="1"/>
          </p:cNvSpPr>
          <p:nvPr>
            <p:ph type="sldImg"/>
          </p:nvPr>
        </p:nvSpPr>
        <p:spPr>
          <a:xfrm>
            <a:off x="1255713" y="720725"/>
            <a:ext cx="4799012" cy="3598863"/>
          </a:xfrm>
          <a:ln/>
        </p:spPr>
      </p:sp>
      <p:sp>
        <p:nvSpPr>
          <p:cNvPr id="55300" name="Rectangle 3">
            <a:extLst>
              <a:ext uri="{FF2B5EF4-FFF2-40B4-BE49-F238E27FC236}">
                <a16:creationId xmlns:a16="http://schemas.microsoft.com/office/drawing/2014/main" id="{B655F066-CAE5-7F59-24AB-7E1BB82C5AFC}"/>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CA0E19A4-E226-EBB6-BCFD-03772D4D64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A82E52EB-93C1-405C-8C5F-F06C6FA86AEF}" type="slidenum">
              <a:rPr lang="en-US" altLang="es-ES" sz="1400" b="0" i="0" baseline="0"/>
              <a:pPr/>
              <a:t>10</a:t>
            </a:fld>
            <a:endParaRPr lang="en-US" altLang="es-ES" sz="1400" b="0" i="0" baseline="0"/>
          </a:p>
        </p:txBody>
      </p:sp>
      <p:sp>
        <p:nvSpPr>
          <p:cNvPr id="56323" name="Rectangle 2">
            <a:extLst>
              <a:ext uri="{FF2B5EF4-FFF2-40B4-BE49-F238E27FC236}">
                <a16:creationId xmlns:a16="http://schemas.microsoft.com/office/drawing/2014/main" id="{5C93A68C-A281-FE96-DF46-6CBDC52F1D6D}"/>
              </a:ext>
            </a:extLst>
          </p:cNvPr>
          <p:cNvSpPr>
            <a:spLocks noChangeArrowheads="1" noTextEdit="1"/>
          </p:cNvSpPr>
          <p:nvPr>
            <p:ph type="sldImg"/>
          </p:nvPr>
        </p:nvSpPr>
        <p:spPr>
          <a:xfrm>
            <a:off x="1255713" y="720725"/>
            <a:ext cx="4799012" cy="3598863"/>
          </a:xfrm>
          <a:ln/>
        </p:spPr>
      </p:sp>
      <p:sp>
        <p:nvSpPr>
          <p:cNvPr id="56324" name="Rectangle 3">
            <a:extLst>
              <a:ext uri="{FF2B5EF4-FFF2-40B4-BE49-F238E27FC236}">
                <a16:creationId xmlns:a16="http://schemas.microsoft.com/office/drawing/2014/main" id="{7475DEC4-A103-6AD2-7660-31FFF446D19F}"/>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7D9C7AE4-FA01-3811-1E21-3BD280BDAF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A6F293DB-D759-4BCF-926D-E9EA97426500}" type="slidenum">
              <a:rPr lang="en-US" altLang="es-ES" sz="1400" b="0" i="0" baseline="0"/>
              <a:pPr/>
              <a:t>11</a:t>
            </a:fld>
            <a:endParaRPr lang="en-US" altLang="es-ES" sz="1400" b="0" i="0" baseline="0"/>
          </a:p>
        </p:txBody>
      </p:sp>
      <p:sp>
        <p:nvSpPr>
          <p:cNvPr id="57347" name="Rectangle 2">
            <a:extLst>
              <a:ext uri="{FF2B5EF4-FFF2-40B4-BE49-F238E27FC236}">
                <a16:creationId xmlns:a16="http://schemas.microsoft.com/office/drawing/2014/main" id="{EB174BB9-9D13-3682-857F-F6B81B3847C9}"/>
              </a:ext>
            </a:extLst>
          </p:cNvPr>
          <p:cNvSpPr>
            <a:spLocks noChangeArrowheads="1" noTextEdit="1"/>
          </p:cNvSpPr>
          <p:nvPr>
            <p:ph type="sldImg"/>
          </p:nvPr>
        </p:nvSpPr>
        <p:spPr>
          <a:xfrm>
            <a:off x="1255713" y="720725"/>
            <a:ext cx="4799012" cy="3598863"/>
          </a:xfrm>
          <a:ln/>
        </p:spPr>
      </p:sp>
      <p:sp>
        <p:nvSpPr>
          <p:cNvPr id="57348" name="Rectangle 3">
            <a:extLst>
              <a:ext uri="{FF2B5EF4-FFF2-40B4-BE49-F238E27FC236}">
                <a16:creationId xmlns:a16="http://schemas.microsoft.com/office/drawing/2014/main" id="{B086E527-DE44-E2CE-AA2B-211A049CE89E}"/>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53234796-6D09-FD30-0C3D-5D7FF96366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C15D37FF-CC95-462C-B4E6-B8920DCF54F9}" type="slidenum">
              <a:rPr lang="en-US" altLang="es-ES" sz="1400" b="0" i="0" baseline="0"/>
              <a:pPr/>
              <a:t>12</a:t>
            </a:fld>
            <a:endParaRPr lang="en-US" altLang="es-ES" sz="1400" b="0" i="0" baseline="0"/>
          </a:p>
        </p:txBody>
      </p:sp>
      <p:sp>
        <p:nvSpPr>
          <p:cNvPr id="58371" name="Rectangle 2">
            <a:extLst>
              <a:ext uri="{FF2B5EF4-FFF2-40B4-BE49-F238E27FC236}">
                <a16:creationId xmlns:a16="http://schemas.microsoft.com/office/drawing/2014/main" id="{1F984932-2166-A08D-9A6E-36D5CA3660A8}"/>
              </a:ext>
            </a:extLst>
          </p:cNvPr>
          <p:cNvSpPr>
            <a:spLocks noChangeArrowheads="1" noTextEdit="1"/>
          </p:cNvSpPr>
          <p:nvPr>
            <p:ph type="sldImg"/>
          </p:nvPr>
        </p:nvSpPr>
        <p:spPr>
          <a:xfrm>
            <a:off x="1255713" y="720725"/>
            <a:ext cx="4799012" cy="3598863"/>
          </a:xfrm>
          <a:ln/>
        </p:spPr>
      </p:sp>
      <p:sp>
        <p:nvSpPr>
          <p:cNvPr id="58372" name="Rectangle 3">
            <a:extLst>
              <a:ext uri="{FF2B5EF4-FFF2-40B4-BE49-F238E27FC236}">
                <a16:creationId xmlns:a16="http://schemas.microsoft.com/office/drawing/2014/main" id="{63F665C2-27C6-4C5F-E1FE-97BB01A85F1A}"/>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CF6B7FF-DAB1-83D6-8BF5-5F4D703659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F0E899C9-77FE-4A46-9826-A9E42370A3B0}" type="slidenum">
              <a:rPr lang="en-US" altLang="es-ES" sz="1400" b="0" i="0" baseline="0"/>
              <a:pPr/>
              <a:t>13</a:t>
            </a:fld>
            <a:endParaRPr lang="en-US" altLang="es-ES" sz="1400" b="0" i="0" baseline="0"/>
          </a:p>
        </p:txBody>
      </p:sp>
      <p:sp>
        <p:nvSpPr>
          <p:cNvPr id="59395" name="Rectangle 2">
            <a:extLst>
              <a:ext uri="{FF2B5EF4-FFF2-40B4-BE49-F238E27FC236}">
                <a16:creationId xmlns:a16="http://schemas.microsoft.com/office/drawing/2014/main" id="{3A5B477F-DDCE-8EDA-AD8F-EABF8CB00BF9}"/>
              </a:ext>
            </a:extLst>
          </p:cNvPr>
          <p:cNvSpPr>
            <a:spLocks noChangeArrowheads="1" noTextEdit="1"/>
          </p:cNvSpPr>
          <p:nvPr>
            <p:ph type="sldImg"/>
          </p:nvPr>
        </p:nvSpPr>
        <p:spPr>
          <a:xfrm>
            <a:off x="1255713" y="720725"/>
            <a:ext cx="4799012" cy="3598863"/>
          </a:xfrm>
          <a:ln/>
        </p:spPr>
      </p:sp>
      <p:sp>
        <p:nvSpPr>
          <p:cNvPr id="59396" name="Rectangle 3">
            <a:extLst>
              <a:ext uri="{FF2B5EF4-FFF2-40B4-BE49-F238E27FC236}">
                <a16:creationId xmlns:a16="http://schemas.microsoft.com/office/drawing/2014/main" id="{D61D3E1D-50A8-2E9C-77AD-3BCD7483BA48}"/>
              </a:ext>
            </a:extLst>
          </p:cNvPr>
          <p:cNvSpPr>
            <a:spLocks noGrp="1" noChangeArrowheads="1"/>
          </p:cNvSpPr>
          <p:nvPr>
            <p:ph type="body" idx="1"/>
          </p:nvPr>
        </p:nvSpPr>
        <p:spPr>
          <a:xfrm>
            <a:off x="976313" y="4559300"/>
            <a:ext cx="5362575"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71" tIns="47585" rIns="95171" bIns="47585"/>
          <a:lstStyle/>
          <a:p>
            <a:endParaRPr lang="es-ES" alt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348131C6-F7BC-6407-6159-CA73841B6E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1678D9BF-2186-4389-9F76-5D8FB7572A6A}" type="slidenum">
              <a:rPr lang="en-US" altLang="es-ES" sz="1400" b="0" i="0" baseline="0"/>
              <a:pPr/>
              <a:t>15</a:t>
            </a:fld>
            <a:endParaRPr lang="en-US" altLang="es-ES" sz="1400" b="0" i="0" baseline="0"/>
          </a:p>
        </p:txBody>
      </p:sp>
      <p:sp>
        <p:nvSpPr>
          <p:cNvPr id="60419" name="Rectangle 2">
            <a:extLst>
              <a:ext uri="{FF2B5EF4-FFF2-40B4-BE49-F238E27FC236}">
                <a16:creationId xmlns:a16="http://schemas.microsoft.com/office/drawing/2014/main" id="{BD824239-7295-66E4-8375-491A140805A4}"/>
              </a:ext>
            </a:extLst>
          </p:cNvPr>
          <p:cNvSpPr>
            <a:spLocks noChangeArrowheads="1" noTextEdit="1"/>
          </p:cNvSpPr>
          <p:nvPr>
            <p:ph type="sldImg"/>
          </p:nvPr>
        </p:nvSpPr>
        <p:spPr>
          <a:xfrm>
            <a:off x="1255713" y="720725"/>
            <a:ext cx="4799012" cy="3598863"/>
          </a:xfrm>
          <a:solidFill>
            <a:srgbClr val="FFFFFF"/>
          </a:solidFill>
          <a:ln/>
        </p:spPr>
      </p:sp>
      <p:sp>
        <p:nvSpPr>
          <p:cNvPr id="60420" name="Rectangle 3">
            <a:extLst>
              <a:ext uri="{FF2B5EF4-FFF2-40B4-BE49-F238E27FC236}">
                <a16:creationId xmlns:a16="http://schemas.microsoft.com/office/drawing/2014/main" id="{18247854-221F-D1A2-F6D3-45F8507B7EF5}"/>
              </a:ext>
            </a:extLst>
          </p:cNvPr>
          <p:cNvSpPr>
            <a:spLocks noChangeArrowheads="1"/>
          </p:cNvSpPr>
          <p:nvPr>
            <p:ph type="body" idx="1"/>
          </p:nvPr>
        </p:nvSpPr>
        <p:spPr>
          <a:xfrm>
            <a:off x="976313" y="4559300"/>
            <a:ext cx="5362575" cy="4321175"/>
          </a:xfrm>
          <a:solidFill>
            <a:srgbClr val="FFFFFF"/>
          </a:solidFill>
          <a:ln>
            <a:solidFill>
              <a:srgbClr val="000000"/>
            </a:solidFill>
          </a:ln>
        </p:spPr>
        <p:txBody>
          <a:bodyPr lIns="95171" tIns="47585" rIns="95171" bIns="47585"/>
          <a:lstStyle/>
          <a:p>
            <a:r>
              <a:rPr lang="en-US" altLang="es-ES"/>
              <a:t>There can be three distinct registers as source, so can simultaneously do any three register transfers</a:t>
            </a:r>
          </a:p>
          <a:p>
            <a:r>
              <a:rPr lang="en-US" altLang="es-ES"/>
              <a:t>- totally flexible.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2228FA06-03B9-6591-6C77-080EC912C3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7A1B2B63-6279-43AE-A141-89F32F2524CA}" type="slidenum">
              <a:rPr lang="en-US" altLang="es-ES" sz="1400" b="0" i="0" baseline="0"/>
              <a:pPr/>
              <a:t>16</a:t>
            </a:fld>
            <a:endParaRPr lang="en-US" altLang="es-ES" sz="1400" b="0" i="0" baseline="0"/>
          </a:p>
        </p:txBody>
      </p:sp>
      <p:sp>
        <p:nvSpPr>
          <p:cNvPr id="61443" name="Rectangle 2">
            <a:extLst>
              <a:ext uri="{FF2B5EF4-FFF2-40B4-BE49-F238E27FC236}">
                <a16:creationId xmlns:a16="http://schemas.microsoft.com/office/drawing/2014/main" id="{23675440-55AF-96CF-DCD9-DC63B76128F8}"/>
              </a:ext>
            </a:extLst>
          </p:cNvPr>
          <p:cNvSpPr>
            <a:spLocks noChangeArrowheads="1" noTextEdit="1"/>
          </p:cNvSpPr>
          <p:nvPr>
            <p:ph type="sldImg"/>
          </p:nvPr>
        </p:nvSpPr>
        <p:spPr>
          <a:xfrm>
            <a:off x="1255713" y="720725"/>
            <a:ext cx="4799012" cy="3598863"/>
          </a:xfrm>
          <a:solidFill>
            <a:srgbClr val="FFFFFF"/>
          </a:solidFill>
          <a:ln/>
        </p:spPr>
      </p:sp>
      <p:sp>
        <p:nvSpPr>
          <p:cNvPr id="61444" name="Rectangle 3">
            <a:extLst>
              <a:ext uri="{FF2B5EF4-FFF2-40B4-BE49-F238E27FC236}">
                <a16:creationId xmlns:a16="http://schemas.microsoft.com/office/drawing/2014/main" id="{19296DFB-0127-5CCD-B80B-1B53B694B651}"/>
              </a:ext>
            </a:extLst>
          </p:cNvPr>
          <p:cNvSpPr>
            <a:spLocks noChangeArrowheads="1"/>
          </p:cNvSpPr>
          <p:nvPr>
            <p:ph type="body" idx="1"/>
          </p:nvPr>
        </p:nvSpPr>
        <p:spPr>
          <a:xfrm>
            <a:off x="976313" y="4559300"/>
            <a:ext cx="5362575" cy="4321175"/>
          </a:xfrm>
          <a:solidFill>
            <a:srgbClr val="FFFFFF"/>
          </a:solidFill>
          <a:ln>
            <a:solidFill>
              <a:srgbClr val="000000"/>
            </a:solidFill>
          </a:ln>
        </p:spPr>
        <p:txBody>
          <a:bodyPr lIns="95171" tIns="47585" rIns="95171" bIns="47585"/>
          <a:lstStyle/>
          <a:p>
            <a:r>
              <a:rPr lang="en-US" altLang="es-ES"/>
              <a:t>Can have only one register as a source at a time. Thus a set of simultaneous transfers</a:t>
            </a:r>
          </a:p>
          <a:p>
            <a:r>
              <a:rPr lang="en-US" altLang="es-ES"/>
              <a:t>can have only one register source. Could require up to three clock cycles if three different sources needed.</a:t>
            </a:r>
          </a:p>
          <a:p>
            <a:r>
              <a:rPr lang="en-US" altLang="es-ES"/>
              <a:t>Costs:</a:t>
            </a:r>
          </a:p>
          <a:p>
            <a:r>
              <a:rPr lang="en-US" altLang="es-ES"/>
              <a:t>	Dedicated 18 gate inputs per bit plus 3 shared inverters with total of 3 inputs</a:t>
            </a:r>
          </a:p>
          <a:p>
            <a:r>
              <a:rPr lang="en-US" altLang="es-ES"/>
              <a:t>	Bus: 9 gate inputs per bit + shared decoder with 8 inputs</a:t>
            </a:r>
          </a:p>
          <a:p>
            <a:r>
              <a:rPr lang="en-US" altLang="es-ES"/>
              <a:t>Bus clearly less costly.</a:t>
            </a:r>
          </a:p>
          <a:p>
            <a:endParaRPr lang="en-US" altLang="es-ES"/>
          </a:p>
          <a:p>
            <a:endParaRPr lang="en-US" alt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7995F472-54E6-4E76-6A6D-A9F9411269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0763">
              <a:defRPr sz="800" b="1" i="1" baseline="-25000">
                <a:solidFill>
                  <a:schemeClr val="tx1"/>
                </a:solidFill>
                <a:latin typeface="Times New Roman" panose="02020603050405020304" pitchFamily="18" charset="0"/>
              </a:defRPr>
            </a:lvl1pPr>
            <a:lvl2pPr marL="742950" indent="-285750" defTabSz="1020763">
              <a:defRPr sz="800" b="1" i="1" baseline="-25000">
                <a:solidFill>
                  <a:schemeClr val="tx1"/>
                </a:solidFill>
                <a:latin typeface="Times New Roman" panose="02020603050405020304" pitchFamily="18" charset="0"/>
              </a:defRPr>
            </a:lvl2pPr>
            <a:lvl3pPr marL="1143000" indent="-228600" defTabSz="1020763">
              <a:defRPr sz="800" b="1" i="1" baseline="-25000">
                <a:solidFill>
                  <a:schemeClr val="tx1"/>
                </a:solidFill>
                <a:latin typeface="Times New Roman" panose="02020603050405020304" pitchFamily="18" charset="0"/>
              </a:defRPr>
            </a:lvl3pPr>
            <a:lvl4pPr marL="1600200" indent="-228600" defTabSz="1020763">
              <a:defRPr sz="800" b="1" i="1" baseline="-25000">
                <a:solidFill>
                  <a:schemeClr val="tx1"/>
                </a:solidFill>
                <a:latin typeface="Times New Roman" panose="02020603050405020304" pitchFamily="18" charset="0"/>
              </a:defRPr>
            </a:lvl4pPr>
            <a:lvl5pPr marL="2057400" indent="-228600" defTabSz="1020763">
              <a:defRPr sz="800" b="1" i="1" baseline="-25000">
                <a:solidFill>
                  <a:schemeClr val="tx1"/>
                </a:solidFill>
                <a:latin typeface="Times New Roman" panose="02020603050405020304" pitchFamily="18" charset="0"/>
              </a:defRPr>
            </a:lvl5pPr>
            <a:lvl6pPr marL="25146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defTabSz="1020763"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fld id="{3F85F349-209E-416D-81E2-538C8C1418FE}" type="slidenum">
              <a:rPr lang="en-US" altLang="es-ES" sz="1400" b="0" i="0" baseline="0"/>
              <a:pPr/>
              <a:t>17</a:t>
            </a:fld>
            <a:endParaRPr lang="en-US" altLang="es-ES" sz="1400" b="0" i="0" baseline="0"/>
          </a:p>
        </p:txBody>
      </p:sp>
      <p:sp>
        <p:nvSpPr>
          <p:cNvPr id="62467" name="Rectangle 2">
            <a:extLst>
              <a:ext uri="{FF2B5EF4-FFF2-40B4-BE49-F238E27FC236}">
                <a16:creationId xmlns:a16="http://schemas.microsoft.com/office/drawing/2014/main" id="{4F040112-84E1-978D-EBAC-05C4F460AFB8}"/>
              </a:ext>
            </a:extLst>
          </p:cNvPr>
          <p:cNvSpPr>
            <a:spLocks noChangeArrowheads="1" noTextEdit="1"/>
          </p:cNvSpPr>
          <p:nvPr>
            <p:ph type="sldImg"/>
          </p:nvPr>
        </p:nvSpPr>
        <p:spPr>
          <a:xfrm>
            <a:off x="1255713" y="720725"/>
            <a:ext cx="4799012" cy="3598863"/>
          </a:xfrm>
          <a:solidFill>
            <a:srgbClr val="FFFFFF"/>
          </a:solidFill>
          <a:ln/>
        </p:spPr>
      </p:sp>
      <p:sp>
        <p:nvSpPr>
          <p:cNvPr id="62468" name="Rectangle 3">
            <a:extLst>
              <a:ext uri="{FF2B5EF4-FFF2-40B4-BE49-F238E27FC236}">
                <a16:creationId xmlns:a16="http://schemas.microsoft.com/office/drawing/2014/main" id="{1D7164AD-D9FF-7C38-169F-68763323EC96}"/>
              </a:ext>
            </a:extLst>
          </p:cNvPr>
          <p:cNvSpPr>
            <a:spLocks noChangeArrowheads="1"/>
          </p:cNvSpPr>
          <p:nvPr>
            <p:ph type="body" idx="1"/>
          </p:nvPr>
        </p:nvSpPr>
        <p:spPr>
          <a:xfrm>
            <a:off x="976313" y="4559300"/>
            <a:ext cx="5362575" cy="4321175"/>
          </a:xfrm>
          <a:solidFill>
            <a:srgbClr val="FFFFFF"/>
          </a:solidFill>
          <a:ln>
            <a:solidFill>
              <a:srgbClr val="000000"/>
            </a:solidFill>
          </a:ln>
        </p:spPr>
        <p:txBody>
          <a:bodyPr lIns="95171" tIns="47585" rIns="95171" bIns="47585"/>
          <a:lstStyle/>
          <a:p>
            <a:r>
              <a:rPr lang="en-US" altLang="es-ES"/>
              <a:t>Same simultaneous transfer capability as multiplexer bus</a:t>
            </a:r>
          </a:p>
          <a:p>
            <a:r>
              <a:rPr lang="en-US" altLang="es-ES"/>
              <a:t>Cost: 3 gate inputs per three state driver = 9 gate inputs</a:t>
            </a:r>
          </a:p>
          <a:p>
            <a:r>
              <a:rPr lang="en-US" altLang="es-ES"/>
              <a:t>If decoder desired, 8 shared gate inputs.</a:t>
            </a:r>
          </a:p>
          <a:p>
            <a:r>
              <a:rPr lang="en-US" altLang="es-ES"/>
              <a:t>Clearly least costly.</a:t>
            </a:r>
          </a:p>
          <a:p>
            <a:endParaRPr lang="en-US" altLang="es-ES"/>
          </a:p>
          <a:p>
            <a:r>
              <a:rPr lang="en-US" altLang="es-ES"/>
              <a:t>The “bus” is unique in that it is “bidirectional.” This is a significant advantage</a:t>
            </a:r>
          </a:p>
          <a:p>
            <a:r>
              <a:rPr lang="en-US" altLang="es-ES"/>
              <a:t>since it cuts connections between chips for bus paths to 1/2.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ext Box 1051">
            <a:extLst>
              <a:ext uri="{FF2B5EF4-FFF2-40B4-BE49-F238E27FC236}">
                <a16:creationId xmlns:a16="http://schemas.microsoft.com/office/drawing/2014/main" id="{65C2A1B7-1C40-C460-825D-4A69D495E89C}"/>
              </a:ext>
            </a:extLst>
          </p:cNvPr>
          <p:cNvSpPr txBox="1">
            <a:spLocks noChangeArrowheads="1"/>
          </p:cNvSpPr>
          <p:nvPr userDrawn="1"/>
        </p:nvSpPr>
        <p:spPr bwMode="auto">
          <a:xfrm>
            <a:off x="1833563" y="5167313"/>
            <a:ext cx="5913437" cy="1204912"/>
          </a:xfrm>
          <a:prstGeom prst="rect">
            <a:avLst/>
          </a:prstGeom>
          <a:noFill/>
          <a:ln w="9525">
            <a:noFill/>
            <a:miter lim="800000"/>
            <a:headEnd/>
            <a:tailEnd/>
          </a:ln>
          <a:effectLst/>
        </p:spPr>
        <p:txBody>
          <a:bodyPr>
            <a:spAutoFit/>
          </a:bodyPr>
          <a:lstStyle/>
          <a:p>
            <a:pPr algn="ctr">
              <a:spcBef>
                <a:spcPct val="50000"/>
              </a:spcBef>
              <a:buFont typeface="Wingdings" pitchFamily="2" charset="2"/>
              <a:buNone/>
              <a:defRPr/>
            </a:pPr>
            <a:r>
              <a:rPr lang="en-US" sz="2200" i="0" baseline="0"/>
              <a:t>Charles Kime &amp; Thomas Kaminski</a:t>
            </a:r>
          </a:p>
          <a:p>
            <a:pPr algn="ctr">
              <a:spcBef>
                <a:spcPct val="50000"/>
              </a:spcBef>
              <a:buFont typeface="Wingdings" pitchFamily="2" charset="2"/>
              <a:buNone/>
              <a:defRPr/>
            </a:pPr>
            <a:r>
              <a:rPr lang="en-US" sz="2200" b="0" i="0" baseline="0">
                <a:cs typeface="Times New Roman" pitchFamily="18" charset="0"/>
              </a:rPr>
              <a:t>© 2008 Pearson Education, Inc.</a:t>
            </a:r>
            <a:br>
              <a:rPr lang="en-US" sz="2200" b="0" i="0" baseline="0">
                <a:cs typeface="Times New Roman" pitchFamily="18" charset="0"/>
              </a:rPr>
            </a:br>
            <a:r>
              <a:rPr lang="en-US" sz="1800" b="0" i="0" baseline="0">
                <a:cs typeface="Times New Roman" pitchFamily="18" charset="0"/>
              </a:rPr>
              <a:t>(Hyperlinks are active in View Show mode)</a:t>
            </a:r>
          </a:p>
        </p:txBody>
      </p:sp>
      <p:sp>
        <p:nvSpPr>
          <p:cNvPr id="3" name="Text Box 1052">
            <a:extLst>
              <a:ext uri="{FF2B5EF4-FFF2-40B4-BE49-F238E27FC236}">
                <a16:creationId xmlns:a16="http://schemas.microsoft.com/office/drawing/2014/main" id="{B78BAE2E-C0EB-118F-496D-589BDF30EF31}"/>
              </a:ext>
            </a:extLst>
          </p:cNvPr>
          <p:cNvSpPr txBox="1">
            <a:spLocks noChangeArrowheads="1"/>
          </p:cNvSpPr>
          <p:nvPr userDrawn="1"/>
        </p:nvSpPr>
        <p:spPr bwMode="auto">
          <a:xfrm>
            <a:off x="1301750" y="2847975"/>
            <a:ext cx="6978650" cy="2224088"/>
          </a:xfrm>
          <a:prstGeom prst="rect">
            <a:avLst/>
          </a:prstGeom>
          <a:noFill/>
          <a:ln w="9525">
            <a:noFill/>
            <a:miter lim="800000"/>
            <a:headEnd/>
            <a:tailEnd/>
          </a:ln>
          <a:effectLst/>
        </p:spPr>
        <p:txBody>
          <a:bodyPr>
            <a:spAutoFit/>
          </a:bodyPr>
          <a:lstStyle/>
          <a:p>
            <a:pPr algn="ctr">
              <a:spcBef>
                <a:spcPct val="50000"/>
              </a:spcBef>
              <a:buFont typeface="Wingdings" pitchFamily="2" charset="2"/>
              <a:buNone/>
              <a:defRPr/>
            </a:pPr>
            <a:r>
              <a:rPr lang="en-US" sz="4000" i="0" baseline="0">
                <a:solidFill>
                  <a:srgbClr val="3333FF"/>
                </a:solidFill>
                <a:latin typeface="Helvetica" pitchFamily="34" charset="0"/>
              </a:rPr>
              <a:t>Chapter 7 – Registers and Register Transfers</a:t>
            </a:r>
          </a:p>
          <a:p>
            <a:pPr algn="ctr">
              <a:spcBef>
                <a:spcPct val="50000"/>
              </a:spcBef>
              <a:buFont typeface="Wingdings" pitchFamily="2" charset="2"/>
              <a:buNone/>
              <a:defRPr/>
            </a:pPr>
            <a:r>
              <a:rPr lang="en-US" sz="2400" i="0" baseline="0">
                <a:solidFill>
                  <a:srgbClr val="3333FF"/>
                </a:solidFill>
                <a:latin typeface="Helvetica" pitchFamily="34" charset="0"/>
              </a:rPr>
              <a:t>Part 2 – Counters, Register Cells, Buses, &amp; Serial Operations</a:t>
            </a:r>
          </a:p>
        </p:txBody>
      </p:sp>
      <p:sp>
        <p:nvSpPr>
          <p:cNvPr id="4" name="Text Box 1053">
            <a:extLst>
              <a:ext uri="{FF2B5EF4-FFF2-40B4-BE49-F238E27FC236}">
                <a16:creationId xmlns:a16="http://schemas.microsoft.com/office/drawing/2014/main" id="{1F523944-2F5D-0740-DE4A-D81A1BFA1C4C}"/>
              </a:ext>
            </a:extLst>
          </p:cNvPr>
          <p:cNvSpPr txBox="1">
            <a:spLocks noChangeArrowheads="1"/>
          </p:cNvSpPr>
          <p:nvPr userDrawn="1"/>
        </p:nvSpPr>
        <p:spPr bwMode="auto">
          <a:xfrm>
            <a:off x="904875" y="2179638"/>
            <a:ext cx="7772400" cy="579437"/>
          </a:xfrm>
          <a:prstGeom prst="rect">
            <a:avLst/>
          </a:prstGeom>
          <a:noFill/>
          <a:ln w="9525">
            <a:noFill/>
            <a:miter lim="800000"/>
            <a:headEnd/>
            <a:tailEnd/>
          </a:ln>
          <a:effectLst/>
        </p:spPr>
        <p:txBody>
          <a:bodyPr>
            <a:spAutoFit/>
          </a:bodyPr>
          <a:lstStyle/>
          <a:p>
            <a:pPr algn="ctr">
              <a:spcBef>
                <a:spcPct val="50000"/>
              </a:spcBef>
              <a:buFont typeface="Wingdings" pitchFamily="2" charset="2"/>
              <a:buNone/>
              <a:defRPr/>
            </a:pPr>
            <a:r>
              <a:rPr lang="en-US" sz="3200" i="0" baseline="0"/>
              <a:t>Logic and Computer Design Fundamentals</a:t>
            </a:r>
          </a:p>
        </p:txBody>
      </p:sp>
      <p:sp>
        <p:nvSpPr>
          <p:cNvPr id="5" name="Line 1054">
            <a:extLst>
              <a:ext uri="{FF2B5EF4-FFF2-40B4-BE49-F238E27FC236}">
                <a16:creationId xmlns:a16="http://schemas.microsoft.com/office/drawing/2014/main" id="{851A7AB9-DC1E-21F8-E64F-B2BA050C6E25}"/>
              </a:ext>
            </a:extLst>
          </p:cNvPr>
          <p:cNvSpPr>
            <a:spLocks noChangeShapeType="1"/>
          </p:cNvSpPr>
          <p:nvPr userDrawn="1"/>
        </p:nvSpPr>
        <p:spPr bwMode="auto">
          <a:xfrm>
            <a:off x="579438" y="1935163"/>
            <a:ext cx="8015287" cy="0"/>
          </a:xfrm>
          <a:prstGeom prst="line">
            <a:avLst/>
          </a:prstGeom>
          <a:noFill/>
          <a:ln w="76200">
            <a:solidFill>
              <a:srgbClr val="3333FF"/>
            </a:solidFill>
            <a:round/>
            <a:headEnd/>
            <a:tailEnd/>
          </a:ln>
          <a:effectLst/>
        </p:spPr>
        <p:txBody>
          <a:bodyPr/>
          <a:lstStyle/>
          <a:p>
            <a:pPr>
              <a:defRPr/>
            </a:pPr>
            <a:endParaRPr lang="es-CO"/>
          </a:p>
        </p:txBody>
      </p:sp>
    </p:spTree>
    <p:extLst>
      <p:ext uri="{BB962C8B-B14F-4D97-AF65-F5344CB8AC3E}">
        <p14:creationId xmlns:p14="http://schemas.microsoft.com/office/powerpoint/2010/main" val="46390769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Rectangle 56">
            <a:extLst>
              <a:ext uri="{FF2B5EF4-FFF2-40B4-BE49-F238E27FC236}">
                <a16:creationId xmlns:a16="http://schemas.microsoft.com/office/drawing/2014/main" id="{FA31031A-556E-2C1F-6FDB-5A52A00AD32A}"/>
              </a:ext>
            </a:extLst>
          </p:cNvPr>
          <p:cNvSpPr>
            <a:spLocks noGrp="1" noChangeArrowheads="1"/>
          </p:cNvSpPr>
          <p:nvPr>
            <p:ph type="sldNum" sz="quarter" idx="10"/>
          </p:nvPr>
        </p:nvSpPr>
        <p:spPr>
          <a:ln/>
        </p:spPr>
        <p:txBody>
          <a:bodyPr/>
          <a:lstStyle>
            <a:lvl1pPr>
              <a:defRPr/>
            </a:lvl1pPr>
          </a:lstStyle>
          <a:p>
            <a:r>
              <a:rPr lang="en-US" altLang="es-ES"/>
              <a:t>Chapter 7 - Part 2    </a:t>
            </a:r>
            <a:fld id="{34A34D0C-C1D9-4839-AF76-A612C04C71B3}" type="slidenum">
              <a:rPr lang="en-US" altLang="es-ES"/>
              <a:pPr/>
              <a:t>‹Nº›</a:t>
            </a:fld>
            <a:endParaRPr lang="en-US" altLang="es-ES"/>
          </a:p>
        </p:txBody>
      </p:sp>
    </p:spTree>
    <p:extLst>
      <p:ext uri="{BB962C8B-B14F-4D97-AF65-F5344CB8AC3E}">
        <p14:creationId xmlns:p14="http://schemas.microsoft.com/office/powerpoint/2010/main" val="427435513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6">
            <a:extLst>
              <a:ext uri="{FF2B5EF4-FFF2-40B4-BE49-F238E27FC236}">
                <a16:creationId xmlns:a16="http://schemas.microsoft.com/office/drawing/2014/main" id="{1E97A03D-60E8-1799-8C36-27B837CD8095}"/>
              </a:ext>
            </a:extLst>
          </p:cNvPr>
          <p:cNvSpPr>
            <a:spLocks noGrp="1" noChangeArrowheads="1"/>
          </p:cNvSpPr>
          <p:nvPr>
            <p:ph type="sldNum" sz="quarter" idx="10"/>
          </p:nvPr>
        </p:nvSpPr>
        <p:spPr>
          <a:ln/>
        </p:spPr>
        <p:txBody>
          <a:bodyPr/>
          <a:lstStyle>
            <a:lvl1pPr>
              <a:defRPr/>
            </a:lvl1pPr>
          </a:lstStyle>
          <a:p>
            <a:r>
              <a:rPr lang="en-US" altLang="es-ES"/>
              <a:t>Chapter 7 - Part 2    </a:t>
            </a:r>
            <a:fld id="{B9F4D80E-831F-4C02-B2C9-3F7A905C56F3}" type="slidenum">
              <a:rPr lang="en-US" altLang="es-ES"/>
              <a:pPr/>
              <a:t>‹Nº›</a:t>
            </a:fld>
            <a:endParaRPr lang="en-US" altLang="es-ES"/>
          </a:p>
        </p:txBody>
      </p:sp>
    </p:spTree>
    <p:extLst>
      <p:ext uri="{BB962C8B-B14F-4D97-AF65-F5344CB8AC3E}">
        <p14:creationId xmlns:p14="http://schemas.microsoft.com/office/powerpoint/2010/main" val="17493061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719138" y="1314450"/>
            <a:ext cx="3810000" cy="5027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81538" y="1314450"/>
            <a:ext cx="3810000" cy="5027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Rectangle 56">
            <a:extLst>
              <a:ext uri="{FF2B5EF4-FFF2-40B4-BE49-F238E27FC236}">
                <a16:creationId xmlns:a16="http://schemas.microsoft.com/office/drawing/2014/main" id="{54D16272-E392-BA68-8E66-1A3C9787C90A}"/>
              </a:ext>
            </a:extLst>
          </p:cNvPr>
          <p:cNvSpPr>
            <a:spLocks noGrp="1" noChangeArrowheads="1"/>
          </p:cNvSpPr>
          <p:nvPr>
            <p:ph type="sldNum" sz="quarter" idx="10"/>
          </p:nvPr>
        </p:nvSpPr>
        <p:spPr>
          <a:ln/>
        </p:spPr>
        <p:txBody>
          <a:bodyPr/>
          <a:lstStyle>
            <a:lvl1pPr>
              <a:defRPr/>
            </a:lvl1pPr>
          </a:lstStyle>
          <a:p>
            <a:r>
              <a:rPr lang="en-US" altLang="es-ES"/>
              <a:t>Chapter 7 - Part 2    </a:t>
            </a:r>
            <a:fld id="{A1E48D9A-F6E8-49AB-AB80-65BB934AD6B5}" type="slidenum">
              <a:rPr lang="en-US" altLang="es-ES"/>
              <a:pPr/>
              <a:t>‹Nº›</a:t>
            </a:fld>
            <a:endParaRPr lang="en-US" altLang="es-ES"/>
          </a:p>
        </p:txBody>
      </p:sp>
    </p:spTree>
    <p:extLst>
      <p:ext uri="{BB962C8B-B14F-4D97-AF65-F5344CB8AC3E}">
        <p14:creationId xmlns:p14="http://schemas.microsoft.com/office/powerpoint/2010/main" val="33702709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Rectangle 56">
            <a:extLst>
              <a:ext uri="{FF2B5EF4-FFF2-40B4-BE49-F238E27FC236}">
                <a16:creationId xmlns:a16="http://schemas.microsoft.com/office/drawing/2014/main" id="{3A3E0C57-75C8-6C57-36EF-8286989BC559}"/>
              </a:ext>
            </a:extLst>
          </p:cNvPr>
          <p:cNvSpPr>
            <a:spLocks noGrp="1" noChangeArrowheads="1"/>
          </p:cNvSpPr>
          <p:nvPr>
            <p:ph type="sldNum" sz="quarter" idx="10"/>
          </p:nvPr>
        </p:nvSpPr>
        <p:spPr>
          <a:ln/>
        </p:spPr>
        <p:txBody>
          <a:bodyPr/>
          <a:lstStyle>
            <a:lvl1pPr>
              <a:defRPr/>
            </a:lvl1pPr>
          </a:lstStyle>
          <a:p>
            <a:r>
              <a:rPr lang="en-US" altLang="es-ES"/>
              <a:t>Chapter 7 - Part 2    </a:t>
            </a:r>
            <a:fld id="{3DA2E72B-3EF6-4D5B-A3BD-384CDC26B1D5}" type="slidenum">
              <a:rPr lang="en-US" altLang="es-ES"/>
              <a:pPr/>
              <a:t>‹Nº›</a:t>
            </a:fld>
            <a:endParaRPr lang="en-US" altLang="es-ES"/>
          </a:p>
        </p:txBody>
      </p:sp>
    </p:spTree>
    <p:extLst>
      <p:ext uri="{BB962C8B-B14F-4D97-AF65-F5344CB8AC3E}">
        <p14:creationId xmlns:p14="http://schemas.microsoft.com/office/powerpoint/2010/main" val="80330892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Rectangle 56">
            <a:extLst>
              <a:ext uri="{FF2B5EF4-FFF2-40B4-BE49-F238E27FC236}">
                <a16:creationId xmlns:a16="http://schemas.microsoft.com/office/drawing/2014/main" id="{856E556C-5F87-42E0-B1FF-45E7C9746C7A}"/>
              </a:ext>
            </a:extLst>
          </p:cNvPr>
          <p:cNvSpPr>
            <a:spLocks noGrp="1" noChangeArrowheads="1"/>
          </p:cNvSpPr>
          <p:nvPr>
            <p:ph type="sldNum" sz="quarter" idx="10"/>
          </p:nvPr>
        </p:nvSpPr>
        <p:spPr>
          <a:ln/>
        </p:spPr>
        <p:txBody>
          <a:bodyPr/>
          <a:lstStyle>
            <a:lvl1pPr>
              <a:defRPr/>
            </a:lvl1pPr>
          </a:lstStyle>
          <a:p>
            <a:r>
              <a:rPr lang="en-US" altLang="es-ES"/>
              <a:t>Chapter 7 - Part 2    </a:t>
            </a:r>
            <a:fld id="{EACFA00A-CE83-4DE4-ACD9-3B0135BB36A1}" type="slidenum">
              <a:rPr lang="en-US" altLang="es-ES"/>
              <a:pPr/>
              <a:t>‹Nº›</a:t>
            </a:fld>
            <a:endParaRPr lang="en-US" altLang="es-ES"/>
          </a:p>
        </p:txBody>
      </p:sp>
    </p:spTree>
    <p:extLst>
      <p:ext uri="{BB962C8B-B14F-4D97-AF65-F5344CB8AC3E}">
        <p14:creationId xmlns:p14="http://schemas.microsoft.com/office/powerpoint/2010/main" val="240872503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6">
            <a:extLst>
              <a:ext uri="{FF2B5EF4-FFF2-40B4-BE49-F238E27FC236}">
                <a16:creationId xmlns:a16="http://schemas.microsoft.com/office/drawing/2014/main" id="{5C8B1EBC-EA69-1479-DF3C-D7638C940C61}"/>
              </a:ext>
            </a:extLst>
          </p:cNvPr>
          <p:cNvSpPr>
            <a:spLocks noGrp="1" noChangeArrowheads="1"/>
          </p:cNvSpPr>
          <p:nvPr>
            <p:ph type="sldNum" sz="quarter" idx="10"/>
          </p:nvPr>
        </p:nvSpPr>
        <p:spPr>
          <a:ln/>
        </p:spPr>
        <p:txBody>
          <a:bodyPr/>
          <a:lstStyle>
            <a:lvl1pPr>
              <a:defRPr/>
            </a:lvl1pPr>
          </a:lstStyle>
          <a:p>
            <a:r>
              <a:rPr lang="en-US" altLang="es-ES"/>
              <a:t>Chapter 7 - Part 2    </a:t>
            </a:r>
            <a:fld id="{B2ED326E-06E6-4049-8B1D-2076F99B74A2}" type="slidenum">
              <a:rPr lang="en-US" altLang="es-ES"/>
              <a:pPr/>
              <a:t>‹Nº›</a:t>
            </a:fld>
            <a:endParaRPr lang="en-US" altLang="es-ES"/>
          </a:p>
        </p:txBody>
      </p:sp>
    </p:spTree>
    <p:extLst>
      <p:ext uri="{BB962C8B-B14F-4D97-AF65-F5344CB8AC3E}">
        <p14:creationId xmlns:p14="http://schemas.microsoft.com/office/powerpoint/2010/main" val="121815708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6">
            <a:extLst>
              <a:ext uri="{FF2B5EF4-FFF2-40B4-BE49-F238E27FC236}">
                <a16:creationId xmlns:a16="http://schemas.microsoft.com/office/drawing/2014/main" id="{DD2E8797-C57E-A05B-23D3-0DF089121350}"/>
              </a:ext>
            </a:extLst>
          </p:cNvPr>
          <p:cNvSpPr>
            <a:spLocks noGrp="1" noChangeArrowheads="1"/>
          </p:cNvSpPr>
          <p:nvPr>
            <p:ph type="sldNum" sz="quarter" idx="10"/>
          </p:nvPr>
        </p:nvSpPr>
        <p:spPr>
          <a:ln/>
        </p:spPr>
        <p:txBody>
          <a:bodyPr/>
          <a:lstStyle>
            <a:lvl1pPr>
              <a:defRPr/>
            </a:lvl1pPr>
          </a:lstStyle>
          <a:p>
            <a:r>
              <a:rPr lang="en-US" altLang="es-ES"/>
              <a:t>Chapter 7 - Part 2    </a:t>
            </a:r>
            <a:fld id="{BF28A5D1-4ACB-40A9-ABAB-840CBA4C8709}" type="slidenum">
              <a:rPr lang="en-US" altLang="es-ES"/>
              <a:pPr/>
              <a:t>‹Nº›</a:t>
            </a:fld>
            <a:endParaRPr lang="en-US" altLang="es-ES"/>
          </a:p>
        </p:txBody>
      </p:sp>
    </p:spTree>
    <p:extLst>
      <p:ext uri="{BB962C8B-B14F-4D97-AF65-F5344CB8AC3E}">
        <p14:creationId xmlns:p14="http://schemas.microsoft.com/office/powerpoint/2010/main" val="30756443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O"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6">
            <a:extLst>
              <a:ext uri="{FF2B5EF4-FFF2-40B4-BE49-F238E27FC236}">
                <a16:creationId xmlns:a16="http://schemas.microsoft.com/office/drawing/2014/main" id="{592E0F99-F57D-BF7E-CD07-B2B7A04A75EC}"/>
              </a:ext>
            </a:extLst>
          </p:cNvPr>
          <p:cNvSpPr>
            <a:spLocks noGrp="1" noChangeArrowheads="1"/>
          </p:cNvSpPr>
          <p:nvPr>
            <p:ph type="sldNum" sz="quarter" idx="10"/>
          </p:nvPr>
        </p:nvSpPr>
        <p:spPr>
          <a:ln/>
        </p:spPr>
        <p:txBody>
          <a:bodyPr/>
          <a:lstStyle>
            <a:lvl1pPr>
              <a:defRPr/>
            </a:lvl1pPr>
          </a:lstStyle>
          <a:p>
            <a:r>
              <a:rPr lang="en-US" altLang="es-ES"/>
              <a:t>Chapter 7 - Part 2    </a:t>
            </a:r>
            <a:fld id="{E22F86CD-BE86-45F0-93BB-5B3BCCE3F585}" type="slidenum">
              <a:rPr lang="en-US" altLang="es-ES"/>
              <a:pPr/>
              <a:t>‹Nº›</a:t>
            </a:fld>
            <a:endParaRPr lang="en-US" altLang="es-ES"/>
          </a:p>
        </p:txBody>
      </p:sp>
    </p:spTree>
    <p:extLst>
      <p:ext uri="{BB962C8B-B14F-4D97-AF65-F5344CB8AC3E}">
        <p14:creationId xmlns:p14="http://schemas.microsoft.com/office/powerpoint/2010/main" val="4284681215"/>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Rectangle 56">
            <a:extLst>
              <a:ext uri="{FF2B5EF4-FFF2-40B4-BE49-F238E27FC236}">
                <a16:creationId xmlns:a16="http://schemas.microsoft.com/office/drawing/2014/main" id="{25B99AE2-0EB9-0DC5-7F2E-64C410236D43}"/>
              </a:ext>
            </a:extLst>
          </p:cNvPr>
          <p:cNvSpPr>
            <a:spLocks noGrp="1" noChangeArrowheads="1"/>
          </p:cNvSpPr>
          <p:nvPr>
            <p:ph type="sldNum" sz="quarter" idx="10"/>
          </p:nvPr>
        </p:nvSpPr>
        <p:spPr>
          <a:ln/>
        </p:spPr>
        <p:txBody>
          <a:bodyPr/>
          <a:lstStyle>
            <a:lvl1pPr>
              <a:defRPr/>
            </a:lvl1pPr>
          </a:lstStyle>
          <a:p>
            <a:r>
              <a:rPr lang="en-US" altLang="es-ES"/>
              <a:t>Chapter 7 - Part 2    </a:t>
            </a:r>
            <a:fld id="{CC5E0052-12D6-489D-9508-96754847A3A1}" type="slidenum">
              <a:rPr lang="en-US" altLang="es-ES"/>
              <a:pPr/>
              <a:t>‹Nº›</a:t>
            </a:fld>
            <a:endParaRPr lang="en-US" altLang="es-ES"/>
          </a:p>
        </p:txBody>
      </p:sp>
    </p:spTree>
    <p:extLst>
      <p:ext uri="{BB962C8B-B14F-4D97-AF65-F5344CB8AC3E}">
        <p14:creationId xmlns:p14="http://schemas.microsoft.com/office/powerpoint/2010/main" val="2713276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548438" y="0"/>
            <a:ext cx="1943100" cy="6342063"/>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715963" y="0"/>
            <a:ext cx="5680075" cy="6342063"/>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Rectangle 56">
            <a:extLst>
              <a:ext uri="{FF2B5EF4-FFF2-40B4-BE49-F238E27FC236}">
                <a16:creationId xmlns:a16="http://schemas.microsoft.com/office/drawing/2014/main" id="{BB255ACF-501C-512E-3FB5-26A5202420F5}"/>
              </a:ext>
            </a:extLst>
          </p:cNvPr>
          <p:cNvSpPr>
            <a:spLocks noGrp="1" noChangeArrowheads="1"/>
          </p:cNvSpPr>
          <p:nvPr>
            <p:ph type="sldNum" sz="quarter" idx="10"/>
          </p:nvPr>
        </p:nvSpPr>
        <p:spPr>
          <a:ln/>
        </p:spPr>
        <p:txBody>
          <a:bodyPr/>
          <a:lstStyle>
            <a:lvl1pPr>
              <a:defRPr/>
            </a:lvl1pPr>
          </a:lstStyle>
          <a:p>
            <a:r>
              <a:rPr lang="en-US" altLang="es-ES"/>
              <a:t>Chapter 7 - Part 2    </a:t>
            </a:r>
            <a:fld id="{A526716E-7406-481F-AC8A-427C140927E6}" type="slidenum">
              <a:rPr lang="en-US" altLang="es-ES"/>
              <a:pPr/>
              <a:t>‹Nº›</a:t>
            </a:fld>
            <a:endParaRPr lang="en-US" altLang="es-ES"/>
          </a:p>
        </p:txBody>
      </p:sp>
    </p:spTree>
    <p:extLst>
      <p:ext uri="{BB962C8B-B14F-4D97-AF65-F5344CB8AC3E}">
        <p14:creationId xmlns:p14="http://schemas.microsoft.com/office/powerpoint/2010/main" val="339762597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50C00243-5F45-D510-BDB0-5CCC55309EF4}"/>
              </a:ext>
            </a:extLst>
          </p:cNvPr>
          <p:cNvSpPr txBox="1">
            <a:spLocks noChangeArrowheads="1"/>
          </p:cNvSpPr>
          <p:nvPr userDrawn="1"/>
        </p:nvSpPr>
        <p:spPr bwMode="auto">
          <a:xfrm>
            <a:off x="1833563" y="5167313"/>
            <a:ext cx="5913437" cy="1265237"/>
          </a:xfrm>
          <a:prstGeom prst="rect">
            <a:avLst/>
          </a:prstGeom>
          <a:noFill/>
          <a:ln w="9525">
            <a:noFill/>
            <a:miter lim="800000"/>
            <a:headEnd/>
            <a:tailEnd/>
          </a:ln>
          <a:effectLst/>
        </p:spPr>
        <p:txBody>
          <a:bodyPr>
            <a:spAutoFit/>
          </a:bodyPr>
          <a:lstStyle/>
          <a:p>
            <a:pPr algn="ctr">
              <a:spcBef>
                <a:spcPct val="50000"/>
              </a:spcBef>
              <a:buFont typeface="Wingdings" pitchFamily="2" charset="2"/>
              <a:buNone/>
              <a:defRPr/>
            </a:pPr>
            <a:r>
              <a:rPr lang="en-US" sz="2200" i="0" baseline="0"/>
              <a:t>Charles Kime &amp; Thomas Kaminski</a:t>
            </a:r>
          </a:p>
          <a:p>
            <a:pPr algn="ctr">
              <a:spcBef>
                <a:spcPct val="50000"/>
              </a:spcBef>
              <a:buFont typeface="Wingdings" pitchFamily="2" charset="2"/>
              <a:buNone/>
              <a:defRPr/>
            </a:pPr>
            <a:r>
              <a:rPr lang="en-US" sz="2200" b="0" i="0" baseline="0">
                <a:cs typeface="Times New Roman" pitchFamily="18" charset="0"/>
              </a:rPr>
              <a:t>© 2008 Pearson Education, Inc.</a:t>
            </a:r>
            <a:br>
              <a:rPr lang="en-US" sz="2200" b="0" i="0" baseline="0">
                <a:cs typeface="Times New Roman" pitchFamily="18" charset="0"/>
              </a:rPr>
            </a:br>
            <a:r>
              <a:rPr lang="en-US" sz="2200" b="0" i="0" baseline="0">
                <a:cs typeface="Times New Roman" pitchFamily="18" charset="0"/>
              </a:rPr>
              <a:t> </a:t>
            </a:r>
            <a:r>
              <a:rPr lang="en-US" sz="1800" b="0" i="0" baseline="0">
                <a:cs typeface="Times New Roman" pitchFamily="18" charset="0"/>
              </a:rPr>
              <a:t>(Hyperlinks are active in View Show mode)</a:t>
            </a:r>
          </a:p>
        </p:txBody>
      </p:sp>
      <p:sp>
        <p:nvSpPr>
          <p:cNvPr id="3" name="Text Box 3">
            <a:extLst>
              <a:ext uri="{FF2B5EF4-FFF2-40B4-BE49-F238E27FC236}">
                <a16:creationId xmlns:a16="http://schemas.microsoft.com/office/drawing/2014/main" id="{8D0D2FF7-D33E-27FB-BB7A-D81A5D40D6D6}"/>
              </a:ext>
            </a:extLst>
          </p:cNvPr>
          <p:cNvSpPr txBox="1">
            <a:spLocks noChangeArrowheads="1"/>
          </p:cNvSpPr>
          <p:nvPr userDrawn="1"/>
        </p:nvSpPr>
        <p:spPr bwMode="auto">
          <a:xfrm>
            <a:off x="1263650" y="2822575"/>
            <a:ext cx="6978650" cy="1677988"/>
          </a:xfrm>
          <a:prstGeom prst="rect">
            <a:avLst/>
          </a:prstGeom>
          <a:noFill/>
          <a:ln w="9525">
            <a:noFill/>
            <a:miter lim="800000"/>
            <a:headEnd/>
            <a:tailEnd/>
          </a:ln>
          <a:effectLst/>
        </p:spPr>
        <p:txBody>
          <a:bodyPr>
            <a:spAutoFit/>
          </a:bodyPr>
          <a:lstStyle/>
          <a:p>
            <a:pPr algn="ctr">
              <a:spcBef>
                <a:spcPct val="50000"/>
              </a:spcBef>
              <a:buFont typeface="Wingdings" pitchFamily="2" charset="2"/>
              <a:buNone/>
              <a:defRPr/>
            </a:pPr>
            <a:r>
              <a:rPr lang="en-US" sz="4000" i="0" baseline="0">
                <a:solidFill>
                  <a:srgbClr val="3333FF"/>
                </a:solidFill>
                <a:latin typeface="Helvetica" pitchFamily="34" charset="0"/>
              </a:rPr>
              <a:t>Chapter 7 – Registers and Register Transfers</a:t>
            </a:r>
          </a:p>
          <a:p>
            <a:pPr algn="ctr">
              <a:spcBef>
                <a:spcPct val="50000"/>
              </a:spcBef>
              <a:buFont typeface="Wingdings" pitchFamily="2" charset="2"/>
              <a:buNone/>
              <a:defRPr/>
            </a:pPr>
            <a:r>
              <a:rPr lang="en-US" sz="2400" i="0">
                <a:solidFill>
                  <a:srgbClr val="3333FF"/>
                </a:solidFill>
              </a:rPr>
              <a:t>Part 2 - Counters, Register Cells, Buses, &amp; Serial Operations</a:t>
            </a:r>
          </a:p>
        </p:txBody>
      </p:sp>
      <p:sp>
        <p:nvSpPr>
          <p:cNvPr id="4" name="Text Box 4">
            <a:extLst>
              <a:ext uri="{FF2B5EF4-FFF2-40B4-BE49-F238E27FC236}">
                <a16:creationId xmlns:a16="http://schemas.microsoft.com/office/drawing/2014/main" id="{8F71AD1D-69D0-862B-8D5A-22E87DC4F090}"/>
              </a:ext>
            </a:extLst>
          </p:cNvPr>
          <p:cNvSpPr txBox="1">
            <a:spLocks noChangeArrowheads="1"/>
          </p:cNvSpPr>
          <p:nvPr userDrawn="1"/>
        </p:nvSpPr>
        <p:spPr bwMode="auto">
          <a:xfrm>
            <a:off x="904875" y="2179638"/>
            <a:ext cx="7772400" cy="579437"/>
          </a:xfrm>
          <a:prstGeom prst="rect">
            <a:avLst/>
          </a:prstGeom>
          <a:noFill/>
          <a:ln w="9525">
            <a:noFill/>
            <a:miter lim="800000"/>
            <a:headEnd/>
            <a:tailEnd/>
          </a:ln>
          <a:effectLst/>
        </p:spPr>
        <p:txBody>
          <a:bodyPr>
            <a:spAutoFit/>
          </a:bodyPr>
          <a:lstStyle/>
          <a:p>
            <a:pPr algn="ctr">
              <a:spcBef>
                <a:spcPct val="50000"/>
              </a:spcBef>
              <a:buFont typeface="Wingdings" pitchFamily="2" charset="2"/>
              <a:buNone/>
              <a:defRPr/>
            </a:pPr>
            <a:r>
              <a:rPr lang="en-US" sz="3200" i="0" baseline="0"/>
              <a:t>Logic and Computer Design Fundamentals</a:t>
            </a:r>
          </a:p>
        </p:txBody>
      </p:sp>
      <p:sp>
        <p:nvSpPr>
          <p:cNvPr id="5" name="Line 5">
            <a:extLst>
              <a:ext uri="{FF2B5EF4-FFF2-40B4-BE49-F238E27FC236}">
                <a16:creationId xmlns:a16="http://schemas.microsoft.com/office/drawing/2014/main" id="{FB799579-958C-789A-7DA7-AEBFD64A4650}"/>
              </a:ext>
            </a:extLst>
          </p:cNvPr>
          <p:cNvSpPr>
            <a:spLocks noChangeShapeType="1"/>
          </p:cNvSpPr>
          <p:nvPr userDrawn="1"/>
        </p:nvSpPr>
        <p:spPr bwMode="auto">
          <a:xfrm>
            <a:off x="579438" y="1935163"/>
            <a:ext cx="8015287" cy="0"/>
          </a:xfrm>
          <a:prstGeom prst="line">
            <a:avLst/>
          </a:prstGeom>
          <a:noFill/>
          <a:ln w="76200">
            <a:solidFill>
              <a:srgbClr val="3333FF"/>
            </a:solidFill>
            <a:round/>
            <a:headEnd/>
            <a:tailEnd/>
          </a:ln>
          <a:effectLst/>
        </p:spPr>
        <p:txBody>
          <a:bodyPr/>
          <a:lstStyle/>
          <a:p>
            <a:pPr>
              <a:defRPr/>
            </a:pPr>
            <a:endParaRPr lang="es-CO"/>
          </a:p>
        </p:txBody>
      </p:sp>
    </p:spTree>
    <p:extLst>
      <p:ext uri="{BB962C8B-B14F-4D97-AF65-F5344CB8AC3E}">
        <p14:creationId xmlns:p14="http://schemas.microsoft.com/office/powerpoint/2010/main" val="86410408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Rectangle 2">
            <a:extLst>
              <a:ext uri="{FF2B5EF4-FFF2-40B4-BE49-F238E27FC236}">
                <a16:creationId xmlns:a16="http://schemas.microsoft.com/office/drawing/2014/main" id="{CFA0FDFD-30DF-9189-125E-DB2FA044076F}"/>
              </a:ext>
            </a:extLst>
          </p:cNvPr>
          <p:cNvSpPr>
            <a:spLocks noGrp="1" noChangeArrowheads="1"/>
          </p:cNvSpPr>
          <p:nvPr>
            <p:ph type="sldNum" sz="quarter" idx="10"/>
          </p:nvPr>
        </p:nvSpPr>
        <p:spPr>
          <a:ln/>
        </p:spPr>
        <p:txBody>
          <a:bodyPr/>
          <a:lstStyle>
            <a:lvl1pPr>
              <a:defRPr/>
            </a:lvl1pPr>
          </a:lstStyle>
          <a:p>
            <a:r>
              <a:rPr lang="en-US" altLang="es-ES"/>
              <a:t>Chapter 7 - Part 1    </a:t>
            </a:r>
            <a:fld id="{4B96F6D8-3434-4003-9DF2-B9C344017A37}" type="slidenum">
              <a:rPr lang="en-US" altLang="es-ES"/>
              <a:pPr/>
              <a:t>‹Nº›</a:t>
            </a:fld>
            <a:endParaRPr lang="en-US" altLang="es-ES"/>
          </a:p>
        </p:txBody>
      </p:sp>
    </p:spTree>
    <p:extLst>
      <p:ext uri="{BB962C8B-B14F-4D97-AF65-F5344CB8AC3E}">
        <p14:creationId xmlns:p14="http://schemas.microsoft.com/office/powerpoint/2010/main" val="243078570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2">
            <a:extLst>
              <a:ext uri="{FF2B5EF4-FFF2-40B4-BE49-F238E27FC236}">
                <a16:creationId xmlns:a16="http://schemas.microsoft.com/office/drawing/2014/main" id="{96D2C9C9-4B3B-10B5-2959-51D67D22FBAC}"/>
              </a:ext>
            </a:extLst>
          </p:cNvPr>
          <p:cNvSpPr>
            <a:spLocks noGrp="1" noChangeArrowheads="1"/>
          </p:cNvSpPr>
          <p:nvPr>
            <p:ph type="sldNum" sz="quarter" idx="10"/>
          </p:nvPr>
        </p:nvSpPr>
        <p:spPr>
          <a:ln/>
        </p:spPr>
        <p:txBody>
          <a:bodyPr/>
          <a:lstStyle>
            <a:lvl1pPr>
              <a:defRPr/>
            </a:lvl1pPr>
          </a:lstStyle>
          <a:p>
            <a:r>
              <a:rPr lang="en-US" altLang="es-ES"/>
              <a:t>Chapter 7 - Part 1    </a:t>
            </a:r>
            <a:fld id="{3FA8B0CF-19A2-41B2-9FC8-9913E68D5643}" type="slidenum">
              <a:rPr lang="en-US" altLang="es-ES"/>
              <a:pPr/>
              <a:t>‹Nº›</a:t>
            </a:fld>
            <a:endParaRPr lang="en-US" altLang="es-ES"/>
          </a:p>
        </p:txBody>
      </p:sp>
    </p:spTree>
    <p:extLst>
      <p:ext uri="{BB962C8B-B14F-4D97-AF65-F5344CB8AC3E}">
        <p14:creationId xmlns:p14="http://schemas.microsoft.com/office/powerpoint/2010/main" val="109762039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719138" y="1314450"/>
            <a:ext cx="3810000" cy="5027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81538" y="1314450"/>
            <a:ext cx="3810000" cy="5027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Rectangle 2">
            <a:extLst>
              <a:ext uri="{FF2B5EF4-FFF2-40B4-BE49-F238E27FC236}">
                <a16:creationId xmlns:a16="http://schemas.microsoft.com/office/drawing/2014/main" id="{B152050C-3D09-C82F-9E7C-AFF61C4EABC7}"/>
              </a:ext>
            </a:extLst>
          </p:cNvPr>
          <p:cNvSpPr>
            <a:spLocks noGrp="1" noChangeArrowheads="1"/>
          </p:cNvSpPr>
          <p:nvPr>
            <p:ph type="sldNum" sz="quarter" idx="10"/>
          </p:nvPr>
        </p:nvSpPr>
        <p:spPr>
          <a:ln/>
        </p:spPr>
        <p:txBody>
          <a:bodyPr/>
          <a:lstStyle>
            <a:lvl1pPr>
              <a:defRPr/>
            </a:lvl1pPr>
          </a:lstStyle>
          <a:p>
            <a:r>
              <a:rPr lang="en-US" altLang="es-ES"/>
              <a:t>Chapter 7 - Part 1    </a:t>
            </a:r>
            <a:fld id="{EB24B7CE-199C-4DB2-A93F-5DFC53F6C389}" type="slidenum">
              <a:rPr lang="en-US" altLang="es-ES"/>
              <a:pPr/>
              <a:t>‹Nº›</a:t>
            </a:fld>
            <a:endParaRPr lang="en-US" altLang="es-ES"/>
          </a:p>
        </p:txBody>
      </p:sp>
    </p:spTree>
    <p:extLst>
      <p:ext uri="{BB962C8B-B14F-4D97-AF65-F5344CB8AC3E}">
        <p14:creationId xmlns:p14="http://schemas.microsoft.com/office/powerpoint/2010/main" val="34579011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Rectangle 2">
            <a:extLst>
              <a:ext uri="{FF2B5EF4-FFF2-40B4-BE49-F238E27FC236}">
                <a16:creationId xmlns:a16="http://schemas.microsoft.com/office/drawing/2014/main" id="{390D4569-197D-376A-9CD5-C89AEA0EDED9}"/>
              </a:ext>
            </a:extLst>
          </p:cNvPr>
          <p:cNvSpPr>
            <a:spLocks noGrp="1" noChangeArrowheads="1"/>
          </p:cNvSpPr>
          <p:nvPr>
            <p:ph type="sldNum" sz="quarter" idx="10"/>
          </p:nvPr>
        </p:nvSpPr>
        <p:spPr>
          <a:ln/>
        </p:spPr>
        <p:txBody>
          <a:bodyPr/>
          <a:lstStyle>
            <a:lvl1pPr>
              <a:defRPr/>
            </a:lvl1pPr>
          </a:lstStyle>
          <a:p>
            <a:r>
              <a:rPr lang="en-US" altLang="es-ES"/>
              <a:t>Chapter 7 - Part 1    </a:t>
            </a:r>
            <a:fld id="{24952339-EB2D-41F8-A8C4-B6895D5B121E}" type="slidenum">
              <a:rPr lang="en-US" altLang="es-ES"/>
              <a:pPr/>
              <a:t>‹Nº›</a:t>
            </a:fld>
            <a:endParaRPr lang="en-US" altLang="es-ES"/>
          </a:p>
        </p:txBody>
      </p:sp>
    </p:spTree>
    <p:extLst>
      <p:ext uri="{BB962C8B-B14F-4D97-AF65-F5344CB8AC3E}">
        <p14:creationId xmlns:p14="http://schemas.microsoft.com/office/powerpoint/2010/main" val="372401783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Rectangle 2">
            <a:extLst>
              <a:ext uri="{FF2B5EF4-FFF2-40B4-BE49-F238E27FC236}">
                <a16:creationId xmlns:a16="http://schemas.microsoft.com/office/drawing/2014/main" id="{696BE094-0524-10C5-65AE-891699680E17}"/>
              </a:ext>
            </a:extLst>
          </p:cNvPr>
          <p:cNvSpPr>
            <a:spLocks noGrp="1" noChangeArrowheads="1"/>
          </p:cNvSpPr>
          <p:nvPr>
            <p:ph type="sldNum" sz="quarter" idx="10"/>
          </p:nvPr>
        </p:nvSpPr>
        <p:spPr>
          <a:ln/>
        </p:spPr>
        <p:txBody>
          <a:bodyPr/>
          <a:lstStyle>
            <a:lvl1pPr>
              <a:defRPr/>
            </a:lvl1pPr>
          </a:lstStyle>
          <a:p>
            <a:r>
              <a:rPr lang="en-US" altLang="es-ES"/>
              <a:t>Chapter 7 - Part 1    </a:t>
            </a:r>
            <a:fld id="{AC3ADEBF-B435-49C0-B5F2-4D11DD6E0C0D}" type="slidenum">
              <a:rPr lang="en-US" altLang="es-ES"/>
              <a:pPr/>
              <a:t>‹Nº›</a:t>
            </a:fld>
            <a:endParaRPr lang="en-US" altLang="es-ES"/>
          </a:p>
        </p:txBody>
      </p:sp>
    </p:spTree>
    <p:extLst>
      <p:ext uri="{BB962C8B-B14F-4D97-AF65-F5344CB8AC3E}">
        <p14:creationId xmlns:p14="http://schemas.microsoft.com/office/powerpoint/2010/main" val="142811506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1465C82-7CD6-022A-F55C-49E2AA0D6CE5}"/>
              </a:ext>
            </a:extLst>
          </p:cNvPr>
          <p:cNvSpPr>
            <a:spLocks noGrp="1" noChangeArrowheads="1"/>
          </p:cNvSpPr>
          <p:nvPr>
            <p:ph type="sldNum" sz="quarter" idx="10"/>
          </p:nvPr>
        </p:nvSpPr>
        <p:spPr>
          <a:ln/>
        </p:spPr>
        <p:txBody>
          <a:bodyPr/>
          <a:lstStyle>
            <a:lvl1pPr>
              <a:defRPr/>
            </a:lvl1pPr>
          </a:lstStyle>
          <a:p>
            <a:r>
              <a:rPr lang="en-US" altLang="es-ES"/>
              <a:t>Chapter 7 - Part 1    </a:t>
            </a:r>
            <a:fld id="{6D715CDB-2F27-449A-92D6-0C5AD21D8AD2}" type="slidenum">
              <a:rPr lang="en-US" altLang="es-ES"/>
              <a:pPr/>
              <a:t>‹Nº›</a:t>
            </a:fld>
            <a:endParaRPr lang="en-US" altLang="es-ES"/>
          </a:p>
        </p:txBody>
      </p:sp>
    </p:spTree>
    <p:extLst>
      <p:ext uri="{BB962C8B-B14F-4D97-AF65-F5344CB8AC3E}">
        <p14:creationId xmlns:p14="http://schemas.microsoft.com/office/powerpoint/2010/main" val="367953763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2">
            <a:extLst>
              <a:ext uri="{FF2B5EF4-FFF2-40B4-BE49-F238E27FC236}">
                <a16:creationId xmlns:a16="http://schemas.microsoft.com/office/drawing/2014/main" id="{39A3B9A8-F7DC-DFE6-126F-36453F628B93}"/>
              </a:ext>
            </a:extLst>
          </p:cNvPr>
          <p:cNvSpPr>
            <a:spLocks noGrp="1" noChangeArrowheads="1"/>
          </p:cNvSpPr>
          <p:nvPr>
            <p:ph type="sldNum" sz="quarter" idx="10"/>
          </p:nvPr>
        </p:nvSpPr>
        <p:spPr>
          <a:ln/>
        </p:spPr>
        <p:txBody>
          <a:bodyPr/>
          <a:lstStyle>
            <a:lvl1pPr>
              <a:defRPr/>
            </a:lvl1pPr>
          </a:lstStyle>
          <a:p>
            <a:r>
              <a:rPr lang="en-US" altLang="es-ES"/>
              <a:t>Chapter 7 - Part 1    </a:t>
            </a:r>
            <a:fld id="{73109517-22AF-4EA9-9514-E15D49B5FBE6}" type="slidenum">
              <a:rPr lang="en-US" altLang="es-ES"/>
              <a:pPr/>
              <a:t>‹Nº›</a:t>
            </a:fld>
            <a:endParaRPr lang="en-US" altLang="es-ES"/>
          </a:p>
        </p:txBody>
      </p:sp>
    </p:spTree>
    <p:extLst>
      <p:ext uri="{BB962C8B-B14F-4D97-AF65-F5344CB8AC3E}">
        <p14:creationId xmlns:p14="http://schemas.microsoft.com/office/powerpoint/2010/main" val="215007360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O"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2">
            <a:extLst>
              <a:ext uri="{FF2B5EF4-FFF2-40B4-BE49-F238E27FC236}">
                <a16:creationId xmlns:a16="http://schemas.microsoft.com/office/drawing/2014/main" id="{D09B4F19-580C-B169-266E-7027141025FD}"/>
              </a:ext>
            </a:extLst>
          </p:cNvPr>
          <p:cNvSpPr>
            <a:spLocks noGrp="1" noChangeArrowheads="1"/>
          </p:cNvSpPr>
          <p:nvPr>
            <p:ph type="sldNum" sz="quarter" idx="10"/>
          </p:nvPr>
        </p:nvSpPr>
        <p:spPr>
          <a:ln/>
        </p:spPr>
        <p:txBody>
          <a:bodyPr/>
          <a:lstStyle>
            <a:lvl1pPr>
              <a:defRPr/>
            </a:lvl1pPr>
          </a:lstStyle>
          <a:p>
            <a:r>
              <a:rPr lang="en-US" altLang="es-ES"/>
              <a:t>Chapter 7 - Part 1    </a:t>
            </a:r>
            <a:fld id="{FF7CFBF1-B965-425F-804E-A2D3142C5530}" type="slidenum">
              <a:rPr lang="en-US" altLang="es-ES"/>
              <a:pPr/>
              <a:t>‹Nº›</a:t>
            </a:fld>
            <a:endParaRPr lang="en-US" altLang="es-ES"/>
          </a:p>
        </p:txBody>
      </p:sp>
    </p:spTree>
    <p:extLst>
      <p:ext uri="{BB962C8B-B14F-4D97-AF65-F5344CB8AC3E}">
        <p14:creationId xmlns:p14="http://schemas.microsoft.com/office/powerpoint/2010/main" val="278555002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Rectangle 2">
            <a:extLst>
              <a:ext uri="{FF2B5EF4-FFF2-40B4-BE49-F238E27FC236}">
                <a16:creationId xmlns:a16="http://schemas.microsoft.com/office/drawing/2014/main" id="{6FD1E5D6-4E24-8812-3742-E9F0A640BD23}"/>
              </a:ext>
            </a:extLst>
          </p:cNvPr>
          <p:cNvSpPr>
            <a:spLocks noGrp="1" noChangeArrowheads="1"/>
          </p:cNvSpPr>
          <p:nvPr>
            <p:ph type="sldNum" sz="quarter" idx="10"/>
          </p:nvPr>
        </p:nvSpPr>
        <p:spPr>
          <a:ln/>
        </p:spPr>
        <p:txBody>
          <a:bodyPr/>
          <a:lstStyle>
            <a:lvl1pPr>
              <a:defRPr/>
            </a:lvl1pPr>
          </a:lstStyle>
          <a:p>
            <a:r>
              <a:rPr lang="en-US" altLang="es-ES"/>
              <a:t>Chapter 7 - Part 1    </a:t>
            </a:r>
            <a:fld id="{C1337F7E-8727-4B0D-947E-099BF5541EFD}" type="slidenum">
              <a:rPr lang="en-US" altLang="es-ES"/>
              <a:pPr/>
              <a:t>‹Nº›</a:t>
            </a:fld>
            <a:endParaRPr lang="en-US" altLang="es-ES"/>
          </a:p>
        </p:txBody>
      </p:sp>
    </p:spTree>
    <p:extLst>
      <p:ext uri="{BB962C8B-B14F-4D97-AF65-F5344CB8AC3E}">
        <p14:creationId xmlns:p14="http://schemas.microsoft.com/office/powerpoint/2010/main" val="4012849600"/>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548438" y="0"/>
            <a:ext cx="1943100" cy="6342063"/>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715963" y="0"/>
            <a:ext cx="5680075" cy="6342063"/>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Rectangle 2">
            <a:extLst>
              <a:ext uri="{FF2B5EF4-FFF2-40B4-BE49-F238E27FC236}">
                <a16:creationId xmlns:a16="http://schemas.microsoft.com/office/drawing/2014/main" id="{A701395B-EAFA-E8CC-08E3-D9AECB21DB6C}"/>
              </a:ext>
            </a:extLst>
          </p:cNvPr>
          <p:cNvSpPr>
            <a:spLocks noGrp="1" noChangeArrowheads="1"/>
          </p:cNvSpPr>
          <p:nvPr>
            <p:ph type="sldNum" sz="quarter" idx="10"/>
          </p:nvPr>
        </p:nvSpPr>
        <p:spPr>
          <a:ln/>
        </p:spPr>
        <p:txBody>
          <a:bodyPr/>
          <a:lstStyle>
            <a:lvl1pPr>
              <a:defRPr/>
            </a:lvl1pPr>
          </a:lstStyle>
          <a:p>
            <a:r>
              <a:rPr lang="en-US" altLang="es-ES"/>
              <a:t>Chapter 7 - Part 1    </a:t>
            </a:r>
            <a:fld id="{A5BC1FC8-1E19-4013-81C1-9B1F19EB9A52}" type="slidenum">
              <a:rPr lang="en-US" altLang="es-ES"/>
              <a:pPr/>
              <a:t>‹Nº›</a:t>
            </a:fld>
            <a:endParaRPr lang="en-US" altLang="es-ES"/>
          </a:p>
        </p:txBody>
      </p:sp>
    </p:spTree>
    <p:extLst>
      <p:ext uri="{BB962C8B-B14F-4D97-AF65-F5344CB8AC3E}">
        <p14:creationId xmlns:p14="http://schemas.microsoft.com/office/powerpoint/2010/main" val="24247368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9" name="Text Box 55">
            <a:extLst>
              <a:ext uri="{FF2B5EF4-FFF2-40B4-BE49-F238E27FC236}">
                <a16:creationId xmlns:a16="http://schemas.microsoft.com/office/drawing/2014/main" id="{5A328FB4-97AB-E323-5000-ABC379E50339}"/>
              </a:ext>
            </a:extLst>
          </p:cNvPr>
          <p:cNvSpPr txBox="1">
            <a:spLocks noChangeArrowheads="1"/>
          </p:cNvSpPr>
          <p:nvPr userDrawn="1"/>
        </p:nvSpPr>
        <p:spPr bwMode="auto">
          <a:xfrm>
            <a:off x="696913" y="6338888"/>
            <a:ext cx="2728912" cy="519112"/>
          </a:xfrm>
          <a:prstGeom prst="rect">
            <a:avLst/>
          </a:prstGeom>
          <a:noFill/>
          <a:ln w="1588">
            <a:noFill/>
            <a:miter lim="800000"/>
            <a:headEnd/>
            <a:tailEnd/>
          </a:ln>
          <a:effectLst/>
        </p:spPr>
        <p:txBody>
          <a:bodyPr>
            <a:spAutoFit/>
          </a:bodyPr>
          <a:lstStyle/>
          <a:p>
            <a:pPr>
              <a:spcBef>
                <a:spcPct val="50000"/>
              </a:spcBef>
              <a:buFont typeface="Wingdings" pitchFamily="2" charset="2"/>
              <a:buNone/>
              <a:defRPr/>
            </a:pPr>
            <a:endParaRPr lang="es-ES" sz="2800" i="0" baseline="0">
              <a:solidFill>
                <a:schemeClr val="accent2"/>
              </a:solidFill>
            </a:endParaRPr>
          </a:p>
        </p:txBody>
      </p:sp>
      <p:sp>
        <p:nvSpPr>
          <p:cNvPr id="1080" name="Rectangle 56">
            <a:extLst>
              <a:ext uri="{FF2B5EF4-FFF2-40B4-BE49-F238E27FC236}">
                <a16:creationId xmlns:a16="http://schemas.microsoft.com/office/drawing/2014/main" id="{84910770-A99B-190C-CFAC-97E0BD681901}"/>
              </a:ext>
            </a:extLst>
          </p:cNvPr>
          <p:cNvSpPr>
            <a:spLocks noGrp="1" noChangeArrowheads="1"/>
          </p:cNvSpPr>
          <p:nvPr>
            <p:ph type="sldNum" sz="quarter" idx="4"/>
          </p:nvPr>
        </p:nvSpPr>
        <p:spPr bwMode="auto">
          <a:xfrm>
            <a:off x="6931025" y="6515100"/>
            <a:ext cx="2212975"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600" b="0" i="0" baseline="0">
                <a:cs typeface="Times New Roman" panose="02020603050405020304" pitchFamily="18" charset="0"/>
              </a:defRPr>
            </a:lvl1pPr>
          </a:lstStyle>
          <a:p>
            <a:r>
              <a:rPr lang="en-US" altLang="es-ES"/>
              <a:t>Chapter 7 - Part 2    </a:t>
            </a:r>
            <a:fld id="{0833B15C-13C3-4A54-A466-3DCDAD564318}" type="slidenum">
              <a:rPr lang="en-US" altLang="es-ES"/>
              <a:pPr/>
              <a:t>‹Nº›</a:t>
            </a:fld>
            <a:endParaRPr lang="en-US" altLang="es-ES"/>
          </a:p>
        </p:txBody>
      </p:sp>
      <p:sp>
        <p:nvSpPr>
          <p:cNvPr id="1081" name="Line 57">
            <a:extLst>
              <a:ext uri="{FF2B5EF4-FFF2-40B4-BE49-F238E27FC236}">
                <a16:creationId xmlns:a16="http://schemas.microsoft.com/office/drawing/2014/main" id="{E2F3EC16-BEE2-D41A-973C-AA70973478CE}"/>
              </a:ext>
            </a:extLst>
          </p:cNvPr>
          <p:cNvSpPr>
            <a:spLocks noChangeShapeType="1"/>
          </p:cNvSpPr>
          <p:nvPr userDrawn="1"/>
        </p:nvSpPr>
        <p:spPr bwMode="auto">
          <a:xfrm>
            <a:off x="581025" y="1173163"/>
            <a:ext cx="8015288" cy="0"/>
          </a:xfrm>
          <a:prstGeom prst="line">
            <a:avLst/>
          </a:prstGeom>
          <a:noFill/>
          <a:ln w="76200">
            <a:solidFill>
              <a:srgbClr val="3333FF"/>
            </a:solidFill>
            <a:round/>
            <a:headEnd/>
            <a:tailEnd/>
          </a:ln>
          <a:effectLst/>
        </p:spPr>
        <p:txBody>
          <a:bodyPr/>
          <a:lstStyle/>
          <a:p>
            <a:pPr>
              <a:defRPr/>
            </a:pPr>
            <a:endParaRPr lang="es-CO"/>
          </a:p>
        </p:txBody>
      </p:sp>
      <p:sp>
        <p:nvSpPr>
          <p:cNvPr id="2053" name="Rectangle 58">
            <a:extLst>
              <a:ext uri="{FF2B5EF4-FFF2-40B4-BE49-F238E27FC236}">
                <a16:creationId xmlns:a16="http://schemas.microsoft.com/office/drawing/2014/main" id="{3964412E-0B4B-B2C3-D3C0-D171F7EC1AE5}"/>
              </a:ext>
            </a:extLst>
          </p:cNvPr>
          <p:cNvSpPr>
            <a:spLocks noGrp="1" noChangeArrowheads="1"/>
          </p:cNvSpPr>
          <p:nvPr>
            <p:ph type="title"/>
          </p:nvPr>
        </p:nvSpPr>
        <p:spPr bwMode="auto">
          <a:xfrm>
            <a:off x="715963" y="0"/>
            <a:ext cx="7772400"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s-ES"/>
              <a:t>Click to edit Master title Style</a:t>
            </a:r>
          </a:p>
        </p:txBody>
      </p:sp>
      <p:sp>
        <p:nvSpPr>
          <p:cNvPr id="2054" name="Rectangle 59">
            <a:extLst>
              <a:ext uri="{FF2B5EF4-FFF2-40B4-BE49-F238E27FC236}">
                <a16:creationId xmlns:a16="http://schemas.microsoft.com/office/drawing/2014/main" id="{BCF667FC-BDBC-00AD-7932-560422238679}"/>
              </a:ext>
            </a:extLst>
          </p:cNvPr>
          <p:cNvSpPr>
            <a:spLocks noGrp="1" noChangeArrowheads="1"/>
          </p:cNvSpPr>
          <p:nvPr>
            <p:ph type="body" idx="1"/>
          </p:nvPr>
        </p:nvSpPr>
        <p:spPr bwMode="auto">
          <a:xfrm>
            <a:off x="719138" y="1314450"/>
            <a:ext cx="7772400"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ES"/>
              <a:t>Click to edit Master text styles</a:t>
            </a:r>
          </a:p>
          <a:p>
            <a:pPr lvl="1"/>
            <a:r>
              <a:rPr lang="en-US" altLang="es-ES"/>
              <a:t>Second level</a:t>
            </a:r>
          </a:p>
          <a:p>
            <a:pPr lvl="2"/>
            <a:r>
              <a:rPr lang="en-US" altLang="es-ES"/>
              <a:t>Third level</a:t>
            </a:r>
          </a:p>
          <a:p>
            <a:pPr lvl="3"/>
            <a:r>
              <a:rPr lang="en-US" altLang="es-ES"/>
              <a:t>Fourth level</a:t>
            </a:r>
          </a:p>
          <a:p>
            <a:pPr lvl="4"/>
            <a:r>
              <a:rPr lang="en-US" altLang="es-ES"/>
              <a:t>Fifth level</a:t>
            </a:r>
          </a:p>
        </p:txBody>
      </p:sp>
      <p:pic>
        <p:nvPicPr>
          <p:cNvPr id="2055" name="Picture 60" descr="watermark">
            <a:extLst>
              <a:ext uri="{FF2B5EF4-FFF2-40B4-BE49-F238E27FC236}">
                <a16:creationId xmlns:a16="http://schemas.microsoft.com/office/drawing/2014/main" id="{6EF34C0A-F709-2956-FBA9-D765D70AFF6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22313" y="6346825"/>
            <a:ext cx="23653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hdr="0" ftr="0" dt="0"/>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imes New Roman" pitchFamily="18" charset="0"/>
        </a:defRPr>
      </a:lvl2pPr>
      <a:lvl3pPr algn="l" rtl="0" eaLnBrk="0" fontAlgn="base" hangingPunct="0">
        <a:spcBef>
          <a:spcPct val="0"/>
        </a:spcBef>
        <a:spcAft>
          <a:spcPct val="0"/>
        </a:spcAft>
        <a:defRPr sz="3600" b="1">
          <a:solidFill>
            <a:schemeClr val="tx2"/>
          </a:solidFill>
          <a:latin typeface="Times New Roman" pitchFamily="18" charset="0"/>
        </a:defRPr>
      </a:lvl3pPr>
      <a:lvl4pPr algn="l" rtl="0" eaLnBrk="0" fontAlgn="base" hangingPunct="0">
        <a:spcBef>
          <a:spcPct val="0"/>
        </a:spcBef>
        <a:spcAft>
          <a:spcPct val="0"/>
        </a:spcAft>
        <a:defRPr sz="3600" b="1">
          <a:solidFill>
            <a:schemeClr val="tx2"/>
          </a:solidFill>
          <a:latin typeface="Times New Roman" pitchFamily="18" charset="0"/>
        </a:defRPr>
      </a:lvl4pPr>
      <a:lvl5pPr algn="l" rtl="0" eaLnBrk="0" fontAlgn="base" hangingPunct="0">
        <a:spcBef>
          <a:spcPct val="0"/>
        </a:spcBef>
        <a:spcAft>
          <a:spcPct val="0"/>
        </a:spcAft>
        <a:defRPr sz="3600" b="1">
          <a:solidFill>
            <a:schemeClr val="tx2"/>
          </a:solidFill>
          <a:latin typeface="Times New Roman" pitchFamily="18" charset="0"/>
        </a:defRPr>
      </a:lvl5pPr>
      <a:lvl6pPr marL="457200" algn="l" rtl="0" eaLnBrk="0" fontAlgn="base" hangingPunct="0">
        <a:spcBef>
          <a:spcPct val="0"/>
        </a:spcBef>
        <a:spcAft>
          <a:spcPct val="0"/>
        </a:spcAft>
        <a:defRPr sz="3600" b="1">
          <a:solidFill>
            <a:schemeClr val="tx2"/>
          </a:solidFill>
          <a:latin typeface="Times New Roman" pitchFamily="18" charset="0"/>
        </a:defRPr>
      </a:lvl6pPr>
      <a:lvl7pPr marL="914400" algn="l" rtl="0" eaLnBrk="0" fontAlgn="base" hangingPunct="0">
        <a:spcBef>
          <a:spcPct val="0"/>
        </a:spcBef>
        <a:spcAft>
          <a:spcPct val="0"/>
        </a:spcAft>
        <a:defRPr sz="3600" b="1">
          <a:solidFill>
            <a:schemeClr val="tx2"/>
          </a:solidFill>
          <a:latin typeface="Times New Roman" pitchFamily="18" charset="0"/>
        </a:defRPr>
      </a:lvl7pPr>
      <a:lvl8pPr marL="1371600" algn="l" rtl="0" eaLnBrk="0" fontAlgn="base" hangingPunct="0">
        <a:spcBef>
          <a:spcPct val="0"/>
        </a:spcBef>
        <a:spcAft>
          <a:spcPct val="0"/>
        </a:spcAft>
        <a:defRPr sz="3600" b="1">
          <a:solidFill>
            <a:schemeClr val="tx2"/>
          </a:solidFill>
          <a:latin typeface="Times New Roman" pitchFamily="18" charset="0"/>
        </a:defRPr>
      </a:lvl8pPr>
      <a:lvl9pPr marL="1828800" algn="l" rtl="0" eaLnBrk="0" fontAlgn="base" hangingPunct="0">
        <a:spcBef>
          <a:spcPct val="0"/>
        </a:spcBef>
        <a:spcAft>
          <a:spcPct val="0"/>
        </a:spcAft>
        <a:defRPr sz="3600" b="1">
          <a:solidFill>
            <a:schemeClr val="tx2"/>
          </a:solidFill>
          <a:latin typeface="Times New Roman" pitchFamily="18" charset="0"/>
        </a:defRPr>
      </a:lvl9pPr>
    </p:titleStyle>
    <p:bodyStyle>
      <a:lvl1pPr marL="288925" indent="-288925" algn="l" rtl="0" eaLnBrk="0" fontAlgn="base" hangingPunct="0">
        <a:spcBef>
          <a:spcPct val="20000"/>
        </a:spcBef>
        <a:spcAft>
          <a:spcPct val="0"/>
        </a:spcAft>
        <a:buClr>
          <a:srgbClr val="3333FF"/>
        </a:buClr>
        <a:buFont typeface="Wingdings" panose="05000000000000000000" pitchFamily="2" charset="2"/>
        <a:buChar char="§"/>
        <a:defRPr sz="3200" b="1">
          <a:solidFill>
            <a:schemeClr val="tx1"/>
          </a:solidFill>
          <a:latin typeface="+mn-lt"/>
          <a:ea typeface="+mn-ea"/>
          <a:cs typeface="+mn-cs"/>
        </a:defRPr>
      </a:lvl1pPr>
      <a:lvl2pPr marL="692150" indent="-234950" algn="l" rtl="0" eaLnBrk="0" fontAlgn="base" hangingPunct="0">
        <a:spcBef>
          <a:spcPct val="20000"/>
        </a:spcBef>
        <a:spcAft>
          <a:spcPct val="0"/>
        </a:spcAft>
        <a:buClr>
          <a:srgbClr val="3333FF"/>
        </a:buClr>
        <a:buChar char="•"/>
        <a:defRPr sz="2800" b="1">
          <a:solidFill>
            <a:schemeClr val="tx1"/>
          </a:solidFill>
          <a:latin typeface="+mn-lt"/>
        </a:defRPr>
      </a:lvl2pPr>
      <a:lvl3pPr marL="1143000" indent="-228600" algn="l" rtl="0" eaLnBrk="0" fontAlgn="base" hangingPunct="0">
        <a:spcBef>
          <a:spcPct val="20000"/>
        </a:spcBef>
        <a:spcAft>
          <a:spcPct val="0"/>
        </a:spcAft>
        <a:buClr>
          <a:srgbClr val="3333FF"/>
        </a:buClr>
        <a:buFont typeface="Wingdings" panose="05000000000000000000" pitchFamily="2" charset="2"/>
        <a:buChar char="§"/>
        <a:defRPr sz="2400" b="1">
          <a:solidFill>
            <a:schemeClr val="tx1"/>
          </a:solidFill>
          <a:latin typeface="+mn-lt"/>
        </a:defRPr>
      </a:lvl3pPr>
      <a:lvl4pPr marL="1544638" indent="-173038" algn="l" rtl="0" eaLnBrk="0" fontAlgn="base" hangingPunct="0">
        <a:spcBef>
          <a:spcPct val="20000"/>
        </a:spcBef>
        <a:spcAft>
          <a:spcPct val="0"/>
        </a:spcAft>
        <a:buClr>
          <a:srgbClr val="3333FF"/>
        </a:buClr>
        <a:buChar char="•"/>
        <a:defRPr sz="2000" b="1">
          <a:solidFill>
            <a:schemeClr val="tx1"/>
          </a:solidFill>
          <a:latin typeface="+mn-lt"/>
        </a:defRPr>
      </a:lvl4pPr>
      <a:lvl5pPr marL="2006600" indent="-177800" algn="l" rtl="0" eaLnBrk="0" fontAlgn="base" hangingPunct="0">
        <a:spcBef>
          <a:spcPct val="20000"/>
        </a:spcBef>
        <a:spcAft>
          <a:spcPct val="0"/>
        </a:spcAft>
        <a:buClr>
          <a:srgbClr val="3333FF"/>
        </a:buClr>
        <a:buFont typeface="Wingdings" panose="05000000000000000000" pitchFamily="2" charset="2"/>
        <a:buChar char="§"/>
        <a:defRPr sz="2000" b="1">
          <a:solidFill>
            <a:schemeClr val="tx1"/>
          </a:solidFill>
          <a:latin typeface="+mn-lt"/>
        </a:defRPr>
      </a:lvl5pPr>
      <a:lvl6pPr marL="2463800" indent="-177800" algn="l" rtl="0" eaLnBrk="0" fontAlgn="base" hangingPunct="0">
        <a:spcBef>
          <a:spcPct val="20000"/>
        </a:spcBef>
        <a:spcAft>
          <a:spcPct val="0"/>
        </a:spcAft>
        <a:buClr>
          <a:srgbClr val="3333FF"/>
        </a:buClr>
        <a:buFont typeface="Wingdings" pitchFamily="2" charset="2"/>
        <a:buChar char="§"/>
        <a:defRPr sz="2000" b="1">
          <a:solidFill>
            <a:schemeClr val="tx1"/>
          </a:solidFill>
          <a:latin typeface="+mn-lt"/>
        </a:defRPr>
      </a:lvl6pPr>
      <a:lvl7pPr marL="2921000" indent="-177800" algn="l" rtl="0" eaLnBrk="0" fontAlgn="base" hangingPunct="0">
        <a:spcBef>
          <a:spcPct val="20000"/>
        </a:spcBef>
        <a:spcAft>
          <a:spcPct val="0"/>
        </a:spcAft>
        <a:buClr>
          <a:srgbClr val="3333FF"/>
        </a:buClr>
        <a:buFont typeface="Wingdings" pitchFamily="2" charset="2"/>
        <a:buChar char="§"/>
        <a:defRPr sz="2000" b="1">
          <a:solidFill>
            <a:schemeClr val="tx1"/>
          </a:solidFill>
          <a:latin typeface="+mn-lt"/>
        </a:defRPr>
      </a:lvl7pPr>
      <a:lvl8pPr marL="3378200" indent="-177800" algn="l" rtl="0" eaLnBrk="0" fontAlgn="base" hangingPunct="0">
        <a:spcBef>
          <a:spcPct val="20000"/>
        </a:spcBef>
        <a:spcAft>
          <a:spcPct val="0"/>
        </a:spcAft>
        <a:buClr>
          <a:srgbClr val="3333FF"/>
        </a:buClr>
        <a:buFont typeface="Wingdings" pitchFamily="2" charset="2"/>
        <a:buChar char="§"/>
        <a:defRPr sz="2000" b="1">
          <a:solidFill>
            <a:schemeClr val="tx1"/>
          </a:solidFill>
          <a:latin typeface="+mn-lt"/>
        </a:defRPr>
      </a:lvl8pPr>
      <a:lvl9pPr marL="3835400" indent="-177800" algn="l" rtl="0" eaLnBrk="0" fontAlgn="base" hangingPunct="0">
        <a:spcBef>
          <a:spcPct val="20000"/>
        </a:spcBef>
        <a:spcAft>
          <a:spcPct val="0"/>
        </a:spcAft>
        <a:buClr>
          <a:srgbClr val="3333FF"/>
        </a:buClr>
        <a:buFont typeface="Wingdings" pitchFamily="2" charset="2"/>
        <a:buChar char="§"/>
        <a:defRPr sz="2000" b="1">
          <a:solidFill>
            <a:schemeClr val="tx1"/>
          </a:solidFill>
          <a:latin typeface="+mn-lt"/>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170" name="Rectangle 2">
            <a:extLst>
              <a:ext uri="{FF2B5EF4-FFF2-40B4-BE49-F238E27FC236}">
                <a16:creationId xmlns:a16="http://schemas.microsoft.com/office/drawing/2014/main" id="{78500E85-43DB-B713-D08E-7B2BB26FF657}"/>
              </a:ext>
            </a:extLst>
          </p:cNvPr>
          <p:cNvSpPr>
            <a:spLocks noGrp="1" noChangeArrowheads="1"/>
          </p:cNvSpPr>
          <p:nvPr>
            <p:ph type="sldNum" sz="quarter" idx="4"/>
          </p:nvPr>
        </p:nvSpPr>
        <p:spPr bwMode="auto">
          <a:xfrm>
            <a:off x="6931025" y="6515100"/>
            <a:ext cx="2212975"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600" b="0" i="0" baseline="0">
                <a:cs typeface="Times New Roman" panose="02020603050405020304" pitchFamily="18" charset="0"/>
              </a:defRPr>
            </a:lvl1pPr>
          </a:lstStyle>
          <a:p>
            <a:r>
              <a:rPr lang="en-US" altLang="es-ES"/>
              <a:t>Chapter 7 - Part 1    </a:t>
            </a:r>
            <a:fld id="{10AF56D2-4761-475A-90A6-EEA94B1904CF}" type="slidenum">
              <a:rPr lang="en-US" altLang="es-ES"/>
              <a:pPr/>
              <a:t>‹Nº›</a:t>
            </a:fld>
            <a:endParaRPr lang="en-US" altLang="es-ES"/>
          </a:p>
        </p:txBody>
      </p:sp>
      <p:sp>
        <p:nvSpPr>
          <p:cNvPr id="1031171" name="Line 3">
            <a:extLst>
              <a:ext uri="{FF2B5EF4-FFF2-40B4-BE49-F238E27FC236}">
                <a16:creationId xmlns:a16="http://schemas.microsoft.com/office/drawing/2014/main" id="{A7310EF3-9F3F-49FB-9243-5B98EEECF6F3}"/>
              </a:ext>
            </a:extLst>
          </p:cNvPr>
          <p:cNvSpPr>
            <a:spLocks noChangeShapeType="1"/>
          </p:cNvSpPr>
          <p:nvPr userDrawn="1"/>
        </p:nvSpPr>
        <p:spPr bwMode="auto">
          <a:xfrm>
            <a:off x="581025" y="1173163"/>
            <a:ext cx="8015288" cy="0"/>
          </a:xfrm>
          <a:prstGeom prst="line">
            <a:avLst/>
          </a:prstGeom>
          <a:noFill/>
          <a:ln w="76200">
            <a:solidFill>
              <a:srgbClr val="3333FF"/>
            </a:solidFill>
            <a:round/>
            <a:headEnd/>
            <a:tailEnd/>
          </a:ln>
          <a:effectLst/>
        </p:spPr>
        <p:txBody>
          <a:bodyPr/>
          <a:lstStyle/>
          <a:p>
            <a:pPr>
              <a:defRPr/>
            </a:pPr>
            <a:endParaRPr lang="es-CO"/>
          </a:p>
        </p:txBody>
      </p:sp>
      <p:sp>
        <p:nvSpPr>
          <p:cNvPr id="3076" name="Rectangle 4">
            <a:extLst>
              <a:ext uri="{FF2B5EF4-FFF2-40B4-BE49-F238E27FC236}">
                <a16:creationId xmlns:a16="http://schemas.microsoft.com/office/drawing/2014/main" id="{79474313-C5B2-BFCB-71F3-4447459B9B2B}"/>
              </a:ext>
            </a:extLst>
          </p:cNvPr>
          <p:cNvSpPr>
            <a:spLocks noGrp="1" noChangeArrowheads="1"/>
          </p:cNvSpPr>
          <p:nvPr>
            <p:ph type="title"/>
          </p:nvPr>
        </p:nvSpPr>
        <p:spPr bwMode="auto">
          <a:xfrm>
            <a:off x="715963" y="0"/>
            <a:ext cx="7772400"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s-ES"/>
              <a:t>Click to edit Master title Style</a:t>
            </a:r>
          </a:p>
        </p:txBody>
      </p:sp>
      <p:sp>
        <p:nvSpPr>
          <p:cNvPr id="3077" name="Rectangle 5">
            <a:extLst>
              <a:ext uri="{FF2B5EF4-FFF2-40B4-BE49-F238E27FC236}">
                <a16:creationId xmlns:a16="http://schemas.microsoft.com/office/drawing/2014/main" id="{AB5E4519-ACCF-6C48-C170-FCA4C80EBC93}"/>
              </a:ext>
            </a:extLst>
          </p:cNvPr>
          <p:cNvSpPr>
            <a:spLocks noGrp="1" noChangeArrowheads="1"/>
          </p:cNvSpPr>
          <p:nvPr>
            <p:ph type="body" idx="1"/>
          </p:nvPr>
        </p:nvSpPr>
        <p:spPr bwMode="auto">
          <a:xfrm>
            <a:off x="719138" y="1314450"/>
            <a:ext cx="7772400"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ES"/>
              <a:t>Click to edit Master text styles</a:t>
            </a:r>
          </a:p>
          <a:p>
            <a:pPr lvl="1"/>
            <a:r>
              <a:rPr lang="en-US" altLang="es-ES"/>
              <a:t>Second level</a:t>
            </a:r>
          </a:p>
          <a:p>
            <a:pPr lvl="2"/>
            <a:r>
              <a:rPr lang="en-US" altLang="es-ES"/>
              <a:t>Third level</a:t>
            </a:r>
          </a:p>
          <a:p>
            <a:pPr lvl="3"/>
            <a:r>
              <a:rPr lang="en-US" altLang="es-ES"/>
              <a:t>Fourth level</a:t>
            </a:r>
          </a:p>
          <a:p>
            <a:pPr lvl="4"/>
            <a:r>
              <a:rPr lang="en-US" altLang="es-ES"/>
              <a:t>Fifth level</a:t>
            </a:r>
          </a:p>
        </p:txBody>
      </p:sp>
      <p:pic>
        <p:nvPicPr>
          <p:cNvPr id="3078" name="Picture 6" descr="watermark">
            <a:extLst>
              <a:ext uri="{FF2B5EF4-FFF2-40B4-BE49-F238E27FC236}">
                <a16:creationId xmlns:a16="http://schemas.microsoft.com/office/drawing/2014/main" id="{5630B917-2751-7EE3-9D5E-200A6AC0261B}"/>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47713" y="6354763"/>
            <a:ext cx="23653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5"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ransition/>
  <p:hf hdr="0" ftr="0" dt="0"/>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imes New Roman" pitchFamily="18" charset="0"/>
        </a:defRPr>
      </a:lvl2pPr>
      <a:lvl3pPr algn="l" rtl="0" eaLnBrk="0" fontAlgn="base" hangingPunct="0">
        <a:spcBef>
          <a:spcPct val="0"/>
        </a:spcBef>
        <a:spcAft>
          <a:spcPct val="0"/>
        </a:spcAft>
        <a:defRPr sz="3600" b="1">
          <a:solidFill>
            <a:schemeClr val="tx2"/>
          </a:solidFill>
          <a:latin typeface="Times New Roman" pitchFamily="18" charset="0"/>
        </a:defRPr>
      </a:lvl3pPr>
      <a:lvl4pPr algn="l" rtl="0" eaLnBrk="0" fontAlgn="base" hangingPunct="0">
        <a:spcBef>
          <a:spcPct val="0"/>
        </a:spcBef>
        <a:spcAft>
          <a:spcPct val="0"/>
        </a:spcAft>
        <a:defRPr sz="3600" b="1">
          <a:solidFill>
            <a:schemeClr val="tx2"/>
          </a:solidFill>
          <a:latin typeface="Times New Roman" pitchFamily="18" charset="0"/>
        </a:defRPr>
      </a:lvl4pPr>
      <a:lvl5pPr algn="l" rtl="0" eaLnBrk="0" fontAlgn="base" hangingPunct="0">
        <a:spcBef>
          <a:spcPct val="0"/>
        </a:spcBef>
        <a:spcAft>
          <a:spcPct val="0"/>
        </a:spcAft>
        <a:defRPr sz="3600" b="1">
          <a:solidFill>
            <a:schemeClr val="tx2"/>
          </a:solidFill>
          <a:latin typeface="Times New Roman" pitchFamily="18" charset="0"/>
        </a:defRPr>
      </a:lvl5pPr>
      <a:lvl6pPr marL="457200" algn="l" rtl="0" fontAlgn="base">
        <a:spcBef>
          <a:spcPct val="0"/>
        </a:spcBef>
        <a:spcAft>
          <a:spcPct val="0"/>
        </a:spcAft>
        <a:defRPr sz="3600" b="1">
          <a:solidFill>
            <a:schemeClr val="tx2"/>
          </a:solidFill>
          <a:latin typeface="Times New Roman" pitchFamily="18" charset="0"/>
        </a:defRPr>
      </a:lvl6pPr>
      <a:lvl7pPr marL="914400" algn="l" rtl="0" fontAlgn="base">
        <a:spcBef>
          <a:spcPct val="0"/>
        </a:spcBef>
        <a:spcAft>
          <a:spcPct val="0"/>
        </a:spcAft>
        <a:defRPr sz="3600" b="1">
          <a:solidFill>
            <a:schemeClr val="tx2"/>
          </a:solidFill>
          <a:latin typeface="Times New Roman" pitchFamily="18" charset="0"/>
        </a:defRPr>
      </a:lvl7pPr>
      <a:lvl8pPr marL="1371600" algn="l" rtl="0" fontAlgn="base">
        <a:spcBef>
          <a:spcPct val="0"/>
        </a:spcBef>
        <a:spcAft>
          <a:spcPct val="0"/>
        </a:spcAft>
        <a:defRPr sz="3600" b="1">
          <a:solidFill>
            <a:schemeClr val="tx2"/>
          </a:solidFill>
          <a:latin typeface="Times New Roman" pitchFamily="18" charset="0"/>
        </a:defRPr>
      </a:lvl8pPr>
      <a:lvl9pPr marL="1828800" algn="l" rtl="0" fontAlgn="base">
        <a:spcBef>
          <a:spcPct val="0"/>
        </a:spcBef>
        <a:spcAft>
          <a:spcPct val="0"/>
        </a:spcAft>
        <a:defRPr sz="3600" b="1">
          <a:solidFill>
            <a:schemeClr val="tx2"/>
          </a:solidFill>
          <a:latin typeface="Times New Roman" pitchFamily="18" charset="0"/>
        </a:defRPr>
      </a:lvl9pPr>
    </p:titleStyle>
    <p:bodyStyle>
      <a:lvl1pPr marL="288925" indent="-288925" algn="l" rtl="0" eaLnBrk="0" fontAlgn="base" hangingPunct="0">
        <a:spcBef>
          <a:spcPct val="20000"/>
        </a:spcBef>
        <a:spcAft>
          <a:spcPct val="0"/>
        </a:spcAft>
        <a:buClr>
          <a:srgbClr val="3333FF"/>
        </a:buClr>
        <a:buFont typeface="Wingdings" panose="05000000000000000000" pitchFamily="2" charset="2"/>
        <a:buChar char="§"/>
        <a:defRPr sz="3200" b="1">
          <a:solidFill>
            <a:schemeClr val="tx1"/>
          </a:solidFill>
          <a:latin typeface="+mn-lt"/>
          <a:ea typeface="+mn-ea"/>
          <a:cs typeface="+mn-cs"/>
        </a:defRPr>
      </a:lvl1pPr>
      <a:lvl2pPr marL="692150" indent="-234950" algn="l" rtl="0" eaLnBrk="0" fontAlgn="base" hangingPunct="0">
        <a:spcBef>
          <a:spcPct val="20000"/>
        </a:spcBef>
        <a:spcAft>
          <a:spcPct val="0"/>
        </a:spcAft>
        <a:buClr>
          <a:srgbClr val="3333FF"/>
        </a:buClr>
        <a:buChar char="•"/>
        <a:defRPr sz="2800" b="1">
          <a:solidFill>
            <a:schemeClr val="tx1"/>
          </a:solidFill>
          <a:latin typeface="+mn-lt"/>
        </a:defRPr>
      </a:lvl2pPr>
      <a:lvl3pPr marL="1143000" indent="-228600" algn="l" rtl="0" eaLnBrk="0" fontAlgn="base" hangingPunct="0">
        <a:spcBef>
          <a:spcPct val="20000"/>
        </a:spcBef>
        <a:spcAft>
          <a:spcPct val="0"/>
        </a:spcAft>
        <a:buClr>
          <a:srgbClr val="3333FF"/>
        </a:buClr>
        <a:buFont typeface="Wingdings" panose="05000000000000000000" pitchFamily="2" charset="2"/>
        <a:buChar char="§"/>
        <a:defRPr sz="2400" b="1">
          <a:solidFill>
            <a:schemeClr val="tx1"/>
          </a:solidFill>
          <a:latin typeface="+mn-lt"/>
        </a:defRPr>
      </a:lvl3pPr>
      <a:lvl4pPr marL="1544638" indent="-173038" algn="l" rtl="0" eaLnBrk="0" fontAlgn="base" hangingPunct="0">
        <a:spcBef>
          <a:spcPct val="20000"/>
        </a:spcBef>
        <a:spcAft>
          <a:spcPct val="0"/>
        </a:spcAft>
        <a:buClr>
          <a:srgbClr val="3333FF"/>
        </a:buClr>
        <a:buChar char="•"/>
        <a:defRPr sz="2000" b="1">
          <a:solidFill>
            <a:schemeClr val="tx1"/>
          </a:solidFill>
          <a:latin typeface="+mn-lt"/>
        </a:defRPr>
      </a:lvl4pPr>
      <a:lvl5pPr marL="2006600" indent="-177800" algn="l" rtl="0" eaLnBrk="0" fontAlgn="base" hangingPunct="0">
        <a:spcBef>
          <a:spcPct val="20000"/>
        </a:spcBef>
        <a:spcAft>
          <a:spcPct val="0"/>
        </a:spcAft>
        <a:buClr>
          <a:srgbClr val="3333FF"/>
        </a:buClr>
        <a:buFont typeface="Wingdings" panose="05000000000000000000" pitchFamily="2" charset="2"/>
        <a:buChar char="§"/>
        <a:defRPr sz="2000" b="1">
          <a:solidFill>
            <a:schemeClr val="tx1"/>
          </a:solidFill>
          <a:latin typeface="+mn-lt"/>
        </a:defRPr>
      </a:lvl5pPr>
      <a:lvl6pPr marL="2463800" indent="-177800" algn="l" rtl="0" fontAlgn="base">
        <a:spcBef>
          <a:spcPct val="20000"/>
        </a:spcBef>
        <a:spcAft>
          <a:spcPct val="0"/>
        </a:spcAft>
        <a:buClr>
          <a:srgbClr val="3333FF"/>
        </a:buClr>
        <a:buFont typeface="Wingdings" pitchFamily="2" charset="2"/>
        <a:buChar char="§"/>
        <a:defRPr sz="2000" b="1">
          <a:solidFill>
            <a:schemeClr val="tx1"/>
          </a:solidFill>
          <a:latin typeface="+mn-lt"/>
        </a:defRPr>
      </a:lvl6pPr>
      <a:lvl7pPr marL="2921000" indent="-177800" algn="l" rtl="0" fontAlgn="base">
        <a:spcBef>
          <a:spcPct val="20000"/>
        </a:spcBef>
        <a:spcAft>
          <a:spcPct val="0"/>
        </a:spcAft>
        <a:buClr>
          <a:srgbClr val="3333FF"/>
        </a:buClr>
        <a:buFont typeface="Wingdings" pitchFamily="2" charset="2"/>
        <a:buChar char="§"/>
        <a:defRPr sz="2000" b="1">
          <a:solidFill>
            <a:schemeClr val="tx1"/>
          </a:solidFill>
          <a:latin typeface="+mn-lt"/>
        </a:defRPr>
      </a:lvl7pPr>
      <a:lvl8pPr marL="3378200" indent="-177800" algn="l" rtl="0" fontAlgn="base">
        <a:spcBef>
          <a:spcPct val="20000"/>
        </a:spcBef>
        <a:spcAft>
          <a:spcPct val="0"/>
        </a:spcAft>
        <a:buClr>
          <a:srgbClr val="3333FF"/>
        </a:buClr>
        <a:buFont typeface="Wingdings" pitchFamily="2" charset="2"/>
        <a:buChar char="§"/>
        <a:defRPr sz="2000" b="1">
          <a:solidFill>
            <a:schemeClr val="tx1"/>
          </a:solidFill>
          <a:latin typeface="+mn-lt"/>
        </a:defRPr>
      </a:lvl8pPr>
      <a:lvl9pPr marL="3835400" indent="-177800" algn="l" rtl="0" fontAlgn="base">
        <a:spcBef>
          <a:spcPct val="20000"/>
        </a:spcBef>
        <a:spcAft>
          <a:spcPct val="0"/>
        </a:spcAft>
        <a:buClr>
          <a:srgbClr val="3333FF"/>
        </a:buClr>
        <a:buFont typeface="Wingdings" pitchFamily="2" charset="2"/>
        <a:buChar char="§"/>
        <a:defRPr sz="2000" b="1">
          <a:solidFill>
            <a:schemeClr val="tx1"/>
          </a:solidFill>
          <a:latin typeface="+mn-lt"/>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3 Marcador de número de diapositiva">
            <a:extLst>
              <a:ext uri="{FF2B5EF4-FFF2-40B4-BE49-F238E27FC236}">
                <a16:creationId xmlns:a16="http://schemas.microsoft.com/office/drawing/2014/main" id="{AF027946-C2F0-BD9F-005E-FD92DA6C48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FDE0BF0C-AA10-4CBF-AB20-AE175772F016}" type="slidenum">
              <a:rPr lang="en-US" altLang="es-ES" sz="1600" b="0" i="0" baseline="0"/>
              <a:pPr/>
              <a:t>1</a:t>
            </a:fld>
            <a:endParaRPr lang="en-US" altLang="es-ES" sz="1600" b="0" i="0" baseline="0"/>
          </a:p>
        </p:txBody>
      </p:sp>
      <p:sp>
        <p:nvSpPr>
          <p:cNvPr id="6147" name="Rectangle 2">
            <a:extLst>
              <a:ext uri="{FF2B5EF4-FFF2-40B4-BE49-F238E27FC236}">
                <a16:creationId xmlns:a16="http://schemas.microsoft.com/office/drawing/2014/main" id="{F06E62CB-3D58-66BF-8FA0-8A33A5308BC9}"/>
              </a:ext>
            </a:extLst>
          </p:cNvPr>
          <p:cNvSpPr>
            <a:spLocks noGrp="1" noChangeArrowheads="1"/>
          </p:cNvSpPr>
          <p:nvPr>
            <p:ph type="title"/>
          </p:nvPr>
        </p:nvSpPr>
        <p:spPr/>
        <p:txBody>
          <a:bodyPr/>
          <a:lstStyle/>
          <a:p>
            <a:r>
              <a:rPr lang="en-US" altLang="es-ES">
                <a:solidFill>
                  <a:schemeClr val="tx1"/>
                </a:solidFill>
              </a:rPr>
              <a:t>Register Transfer Operations</a:t>
            </a:r>
          </a:p>
        </p:txBody>
      </p:sp>
      <p:sp>
        <p:nvSpPr>
          <p:cNvPr id="6148" name="Rectangle 3">
            <a:extLst>
              <a:ext uri="{FF2B5EF4-FFF2-40B4-BE49-F238E27FC236}">
                <a16:creationId xmlns:a16="http://schemas.microsoft.com/office/drawing/2014/main" id="{FB691974-65B8-9A5E-139B-7ACB4630DCA9}"/>
              </a:ext>
            </a:extLst>
          </p:cNvPr>
          <p:cNvSpPr>
            <a:spLocks noGrp="1" noChangeArrowheads="1"/>
          </p:cNvSpPr>
          <p:nvPr>
            <p:ph type="body" idx="1"/>
          </p:nvPr>
        </p:nvSpPr>
        <p:spPr/>
        <p:txBody>
          <a:bodyPr/>
          <a:lstStyle/>
          <a:p>
            <a:pPr marL="342900" indent="-342900">
              <a:lnSpc>
                <a:spcPct val="90000"/>
              </a:lnSpc>
            </a:pPr>
            <a:r>
              <a:rPr lang="en-US" altLang="es-ES" sz="2800" u="sng">
                <a:cs typeface="Times New Roman" panose="02020603050405020304" pitchFamily="18" charset="0"/>
              </a:rPr>
              <a:t>Register Transfer Operations</a:t>
            </a:r>
            <a:r>
              <a:rPr lang="en-US" altLang="es-ES" sz="2800">
                <a:cs typeface="Times New Roman" panose="02020603050405020304" pitchFamily="18" charset="0"/>
              </a:rPr>
              <a:t>  – The movement and processing of data stored in registers</a:t>
            </a:r>
          </a:p>
          <a:p>
            <a:pPr marL="342900" indent="-342900">
              <a:lnSpc>
                <a:spcPct val="90000"/>
              </a:lnSpc>
            </a:pPr>
            <a:r>
              <a:rPr lang="en-US" altLang="es-ES" sz="2800" u="sng">
                <a:cs typeface="Times New Roman" panose="02020603050405020304" pitchFamily="18" charset="0"/>
              </a:rPr>
              <a:t>Three basic components</a:t>
            </a:r>
            <a:r>
              <a:rPr lang="en-US" altLang="es-ES" sz="2800">
                <a:cs typeface="Times New Roman" panose="02020603050405020304" pitchFamily="18" charset="0"/>
              </a:rPr>
              <a:t>:</a:t>
            </a:r>
          </a:p>
          <a:p>
            <a:pPr marL="742950" lvl="1" indent="-285750">
              <a:lnSpc>
                <a:spcPct val="90000"/>
              </a:lnSpc>
            </a:pPr>
            <a:r>
              <a:rPr lang="en-US" altLang="es-ES" sz="2400">
                <a:cs typeface="Times New Roman" panose="02020603050405020304" pitchFamily="18" charset="0"/>
              </a:rPr>
              <a:t>set of registers</a:t>
            </a:r>
          </a:p>
          <a:p>
            <a:pPr marL="742950" lvl="1" indent="-285750">
              <a:lnSpc>
                <a:spcPct val="90000"/>
              </a:lnSpc>
            </a:pPr>
            <a:r>
              <a:rPr lang="en-US" altLang="es-ES" sz="2400">
                <a:cs typeface="Times New Roman" panose="02020603050405020304" pitchFamily="18" charset="0"/>
              </a:rPr>
              <a:t>operations</a:t>
            </a:r>
          </a:p>
          <a:p>
            <a:pPr marL="742950" lvl="1" indent="-285750">
              <a:lnSpc>
                <a:spcPct val="90000"/>
              </a:lnSpc>
            </a:pPr>
            <a:r>
              <a:rPr lang="en-US" altLang="es-ES" sz="2400">
                <a:cs typeface="Times New Roman" panose="02020603050405020304" pitchFamily="18" charset="0"/>
              </a:rPr>
              <a:t>control of operations</a:t>
            </a:r>
          </a:p>
          <a:p>
            <a:pPr marL="342900" indent="-342900">
              <a:lnSpc>
                <a:spcPct val="90000"/>
              </a:lnSpc>
            </a:pPr>
            <a:r>
              <a:rPr lang="en-US" altLang="es-ES" sz="2800">
                <a:cs typeface="Times New Roman" panose="02020603050405020304" pitchFamily="18" charset="0"/>
              </a:rPr>
              <a:t>Elementary Operations -- load, count, shift, add, bitwise "OR", etc.</a:t>
            </a:r>
          </a:p>
          <a:p>
            <a:pPr marL="742950" lvl="1" indent="-285750">
              <a:lnSpc>
                <a:spcPct val="90000"/>
              </a:lnSpc>
            </a:pPr>
            <a:r>
              <a:rPr lang="en-US" altLang="es-ES" sz="2400">
                <a:cs typeface="Times New Roman" panose="02020603050405020304" pitchFamily="18" charset="0"/>
              </a:rPr>
              <a:t>Elementary operations called </a:t>
            </a:r>
            <a:r>
              <a:rPr lang="en-US" altLang="es-ES" sz="2400" i="1">
                <a:cs typeface="Times New Roman" panose="02020603050405020304" pitchFamily="18" charset="0"/>
              </a:rPr>
              <a:t>microoperations</a:t>
            </a:r>
            <a:r>
              <a:rPr lang="en-US" altLang="es-ES" sz="2400">
                <a:cs typeface="Times New Roman" panose="02020603050405020304" pitchFamily="18" charset="0"/>
              </a:rPr>
              <a:t> </a:t>
            </a:r>
          </a:p>
          <a:p>
            <a:pPr marL="342900" indent="-342900">
              <a:lnSpc>
                <a:spcPct val="90000"/>
              </a:lnSpc>
            </a:pPr>
            <a:endParaRPr lang="en-US" altLang="es-E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3 Marcador de número de diapositiva">
            <a:extLst>
              <a:ext uri="{FF2B5EF4-FFF2-40B4-BE49-F238E27FC236}">
                <a16:creationId xmlns:a16="http://schemas.microsoft.com/office/drawing/2014/main" id="{7E9165AF-7C42-77C8-626B-ABBE43AF755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83B718B5-9BF6-463D-9FA4-D36B53C81933}" type="slidenum">
              <a:rPr lang="en-US" altLang="es-ES" sz="1600" b="0" i="0" baseline="0"/>
              <a:pPr/>
              <a:t>2</a:t>
            </a:fld>
            <a:endParaRPr lang="en-US" altLang="es-ES" sz="1600" b="0" i="0" baseline="0"/>
          </a:p>
        </p:txBody>
      </p:sp>
      <p:sp>
        <p:nvSpPr>
          <p:cNvPr id="7171" name="Rectangle 2">
            <a:extLst>
              <a:ext uri="{FF2B5EF4-FFF2-40B4-BE49-F238E27FC236}">
                <a16:creationId xmlns:a16="http://schemas.microsoft.com/office/drawing/2014/main" id="{281EEC8B-26EF-415D-6242-9FDE35F78129}"/>
              </a:ext>
            </a:extLst>
          </p:cNvPr>
          <p:cNvSpPr>
            <a:spLocks noGrp="1" noChangeArrowheads="1"/>
          </p:cNvSpPr>
          <p:nvPr>
            <p:ph type="title"/>
          </p:nvPr>
        </p:nvSpPr>
        <p:spPr/>
        <p:txBody>
          <a:bodyPr/>
          <a:lstStyle/>
          <a:p>
            <a:r>
              <a:rPr lang="en-US" altLang="es-ES">
                <a:solidFill>
                  <a:schemeClr val="tx1"/>
                </a:solidFill>
              </a:rPr>
              <a:t>Register Notation</a:t>
            </a:r>
          </a:p>
        </p:txBody>
      </p:sp>
      <p:sp>
        <p:nvSpPr>
          <p:cNvPr id="7172" name="Rectangle 3">
            <a:extLst>
              <a:ext uri="{FF2B5EF4-FFF2-40B4-BE49-F238E27FC236}">
                <a16:creationId xmlns:a16="http://schemas.microsoft.com/office/drawing/2014/main" id="{43E1BCFC-43EF-6B7A-071E-4887B3EB53C8}"/>
              </a:ext>
            </a:extLst>
          </p:cNvPr>
          <p:cNvSpPr>
            <a:spLocks noGrp="1" noChangeArrowheads="1"/>
          </p:cNvSpPr>
          <p:nvPr>
            <p:ph type="body" idx="1"/>
          </p:nvPr>
        </p:nvSpPr>
        <p:spPr>
          <a:xfrm>
            <a:off x="588963" y="1573213"/>
            <a:ext cx="8304212" cy="4724400"/>
          </a:xfrm>
        </p:spPr>
        <p:txBody>
          <a:bodyPr/>
          <a:lstStyle/>
          <a:p>
            <a:pPr marL="342900" indent="-342900">
              <a:lnSpc>
                <a:spcPct val="80000"/>
              </a:lnSpc>
            </a:pPr>
            <a:endParaRPr lang="en-US" altLang="es-ES" sz="2800" u="sng">
              <a:cs typeface="Times New Roman" panose="02020603050405020304" pitchFamily="18" charset="0"/>
            </a:endParaRPr>
          </a:p>
          <a:p>
            <a:pPr marL="342900" indent="-342900">
              <a:lnSpc>
                <a:spcPct val="80000"/>
              </a:lnSpc>
            </a:pPr>
            <a:endParaRPr lang="en-US" altLang="es-ES" sz="2800" u="sng">
              <a:cs typeface="Times New Roman" panose="02020603050405020304" pitchFamily="18" charset="0"/>
            </a:endParaRPr>
          </a:p>
          <a:p>
            <a:pPr marL="342900" indent="-342900">
              <a:lnSpc>
                <a:spcPct val="80000"/>
              </a:lnSpc>
            </a:pPr>
            <a:endParaRPr lang="en-US" altLang="es-ES" sz="2800" u="sng">
              <a:cs typeface="Times New Roman" panose="02020603050405020304" pitchFamily="18" charset="0"/>
            </a:endParaRPr>
          </a:p>
          <a:p>
            <a:pPr marL="342900" indent="-342900">
              <a:lnSpc>
                <a:spcPct val="80000"/>
              </a:lnSpc>
            </a:pPr>
            <a:endParaRPr lang="en-US" altLang="es-ES" sz="3600" u="sng">
              <a:cs typeface="Times New Roman" panose="02020603050405020304" pitchFamily="18" charset="0"/>
            </a:endParaRPr>
          </a:p>
          <a:p>
            <a:pPr marL="342900" indent="-342900">
              <a:lnSpc>
                <a:spcPct val="80000"/>
              </a:lnSpc>
            </a:pPr>
            <a:r>
              <a:rPr lang="en-US" altLang="es-ES" sz="2400">
                <a:cs typeface="Times New Roman" panose="02020603050405020304" pitchFamily="18" charset="0"/>
              </a:rPr>
              <a:t>Letters and numbers  – denotes a register (ex.  R2, PC, IR)</a:t>
            </a:r>
          </a:p>
          <a:p>
            <a:pPr marL="342900" indent="-342900">
              <a:lnSpc>
                <a:spcPct val="80000"/>
              </a:lnSpc>
            </a:pPr>
            <a:r>
              <a:rPr lang="en-US" altLang="es-ES" sz="2400">
                <a:cs typeface="Times New Roman" panose="02020603050405020304" pitchFamily="18" charset="0"/>
              </a:rPr>
              <a:t>Parentheses ( ) – denotes a range of register bits (ex. R1(1), PC(7:0), PC(L))</a:t>
            </a:r>
          </a:p>
          <a:p>
            <a:pPr marL="342900" indent="-342900">
              <a:lnSpc>
                <a:spcPct val="80000"/>
              </a:lnSpc>
            </a:pPr>
            <a:r>
              <a:rPr lang="en-US" altLang="es-ES" sz="2400">
                <a:cs typeface="Times New Roman" panose="02020603050405020304" pitchFamily="18" charset="0"/>
              </a:rPr>
              <a:t>Arrow (</a:t>
            </a:r>
            <a:r>
              <a:rPr lang="en-US" altLang="es-ES" sz="2400">
                <a:cs typeface="Times New Roman" panose="02020603050405020304" pitchFamily="18" charset="0"/>
                <a:sym typeface="Symbol" panose="05050102010706020507" pitchFamily="18" charset="2"/>
              </a:rPr>
              <a:t></a:t>
            </a:r>
            <a:r>
              <a:rPr lang="en-US" altLang="es-ES" sz="2400">
                <a:cs typeface="Times New Roman" panose="02020603050405020304" pitchFamily="18" charset="0"/>
              </a:rPr>
              <a:t>) – denotes data transfer (ex. R1 </a:t>
            </a:r>
            <a:r>
              <a:rPr lang="en-US" altLang="es-ES" sz="2400">
                <a:cs typeface="Times New Roman" panose="02020603050405020304" pitchFamily="18" charset="0"/>
                <a:sym typeface="Symbol" panose="05050102010706020507" pitchFamily="18" charset="2"/>
              </a:rPr>
              <a:t></a:t>
            </a:r>
            <a:r>
              <a:rPr lang="en-US" altLang="es-ES" sz="2400">
                <a:cs typeface="Times New Roman" panose="02020603050405020304" pitchFamily="18" charset="0"/>
              </a:rPr>
              <a:t> R2, PC(L) </a:t>
            </a:r>
            <a:r>
              <a:rPr lang="en-US" altLang="es-ES" sz="2400">
                <a:cs typeface="Times New Roman" panose="02020603050405020304" pitchFamily="18" charset="0"/>
                <a:sym typeface="Symbol" panose="05050102010706020507" pitchFamily="18" charset="2"/>
              </a:rPr>
              <a:t></a:t>
            </a:r>
            <a:r>
              <a:rPr lang="en-US" altLang="es-ES" sz="2400">
                <a:cs typeface="Times New Roman" panose="02020603050405020304" pitchFamily="18" charset="0"/>
              </a:rPr>
              <a:t> R0)</a:t>
            </a:r>
          </a:p>
          <a:p>
            <a:pPr marL="342900" indent="-342900">
              <a:lnSpc>
                <a:spcPct val="80000"/>
              </a:lnSpc>
            </a:pPr>
            <a:r>
              <a:rPr lang="en-US" altLang="es-ES" sz="2400">
                <a:cs typeface="Times New Roman" panose="02020603050405020304" pitchFamily="18" charset="0"/>
              </a:rPr>
              <a:t>Comma – separates parallel operations</a:t>
            </a:r>
          </a:p>
          <a:p>
            <a:pPr marL="342900" indent="-342900">
              <a:lnSpc>
                <a:spcPct val="80000"/>
              </a:lnSpc>
            </a:pPr>
            <a:r>
              <a:rPr lang="en-US" altLang="es-ES" sz="2400">
                <a:cs typeface="Times New Roman" panose="02020603050405020304" pitchFamily="18" charset="0"/>
              </a:rPr>
              <a:t>Brackets [ ] – Specifies a memory address (ex. R0 </a:t>
            </a:r>
            <a:r>
              <a:rPr lang="en-US" altLang="es-ES" sz="2400">
                <a:cs typeface="Times New Roman" panose="02020603050405020304" pitchFamily="18" charset="0"/>
                <a:sym typeface="Symbol" panose="05050102010706020507" pitchFamily="18" charset="2"/>
              </a:rPr>
              <a:t> </a:t>
            </a:r>
            <a:r>
              <a:rPr lang="en-US" altLang="es-ES" sz="2400">
                <a:cs typeface="Times New Roman" panose="02020603050405020304" pitchFamily="18" charset="0"/>
              </a:rPr>
              <a:t> M[AR],   R3 </a:t>
            </a:r>
            <a:r>
              <a:rPr lang="en-US" altLang="es-ES" sz="2400">
                <a:cs typeface="Times New Roman" panose="02020603050405020304" pitchFamily="18" charset="0"/>
                <a:sym typeface="Symbol" panose="05050102010706020507" pitchFamily="18" charset="2"/>
              </a:rPr>
              <a:t></a:t>
            </a:r>
            <a:r>
              <a:rPr lang="en-US" altLang="es-ES" sz="2400">
                <a:cs typeface="Times New Roman" panose="02020603050405020304" pitchFamily="18" charset="0"/>
              </a:rPr>
              <a:t> M[PC]  )</a:t>
            </a:r>
          </a:p>
        </p:txBody>
      </p:sp>
      <p:grpSp>
        <p:nvGrpSpPr>
          <p:cNvPr id="7173" name="Group 4">
            <a:extLst>
              <a:ext uri="{FF2B5EF4-FFF2-40B4-BE49-F238E27FC236}">
                <a16:creationId xmlns:a16="http://schemas.microsoft.com/office/drawing/2014/main" id="{A19FA691-A670-8A2F-2E23-FFAAECA6BAEF}"/>
              </a:ext>
            </a:extLst>
          </p:cNvPr>
          <p:cNvGrpSpPr>
            <a:grpSpLocks/>
          </p:cNvGrpSpPr>
          <p:nvPr/>
        </p:nvGrpSpPr>
        <p:grpSpPr bwMode="auto">
          <a:xfrm>
            <a:off x="4141788" y="1549400"/>
            <a:ext cx="4675187" cy="1752600"/>
            <a:chOff x="2609" y="976"/>
            <a:chExt cx="2945" cy="1104"/>
          </a:xfrm>
        </p:grpSpPr>
        <p:sp>
          <p:nvSpPr>
            <p:cNvPr id="7174" name="Rectangle 5">
              <a:extLst>
                <a:ext uri="{FF2B5EF4-FFF2-40B4-BE49-F238E27FC236}">
                  <a16:creationId xmlns:a16="http://schemas.microsoft.com/office/drawing/2014/main" id="{FE287BE3-1939-E4F6-D851-7360DD57024E}"/>
                </a:ext>
              </a:extLst>
            </p:cNvPr>
            <p:cNvSpPr>
              <a:spLocks noChangeArrowheads="1"/>
            </p:cNvSpPr>
            <p:nvPr/>
          </p:nvSpPr>
          <p:spPr bwMode="auto">
            <a:xfrm>
              <a:off x="2935" y="993"/>
              <a:ext cx="201"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R</a:t>
              </a:r>
              <a:endParaRPr lang="en-US" altLang="es-ES" sz="2400" b="0" i="0" baseline="0"/>
            </a:p>
          </p:txBody>
        </p:sp>
        <p:sp>
          <p:nvSpPr>
            <p:cNvPr id="7175" name="Rectangle 6">
              <a:extLst>
                <a:ext uri="{FF2B5EF4-FFF2-40B4-BE49-F238E27FC236}">
                  <a16:creationId xmlns:a16="http://schemas.microsoft.com/office/drawing/2014/main" id="{BC0F83FD-29FE-023E-B9DC-9D485F712561}"/>
                </a:ext>
              </a:extLst>
            </p:cNvPr>
            <p:cNvSpPr>
              <a:spLocks noChangeArrowheads="1"/>
            </p:cNvSpPr>
            <p:nvPr/>
          </p:nvSpPr>
          <p:spPr bwMode="auto">
            <a:xfrm>
              <a:off x="3058" y="993"/>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176" name="Rectangle 7">
              <a:extLst>
                <a:ext uri="{FF2B5EF4-FFF2-40B4-BE49-F238E27FC236}">
                  <a16:creationId xmlns:a16="http://schemas.microsoft.com/office/drawing/2014/main" id="{6D45A8B1-0899-3165-6B6C-2C77FD48A8A4}"/>
                </a:ext>
              </a:extLst>
            </p:cNvPr>
            <p:cNvSpPr>
              <a:spLocks noChangeArrowheads="1"/>
            </p:cNvSpPr>
            <p:nvPr/>
          </p:nvSpPr>
          <p:spPr bwMode="auto">
            <a:xfrm>
              <a:off x="3418" y="993"/>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177" name="Rectangle 8">
              <a:extLst>
                <a:ext uri="{FF2B5EF4-FFF2-40B4-BE49-F238E27FC236}">
                  <a16:creationId xmlns:a16="http://schemas.microsoft.com/office/drawing/2014/main" id="{1C70D7EE-DA11-D427-9DF1-78133C296357}"/>
                </a:ext>
              </a:extLst>
            </p:cNvPr>
            <p:cNvSpPr>
              <a:spLocks noChangeArrowheads="1"/>
            </p:cNvSpPr>
            <p:nvPr/>
          </p:nvSpPr>
          <p:spPr bwMode="auto">
            <a:xfrm>
              <a:off x="4184" y="993"/>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178" name="Rectangle 9">
              <a:extLst>
                <a:ext uri="{FF2B5EF4-FFF2-40B4-BE49-F238E27FC236}">
                  <a16:creationId xmlns:a16="http://schemas.microsoft.com/office/drawing/2014/main" id="{1B3987C0-30DF-467A-EEAC-1553C19C0582}"/>
                </a:ext>
              </a:extLst>
            </p:cNvPr>
            <p:cNvSpPr>
              <a:spLocks noChangeArrowheads="1"/>
            </p:cNvSpPr>
            <p:nvPr/>
          </p:nvSpPr>
          <p:spPr bwMode="auto">
            <a:xfrm>
              <a:off x="4415" y="993"/>
              <a:ext cx="109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7 6 5 4 3 2 1 0</a:t>
              </a:r>
              <a:endParaRPr lang="en-US" altLang="es-ES" sz="2400" b="0" i="0" baseline="0"/>
            </a:p>
          </p:txBody>
        </p:sp>
        <p:sp>
          <p:nvSpPr>
            <p:cNvPr id="7179" name="Rectangle 10">
              <a:extLst>
                <a:ext uri="{FF2B5EF4-FFF2-40B4-BE49-F238E27FC236}">
                  <a16:creationId xmlns:a16="http://schemas.microsoft.com/office/drawing/2014/main" id="{4F945C78-2B6D-9CFF-07E1-E817258175FF}"/>
                </a:ext>
              </a:extLst>
            </p:cNvPr>
            <p:cNvSpPr>
              <a:spLocks noChangeArrowheads="1"/>
            </p:cNvSpPr>
            <p:nvPr/>
          </p:nvSpPr>
          <p:spPr bwMode="auto">
            <a:xfrm>
              <a:off x="5393" y="993"/>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180" name="Rectangle 11">
              <a:extLst>
                <a:ext uri="{FF2B5EF4-FFF2-40B4-BE49-F238E27FC236}">
                  <a16:creationId xmlns:a16="http://schemas.microsoft.com/office/drawing/2014/main" id="{613E9803-3F72-A473-D1EA-4CAE5DA9729F}"/>
                </a:ext>
              </a:extLst>
            </p:cNvPr>
            <p:cNvSpPr>
              <a:spLocks noChangeArrowheads="1"/>
            </p:cNvSpPr>
            <p:nvPr/>
          </p:nvSpPr>
          <p:spPr bwMode="auto">
            <a:xfrm>
              <a:off x="2609" y="976"/>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181" name="Line 12">
              <a:extLst>
                <a:ext uri="{FF2B5EF4-FFF2-40B4-BE49-F238E27FC236}">
                  <a16:creationId xmlns:a16="http://schemas.microsoft.com/office/drawing/2014/main" id="{A3600566-6D4A-10F8-2FCB-101B9AE303CD}"/>
                </a:ext>
              </a:extLst>
            </p:cNvPr>
            <p:cNvSpPr>
              <a:spLocks noChangeShapeType="1"/>
            </p:cNvSpPr>
            <p:nvPr/>
          </p:nvSpPr>
          <p:spPr bwMode="auto">
            <a:xfrm>
              <a:off x="2609" y="97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82" name="Line 13">
              <a:extLst>
                <a:ext uri="{FF2B5EF4-FFF2-40B4-BE49-F238E27FC236}">
                  <a16:creationId xmlns:a16="http://schemas.microsoft.com/office/drawing/2014/main" id="{0B74BFCB-87F2-9AEC-383E-03149651E442}"/>
                </a:ext>
              </a:extLst>
            </p:cNvPr>
            <p:cNvSpPr>
              <a:spLocks noChangeShapeType="1"/>
            </p:cNvSpPr>
            <p:nvPr/>
          </p:nvSpPr>
          <p:spPr bwMode="auto">
            <a:xfrm>
              <a:off x="2609" y="976"/>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83" name="Rectangle 14">
              <a:extLst>
                <a:ext uri="{FF2B5EF4-FFF2-40B4-BE49-F238E27FC236}">
                  <a16:creationId xmlns:a16="http://schemas.microsoft.com/office/drawing/2014/main" id="{16C9F5EE-050E-7E51-7F7C-5863F213A797}"/>
                </a:ext>
              </a:extLst>
            </p:cNvPr>
            <p:cNvSpPr>
              <a:spLocks noChangeArrowheads="1"/>
            </p:cNvSpPr>
            <p:nvPr/>
          </p:nvSpPr>
          <p:spPr bwMode="auto">
            <a:xfrm>
              <a:off x="2609" y="976"/>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184" name="Line 15">
              <a:extLst>
                <a:ext uri="{FF2B5EF4-FFF2-40B4-BE49-F238E27FC236}">
                  <a16:creationId xmlns:a16="http://schemas.microsoft.com/office/drawing/2014/main" id="{1DA9962B-FE7A-8CFF-6BE2-C22CAF92D04C}"/>
                </a:ext>
              </a:extLst>
            </p:cNvPr>
            <p:cNvSpPr>
              <a:spLocks noChangeShapeType="1"/>
            </p:cNvSpPr>
            <p:nvPr/>
          </p:nvSpPr>
          <p:spPr bwMode="auto">
            <a:xfrm>
              <a:off x="2609" y="97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85" name="Line 16">
              <a:extLst>
                <a:ext uri="{FF2B5EF4-FFF2-40B4-BE49-F238E27FC236}">
                  <a16:creationId xmlns:a16="http://schemas.microsoft.com/office/drawing/2014/main" id="{AFBEB94C-23F2-E62E-22BF-6EDE47F07ECD}"/>
                </a:ext>
              </a:extLst>
            </p:cNvPr>
            <p:cNvSpPr>
              <a:spLocks noChangeShapeType="1"/>
            </p:cNvSpPr>
            <p:nvPr/>
          </p:nvSpPr>
          <p:spPr bwMode="auto">
            <a:xfrm>
              <a:off x="2609" y="976"/>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86" name="Rectangle 17">
              <a:extLst>
                <a:ext uri="{FF2B5EF4-FFF2-40B4-BE49-F238E27FC236}">
                  <a16:creationId xmlns:a16="http://schemas.microsoft.com/office/drawing/2014/main" id="{7F02EDCD-5D00-6948-74A8-EA2B95D1B7CD}"/>
                </a:ext>
              </a:extLst>
            </p:cNvPr>
            <p:cNvSpPr>
              <a:spLocks noChangeArrowheads="1"/>
            </p:cNvSpPr>
            <p:nvPr/>
          </p:nvSpPr>
          <p:spPr bwMode="auto">
            <a:xfrm>
              <a:off x="2619" y="976"/>
              <a:ext cx="757"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187" name="Line 18">
              <a:extLst>
                <a:ext uri="{FF2B5EF4-FFF2-40B4-BE49-F238E27FC236}">
                  <a16:creationId xmlns:a16="http://schemas.microsoft.com/office/drawing/2014/main" id="{226F4100-1E0B-E0DE-F46F-A8063B928D68}"/>
                </a:ext>
              </a:extLst>
            </p:cNvPr>
            <p:cNvSpPr>
              <a:spLocks noChangeShapeType="1"/>
            </p:cNvSpPr>
            <p:nvPr/>
          </p:nvSpPr>
          <p:spPr bwMode="auto">
            <a:xfrm>
              <a:off x="2619" y="976"/>
              <a:ext cx="75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88" name="Rectangle 19">
              <a:extLst>
                <a:ext uri="{FF2B5EF4-FFF2-40B4-BE49-F238E27FC236}">
                  <a16:creationId xmlns:a16="http://schemas.microsoft.com/office/drawing/2014/main" id="{EE54F81A-3F6C-C179-2CDA-806EB6DD3433}"/>
                </a:ext>
              </a:extLst>
            </p:cNvPr>
            <p:cNvSpPr>
              <a:spLocks noChangeArrowheads="1"/>
            </p:cNvSpPr>
            <p:nvPr/>
          </p:nvSpPr>
          <p:spPr bwMode="auto">
            <a:xfrm>
              <a:off x="3376" y="976"/>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189" name="Line 20">
              <a:extLst>
                <a:ext uri="{FF2B5EF4-FFF2-40B4-BE49-F238E27FC236}">
                  <a16:creationId xmlns:a16="http://schemas.microsoft.com/office/drawing/2014/main" id="{ECFE1DE2-9F3C-6BE5-60FF-C2A3775C162B}"/>
                </a:ext>
              </a:extLst>
            </p:cNvPr>
            <p:cNvSpPr>
              <a:spLocks noChangeShapeType="1"/>
            </p:cNvSpPr>
            <p:nvPr/>
          </p:nvSpPr>
          <p:spPr bwMode="auto">
            <a:xfrm>
              <a:off x="3376" y="97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90" name="Line 21">
              <a:extLst>
                <a:ext uri="{FF2B5EF4-FFF2-40B4-BE49-F238E27FC236}">
                  <a16:creationId xmlns:a16="http://schemas.microsoft.com/office/drawing/2014/main" id="{C05A8AFE-79EC-B871-E943-DE527C4AC10D}"/>
                </a:ext>
              </a:extLst>
            </p:cNvPr>
            <p:cNvSpPr>
              <a:spLocks noChangeShapeType="1"/>
            </p:cNvSpPr>
            <p:nvPr/>
          </p:nvSpPr>
          <p:spPr bwMode="auto">
            <a:xfrm>
              <a:off x="3376" y="976"/>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91" name="Rectangle 22">
              <a:extLst>
                <a:ext uri="{FF2B5EF4-FFF2-40B4-BE49-F238E27FC236}">
                  <a16:creationId xmlns:a16="http://schemas.microsoft.com/office/drawing/2014/main" id="{B63E5C37-5517-B629-46EC-06388F1CF991}"/>
                </a:ext>
              </a:extLst>
            </p:cNvPr>
            <p:cNvSpPr>
              <a:spLocks noChangeArrowheads="1"/>
            </p:cNvSpPr>
            <p:nvPr/>
          </p:nvSpPr>
          <p:spPr bwMode="auto">
            <a:xfrm>
              <a:off x="3376" y="976"/>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192" name="Line 23">
              <a:extLst>
                <a:ext uri="{FF2B5EF4-FFF2-40B4-BE49-F238E27FC236}">
                  <a16:creationId xmlns:a16="http://schemas.microsoft.com/office/drawing/2014/main" id="{4B271A4E-801A-FD85-3E15-07426C81A8EC}"/>
                </a:ext>
              </a:extLst>
            </p:cNvPr>
            <p:cNvSpPr>
              <a:spLocks noChangeShapeType="1"/>
            </p:cNvSpPr>
            <p:nvPr/>
          </p:nvSpPr>
          <p:spPr bwMode="auto">
            <a:xfrm>
              <a:off x="3376" y="97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93" name="Line 24">
              <a:extLst>
                <a:ext uri="{FF2B5EF4-FFF2-40B4-BE49-F238E27FC236}">
                  <a16:creationId xmlns:a16="http://schemas.microsoft.com/office/drawing/2014/main" id="{BAEEC44A-9EEC-AD86-00AF-AF09030FF36C}"/>
                </a:ext>
              </a:extLst>
            </p:cNvPr>
            <p:cNvSpPr>
              <a:spLocks noChangeShapeType="1"/>
            </p:cNvSpPr>
            <p:nvPr/>
          </p:nvSpPr>
          <p:spPr bwMode="auto">
            <a:xfrm>
              <a:off x="3376" y="976"/>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94" name="Rectangle 25">
              <a:extLst>
                <a:ext uri="{FF2B5EF4-FFF2-40B4-BE49-F238E27FC236}">
                  <a16:creationId xmlns:a16="http://schemas.microsoft.com/office/drawing/2014/main" id="{DD3D65EB-C26A-6CA3-D0DF-CCAFCF1205EE}"/>
                </a:ext>
              </a:extLst>
            </p:cNvPr>
            <p:cNvSpPr>
              <a:spLocks noChangeArrowheads="1"/>
            </p:cNvSpPr>
            <p:nvPr/>
          </p:nvSpPr>
          <p:spPr bwMode="auto">
            <a:xfrm>
              <a:off x="4374" y="976"/>
              <a:ext cx="5"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195" name="Line 26">
              <a:extLst>
                <a:ext uri="{FF2B5EF4-FFF2-40B4-BE49-F238E27FC236}">
                  <a16:creationId xmlns:a16="http://schemas.microsoft.com/office/drawing/2014/main" id="{0E696BF2-51FB-8D9C-93D0-D1DC9C953F76}"/>
                </a:ext>
              </a:extLst>
            </p:cNvPr>
            <p:cNvSpPr>
              <a:spLocks noChangeShapeType="1"/>
            </p:cNvSpPr>
            <p:nvPr/>
          </p:nvSpPr>
          <p:spPr bwMode="auto">
            <a:xfrm>
              <a:off x="4374" y="976"/>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96" name="Rectangle 27">
              <a:extLst>
                <a:ext uri="{FF2B5EF4-FFF2-40B4-BE49-F238E27FC236}">
                  <a16:creationId xmlns:a16="http://schemas.microsoft.com/office/drawing/2014/main" id="{237E40B5-7A57-FEC5-D932-B42331797768}"/>
                </a:ext>
              </a:extLst>
            </p:cNvPr>
            <p:cNvSpPr>
              <a:spLocks noChangeArrowheads="1"/>
            </p:cNvSpPr>
            <p:nvPr/>
          </p:nvSpPr>
          <p:spPr bwMode="auto">
            <a:xfrm>
              <a:off x="4374" y="97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197" name="Line 28">
              <a:extLst>
                <a:ext uri="{FF2B5EF4-FFF2-40B4-BE49-F238E27FC236}">
                  <a16:creationId xmlns:a16="http://schemas.microsoft.com/office/drawing/2014/main" id="{DFC7BE8E-0E33-FD2E-D729-8A844116CEA8}"/>
                </a:ext>
              </a:extLst>
            </p:cNvPr>
            <p:cNvSpPr>
              <a:spLocks noChangeShapeType="1"/>
            </p:cNvSpPr>
            <p:nvPr/>
          </p:nvSpPr>
          <p:spPr bwMode="auto">
            <a:xfrm>
              <a:off x="4374" y="976"/>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98" name="Line 29">
              <a:extLst>
                <a:ext uri="{FF2B5EF4-FFF2-40B4-BE49-F238E27FC236}">
                  <a16:creationId xmlns:a16="http://schemas.microsoft.com/office/drawing/2014/main" id="{F082A9DE-2F4C-4164-D698-D61E07939E2D}"/>
                </a:ext>
              </a:extLst>
            </p:cNvPr>
            <p:cNvSpPr>
              <a:spLocks noChangeShapeType="1"/>
            </p:cNvSpPr>
            <p:nvPr/>
          </p:nvSpPr>
          <p:spPr bwMode="auto">
            <a:xfrm>
              <a:off x="4374" y="97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199" name="Rectangle 30">
              <a:extLst>
                <a:ext uri="{FF2B5EF4-FFF2-40B4-BE49-F238E27FC236}">
                  <a16:creationId xmlns:a16="http://schemas.microsoft.com/office/drawing/2014/main" id="{CBBC8B06-4151-41D3-C4BB-07DE0C64315A}"/>
                </a:ext>
              </a:extLst>
            </p:cNvPr>
            <p:cNvSpPr>
              <a:spLocks noChangeArrowheads="1"/>
            </p:cNvSpPr>
            <p:nvPr/>
          </p:nvSpPr>
          <p:spPr bwMode="auto">
            <a:xfrm>
              <a:off x="4379" y="976"/>
              <a:ext cx="11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00" name="Line 31">
              <a:extLst>
                <a:ext uri="{FF2B5EF4-FFF2-40B4-BE49-F238E27FC236}">
                  <a16:creationId xmlns:a16="http://schemas.microsoft.com/office/drawing/2014/main" id="{FBA20E37-9639-1445-527D-0DD605863D13}"/>
                </a:ext>
              </a:extLst>
            </p:cNvPr>
            <p:cNvSpPr>
              <a:spLocks noChangeShapeType="1"/>
            </p:cNvSpPr>
            <p:nvPr/>
          </p:nvSpPr>
          <p:spPr bwMode="auto">
            <a:xfrm>
              <a:off x="4379" y="976"/>
              <a:ext cx="11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01" name="Rectangle 32">
              <a:extLst>
                <a:ext uri="{FF2B5EF4-FFF2-40B4-BE49-F238E27FC236}">
                  <a16:creationId xmlns:a16="http://schemas.microsoft.com/office/drawing/2014/main" id="{3D28EF91-CE34-DA99-2FAF-AD76E2A77C61}"/>
                </a:ext>
              </a:extLst>
            </p:cNvPr>
            <p:cNvSpPr>
              <a:spLocks noChangeArrowheads="1"/>
            </p:cNvSpPr>
            <p:nvPr/>
          </p:nvSpPr>
          <p:spPr bwMode="auto">
            <a:xfrm>
              <a:off x="5530" y="976"/>
              <a:ext cx="6"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02" name="Line 33">
              <a:extLst>
                <a:ext uri="{FF2B5EF4-FFF2-40B4-BE49-F238E27FC236}">
                  <a16:creationId xmlns:a16="http://schemas.microsoft.com/office/drawing/2014/main" id="{F08BC5F9-49A1-9743-68B5-495EDA9EC681}"/>
                </a:ext>
              </a:extLst>
            </p:cNvPr>
            <p:cNvSpPr>
              <a:spLocks noChangeShapeType="1"/>
            </p:cNvSpPr>
            <p:nvPr/>
          </p:nvSpPr>
          <p:spPr bwMode="auto">
            <a:xfrm>
              <a:off x="5530" y="976"/>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03" name="Rectangle 34">
              <a:extLst>
                <a:ext uri="{FF2B5EF4-FFF2-40B4-BE49-F238E27FC236}">
                  <a16:creationId xmlns:a16="http://schemas.microsoft.com/office/drawing/2014/main" id="{E4C7A4DA-A5A5-612A-BC25-231117448B36}"/>
                </a:ext>
              </a:extLst>
            </p:cNvPr>
            <p:cNvSpPr>
              <a:spLocks noChangeArrowheads="1"/>
            </p:cNvSpPr>
            <p:nvPr/>
          </p:nvSpPr>
          <p:spPr bwMode="auto">
            <a:xfrm>
              <a:off x="5530" y="976"/>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04" name="Line 35">
              <a:extLst>
                <a:ext uri="{FF2B5EF4-FFF2-40B4-BE49-F238E27FC236}">
                  <a16:creationId xmlns:a16="http://schemas.microsoft.com/office/drawing/2014/main" id="{F69467B2-B24B-0A42-75A5-6929726FCD1A}"/>
                </a:ext>
              </a:extLst>
            </p:cNvPr>
            <p:cNvSpPr>
              <a:spLocks noChangeShapeType="1"/>
            </p:cNvSpPr>
            <p:nvPr/>
          </p:nvSpPr>
          <p:spPr bwMode="auto">
            <a:xfrm>
              <a:off x="5530" y="97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05" name="Line 36">
              <a:extLst>
                <a:ext uri="{FF2B5EF4-FFF2-40B4-BE49-F238E27FC236}">
                  <a16:creationId xmlns:a16="http://schemas.microsoft.com/office/drawing/2014/main" id="{B10F7C51-3F1B-9617-CDE8-5724409C6FF1}"/>
                </a:ext>
              </a:extLst>
            </p:cNvPr>
            <p:cNvSpPr>
              <a:spLocks noChangeShapeType="1"/>
            </p:cNvSpPr>
            <p:nvPr/>
          </p:nvSpPr>
          <p:spPr bwMode="auto">
            <a:xfrm>
              <a:off x="5530" y="97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06" name="Rectangle 37">
              <a:extLst>
                <a:ext uri="{FF2B5EF4-FFF2-40B4-BE49-F238E27FC236}">
                  <a16:creationId xmlns:a16="http://schemas.microsoft.com/office/drawing/2014/main" id="{1E3691F7-759B-D582-4DDC-7039BF7529A7}"/>
                </a:ext>
              </a:extLst>
            </p:cNvPr>
            <p:cNvSpPr>
              <a:spLocks noChangeArrowheads="1"/>
            </p:cNvSpPr>
            <p:nvPr/>
          </p:nvSpPr>
          <p:spPr bwMode="auto">
            <a:xfrm>
              <a:off x="2609" y="986"/>
              <a:ext cx="10" cy="2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07" name="Line 38">
              <a:extLst>
                <a:ext uri="{FF2B5EF4-FFF2-40B4-BE49-F238E27FC236}">
                  <a16:creationId xmlns:a16="http://schemas.microsoft.com/office/drawing/2014/main" id="{272079F4-9E6D-5694-4CA7-1673ECF4891D}"/>
                </a:ext>
              </a:extLst>
            </p:cNvPr>
            <p:cNvSpPr>
              <a:spLocks noChangeShapeType="1"/>
            </p:cNvSpPr>
            <p:nvPr/>
          </p:nvSpPr>
          <p:spPr bwMode="auto">
            <a:xfrm>
              <a:off x="2609" y="986"/>
              <a:ext cx="1" cy="2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08" name="Rectangle 39">
              <a:extLst>
                <a:ext uri="{FF2B5EF4-FFF2-40B4-BE49-F238E27FC236}">
                  <a16:creationId xmlns:a16="http://schemas.microsoft.com/office/drawing/2014/main" id="{756491EF-C807-42A6-0AA7-468B0AD53E16}"/>
                </a:ext>
              </a:extLst>
            </p:cNvPr>
            <p:cNvSpPr>
              <a:spLocks noChangeArrowheads="1"/>
            </p:cNvSpPr>
            <p:nvPr/>
          </p:nvSpPr>
          <p:spPr bwMode="auto">
            <a:xfrm>
              <a:off x="3376" y="986"/>
              <a:ext cx="10" cy="2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09" name="Line 40">
              <a:extLst>
                <a:ext uri="{FF2B5EF4-FFF2-40B4-BE49-F238E27FC236}">
                  <a16:creationId xmlns:a16="http://schemas.microsoft.com/office/drawing/2014/main" id="{DBD86141-3D63-9DC2-65AC-2AF20AEFAD44}"/>
                </a:ext>
              </a:extLst>
            </p:cNvPr>
            <p:cNvSpPr>
              <a:spLocks noChangeShapeType="1"/>
            </p:cNvSpPr>
            <p:nvPr/>
          </p:nvSpPr>
          <p:spPr bwMode="auto">
            <a:xfrm>
              <a:off x="3376" y="986"/>
              <a:ext cx="1" cy="2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10" name="Rectangle 41">
              <a:extLst>
                <a:ext uri="{FF2B5EF4-FFF2-40B4-BE49-F238E27FC236}">
                  <a16:creationId xmlns:a16="http://schemas.microsoft.com/office/drawing/2014/main" id="{A100BD37-F430-E7D7-2F2C-96F710F3EE57}"/>
                </a:ext>
              </a:extLst>
            </p:cNvPr>
            <p:cNvSpPr>
              <a:spLocks noChangeArrowheads="1"/>
            </p:cNvSpPr>
            <p:nvPr/>
          </p:nvSpPr>
          <p:spPr bwMode="auto">
            <a:xfrm>
              <a:off x="4374" y="986"/>
              <a:ext cx="5" cy="2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11" name="Line 42">
              <a:extLst>
                <a:ext uri="{FF2B5EF4-FFF2-40B4-BE49-F238E27FC236}">
                  <a16:creationId xmlns:a16="http://schemas.microsoft.com/office/drawing/2014/main" id="{2F03A535-B2FC-A015-1972-262358EA334C}"/>
                </a:ext>
              </a:extLst>
            </p:cNvPr>
            <p:cNvSpPr>
              <a:spLocks noChangeShapeType="1"/>
            </p:cNvSpPr>
            <p:nvPr/>
          </p:nvSpPr>
          <p:spPr bwMode="auto">
            <a:xfrm>
              <a:off x="4374" y="986"/>
              <a:ext cx="1" cy="2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12" name="Rectangle 43">
              <a:extLst>
                <a:ext uri="{FF2B5EF4-FFF2-40B4-BE49-F238E27FC236}">
                  <a16:creationId xmlns:a16="http://schemas.microsoft.com/office/drawing/2014/main" id="{5D05D0B7-8446-9932-305E-103330E2A8FE}"/>
                </a:ext>
              </a:extLst>
            </p:cNvPr>
            <p:cNvSpPr>
              <a:spLocks noChangeArrowheads="1"/>
            </p:cNvSpPr>
            <p:nvPr/>
          </p:nvSpPr>
          <p:spPr bwMode="auto">
            <a:xfrm>
              <a:off x="5530" y="986"/>
              <a:ext cx="6" cy="2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13" name="Line 44">
              <a:extLst>
                <a:ext uri="{FF2B5EF4-FFF2-40B4-BE49-F238E27FC236}">
                  <a16:creationId xmlns:a16="http://schemas.microsoft.com/office/drawing/2014/main" id="{80D81EE3-E96F-7965-3B33-AA141F474BB4}"/>
                </a:ext>
              </a:extLst>
            </p:cNvPr>
            <p:cNvSpPr>
              <a:spLocks noChangeShapeType="1"/>
            </p:cNvSpPr>
            <p:nvPr/>
          </p:nvSpPr>
          <p:spPr bwMode="auto">
            <a:xfrm>
              <a:off x="5530" y="986"/>
              <a:ext cx="1" cy="2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14" name="Rectangle 45">
              <a:extLst>
                <a:ext uri="{FF2B5EF4-FFF2-40B4-BE49-F238E27FC236}">
                  <a16:creationId xmlns:a16="http://schemas.microsoft.com/office/drawing/2014/main" id="{E8376C26-F64D-FD82-8B81-4187837AC3F6}"/>
                </a:ext>
              </a:extLst>
            </p:cNvPr>
            <p:cNvSpPr>
              <a:spLocks noChangeArrowheads="1"/>
            </p:cNvSpPr>
            <p:nvPr/>
          </p:nvSpPr>
          <p:spPr bwMode="auto">
            <a:xfrm>
              <a:off x="2653" y="1246"/>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15" name="Rectangle 46">
              <a:extLst>
                <a:ext uri="{FF2B5EF4-FFF2-40B4-BE49-F238E27FC236}">
                  <a16:creationId xmlns:a16="http://schemas.microsoft.com/office/drawing/2014/main" id="{43C8BCFC-DFB6-A2B7-DEAD-36DD8C91181B}"/>
                </a:ext>
              </a:extLst>
            </p:cNvPr>
            <p:cNvSpPr>
              <a:spLocks noChangeArrowheads="1"/>
            </p:cNvSpPr>
            <p:nvPr/>
          </p:nvSpPr>
          <p:spPr bwMode="auto">
            <a:xfrm>
              <a:off x="3418" y="1246"/>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16" name="Rectangle 47">
              <a:extLst>
                <a:ext uri="{FF2B5EF4-FFF2-40B4-BE49-F238E27FC236}">
                  <a16:creationId xmlns:a16="http://schemas.microsoft.com/office/drawing/2014/main" id="{EA0FDEA7-01B6-8031-EA32-1B3B8ABFAE93}"/>
                </a:ext>
              </a:extLst>
            </p:cNvPr>
            <p:cNvSpPr>
              <a:spLocks noChangeArrowheads="1"/>
            </p:cNvSpPr>
            <p:nvPr/>
          </p:nvSpPr>
          <p:spPr bwMode="auto">
            <a:xfrm>
              <a:off x="4184" y="1246"/>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17" name="Rectangle 48">
              <a:extLst>
                <a:ext uri="{FF2B5EF4-FFF2-40B4-BE49-F238E27FC236}">
                  <a16:creationId xmlns:a16="http://schemas.microsoft.com/office/drawing/2014/main" id="{2140CEFF-4606-9F74-5D9F-5870AECBBB74}"/>
                </a:ext>
              </a:extLst>
            </p:cNvPr>
            <p:cNvSpPr>
              <a:spLocks noChangeArrowheads="1"/>
            </p:cNvSpPr>
            <p:nvPr/>
          </p:nvSpPr>
          <p:spPr bwMode="auto">
            <a:xfrm>
              <a:off x="4415" y="1246"/>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18" name="Rectangle 49">
              <a:extLst>
                <a:ext uri="{FF2B5EF4-FFF2-40B4-BE49-F238E27FC236}">
                  <a16:creationId xmlns:a16="http://schemas.microsoft.com/office/drawing/2014/main" id="{E95FA7E7-D04B-DDDE-0EDF-6D4A1F3AB4F8}"/>
                </a:ext>
              </a:extLst>
            </p:cNvPr>
            <p:cNvSpPr>
              <a:spLocks noChangeArrowheads="1"/>
            </p:cNvSpPr>
            <p:nvPr/>
          </p:nvSpPr>
          <p:spPr bwMode="auto">
            <a:xfrm>
              <a:off x="2609" y="1229"/>
              <a:ext cx="1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19" name="Line 50">
              <a:extLst>
                <a:ext uri="{FF2B5EF4-FFF2-40B4-BE49-F238E27FC236}">
                  <a16:creationId xmlns:a16="http://schemas.microsoft.com/office/drawing/2014/main" id="{E2BA6C9D-9598-0495-ACE6-A5E1E7DB0AB5}"/>
                </a:ext>
              </a:extLst>
            </p:cNvPr>
            <p:cNvSpPr>
              <a:spLocks noChangeShapeType="1"/>
            </p:cNvSpPr>
            <p:nvPr/>
          </p:nvSpPr>
          <p:spPr bwMode="auto">
            <a:xfrm>
              <a:off x="2609" y="1229"/>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0" name="Line 51">
              <a:extLst>
                <a:ext uri="{FF2B5EF4-FFF2-40B4-BE49-F238E27FC236}">
                  <a16:creationId xmlns:a16="http://schemas.microsoft.com/office/drawing/2014/main" id="{61008AD1-1806-ED2F-E839-B22FAF96E098}"/>
                </a:ext>
              </a:extLst>
            </p:cNvPr>
            <p:cNvSpPr>
              <a:spLocks noChangeShapeType="1"/>
            </p:cNvSpPr>
            <p:nvPr/>
          </p:nvSpPr>
          <p:spPr bwMode="auto">
            <a:xfrm>
              <a:off x="2609" y="122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1" name="Rectangle 52">
              <a:extLst>
                <a:ext uri="{FF2B5EF4-FFF2-40B4-BE49-F238E27FC236}">
                  <a16:creationId xmlns:a16="http://schemas.microsoft.com/office/drawing/2014/main" id="{BD6A9099-E942-61AE-5923-D1F54AFF8CF8}"/>
                </a:ext>
              </a:extLst>
            </p:cNvPr>
            <p:cNvSpPr>
              <a:spLocks noChangeArrowheads="1"/>
            </p:cNvSpPr>
            <p:nvPr/>
          </p:nvSpPr>
          <p:spPr bwMode="auto">
            <a:xfrm>
              <a:off x="2609" y="1229"/>
              <a:ext cx="1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22" name="Line 53">
              <a:extLst>
                <a:ext uri="{FF2B5EF4-FFF2-40B4-BE49-F238E27FC236}">
                  <a16:creationId xmlns:a16="http://schemas.microsoft.com/office/drawing/2014/main" id="{6FAE4CDD-F475-9B57-8FE5-5ADB01A4E2C0}"/>
                </a:ext>
              </a:extLst>
            </p:cNvPr>
            <p:cNvSpPr>
              <a:spLocks noChangeShapeType="1"/>
            </p:cNvSpPr>
            <p:nvPr/>
          </p:nvSpPr>
          <p:spPr bwMode="auto">
            <a:xfrm>
              <a:off x="2609" y="1229"/>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3" name="Line 54">
              <a:extLst>
                <a:ext uri="{FF2B5EF4-FFF2-40B4-BE49-F238E27FC236}">
                  <a16:creationId xmlns:a16="http://schemas.microsoft.com/office/drawing/2014/main" id="{DE4280EF-4B50-052D-000C-BA27B21F7FA7}"/>
                </a:ext>
              </a:extLst>
            </p:cNvPr>
            <p:cNvSpPr>
              <a:spLocks noChangeShapeType="1"/>
            </p:cNvSpPr>
            <p:nvPr/>
          </p:nvSpPr>
          <p:spPr bwMode="auto">
            <a:xfrm>
              <a:off x="2609" y="122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4" name="Rectangle 55">
              <a:extLst>
                <a:ext uri="{FF2B5EF4-FFF2-40B4-BE49-F238E27FC236}">
                  <a16:creationId xmlns:a16="http://schemas.microsoft.com/office/drawing/2014/main" id="{26EF72D4-0227-BA50-D8B8-E998859CDFC1}"/>
                </a:ext>
              </a:extLst>
            </p:cNvPr>
            <p:cNvSpPr>
              <a:spLocks noChangeArrowheads="1"/>
            </p:cNvSpPr>
            <p:nvPr/>
          </p:nvSpPr>
          <p:spPr bwMode="auto">
            <a:xfrm>
              <a:off x="2619" y="1229"/>
              <a:ext cx="1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25" name="Line 56">
              <a:extLst>
                <a:ext uri="{FF2B5EF4-FFF2-40B4-BE49-F238E27FC236}">
                  <a16:creationId xmlns:a16="http://schemas.microsoft.com/office/drawing/2014/main" id="{17983BEB-4CFF-6837-0AAB-2AC7E2B0F49E}"/>
                </a:ext>
              </a:extLst>
            </p:cNvPr>
            <p:cNvSpPr>
              <a:spLocks noChangeShapeType="1"/>
            </p:cNvSpPr>
            <p:nvPr/>
          </p:nvSpPr>
          <p:spPr bwMode="auto">
            <a:xfrm>
              <a:off x="2619" y="1229"/>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6" name="Line 57">
              <a:extLst>
                <a:ext uri="{FF2B5EF4-FFF2-40B4-BE49-F238E27FC236}">
                  <a16:creationId xmlns:a16="http://schemas.microsoft.com/office/drawing/2014/main" id="{49A31504-BFDD-A555-DE67-BCB4E56150D7}"/>
                </a:ext>
              </a:extLst>
            </p:cNvPr>
            <p:cNvSpPr>
              <a:spLocks noChangeShapeType="1"/>
            </p:cNvSpPr>
            <p:nvPr/>
          </p:nvSpPr>
          <p:spPr bwMode="auto">
            <a:xfrm>
              <a:off x="2619" y="122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7" name="Rectangle 58">
              <a:extLst>
                <a:ext uri="{FF2B5EF4-FFF2-40B4-BE49-F238E27FC236}">
                  <a16:creationId xmlns:a16="http://schemas.microsoft.com/office/drawing/2014/main" id="{28A7065F-29BB-B0D1-3ED0-494A1900EF9B}"/>
                </a:ext>
              </a:extLst>
            </p:cNvPr>
            <p:cNvSpPr>
              <a:spLocks noChangeArrowheads="1"/>
            </p:cNvSpPr>
            <p:nvPr/>
          </p:nvSpPr>
          <p:spPr bwMode="auto">
            <a:xfrm>
              <a:off x="2629" y="1229"/>
              <a:ext cx="747"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28" name="Line 59">
              <a:extLst>
                <a:ext uri="{FF2B5EF4-FFF2-40B4-BE49-F238E27FC236}">
                  <a16:creationId xmlns:a16="http://schemas.microsoft.com/office/drawing/2014/main" id="{49A6F236-915C-B6AB-F3E1-21E7A63E9D26}"/>
                </a:ext>
              </a:extLst>
            </p:cNvPr>
            <p:cNvSpPr>
              <a:spLocks noChangeShapeType="1"/>
            </p:cNvSpPr>
            <p:nvPr/>
          </p:nvSpPr>
          <p:spPr bwMode="auto">
            <a:xfrm>
              <a:off x="2629" y="1229"/>
              <a:ext cx="74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9" name="Rectangle 60">
              <a:extLst>
                <a:ext uri="{FF2B5EF4-FFF2-40B4-BE49-F238E27FC236}">
                  <a16:creationId xmlns:a16="http://schemas.microsoft.com/office/drawing/2014/main" id="{1BD19CF7-1A6A-6E19-545F-4119F1DC22D7}"/>
                </a:ext>
              </a:extLst>
            </p:cNvPr>
            <p:cNvSpPr>
              <a:spLocks noChangeArrowheads="1"/>
            </p:cNvSpPr>
            <p:nvPr/>
          </p:nvSpPr>
          <p:spPr bwMode="auto">
            <a:xfrm>
              <a:off x="3376" y="1229"/>
              <a:ext cx="1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30" name="Line 61">
              <a:extLst>
                <a:ext uri="{FF2B5EF4-FFF2-40B4-BE49-F238E27FC236}">
                  <a16:creationId xmlns:a16="http://schemas.microsoft.com/office/drawing/2014/main" id="{A6573AC4-8278-C126-4335-AD8AAC5EF29B}"/>
                </a:ext>
              </a:extLst>
            </p:cNvPr>
            <p:cNvSpPr>
              <a:spLocks noChangeShapeType="1"/>
            </p:cNvSpPr>
            <p:nvPr/>
          </p:nvSpPr>
          <p:spPr bwMode="auto">
            <a:xfrm>
              <a:off x="3376" y="1229"/>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1" name="Line 62">
              <a:extLst>
                <a:ext uri="{FF2B5EF4-FFF2-40B4-BE49-F238E27FC236}">
                  <a16:creationId xmlns:a16="http://schemas.microsoft.com/office/drawing/2014/main" id="{DE43F602-EDD2-4B44-E813-41AB8C9F1062}"/>
                </a:ext>
              </a:extLst>
            </p:cNvPr>
            <p:cNvSpPr>
              <a:spLocks noChangeShapeType="1"/>
            </p:cNvSpPr>
            <p:nvPr/>
          </p:nvSpPr>
          <p:spPr bwMode="auto">
            <a:xfrm>
              <a:off x="3376" y="122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2" name="Rectangle 63">
              <a:extLst>
                <a:ext uri="{FF2B5EF4-FFF2-40B4-BE49-F238E27FC236}">
                  <a16:creationId xmlns:a16="http://schemas.microsoft.com/office/drawing/2014/main" id="{E47D36EB-4793-13E0-7099-BEF9BD0260FC}"/>
                </a:ext>
              </a:extLst>
            </p:cNvPr>
            <p:cNvSpPr>
              <a:spLocks noChangeArrowheads="1"/>
            </p:cNvSpPr>
            <p:nvPr/>
          </p:nvSpPr>
          <p:spPr bwMode="auto">
            <a:xfrm>
              <a:off x="3376" y="1229"/>
              <a:ext cx="1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33" name="Line 64">
              <a:extLst>
                <a:ext uri="{FF2B5EF4-FFF2-40B4-BE49-F238E27FC236}">
                  <a16:creationId xmlns:a16="http://schemas.microsoft.com/office/drawing/2014/main" id="{6B881457-C11F-5E6F-4B21-4C608FF0961F}"/>
                </a:ext>
              </a:extLst>
            </p:cNvPr>
            <p:cNvSpPr>
              <a:spLocks noChangeShapeType="1"/>
            </p:cNvSpPr>
            <p:nvPr/>
          </p:nvSpPr>
          <p:spPr bwMode="auto">
            <a:xfrm>
              <a:off x="3376" y="1229"/>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4" name="Line 65">
              <a:extLst>
                <a:ext uri="{FF2B5EF4-FFF2-40B4-BE49-F238E27FC236}">
                  <a16:creationId xmlns:a16="http://schemas.microsoft.com/office/drawing/2014/main" id="{CD06B655-A4C0-57F7-8513-53E5FF22DA44}"/>
                </a:ext>
              </a:extLst>
            </p:cNvPr>
            <p:cNvSpPr>
              <a:spLocks noChangeShapeType="1"/>
            </p:cNvSpPr>
            <p:nvPr/>
          </p:nvSpPr>
          <p:spPr bwMode="auto">
            <a:xfrm>
              <a:off x="3376" y="122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5" name="Rectangle 66">
              <a:extLst>
                <a:ext uri="{FF2B5EF4-FFF2-40B4-BE49-F238E27FC236}">
                  <a16:creationId xmlns:a16="http://schemas.microsoft.com/office/drawing/2014/main" id="{5F7E7B1C-8896-2986-A671-9948F14F9B6F}"/>
                </a:ext>
              </a:extLst>
            </p:cNvPr>
            <p:cNvSpPr>
              <a:spLocks noChangeArrowheads="1"/>
            </p:cNvSpPr>
            <p:nvPr/>
          </p:nvSpPr>
          <p:spPr bwMode="auto">
            <a:xfrm>
              <a:off x="4374" y="1229"/>
              <a:ext cx="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36" name="Line 67">
              <a:extLst>
                <a:ext uri="{FF2B5EF4-FFF2-40B4-BE49-F238E27FC236}">
                  <a16:creationId xmlns:a16="http://schemas.microsoft.com/office/drawing/2014/main" id="{17E8D3CA-A876-0795-F27D-0F5797975C4F}"/>
                </a:ext>
              </a:extLst>
            </p:cNvPr>
            <p:cNvSpPr>
              <a:spLocks noChangeShapeType="1"/>
            </p:cNvSpPr>
            <p:nvPr/>
          </p:nvSpPr>
          <p:spPr bwMode="auto">
            <a:xfrm>
              <a:off x="4374" y="122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7" name="Line 68">
              <a:extLst>
                <a:ext uri="{FF2B5EF4-FFF2-40B4-BE49-F238E27FC236}">
                  <a16:creationId xmlns:a16="http://schemas.microsoft.com/office/drawing/2014/main" id="{044FBDCB-D677-A593-3D9B-37F65C8AFC8A}"/>
                </a:ext>
              </a:extLst>
            </p:cNvPr>
            <p:cNvSpPr>
              <a:spLocks noChangeShapeType="1"/>
            </p:cNvSpPr>
            <p:nvPr/>
          </p:nvSpPr>
          <p:spPr bwMode="auto">
            <a:xfrm>
              <a:off x="4374" y="1229"/>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8" name="Rectangle 69">
              <a:extLst>
                <a:ext uri="{FF2B5EF4-FFF2-40B4-BE49-F238E27FC236}">
                  <a16:creationId xmlns:a16="http://schemas.microsoft.com/office/drawing/2014/main" id="{0F8B6960-169D-DC04-C63C-501C37BD6024}"/>
                </a:ext>
              </a:extLst>
            </p:cNvPr>
            <p:cNvSpPr>
              <a:spLocks noChangeArrowheads="1"/>
            </p:cNvSpPr>
            <p:nvPr/>
          </p:nvSpPr>
          <p:spPr bwMode="auto">
            <a:xfrm>
              <a:off x="4374" y="1229"/>
              <a:ext cx="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39" name="Line 70">
              <a:extLst>
                <a:ext uri="{FF2B5EF4-FFF2-40B4-BE49-F238E27FC236}">
                  <a16:creationId xmlns:a16="http://schemas.microsoft.com/office/drawing/2014/main" id="{2CE28B99-0334-2CCF-B978-8EC1B464DCAD}"/>
                </a:ext>
              </a:extLst>
            </p:cNvPr>
            <p:cNvSpPr>
              <a:spLocks noChangeShapeType="1"/>
            </p:cNvSpPr>
            <p:nvPr/>
          </p:nvSpPr>
          <p:spPr bwMode="auto">
            <a:xfrm>
              <a:off x="4374" y="1229"/>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0" name="Line 71">
              <a:extLst>
                <a:ext uri="{FF2B5EF4-FFF2-40B4-BE49-F238E27FC236}">
                  <a16:creationId xmlns:a16="http://schemas.microsoft.com/office/drawing/2014/main" id="{03774828-208C-DF04-157E-FE4B17756A4E}"/>
                </a:ext>
              </a:extLst>
            </p:cNvPr>
            <p:cNvSpPr>
              <a:spLocks noChangeShapeType="1"/>
            </p:cNvSpPr>
            <p:nvPr/>
          </p:nvSpPr>
          <p:spPr bwMode="auto">
            <a:xfrm>
              <a:off x="4374" y="1229"/>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1" name="Rectangle 72">
              <a:extLst>
                <a:ext uri="{FF2B5EF4-FFF2-40B4-BE49-F238E27FC236}">
                  <a16:creationId xmlns:a16="http://schemas.microsoft.com/office/drawing/2014/main" id="{E31F0EE4-837F-8D1F-498C-4D4CE2EA7DC9}"/>
                </a:ext>
              </a:extLst>
            </p:cNvPr>
            <p:cNvSpPr>
              <a:spLocks noChangeArrowheads="1"/>
            </p:cNvSpPr>
            <p:nvPr/>
          </p:nvSpPr>
          <p:spPr bwMode="auto">
            <a:xfrm>
              <a:off x="4379" y="1229"/>
              <a:ext cx="115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42" name="Line 73">
              <a:extLst>
                <a:ext uri="{FF2B5EF4-FFF2-40B4-BE49-F238E27FC236}">
                  <a16:creationId xmlns:a16="http://schemas.microsoft.com/office/drawing/2014/main" id="{6835D66F-CAEE-F650-1A9D-F7AE7B2DEC33}"/>
                </a:ext>
              </a:extLst>
            </p:cNvPr>
            <p:cNvSpPr>
              <a:spLocks noChangeShapeType="1"/>
            </p:cNvSpPr>
            <p:nvPr/>
          </p:nvSpPr>
          <p:spPr bwMode="auto">
            <a:xfrm>
              <a:off x="4379" y="1229"/>
              <a:ext cx="11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3" name="Rectangle 74">
              <a:extLst>
                <a:ext uri="{FF2B5EF4-FFF2-40B4-BE49-F238E27FC236}">
                  <a16:creationId xmlns:a16="http://schemas.microsoft.com/office/drawing/2014/main" id="{BDF5FDC3-861C-D6F2-35A4-CDE1BE611D85}"/>
                </a:ext>
              </a:extLst>
            </p:cNvPr>
            <p:cNvSpPr>
              <a:spLocks noChangeArrowheads="1"/>
            </p:cNvSpPr>
            <p:nvPr/>
          </p:nvSpPr>
          <p:spPr bwMode="auto">
            <a:xfrm>
              <a:off x="5530" y="122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44" name="Line 75">
              <a:extLst>
                <a:ext uri="{FF2B5EF4-FFF2-40B4-BE49-F238E27FC236}">
                  <a16:creationId xmlns:a16="http://schemas.microsoft.com/office/drawing/2014/main" id="{DAC77F4F-DFDC-030A-0EDD-D51B57743F63}"/>
                </a:ext>
              </a:extLst>
            </p:cNvPr>
            <p:cNvSpPr>
              <a:spLocks noChangeShapeType="1"/>
            </p:cNvSpPr>
            <p:nvPr/>
          </p:nvSpPr>
          <p:spPr bwMode="auto">
            <a:xfrm>
              <a:off x="5530" y="122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5" name="Line 76">
              <a:extLst>
                <a:ext uri="{FF2B5EF4-FFF2-40B4-BE49-F238E27FC236}">
                  <a16:creationId xmlns:a16="http://schemas.microsoft.com/office/drawing/2014/main" id="{FC246919-B570-10DF-26B3-64C074549690}"/>
                </a:ext>
              </a:extLst>
            </p:cNvPr>
            <p:cNvSpPr>
              <a:spLocks noChangeShapeType="1"/>
            </p:cNvSpPr>
            <p:nvPr/>
          </p:nvSpPr>
          <p:spPr bwMode="auto">
            <a:xfrm>
              <a:off x="5530" y="1229"/>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6" name="Rectangle 77">
              <a:extLst>
                <a:ext uri="{FF2B5EF4-FFF2-40B4-BE49-F238E27FC236}">
                  <a16:creationId xmlns:a16="http://schemas.microsoft.com/office/drawing/2014/main" id="{553758EF-03FC-3610-B539-CD45973E73BD}"/>
                </a:ext>
              </a:extLst>
            </p:cNvPr>
            <p:cNvSpPr>
              <a:spLocks noChangeArrowheads="1"/>
            </p:cNvSpPr>
            <p:nvPr/>
          </p:nvSpPr>
          <p:spPr bwMode="auto">
            <a:xfrm>
              <a:off x="5530" y="1229"/>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47" name="Line 78">
              <a:extLst>
                <a:ext uri="{FF2B5EF4-FFF2-40B4-BE49-F238E27FC236}">
                  <a16:creationId xmlns:a16="http://schemas.microsoft.com/office/drawing/2014/main" id="{5310BFFD-71B4-C89F-01A6-6FC09BF7A47B}"/>
                </a:ext>
              </a:extLst>
            </p:cNvPr>
            <p:cNvSpPr>
              <a:spLocks noChangeShapeType="1"/>
            </p:cNvSpPr>
            <p:nvPr/>
          </p:nvSpPr>
          <p:spPr bwMode="auto">
            <a:xfrm>
              <a:off x="5530" y="122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8" name="Line 79">
              <a:extLst>
                <a:ext uri="{FF2B5EF4-FFF2-40B4-BE49-F238E27FC236}">
                  <a16:creationId xmlns:a16="http://schemas.microsoft.com/office/drawing/2014/main" id="{D6879C90-A01F-B5C4-D56A-EEC2A32E3A03}"/>
                </a:ext>
              </a:extLst>
            </p:cNvPr>
            <p:cNvSpPr>
              <a:spLocks noChangeShapeType="1"/>
            </p:cNvSpPr>
            <p:nvPr/>
          </p:nvSpPr>
          <p:spPr bwMode="auto">
            <a:xfrm>
              <a:off x="5530" y="1229"/>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9" name="Rectangle 80">
              <a:extLst>
                <a:ext uri="{FF2B5EF4-FFF2-40B4-BE49-F238E27FC236}">
                  <a16:creationId xmlns:a16="http://schemas.microsoft.com/office/drawing/2014/main" id="{4F3C64E8-362C-ACEE-A711-0B655203400D}"/>
                </a:ext>
              </a:extLst>
            </p:cNvPr>
            <p:cNvSpPr>
              <a:spLocks noChangeArrowheads="1"/>
            </p:cNvSpPr>
            <p:nvPr/>
          </p:nvSpPr>
          <p:spPr bwMode="auto">
            <a:xfrm>
              <a:off x="2653" y="1490"/>
              <a:ext cx="78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15          8</a:t>
              </a:r>
              <a:endParaRPr lang="en-US" altLang="es-ES" sz="2400" b="0" i="0" baseline="0"/>
            </a:p>
          </p:txBody>
        </p:sp>
        <p:sp>
          <p:nvSpPr>
            <p:cNvPr id="7250" name="Rectangle 81">
              <a:extLst>
                <a:ext uri="{FF2B5EF4-FFF2-40B4-BE49-F238E27FC236}">
                  <a16:creationId xmlns:a16="http://schemas.microsoft.com/office/drawing/2014/main" id="{FDE99A6E-1593-BC9C-BB4A-7B21CB5DDDD9}"/>
                </a:ext>
              </a:extLst>
            </p:cNvPr>
            <p:cNvSpPr>
              <a:spLocks noChangeArrowheads="1"/>
            </p:cNvSpPr>
            <p:nvPr/>
          </p:nvSpPr>
          <p:spPr bwMode="auto">
            <a:xfrm>
              <a:off x="3333" y="1490"/>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51" name="Rectangle 82">
              <a:extLst>
                <a:ext uri="{FF2B5EF4-FFF2-40B4-BE49-F238E27FC236}">
                  <a16:creationId xmlns:a16="http://schemas.microsoft.com/office/drawing/2014/main" id="{D7136764-01E5-15AD-3D85-30E7266F0E97}"/>
                </a:ext>
              </a:extLst>
            </p:cNvPr>
            <p:cNvSpPr>
              <a:spLocks noChangeArrowheads="1"/>
            </p:cNvSpPr>
            <p:nvPr/>
          </p:nvSpPr>
          <p:spPr bwMode="auto">
            <a:xfrm>
              <a:off x="3418" y="1490"/>
              <a:ext cx="73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7           0</a:t>
              </a:r>
              <a:endParaRPr lang="en-US" altLang="es-ES" sz="2400" b="0" i="0" baseline="0"/>
            </a:p>
          </p:txBody>
        </p:sp>
        <p:sp>
          <p:nvSpPr>
            <p:cNvPr id="7252" name="Rectangle 83">
              <a:extLst>
                <a:ext uri="{FF2B5EF4-FFF2-40B4-BE49-F238E27FC236}">
                  <a16:creationId xmlns:a16="http://schemas.microsoft.com/office/drawing/2014/main" id="{0CA0F2D8-F5C7-4D9B-D358-F760DFE01447}"/>
                </a:ext>
              </a:extLst>
            </p:cNvPr>
            <p:cNvSpPr>
              <a:spLocks noChangeArrowheads="1"/>
            </p:cNvSpPr>
            <p:nvPr/>
          </p:nvSpPr>
          <p:spPr bwMode="auto">
            <a:xfrm>
              <a:off x="4056" y="1490"/>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53" name="Rectangle 84">
              <a:extLst>
                <a:ext uri="{FF2B5EF4-FFF2-40B4-BE49-F238E27FC236}">
                  <a16:creationId xmlns:a16="http://schemas.microsoft.com/office/drawing/2014/main" id="{D9E539A1-3CEF-32AA-5042-5FD7200A8187}"/>
                </a:ext>
              </a:extLst>
            </p:cNvPr>
            <p:cNvSpPr>
              <a:spLocks noChangeArrowheads="1"/>
            </p:cNvSpPr>
            <p:nvPr/>
          </p:nvSpPr>
          <p:spPr bwMode="auto">
            <a:xfrm>
              <a:off x="4184" y="1490"/>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54" name="Rectangle 85">
              <a:extLst>
                <a:ext uri="{FF2B5EF4-FFF2-40B4-BE49-F238E27FC236}">
                  <a16:creationId xmlns:a16="http://schemas.microsoft.com/office/drawing/2014/main" id="{11C56B28-FD48-B75B-BA55-6FC88C7F3D7E}"/>
                </a:ext>
              </a:extLst>
            </p:cNvPr>
            <p:cNvSpPr>
              <a:spLocks noChangeArrowheads="1"/>
            </p:cNvSpPr>
            <p:nvPr/>
          </p:nvSpPr>
          <p:spPr bwMode="auto">
            <a:xfrm>
              <a:off x="4415" y="1490"/>
              <a:ext cx="1136"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15                  0</a:t>
              </a:r>
              <a:endParaRPr lang="en-US" altLang="es-ES" sz="2400" b="0" i="0" baseline="0"/>
            </a:p>
          </p:txBody>
        </p:sp>
        <p:sp>
          <p:nvSpPr>
            <p:cNvPr id="7255" name="Rectangle 86">
              <a:extLst>
                <a:ext uri="{FF2B5EF4-FFF2-40B4-BE49-F238E27FC236}">
                  <a16:creationId xmlns:a16="http://schemas.microsoft.com/office/drawing/2014/main" id="{FC8ECC8E-B770-FAFA-4E5C-99C8CF7616EE}"/>
                </a:ext>
              </a:extLst>
            </p:cNvPr>
            <p:cNvSpPr>
              <a:spLocks noChangeArrowheads="1"/>
            </p:cNvSpPr>
            <p:nvPr/>
          </p:nvSpPr>
          <p:spPr bwMode="auto">
            <a:xfrm>
              <a:off x="5435" y="1490"/>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56" name="Rectangle 87">
              <a:extLst>
                <a:ext uri="{FF2B5EF4-FFF2-40B4-BE49-F238E27FC236}">
                  <a16:creationId xmlns:a16="http://schemas.microsoft.com/office/drawing/2014/main" id="{C18F0797-F72D-3CF1-5DFB-CDC618692AF7}"/>
                </a:ext>
              </a:extLst>
            </p:cNvPr>
            <p:cNvSpPr>
              <a:spLocks noChangeArrowheads="1"/>
            </p:cNvSpPr>
            <p:nvPr/>
          </p:nvSpPr>
          <p:spPr bwMode="auto">
            <a:xfrm>
              <a:off x="2762" y="1738"/>
              <a:ext cx="55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PC(H)</a:t>
              </a:r>
              <a:endParaRPr lang="en-US" altLang="es-ES" sz="2400" b="0" i="0" baseline="0"/>
            </a:p>
          </p:txBody>
        </p:sp>
        <p:sp>
          <p:nvSpPr>
            <p:cNvPr id="7257" name="Rectangle 88">
              <a:extLst>
                <a:ext uri="{FF2B5EF4-FFF2-40B4-BE49-F238E27FC236}">
                  <a16:creationId xmlns:a16="http://schemas.microsoft.com/office/drawing/2014/main" id="{4868CE1C-2652-18C1-F05A-9693E71BAA7F}"/>
                </a:ext>
              </a:extLst>
            </p:cNvPr>
            <p:cNvSpPr>
              <a:spLocks noChangeArrowheads="1"/>
            </p:cNvSpPr>
            <p:nvPr/>
          </p:nvSpPr>
          <p:spPr bwMode="auto">
            <a:xfrm>
              <a:off x="3231" y="1738"/>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58" name="Rectangle 89">
              <a:extLst>
                <a:ext uri="{FF2B5EF4-FFF2-40B4-BE49-F238E27FC236}">
                  <a16:creationId xmlns:a16="http://schemas.microsoft.com/office/drawing/2014/main" id="{36118A2E-9CBA-8103-B732-F0BB343F79F7}"/>
                </a:ext>
              </a:extLst>
            </p:cNvPr>
            <p:cNvSpPr>
              <a:spLocks noChangeArrowheads="1"/>
            </p:cNvSpPr>
            <p:nvPr/>
          </p:nvSpPr>
          <p:spPr bwMode="auto">
            <a:xfrm>
              <a:off x="3537" y="1738"/>
              <a:ext cx="541"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PC(L)</a:t>
              </a:r>
              <a:endParaRPr lang="en-US" altLang="es-ES" sz="2400" b="0" i="0" baseline="0"/>
            </a:p>
          </p:txBody>
        </p:sp>
        <p:sp>
          <p:nvSpPr>
            <p:cNvPr id="7259" name="Rectangle 90">
              <a:extLst>
                <a:ext uri="{FF2B5EF4-FFF2-40B4-BE49-F238E27FC236}">
                  <a16:creationId xmlns:a16="http://schemas.microsoft.com/office/drawing/2014/main" id="{2F6F9425-ACFB-1BE7-9CC4-AF5F6E4E834D}"/>
                </a:ext>
              </a:extLst>
            </p:cNvPr>
            <p:cNvSpPr>
              <a:spLocks noChangeArrowheads="1"/>
            </p:cNvSpPr>
            <p:nvPr/>
          </p:nvSpPr>
          <p:spPr bwMode="auto">
            <a:xfrm>
              <a:off x="3988" y="1738"/>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60" name="Rectangle 91">
              <a:extLst>
                <a:ext uri="{FF2B5EF4-FFF2-40B4-BE49-F238E27FC236}">
                  <a16:creationId xmlns:a16="http://schemas.microsoft.com/office/drawing/2014/main" id="{378A73D1-1834-FFE4-927A-AFE1359C3F08}"/>
                </a:ext>
              </a:extLst>
            </p:cNvPr>
            <p:cNvSpPr>
              <a:spLocks noChangeArrowheads="1"/>
            </p:cNvSpPr>
            <p:nvPr/>
          </p:nvSpPr>
          <p:spPr bwMode="auto">
            <a:xfrm>
              <a:off x="4260" y="1738"/>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61" name="Rectangle 92">
              <a:extLst>
                <a:ext uri="{FF2B5EF4-FFF2-40B4-BE49-F238E27FC236}">
                  <a16:creationId xmlns:a16="http://schemas.microsoft.com/office/drawing/2014/main" id="{C6CCCA7C-B93E-6EC0-2CFC-0D576CD79608}"/>
                </a:ext>
              </a:extLst>
            </p:cNvPr>
            <p:cNvSpPr>
              <a:spLocks noChangeArrowheads="1"/>
            </p:cNvSpPr>
            <p:nvPr/>
          </p:nvSpPr>
          <p:spPr bwMode="auto">
            <a:xfrm>
              <a:off x="4850" y="1738"/>
              <a:ext cx="28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R2</a:t>
              </a:r>
              <a:endParaRPr lang="en-US" altLang="es-ES" sz="2400" b="0" i="0" baseline="0"/>
            </a:p>
          </p:txBody>
        </p:sp>
        <p:sp>
          <p:nvSpPr>
            <p:cNvPr id="7262" name="Rectangle 93">
              <a:extLst>
                <a:ext uri="{FF2B5EF4-FFF2-40B4-BE49-F238E27FC236}">
                  <a16:creationId xmlns:a16="http://schemas.microsoft.com/office/drawing/2014/main" id="{5D5A1A5A-83ED-AC44-7E2A-DEAD017EFDE2}"/>
                </a:ext>
              </a:extLst>
            </p:cNvPr>
            <p:cNvSpPr>
              <a:spLocks noChangeArrowheads="1"/>
            </p:cNvSpPr>
            <p:nvPr/>
          </p:nvSpPr>
          <p:spPr bwMode="auto">
            <a:xfrm>
              <a:off x="5058" y="1738"/>
              <a:ext cx="11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100" i="0" baseline="0">
                  <a:solidFill>
                    <a:srgbClr val="000000"/>
                  </a:solidFill>
                </a:rPr>
                <a:t> </a:t>
              </a:r>
              <a:endParaRPr lang="en-US" altLang="es-ES" sz="2400" b="0" i="0" baseline="0"/>
            </a:p>
          </p:txBody>
        </p:sp>
        <p:sp>
          <p:nvSpPr>
            <p:cNvPr id="7263" name="Rectangle 94">
              <a:extLst>
                <a:ext uri="{FF2B5EF4-FFF2-40B4-BE49-F238E27FC236}">
                  <a16:creationId xmlns:a16="http://schemas.microsoft.com/office/drawing/2014/main" id="{7A1F3B81-E4B1-7D50-3B7C-B3DFE149BF2C}"/>
                </a:ext>
              </a:extLst>
            </p:cNvPr>
            <p:cNvSpPr>
              <a:spLocks noChangeArrowheads="1"/>
            </p:cNvSpPr>
            <p:nvPr/>
          </p:nvSpPr>
          <p:spPr bwMode="auto">
            <a:xfrm>
              <a:off x="2611" y="172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64" name="Line 95">
              <a:extLst>
                <a:ext uri="{FF2B5EF4-FFF2-40B4-BE49-F238E27FC236}">
                  <a16:creationId xmlns:a16="http://schemas.microsoft.com/office/drawing/2014/main" id="{D7E723A1-A077-DE34-829D-FC84EDD34671}"/>
                </a:ext>
              </a:extLst>
            </p:cNvPr>
            <p:cNvSpPr>
              <a:spLocks noChangeShapeType="1"/>
            </p:cNvSpPr>
            <p:nvPr/>
          </p:nvSpPr>
          <p:spPr bwMode="auto">
            <a:xfrm>
              <a:off x="2611" y="1726"/>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5" name="Line 96">
              <a:extLst>
                <a:ext uri="{FF2B5EF4-FFF2-40B4-BE49-F238E27FC236}">
                  <a16:creationId xmlns:a16="http://schemas.microsoft.com/office/drawing/2014/main" id="{36BC0143-9BD0-E864-2D7C-D60E4A4A5736}"/>
                </a:ext>
              </a:extLst>
            </p:cNvPr>
            <p:cNvSpPr>
              <a:spLocks noChangeShapeType="1"/>
            </p:cNvSpPr>
            <p:nvPr/>
          </p:nvSpPr>
          <p:spPr bwMode="auto">
            <a:xfrm>
              <a:off x="2611"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6" name="Rectangle 97">
              <a:extLst>
                <a:ext uri="{FF2B5EF4-FFF2-40B4-BE49-F238E27FC236}">
                  <a16:creationId xmlns:a16="http://schemas.microsoft.com/office/drawing/2014/main" id="{04FDF51E-9D01-3341-4980-49AB13C4CAA4}"/>
                </a:ext>
              </a:extLst>
            </p:cNvPr>
            <p:cNvSpPr>
              <a:spLocks noChangeArrowheads="1"/>
            </p:cNvSpPr>
            <p:nvPr/>
          </p:nvSpPr>
          <p:spPr bwMode="auto">
            <a:xfrm>
              <a:off x="2611" y="172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67" name="Line 98">
              <a:extLst>
                <a:ext uri="{FF2B5EF4-FFF2-40B4-BE49-F238E27FC236}">
                  <a16:creationId xmlns:a16="http://schemas.microsoft.com/office/drawing/2014/main" id="{0E2AEDBA-4E4F-31B2-8A5F-D0B0AF073C55}"/>
                </a:ext>
              </a:extLst>
            </p:cNvPr>
            <p:cNvSpPr>
              <a:spLocks noChangeShapeType="1"/>
            </p:cNvSpPr>
            <p:nvPr/>
          </p:nvSpPr>
          <p:spPr bwMode="auto">
            <a:xfrm>
              <a:off x="2611" y="1726"/>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8" name="Line 99">
              <a:extLst>
                <a:ext uri="{FF2B5EF4-FFF2-40B4-BE49-F238E27FC236}">
                  <a16:creationId xmlns:a16="http://schemas.microsoft.com/office/drawing/2014/main" id="{9333ECDA-AFC7-45B8-5FC7-E1D7EADF6100}"/>
                </a:ext>
              </a:extLst>
            </p:cNvPr>
            <p:cNvSpPr>
              <a:spLocks noChangeShapeType="1"/>
            </p:cNvSpPr>
            <p:nvPr/>
          </p:nvSpPr>
          <p:spPr bwMode="auto">
            <a:xfrm>
              <a:off x="2611"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9" name="Rectangle 100">
              <a:extLst>
                <a:ext uri="{FF2B5EF4-FFF2-40B4-BE49-F238E27FC236}">
                  <a16:creationId xmlns:a16="http://schemas.microsoft.com/office/drawing/2014/main" id="{2BDF2F37-EAD5-6D29-A3D0-34A7E8A82B33}"/>
                </a:ext>
              </a:extLst>
            </p:cNvPr>
            <p:cNvSpPr>
              <a:spLocks noChangeArrowheads="1"/>
            </p:cNvSpPr>
            <p:nvPr/>
          </p:nvSpPr>
          <p:spPr bwMode="auto">
            <a:xfrm>
              <a:off x="2616" y="1726"/>
              <a:ext cx="76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70" name="Line 101">
              <a:extLst>
                <a:ext uri="{FF2B5EF4-FFF2-40B4-BE49-F238E27FC236}">
                  <a16:creationId xmlns:a16="http://schemas.microsoft.com/office/drawing/2014/main" id="{AD7D32FD-9AF7-245A-78FD-FC8E5AF32765}"/>
                </a:ext>
              </a:extLst>
            </p:cNvPr>
            <p:cNvSpPr>
              <a:spLocks noChangeShapeType="1"/>
            </p:cNvSpPr>
            <p:nvPr/>
          </p:nvSpPr>
          <p:spPr bwMode="auto">
            <a:xfrm>
              <a:off x="2616" y="1726"/>
              <a:ext cx="76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1" name="Rectangle 102">
              <a:extLst>
                <a:ext uri="{FF2B5EF4-FFF2-40B4-BE49-F238E27FC236}">
                  <a16:creationId xmlns:a16="http://schemas.microsoft.com/office/drawing/2014/main" id="{7170CF56-848E-E7B9-C834-0B20CA9F8482}"/>
                </a:ext>
              </a:extLst>
            </p:cNvPr>
            <p:cNvSpPr>
              <a:spLocks noChangeArrowheads="1"/>
            </p:cNvSpPr>
            <p:nvPr/>
          </p:nvSpPr>
          <p:spPr bwMode="auto">
            <a:xfrm>
              <a:off x="3378" y="172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72" name="Line 103">
              <a:extLst>
                <a:ext uri="{FF2B5EF4-FFF2-40B4-BE49-F238E27FC236}">
                  <a16:creationId xmlns:a16="http://schemas.microsoft.com/office/drawing/2014/main" id="{9CFD165A-D668-ED6A-0806-E9E29E7C0325}"/>
                </a:ext>
              </a:extLst>
            </p:cNvPr>
            <p:cNvSpPr>
              <a:spLocks noChangeShapeType="1"/>
            </p:cNvSpPr>
            <p:nvPr/>
          </p:nvSpPr>
          <p:spPr bwMode="auto">
            <a:xfrm>
              <a:off x="3378" y="1726"/>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3" name="Line 104">
              <a:extLst>
                <a:ext uri="{FF2B5EF4-FFF2-40B4-BE49-F238E27FC236}">
                  <a16:creationId xmlns:a16="http://schemas.microsoft.com/office/drawing/2014/main" id="{EBE2A55E-8034-FC87-F5F2-4B824C15F110}"/>
                </a:ext>
              </a:extLst>
            </p:cNvPr>
            <p:cNvSpPr>
              <a:spLocks noChangeShapeType="1"/>
            </p:cNvSpPr>
            <p:nvPr/>
          </p:nvSpPr>
          <p:spPr bwMode="auto">
            <a:xfrm>
              <a:off x="3378"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4" name="Rectangle 105">
              <a:extLst>
                <a:ext uri="{FF2B5EF4-FFF2-40B4-BE49-F238E27FC236}">
                  <a16:creationId xmlns:a16="http://schemas.microsoft.com/office/drawing/2014/main" id="{AA050762-3311-EC96-82A3-868B5D02E25C}"/>
                </a:ext>
              </a:extLst>
            </p:cNvPr>
            <p:cNvSpPr>
              <a:spLocks noChangeArrowheads="1"/>
            </p:cNvSpPr>
            <p:nvPr/>
          </p:nvSpPr>
          <p:spPr bwMode="auto">
            <a:xfrm>
              <a:off x="3383" y="1726"/>
              <a:ext cx="76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75" name="Line 106">
              <a:extLst>
                <a:ext uri="{FF2B5EF4-FFF2-40B4-BE49-F238E27FC236}">
                  <a16:creationId xmlns:a16="http://schemas.microsoft.com/office/drawing/2014/main" id="{E9221F11-EC4C-5463-61F0-F852964E6BD5}"/>
                </a:ext>
              </a:extLst>
            </p:cNvPr>
            <p:cNvSpPr>
              <a:spLocks noChangeShapeType="1"/>
            </p:cNvSpPr>
            <p:nvPr/>
          </p:nvSpPr>
          <p:spPr bwMode="auto">
            <a:xfrm>
              <a:off x="3383" y="1726"/>
              <a:ext cx="76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6" name="Rectangle 107">
              <a:extLst>
                <a:ext uri="{FF2B5EF4-FFF2-40B4-BE49-F238E27FC236}">
                  <a16:creationId xmlns:a16="http://schemas.microsoft.com/office/drawing/2014/main" id="{CCCDB4B9-77D7-A06D-51B3-A85B5F89913B}"/>
                </a:ext>
              </a:extLst>
            </p:cNvPr>
            <p:cNvSpPr>
              <a:spLocks noChangeArrowheads="1"/>
            </p:cNvSpPr>
            <p:nvPr/>
          </p:nvSpPr>
          <p:spPr bwMode="auto">
            <a:xfrm>
              <a:off x="4143" y="172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77" name="Line 108">
              <a:extLst>
                <a:ext uri="{FF2B5EF4-FFF2-40B4-BE49-F238E27FC236}">
                  <a16:creationId xmlns:a16="http://schemas.microsoft.com/office/drawing/2014/main" id="{B5877A2F-0057-062A-294F-1464DB16966D}"/>
                </a:ext>
              </a:extLst>
            </p:cNvPr>
            <p:cNvSpPr>
              <a:spLocks noChangeShapeType="1"/>
            </p:cNvSpPr>
            <p:nvPr/>
          </p:nvSpPr>
          <p:spPr bwMode="auto">
            <a:xfrm>
              <a:off x="4143" y="1726"/>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8" name="Line 109">
              <a:extLst>
                <a:ext uri="{FF2B5EF4-FFF2-40B4-BE49-F238E27FC236}">
                  <a16:creationId xmlns:a16="http://schemas.microsoft.com/office/drawing/2014/main" id="{2D796EB8-8D38-EF53-6F54-3B3AB9114D23}"/>
                </a:ext>
              </a:extLst>
            </p:cNvPr>
            <p:cNvSpPr>
              <a:spLocks noChangeShapeType="1"/>
            </p:cNvSpPr>
            <p:nvPr/>
          </p:nvSpPr>
          <p:spPr bwMode="auto">
            <a:xfrm>
              <a:off x="4143"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9" name="Rectangle 110">
              <a:extLst>
                <a:ext uri="{FF2B5EF4-FFF2-40B4-BE49-F238E27FC236}">
                  <a16:creationId xmlns:a16="http://schemas.microsoft.com/office/drawing/2014/main" id="{74857617-DB17-3DAC-749B-4985854DAAF7}"/>
                </a:ext>
              </a:extLst>
            </p:cNvPr>
            <p:cNvSpPr>
              <a:spLocks noChangeArrowheads="1"/>
            </p:cNvSpPr>
            <p:nvPr/>
          </p:nvSpPr>
          <p:spPr bwMode="auto">
            <a:xfrm>
              <a:off x="4143" y="172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80" name="Line 111">
              <a:extLst>
                <a:ext uri="{FF2B5EF4-FFF2-40B4-BE49-F238E27FC236}">
                  <a16:creationId xmlns:a16="http://schemas.microsoft.com/office/drawing/2014/main" id="{F637069D-EAAC-0508-5B0A-9ECB35BA9C21}"/>
                </a:ext>
              </a:extLst>
            </p:cNvPr>
            <p:cNvSpPr>
              <a:spLocks noChangeShapeType="1"/>
            </p:cNvSpPr>
            <p:nvPr/>
          </p:nvSpPr>
          <p:spPr bwMode="auto">
            <a:xfrm>
              <a:off x="4143" y="1726"/>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1" name="Line 112">
              <a:extLst>
                <a:ext uri="{FF2B5EF4-FFF2-40B4-BE49-F238E27FC236}">
                  <a16:creationId xmlns:a16="http://schemas.microsoft.com/office/drawing/2014/main" id="{B7CCCFA9-F6B1-0080-DC73-8DDA0CF5FA7B}"/>
                </a:ext>
              </a:extLst>
            </p:cNvPr>
            <p:cNvSpPr>
              <a:spLocks noChangeShapeType="1"/>
            </p:cNvSpPr>
            <p:nvPr/>
          </p:nvSpPr>
          <p:spPr bwMode="auto">
            <a:xfrm>
              <a:off x="4143"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2" name="Rectangle 113">
              <a:extLst>
                <a:ext uri="{FF2B5EF4-FFF2-40B4-BE49-F238E27FC236}">
                  <a16:creationId xmlns:a16="http://schemas.microsoft.com/office/drawing/2014/main" id="{50287C35-3667-5CC9-8930-C3B6D0E970E4}"/>
                </a:ext>
              </a:extLst>
            </p:cNvPr>
            <p:cNvSpPr>
              <a:spLocks noChangeArrowheads="1"/>
            </p:cNvSpPr>
            <p:nvPr/>
          </p:nvSpPr>
          <p:spPr bwMode="auto">
            <a:xfrm>
              <a:off x="4374" y="172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83" name="Line 114">
              <a:extLst>
                <a:ext uri="{FF2B5EF4-FFF2-40B4-BE49-F238E27FC236}">
                  <a16:creationId xmlns:a16="http://schemas.microsoft.com/office/drawing/2014/main" id="{2D861DFB-AF53-7B27-1F7C-3E21DAB0FBFD}"/>
                </a:ext>
              </a:extLst>
            </p:cNvPr>
            <p:cNvSpPr>
              <a:spLocks noChangeShapeType="1"/>
            </p:cNvSpPr>
            <p:nvPr/>
          </p:nvSpPr>
          <p:spPr bwMode="auto">
            <a:xfrm>
              <a:off x="4374" y="1726"/>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4" name="Line 115">
              <a:extLst>
                <a:ext uri="{FF2B5EF4-FFF2-40B4-BE49-F238E27FC236}">
                  <a16:creationId xmlns:a16="http://schemas.microsoft.com/office/drawing/2014/main" id="{D13D1CAA-9C88-F2ED-CF34-045D7151854A}"/>
                </a:ext>
              </a:extLst>
            </p:cNvPr>
            <p:cNvSpPr>
              <a:spLocks noChangeShapeType="1"/>
            </p:cNvSpPr>
            <p:nvPr/>
          </p:nvSpPr>
          <p:spPr bwMode="auto">
            <a:xfrm>
              <a:off x="4374"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5" name="Rectangle 116">
              <a:extLst>
                <a:ext uri="{FF2B5EF4-FFF2-40B4-BE49-F238E27FC236}">
                  <a16:creationId xmlns:a16="http://schemas.microsoft.com/office/drawing/2014/main" id="{8C15A76B-19DE-DEC8-165F-360C98DCEE5D}"/>
                </a:ext>
              </a:extLst>
            </p:cNvPr>
            <p:cNvSpPr>
              <a:spLocks noChangeArrowheads="1"/>
            </p:cNvSpPr>
            <p:nvPr/>
          </p:nvSpPr>
          <p:spPr bwMode="auto">
            <a:xfrm>
              <a:off x="4374" y="172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86" name="Line 117">
              <a:extLst>
                <a:ext uri="{FF2B5EF4-FFF2-40B4-BE49-F238E27FC236}">
                  <a16:creationId xmlns:a16="http://schemas.microsoft.com/office/drawing/2014/main" id="{E704F9BF-BC07-5B34-8CC9-EB1149BDD9A1}"/>
                </a:ext>
              </a:extLst>
            </p:cNvPr>
            <p:cNvSpPr>
              <a:spLocks noChangeShapeType="1"/>
            </p:cNvSpPr>
            <p:nvPr/>
          </p:nvSpPr>
          <p:spPr bwMode="auto">
            <a:xfrm>
              <a:off x="4374" y="1726"/>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7" name="Line 118">
              <a:extLst>
                <a:ext uri="{FF2B5EF4-FFF2-40B4-BE49-F238E27FC236}">
                  <a16:creationId xmlns:a16="http://schemas.microsoft.com/office/drawing/2014/main" id="{67F2708A-2AE0-8275-D0D5-B0EB49051F7C}"/>
                </a:ext>
              </a:extLst>
            </p:cNvPr>
            <p:cNvSpPr>
              <a:spLocks noChangeShapeType="1"/>
            </p:cNvSpPr>
            <p:nvPr/>
          </p:nvSpPr>
          <p:spPr bwMode="auto">
            <a:xfrm>
              <a:off x="4374"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8" name="Rectangle 119">
              <a:extLst>
                <a:ext uri="{FF2B5EF4-FFF2-40B4-BE49-F238E27FC236}">
                  <a16:creationId xmlns:a16="http://schemas.microsoft.com/office/drawing/2014/main" id="{6EEAB0D2-4F4E-C2C7-AA98-0A03EBEAEBFE}"/>
                </a:ext>
              </a:extLst>
            </p:cNvPr>
            <p:cNvSpPr>
              <a:spLocks noChangeArrowheads="1"/>
            </p:cNvSpPr>
            <p:nvPr/>
          </p:nvSpPr>
          <p:spPr bwMode="auto">
            <a:xfrm>
              <a:off x="4379" y="1726"/>
              <a:ext cx="11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89" name="Line 120">
              <a:extLst>
                <a:ext uri="{FF2B5EF4-FFF2-40B4-BE49-F238E27FC236}">
                  <a16:creationId xmlns:a16="http://schemas.microsoft.com/office/drawing/2014/main" id="{E8F6778B-FF76-EF2B-69D4-FEB06D29386D}"/>
                </a:ext>
              </a:extLst>
            </p:cNvPr>
            <p:cNvSpPr>
              <a:spLocks noChangeShapeType="1"/>
            </p:cNvSpPr>
            <p:nvPr/>
          </p:nvSpPr>
          <p:spPr bwMode="auto">
            <a:xfrm>
              <a:off x="4379" y="1726"/>
              <a:ext cx="11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0" name="Rectangle 121">
              <a:extLst>
                <a:ext uri="{FF2B5EF4-FFF2-40B4-BE49-F238E27FC236}">
                  <a16:creationId xmlns:a16="http://schemas.microsoft.com/office/drawing/2014/main" id="{411308AD-F564-A4B9-12B4-E0292128B571}"/>
                </a:ext>
              </a:extLst>
            </p:cNvPr>
            <p:cNvSpPr>
              <a:spLocks noChangeArrowheads="1"/>
            </p:cNvSpPr>
            <p:nvPr/>
          </p:nvSpPr>
          <p:spPr bwMode="auto">
            <a:xfrm>
              <a:off x="5530" y="1726"/>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91" name="Line 122">
              <a:extLst>
                <a:ext uri="{FF2B5EF4-FFF2-40B4-BE49-F238E27FC236}">
                  <a16:creationId xmlns:a16="http://schemas.microsoft.com/office/drawing/2014/main" id="{E8D21816-CDCC-8F75-BF73-774E0F7909E1}"/>
                </a:ext>
              </a:extLst>
            </p:cNvPr>
            <p:cNvSpPr>
              <a:spLocks noChangeShapeType="1"/>
            </p:cNvSpPr>
            <p:nvPr/>
          </p:nvSpPr>
          <p:spPr bwMode="auto">
            <a:xfrm>
              <a:off x="5530" y="172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2" name="Line 123">
              <a:extLst>
                <a:ext uri="{FF2B5EF4-FFF2-40B4-BE49-F238E27FC236}">
                  <a16:creationId xmlns:a16="http://schemas.microsoft.com/office/drawing/2014/main" id="{99BF54AB-2712-9857-562C-11DA53CC2823}"/>
                </a:ext>
              </a:extLst>
            </p:cNvPr>
            <p:cNvSpPr>
              <a:spLocks noChangeShapeType="1"/>
            </p:cNvSpPr>
            <p:nvPr/>
          </p:nvSpPr>
          <p:spPr bwMode="auto">
            <a:xfrm>
              <a:off x="5530"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3" name="Rectangle 124">
              <a:extLst>
                <a:ext uri="{FF2B5EF4-FFF2-40B4-BE49-F238E27FC236}">
                  <a16:creationId xmlns:a16="http://schemas.microsoft.com/office/drawing/2014/main" id="{A0A97CD0-F2CF-7BE5-967A-1B1B7EC69A06}"/>
                </a:ext>
              </a:extLst>
            </p:cNvPr>
            <p:cNvSpPr>
              <a:spLocks noChangeArrowheads="1"/>
            </p:cNvSpPr>
            <p:nvPr/>
          </p:nvSpPr>
          <p:spPr bwMode="auto">
            <a:xfrm>
              <a:off x="5530" y="1726"/>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94" name="Line 125">
              <a:extLst>
                <a:ext uri="{FF2B5EF4-FFF2-40B4-BE49-F238E27FC236}">
                  <a16:creationId xmlns:a16="http://schemas.microsoft.com/office/drawing/2014/main" id="{BF223F64-C9EF-6307-2A3E-116C78F2FA84}"/>
                </a:ext>
              </a:extLst>
            </p:cNvPr>
            <p:cNvSpPr>
              <a:spLocks noChangeShapeType="1"/>
            </p:cNvSpPr>
            <p:nvPr/>
          </p:nvSpPr>
          <p:spPr bwMode="auto">
            <a:xfrm>
              <a:off x="5530" y="1726"/>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5" name="Line 126">
              <a:extLst>
                <a:ext uri="{FF2B5EF4-FFF2-40B4-BE49-F238E27FC236}">
                  <a16:creationId xmlns:a16="http://schemas.microsoft.com/office/drawing/2014/main" id="{9F077AB9-FC09-81B4-2B29-9427F18BD002}"/>
                </a:ext>
              </a:extLst>
            </p:cNvPr>
            <p:cNvSpPr>
              <a:spLocks noChangeShapeType="1"/>
            </p:cNvSpPr>
            <p:nvPr/>
          </p:nvSpPr>
          <p:spPr bwMode="auto">
            <a:xfrm>
              <a:off x="5530" y="1726"/>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6" name="Rectangle 127">
              <a:extLst>
                <a:ext uri="{FF2B5EF4-FFF2-40B4-BE49-F238E27FC236}">
                  <a16:creationId xmlns:a16="http://schemas.microsoft.com/office/drawing/2014/main" id="{38F8ACDA-FB8A-EA57-FA76-40E19C9EBDE4}"/>
                </a:ext>
              </a:extLst>
            </p:cNvPr>
            <p:cNvSpPr>
              <a:spLocks noChangeArrowheads="1"/>
            </p:cNvSpPr>
            <p:nvPr/>
          </p:nvSpPr>
          <p:spPr bwMode="auto">
            <a:xfrm>
              <a:off x="2611" y="1731"/>
              <a:ext cx="5" cy="2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97" name="Line 128">
              <a:extLst>
                <a:ext uri="{FF2B5EF4-FFF2-40B4-BE49-F238E27FC236}">
                  <a16:creationId xmlns:a16="http://schemas.microsoft.com/office/drawing/2014/main" id="{7AE50D44-DD30-C1BF-D037-2852C90B6D53}"/>
                </a:ext>
              </a:extLst>
            </p:cNvPr>
            <p:cNvSpPr>
              <a:spLocks noChangeShapeType="1"/>
            </p:cNvSpPr>
            <p:nvPr/>
          </p:nvSpPr>
          <p:spPr bwMode="auto">
            <a:xfrm>
              <a:off x="2611" y="1731"/>
              <a:ext cx="1" cy="2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8" name="Rectangle 129">
              <a:extLst>
                <a:ext uri="{FF2B5EF4-FFF2-40B4-BE49-F238E27FC236}">
                  <a16:creationId xmlns:a16="http://schemas.microsoft.com/office/drawing/2014/main" id="{E932550C-EA41-9940-DF4C-ECDEB5EC57FB}"/>
                </a:ext>
              </a:extLst>
            </p:cNvPr>
            <p:cNvSpPr>
              <a:spLocks noChangeArrowheads="1"/>
            </p:cNvSpPr>
            <p:nvPr/>
          </p:nvSpPr>
          <p:spPr bwMode="auto">
            <a:xfrm>
              <a:off x="2611" y="19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299" name="Line 130">
              <a:extLst>
                <a:ext uri="{FF2B5EF4-FFF2-40B4-BE49-F238E27FC236}">
                  <a16:creationId xmlns:a16="http://schemas.microsoft.com/office/drawing/2014/main" id="{7B7D4EEA-4C74-CF41-2CF1-0AD20FF3E5D1}"/>
                </a:ext>
              </a:extLst>
            </p:cNvPr>
            <p:cNvSpPr>
              <a:spLocks noChangeShapeType="1"/>
            </p:cNvSpPr>
            <p:nvPr/>
          </p:nvSpPr>
          <p:spPr bwMode="auto">
            <a:xfrm>
              <a:off x="2611" y="197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0" name="Line 131">
              <a:extLst>
                <a:ext uri="{FF2B5EF4-FFF2-40B4-BE49-F238E27FC236}">
                  <a16:creationId xmlns:a16="http://schemas.microsoft.com/office/drawing/2014/main" id="{AD6B37DA-DFBF-DBE2-C815-31C4FC9A0E3B}"/>
                </a:ext>
              </a:extLst>
            </p:cNvPr>
            <p:cNvSpPr>
              <a:spLocks noChangeShapeType="1"/>
            </p:cNvSpPr>
            <p:nvPr/>
          </p:nvSpPr>
          <p:spPr bwMode="auto">
            <a:xfrm>
              <a:off x="2611"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1" name="Rectangle 132">
              <a:extLst>
                <a:ext uri="{FF2B5EF4-FFF2-40B4-BE49-F238E27FC236}">
                  <a16:creationId xmlns:a16="http://schemas.microsoft.com/office/drawing/2014/main" id="{49BF5607-F6E9-B11E-60C1-C8A52F831162}"/>
                </a:ext>
              </a:extLst>
            </p:cNvPr>
            <p:cNvSpPr>
              <a:spLocks noChangeArrowheads="1"/>
            </p:cNvSpPr>
            <p:nvPr/>
          </p:nvSpPr>
          <p:spPr bwMode="auto">
            <a:xfrm>
              <a:off x="2611" y="19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02" name="Line 133">
              <a:extLst>
                <a:ext uri="{FF2B5EF4-FFF2-40B4-BE49-F238E27FC236}">
                  <a16:creationId xmlns:a16="http://schemas.microsoft.com/office/drawing/2014/main" id="{4803A0D4-A369-7E95-6089-309C46D8BDFA}"/>
                </a:ext>
              </a:extLst>
            </p:cNvPr>
            <p:cNvSpPr>
              <a:spLocks noChangeShapeType="1"/>
            </p:cNvSpPr>
            <p:nvPr/>
          </p:nvSpPr>
          <p:spPr bwMode="auto">
            <a:xfrm>
              <a:off x="2611" y="197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3" name="Line 134">
              <a:extLst>
                <a:ext uri="{FF2B5EF4-FFF2-40B4-BE49-F238E27FC236}">
                  <a16:creationId xmlns:a16="http://schemas.microsoft.com/office/drawing/2014/main" id="{C9ADDA78-88C5-AE2D-1374-7345C8FFC1EA}"/>
                </a:ext>
              </a:extLst>
            </p:cNvPr>
            <p:cNvSpPr>
              <a:spLocks noChangeShapeType="1"/>
            </p:cNvSpPr>
            <p:nvPr/>
          </p:nvSpPr>
          <p:spPr bwMode="auto">
            <a:xfrm>
              <a:off x="2611"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4" name="Rectangle 135">
              <a:extLst>
                <a:ext uri="{FF2B5EF4-FFF2-40B4-BE49-F238E27FC236}">
                  <a16:creationId xmlns:a16="http://schemas.microsoft.com/office/drawing/2014/main" id="{695FBC51-1495-6120-F488-D6A9D9F53D7E}"/>
                </a:ext>
              </a:extLst>
            </p:cNvPr>
            <p:cNvSpPr>
              <a:spLocks noChangeArrowheads="1"/>
            </p:cNvSpPr>
            <p:nvPr/>
          </p:nvSpPr>
          <p:spPr bwMode="auto">
            <a:xfrm>
              <a:off x="2616" y="1975"/>
              <a:ext cx="76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05" name="Line 136">
              <a:extLst>
                <a:ext uri="{FF2B5EF4-FFF2-40B4-BE49-F238E27FC236}">
                  <a16:creationId xmlns:a16="http://schemas.microsoft.com/office/drawing/2014/main" id="{A6F0A81F-0DFF-785F-63AA-F772EABA26D5}"/>
                </a:ext>
              </a:extLst>
            </p:cNvPr>
            <p:cNvSpPr>
              <a:spLocks noChangeShapeType="1"/>
            </p:cNvSpPr>
            <p:nvPr/>
          </p:nvSpPr>
          <p:spPr bwMode="auto">
            <a:xfrm>
              <a:off x="2616" y="1975"/>
              <a:ext cx="76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6" name="Rectangle 137">
              <a:extLst>
                <a:ext uri="{FF2B5EF4-FFF2-40B4-BE49-F238E27FC236}">
                  <a16:creationId xmlns:a16="http://schemas.microsoft.com/office/drawing/2014/main" id="{00D07A40-7F87-2BAD-3126-B0DFF56F3788}"/>
                </a:ext>
              </a:extLst>
            </p:cNvPr>
            <p:cNvSpPr>
              <a:spLocks noChangeArrowheads="1"/>
            </p:cNvSpPr>
            <p:nvPr/>
          </p:nvSpPr>
          <p:spPr bwMode="auto">
            <a:xfrm>
              <a:off x="3378" y="1731"/>
              <a:ext cx="5" cy="2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07" name="Line 138">
              <a:extLst>
                <a:ext uri="{FF2B5EF4-FFF2-40B4-BE49-F238E27FC236}">
                  <a16:creationId xmlns:a16="http://schemas.microsoft.com/office/drawing/2014/main" id="{061A19BD-0736-9F15-827E-664C87D9025B}"/>
                </a:ext>
              </a:extLst>
            </p:cNvPr>
            <p:cNvSpPr>
              <a:spLocks noChangeShapeType="1"/>
            </p:cNvSpPr>
            <p:nvPr/>
          </p:nvSpPr>
          <p:spPr bwMode="auto">
            <a:xfrm>
              <a:off x="3378" y="1731"/>
              <a:ext cx="1" cy="2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8" name="Rectangle 139">
              <a:extLst>
                <a:ext uri="{FF2B5EF4-FFF2-40B4-BE49-F238E27FC236}">
                  <a16:creationId xmlns:a16="http://schemas.microsoft.com/office/drawing/2014/main" id="{99F79547-1318-AC07-D65A-A2E3E453D0E2}"/>
                </a:ext>
              </a:extLst>
            </p:cNvPr>
            <p:cNvSpPr>
              <a:spLocks noChangeArrowheads="1"/>
            </p:cNvSpPr>
            <p:nvPr/>
          </p:nvSpPr>
          <p:spPr bwMode="auto">
            <a:xfrm>
              <a:off x="3378" y="19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09" name="Line 140">
              <a:extLst>
                <a:ext uri="{FF2B5EF4-FFF2-40B4-BE49-F238E27FC236}">
                  <a16:creationId xmlns:a16="http://schemas.microsoft.com/office/drawing/2014/main" id="{EB52DA6A-7445-3819-ADEB-D2067530C2C9}"/>
                </a:ext>
              </a:extLst>
            </p:cNvPr>
            <p:cNvSpPr>
              <a:spLocks noChangeShapeType="1"/>
            </p:cNvSpPr>
            <p:nvPr/>
          </p:nvSpPr>
          <p:spPr bwMode="auto">
            <a:xfrm>
              <a:off x="3378" y="197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10" name="Line 141">
              <a:extLst>
                <a:ext uri="{FF2B5EF4-FFF2-40B4-BE49-F238E27FC236}">
                  <a16:creationId xmlns:a16="http://schemas.microsoft.com/office/drawing/2014/main" id="{B8FF5141-567D-F646-A62B-61378640E8EA}"/>
                </a:ext>
              </a:extLst>
            </p:cNvPr>
            <p:cNvSpPr>
              <a:spLocks noChangeShapeType="1"/>
            </p:cNvSpPr>
            <p:nvPr/>
          </p:nvSpPr>
          <p:spPr bwMode="auto">
            <a:xfrm>
              <a:off x="3378"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11" name="Rectangle 142">
              <a:extLst>
                <a:ext uri="{FF2B5EF4-FFF2-40B4-BE49-F238E27FC236}">
                  <a16:creationId xmlns:a16="http://schemas.microsoft.com/office/drawing/2014/main" id="{87906896-2A2B-60C6-295E-F86BA67EB43C}"/>
                </a:ext>
              </a:extLst>
            </p:cNvPr>
            <p:cNvSpPr>
              <a:spLocks noChangeArrowheads="1"/>
            </p:cNvSpPr>
            <p:nvPr/>
          </p:nvSpPr>
          <p:spPr bwMode="auto">
            <a:xfrm>
              <a:off x="3383" y="1975"/>
              <a:ext cx="76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12" name="Line 143">
              <a:extLst>
                <a:ext uri="{FF2B5EF4-FFF2-40B4-BE49-F238E27FC236}">
                  <a16:creationId xmlns:a16="http://schemas.microsoft.com/office/drawing/2014/main" id="{666A8E43-E14F-E6AE-7ED6-307EF70B90DD}"/>
                </a:ext>
              </a:extLst>
            </p:cNvPr>
            <p:cNvSpPr>
              <a:spLocks noChangeShapeType="1"/>
            </p:cNvSpPr>
            <p:nvPr/>
          </p:nvSpPr>
          <p:spPr bwMode="auto">
            <a:xfrm>
              <a:off x="3383" y="1975"/>
              <a:ext cx="76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13" name="Rectangle 144">
              <a:extLst>
                <a:ext uri="{FF2B5EF4-FFF2-40B4-BE49-F238E27FC236}">
                  <a16:creationId xmlns:a16="http://schemas.microsoft.com/office/drawing/2014/main" id="{E8319B5E-DB39-B145-9084-97E0031B1575}"/>
                </a:ext>
              </a:extLst>
            </p:cNvPr>
            <p:cNvSpPr>
              <a:spLocks noChangeArrowheads="1"/>
            </p:cNvSpPr>
            <p:nvPr/>
          </p:nvSpPr>
          <p:spPr bwMode="auto">
            <a:xfrm>
              <a:off x="4143" y="1731"/>
              <a:ext cx="5" cy="2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14" name="Line 145">
              <a:extLst>
                <a:ext uri="{FF2B5EF4-FFF2-40B4-BE49-F238E27FC236}">
                  <a16:creationId xmlns:a16="http://schemas.microsoft.com/office/drawing/2014/main" id="{3F261BE5-EE96-C3F3-7072-0F9510E62FC0}"/>
                </a:ext>
              </a:extLst>
            </p:cNvPr>
            <p:cNvSpPr>
              <a:spLocks noChangeShapeType="1"/>
            </p:cNvSpPr>
            <p:nvPr/>
          </p:nvSpPr>
          <p:spPr bwMode="auto">
            <a:xfrm>
              <a:off x="4143" y="1731"/>
              <a:ext cx="1" cy="2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15" name="Rectangle 146">
              <a:extLst>
                <a:ext uri="{FF2B5EF4-FFF2-40B4-BE49-F238E27FC236}">
                  <a16:creationId xmlns:a16="http://schemas.microsoft.com/office/drawing/2014/main" id="{BCECCAAE-6F15-EA89-7E3C-0CBD7AE3A8E9}"/>
                </a:ext>
              </a:extLst>
            </p:cNvPr>
            <p:cNvSpPr>
              <a:spLocks noChangeArrowheads="1"/>
            </p:cNvSpPr>
            <p:nvPr/>
          </p:nvSpPr>
          <p:spPr bwMode="auto">
            <a:xfrm>
              <a:off x="4143" y="19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16" name="Line 147">
              <a:extLst>
                <a:ext uri="{FF2B5EF4-FFF2-40B4-BE49-F238E27FC236}">
                  <a16:creationId xmlns:a16="http://schemas.microsoft.com/office/drawing/2014/main" id="{383A3798-3D5E-01A0-45E0-E93CA2AF47F2}"/>
                </a:ext>
              </a:extLst>
            </p:cNvPr>
            <p:cNvSpPr>
              <a:spLocks noChangeShapeType="1"/>
            </p:cNvSpPr>
            <p:nvPr/>
          </p:nvSpPr>
          <p:spPr bwMode="auto">
            <a:xfrm>
              <a:off x="4143" y="197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17" name="Line 148">
              <a:extLst>
                <a:ext uri="{FF2B5EF4-FFF2-40B4-BE49-F238E27FC236}">
                  <a16:creationId xmlns:a16="http://schemas.microsoft.com/office/drawing/2014/main" id="{DD7AE2F9-2950-D68B-C1CE-4D04F78F9EE2}"/>
                </a:ext>
              </a:extLst>
            </p:cNvPr>
            <p:cNvSpPr>
              <a:spLocks noChangeShapeType="1"/>
            </p:cNvSpPr>
            <p:nvPr/>
          </p:nvSpPr>
          <p:spPr bwMode="auto">
            <a:xfrm>
              <a:off x="4143"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18" name="Rectangle 149">
              <a:extLst>
                <a:ext uri="{FF2B5EF4-FFF2-40B4-BE49-F238E27FC236}">
                  <a16:creationId xmlns:a16="http://schemas.microsoft.com/office/drawing/2014/main" id="{4C5857E3-7F7E-88BF-AECD-DA152AB5479C}"/>
                </a:ext>
              </a:extLst>
            </p:cNvPr>
            <p:cNvSpPr>
              <a:spLocks noChangeArrowheads="1"/>
            </p:cNvSpPr>
            <p:nvPr/>
          </p:nvSpPr>
          <p:spPr bwMode="auto">
            <a:xfrm>
              <a:off x="4143" y="19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19" name="Line 150">
              <a:extLst>
                <a:ext uri="{FF2B5EF4-FFF2-40B4-BE49-F238E27FC236}">
                  <a16:creationId xmlns:a16="http://schemas.microsoft.com/office/drawing/2014/main" id="{1D497594-F289-1616-E09E-588A33E7D191}"/>
                </a:ext>
              </a:extLst>
            </p:cNvPr>
            <p:cNvSpPr>
              <a:spLocks noChangeShapeType="1"/>
            </p:cNvSpPr>
            <p:nvPr/>
          </p:nvSpPr>
          <p:spPr bwMode="auto">
            <a:xfrm>
              <a:off x="4143" y="197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20" name="Line 151">
              <a:extLst>
                <a:ext uri="{FF2B5EF4-FFF2-40B4-BE49-F238E27FC236}">
                  <a16:creationId xmlns:a16="http://schemas.microsoft.com/office/drawing/2014/main" id="{A9E944C1-B5B7-9A11-D929-6A30697CDE4D}"/>
                </a:ext>
              </a:extLst>
            </p:cNvPr>
            <p:cNvSpPr>
              <a:spLocks noChangeShapeType="1"/>
            </p:cNvSpPr>
            <p:nvPr/>
          </p:nvSpPr>
          <p:spPr bwMode="auto">
            <a:xfrm>
              <a:off x="4143"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21" name="Rectangle 152">
              <a:extLst>
                <a:ext uri="{FF2B5EF4-FFF2-40B4-BE49-F238E27FC236}">
                  <a16:creationId xmlns:a16="http://schemas.microsoft.com/office/drawing/2014/main" id="{576D1FDD-88D5-B7C6-10E8-0F122A0A683E}"/>
                </a:ext>
              </a:extLst>
            </p:cNvPr>
            <p:cNvSpPr>
              <a:spLocks noChangeArrowheads="1"/>
            </p:cNvSpPr>
            <p:nvPr/>
          </p:nvSpPr>
          <p:spPr bwMode="auto">
            <a:xfrm>
              <a:off x="4374" y="1731"/>
              <a:ext cx="5" cy="2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22" name="Line 153">
              <a:extLst>
                <a:ext uri="{FF2B5EF4-FFF2-40B4-BE49-F238E27FC236}">
                  <a16:creationId xmlns:a16="http://schemas.microsoft.com/office/drawing/2014/main" id="{4EF62FBE-3FFA-E337-7160-1E4B557286F7}"/>
                </a:ext>
              </a:extLst>
            </p:cNvPr>
            <p:cNvSpPr>
              <a:spLocks noChangeShapeType="1"/>
            </p:cNvSpPr>
            <p:nvPr/>
          </p:nvSpPr>
          <p:spPr bwMode="auto">
            <a:xfrm>
              <a:off x="4374" y="1731"/>
              <a:ext cx="1" cy="2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23" name="Rectangle 154">
              <a:extLst>
                <a:ext uri="{FF2B5EF4-FFF2-40B4-BE49-F238E27FC236}">
                  <a16:creationId xmlns:a16="http://schemas.microsoft.com/office/drawing/2014/main" id="{F2A3D9EC-9667-B3B5-1789-DCBA4E385C88}"/>
                </a:ext>
              </a:extLst>
            </p:cNvPr>
            <p:cNvSpPr>
              <a:spLocks noChangeArrowheads="1"/>
            </p:cNvSpPr>
            <p:nvPr/>
          </p:nvSpPr>
          <p:spPr bwMode="auto">
            <a:xfrm>
              <a:off x="4374" y="19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24" name="Line 155">
              <a:extLst>
                <a:ext uri="{FF2B5EF4-FFF2-40B4-BE49-F238E27FC236}">
                  <a16:creationId xmlns:a16="http://schemas.microsoft.com/office/drawing/2014/main" id="{5CED6C80-8589-156C-5186-22EEC0584FA0}"/>
                </a:ext>
              </a:extLst>
            </p:cNvPr>
            <p:cNvSpPr>
              <a:spLocks noChangeShapeType="1"/>
            </p:cNvSpPr>
            <p:nvPr/>
          </p:nvSpPr>
          <p:spPr bwMode="auto">
            <a:xfrm>
              <a:off x="4374" y="197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25" name="Line 156">
              <a:extLst>
                <a:ext uri="{FF2B5EF4-FFF2-40B4-BE49-F238E27FC236}">
                  <a16:creationId xmlns:a16="http://schemas.microsoft.com/office/drawing/2014/main" id="{6B84C6EF-A266-55F6-B243-4732C2339466}"/>
                </a:ext>
              </a:extLst>
            </p:cNvPr>
            <p:cNvSpPr>
              <a:spLocks noChangeShapeType="1"/>
            </p:cNvSpPr>
            <p:nvPr/>
          </p:nvSpPr>
          <p:spPr bwMode="auto">
            <a:xfrm>
              <a:off x="4374"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26" name="Rectangle 157">
              <a:extLst>
                <a:ext uri="{FF2B5EF4-FFF2-40B4-BE49-F238E27FC236}">
                  <a16:creationId xmlns:a16="http://schemas.microsoft.com/office/drawing/2014/main" id="{92B5A89C-AD77-2453-76A8-92F88569191C}"/>
                </a:ext>
              </a:extLst>
            </p:cNvPr>
            <p:cNvSpPr>
              <a:spLocks noChangeArrowheads="1"/>
            </p:cNvSpPr>
            <p:nvPr/>
          </p:nvSpPr>
          <p:spPr bwMode="auto">
            <a:xfrm>
              <a:off x="4374" y="19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27" name="Line 158">
              <a:extLst>
                <a:ext uri="{FF2B5EF4-FFF2-40B4-BE49-F238E27FC236}">
                  <a16:creationId xmlns:a16="http://schemas.microsoft.com/office/drawing/2014/main" id="{19E99395-2192-19B8-D4CA-0D261C207211}"/>
                </a:ext>
              </a:extLst>
            </p:cNvPr>
            <p:cNvSpPr>
              <a:spLocks noChangeShapeType="1"/>
            </p:cNvSpPr>
            <p:nvPr/>
          </p:nvSpPr>
          <p:spPr bwMode="auto">
            <a:xfrm>
              <a:off x="4374" y="197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28" name="Line 159">
              <a:extLst>
                <a:ext uri="{FF2B5EF4-FFF2-40B4-BE49-F238E27FC236}">
                  <a16:creationId xmlns:a16="http://schemas.microsoft.com/office/drawing/2014/main" id="{BC31C911-72D3-ECDD-5D19-5702AFF97A8B}"/>
                </a:ext>
              </a:extLst>
            </p:cNvPr>
            <p:cNvSpPr>
              <a:spLocks noChangeShapeType="1"/>
            </p:cNvSpPr>
            <p:nvPr/>
          </p:nvSpPr>
          <p:spPr bwMode="auto">
            <a:xfrm>
              <a:off x="4374"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29" name="Rectangle 160">
              <a:extLst>
                <a:ext uri="{FF2B5EF4-FFF2-40B4-BE49-F238E27FC236}">
                  <a16:creationId xmlns:a16="http://schemas.microsoft.com/office/drawing/2014/main" id="{7113B4A4-1726-79C2-5211-8EEFD2A1B113}"/>
                </a:ext>
              </a:extLst>
            </p:cNvPr>
            <p:cNvSpPr>
              <a:spLocks noChangeArrowheads="1"/>
            </p:cNvSpPr>
            <p:nvPr/>
          </p:nvSpPr>
          <p:spPr bwMode="auto">
            <a:xfrm>
              <a:off x="4379" y="1975"/>
              <a:ext cx="11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30" name="Line 161">
              <a:extLst>
                <a:ext uri="{FF2B5EF4-FFF2-40B4-BE49-F238E27FC236}">
                  <a16:creationId xmlns:a16="http://schemas.microsoft.com/office/drawing/2014/main" id="{9B82E11F-EF7F-D092-65A1-5E773508D49A}"/>
                </a:ext>
              </a:extLst>
            </p:cNvPr>
            <p:cNvSpPr>
              <a:spLocks noChangeShapeType="1"/>
            </p:cNvSpPr>
            <p:nvPr/>
          </p:nvSpPr>
          <p:spPr bwMode="auto">
            <a:xfrm>
              <a:off x="4379" y="1975"/>
              <a:ext cx="11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31" name="Rectangle 162">
              <a:extLst>
                <a:ext uri="{FF2B5EF4-FFF2-40B4-BE49-F238E27FC236}">
                  <a16:creationId xmlns:a16="http://schemas.microsoft.com/office/drawing/2014/main" id="{4591BC03-054E-9390-B71F-03DC2C266990}"/>
                </a:ext>
              </a:extLst>
            </p:cNvPr>
            <p:cNvSpPr>
              <a:spLocks noChangeArrowheads="1"/>
            </p:cNvSpPr>
            <p:nvPr/>
          </p:nvSpPr>
          <p:spPr bwMode="auto">
            <a:xfrm>
              <a:off x="5530" y="1731"/>
              <a:ext cx="6" cy="2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32" name="Line 163">
              <a:extLst>
                <a:ext uri="{FF2B5EF4-FFF2-40B4-BE49-F238E27FC236}">
                  <a16:creationId xmlns:a16="http://schemas.microsoft.com/office/drawing/2014/main" id="{661F1B30-663E-2714-ACAC-6C76E646377B}"/>
                </a:ext>
              </a:extLst>
            </p:cNvPr>
            <p:cNvSpPr>
              <a:spLocks noChangeShapeType="1"/>
            </p:cNvSpPr>
            <p:nvPr/>
          </p:nvSpPr>
          <p:spPr bwMode="auto">
            <a:xfrm>
              <a:off x="5530" y="1731"/>
              <a:ext cx="1" cy="2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33" name="Rectangle 164">
              <a:extLst>
                <a:ext uri="{FF2B5EF4-FFF2-40B4-BE49-F238E27FC236}">
                  <a16:creationId xmlns:a16="http://schemas.microsoft.com/office/drawing/2014/main" id="{C793A80A-1577-4D24-FBBF-D5AC54662131}"/>
                </a:ext>
              </a:extLst>
            </p:cNvPr>
            <p:cNvSpPr>
              <a:spLocks noChangeArrowheads="1"/>
            </p:cNvSpPr>
            <p:nvPr/>
          </p:nvSpPr>
          <p:spPr bwMode="auto">
            <a:xfrm>
              <a:off x="5530" y="1975"/>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34" name="Line 165">
              <a:extLst>
                <a:ext uri="{FF2B5EF4-FFF2-40B4-BE49-F238E27FC236}">
                  <a16:creationId xmlns:a16="http://schemas.microsoft.com/office/drawing/2014/main" id="{7CBD6EB3-DF6F-610D-7261-1BD1936B93A2}"/>
                </a:ext>
              </a:extLst>
            </p:cNvPr>
            <p:cNvSpPr>
              <a:spLocks noChangeShapeType="1"/>
            </p:cNvSpPr>
            <p:nvPr/>
          </p:nvSpPr>
          <p:spPr bwMode="auto">
            <a:xfrm>
              <a:off x="5530" y="1975"/>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35" name="Line 166">
              <a:extLst>
                <a:ext uri="{FF2B5EF4-FFF2-40B4-BE49-F238E27FC236}">
                  <a16:creationId xmlns:a16="http://schemas.microsoft.com/office/drawing/2014/main" id="{ABB85694-F49C-B945-F555-7766D9D9F42E}"/>
                </a:ext>
              </a:extLst>
            </p:cNvPr>
            <p:cNvSpPr>
              <a:spLocks noChangeShapeType="1"/>
            </p:cNvSpPr>
            <p:nvPr/>
          </p:nvSpPr>
          <p:spPr bwMode="auto">
            <a:xfrm>
              <a:off x="5530"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36" name="Rectangle 167">
              <a:extLst>
                <a:ext uri="{FF2B5EF4-FFF2-40B4-BE49-F238E27FC236}">
                  <a16:creationId xmlns:a16="http://schemas.microsoft.com/office/drawing/2014/main" id="{A59DB185-64C4-30CF-1001-74C7517C9F14}"/>
                </a:ext>
              </a:extLst>
            </p:cNvPr>
            <p:cNvSpPr>
              <a:spLocks noChangeArrowheads="1"/>
            </p:cNvSpPr>
            <p:nvPr/>
          </p:nvSpPr>
          <p:spPr bwMode="auto">
            <a:xfrm>
              <a:off x="5530" y="1975"/>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7337" name="Line 168">
              <a:extLst>
                <a:ext uri="{FF2B5EF4-FFF2-40B4-BE49-F238E27FC236}">
                  <a16:creationId xmlns:a16="http://schemas.microsoft.com/office/drawing/2014/main" id="{A412C7E0-E212-A1E8-22EC-CA1B8A34A867}"/>
                </a:ext>
              </a:extLst>
            </p:cNvPr>
            <p:cNvSpPr>
              <a:spLocks noChangeShapeType="1"/>
            </p:cNvSpPr>
            <p:nvPr/>
          </p:nvSpPr>
          <p:spPr bwMode="auto">
            <a:xfrm>
              <a:off x="5530" y="1975"/>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38" name="Line 169">
              <a:extLst>
                <a:ext uri="{FF2B5EF4-FFF2-40B4-BE49-F238E27FC236}">
                  <a16:creationId xmlns:a16="http://schemas.microsoft.com/office/drawing/2014/main" id="{F668D1CF-CA9F-D52A-B370-F22EBA014000}"/>
                </a:ext>
              </a:extLst>
            </p:cNvPr>
            <p:cNvSpPr>
              <a:spLocks noChangeShapeType="1"/>
            </p:cNvSpPr>
            <p:nvPr/>
          </p:nvSpPr>
          <p:spPr bwMode="auto">
            <a:xfrm>
              <a:off x="5530" y="1975"/>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39" name="Rectangle 170">
              <a:extLst>
                <a:ext uri="{FF2B5EF4-FFF2-40B4-BE49-F238E27FC236}">
                  <a16:creationId xmlns:a16="http://schemas.microsoft.com/office/drawing/2014/main" id="{E7E2F9A9-8B0B-3B08-54E4-3983C3EB8EA9}"/>
                </a:ext>
              </a:extLst>
            </p:cNvPr>
            <p:cNvSpPr>
              <a:spLocks noChangeArrowheads="1"/>
            </p:cNvSpPr>
            <p:nvPr/>
          </p:nvSpPr>
          <p:spPr bwMode="auto">
            <a:xfrm>
              <a:off x="2653" y="1983"/>
              <a:ext cx="4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 </a:t>
              </a:r>
              <a:endParaRPr lang="en-US" altLang="es-ES" sz="2400" b="0" i="0" baseline="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3 Marcador de número de diapositiva">
            <a:extLst>
              <a:ext uri="{FF2B5EF4-FFF2-40B4-BE49-F238E27FC236}">
                <a16:creationId xmlns:a16="http://schemas.microsoft.com/office/drawing/2014/main" id="{F72BE089-1A14-E31B-EBF4-91EF3BAF97F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B466943A-23D5-41F7-A43C-04A0614A564F}" type="slidenum">
              <a:rPr lang="en-US" altLang="es-ES" sz="1600" b="0" i="0" baseline="0"/>
              <a:pPr/>
              <a:t>3</a:t>
            </a:fld>
            <a:endParaRPr lang="en-US" altLang="es-ES" sz="1600" b="0" i="0" baseline="0"/>
          </a:p>
        </p:txBody>
      </p:sp>
      <p:sp>
        <p:nvSpPr>
          <p:cNvPr id="8195" name="Rectangle 2">
            <a:extLst>
              <a:ext uri="{FF2B5EF4-FFF2-40B4-BE49-F238E27FC236}">
                <a16:creationId xmlns:a16="http://schemas.microsoft.com/office/drawing/2014/main" id="{4D6CDF35-CC96-EF73-E9B2-E36362A055C2}"/>
              </a:ext>
            </a:extLst>
          </p:cNvPr>
          <p:cNvSpPr>
            <a:spLocks noGrp="1" noChangeArrowheads="1"/>
          </p:cNvSpPr>
          <p:nvPr>
            <p:ph type="title"/>
          </p:nvPr>
        </p:nvSpPr>
        <p:spPr/>
        <p:txBody>
          <a:bodyPr/>
          <a:lstStyle/>
          <a:p>
            <a:r>
              <a:rPr lang="en-US" altLang="es-ES">
                <a:solidFill>
                  <a:schemeClr val="tx1"/>
                </a:solidFill>
              </a:rPr>
              <a:t>Conditional Transfer</a:t>
            </a:r>
          </a:p>
        </p:txBody>
      </p:sp>
      <p:sp>
        <p:nvSpPr>
          <p:cNvPr id="8196" name="Rectangle 3">
            <a:extLst>
              <a:ext uri="{FF2B5EF4-FFF2-40B4-BE49-F238E27FC236}">
                <a16:creationId xmlns:a16="http://schemas.microsoft.com/office/drawing/2014/main" id="{3C552D3F-9D51-A697-2B6D-E28433AC2F1E}"/>
              </a:ext>
            </a:extLst>
          </p:cNvPr>
          <p:cNvSpPr>
            <a:spLocks noGrp="1" noChangeArrowheads="1"/>
          </p:cNvSpPr>
          <p:nvPr>
            <p:ph type="body" idx="1"/>
          </p:nvPr>
        </p:nvSpPr>
        <p:spPr>
          <a:xfrm>
            <a:off x="719138" y="1314450"/>
            <a:ext cx="4033837" cy="5027613"/>
          </a:xfrm>
        </p:spPr>
        <p:txBody>
          <a:bodyPr/>
          <a:lstStyle/>
          <a:p>
            <a:pPr marL="342900" indent="-342900">
              <a:lnSpc>
                <a:spcPct val="90000"/>
              </a:lnSpc>
            </a:pPr>
            <a:r>
              <a:rPr lang="en-US" altLang="es-ES" sz="2400">
                <a:cs typeface="Times New Roman" panose="02020603050405020304" pitchFamily="18" charset="0"/>
              </a:rPr>
              <a:t>If (K1 =1) then (R2 </a:t>
            </a:r>
            <a:r>
              <a:rPr lang="en-US" altLang="es-ES" sz="2400">
                <a:cs typeface="Times New Roman" panose="02020603050405020304" pitchFamily="18" charset="0"/>
                <a:sym typeface="Symbol" panose="05050102010706020507" pitchFamily="18" charset="2"/>
              </a:rPr>
              <a:t></a:t>
            </a:r>
            <a:r>
              <a:rPr lang="en-US" altLang="es-ES" sz="2400">
                <a:cs typeface="Times New Roman" panose="02020603050405020304" pitchFamily="18" charset="0"/>
              </a:rPr>
              <a:t> R1) is shortened to </a:t>
            </a:r>
          </a:p>
          <a:p>
            <a:pPr marL="342900" indent="-342900">
              <a:lnSpc>
                <a:spcPct val="90000"/>
              </a:lnSpc>
              <a:buFont typeface="Wingdings" panose="05000000000000000000" pitchFamily="2" charset="2"/>
              <a:buNone/>
            </a:pPr>
            <a:r>
              <a:rPr lang="en-US" altLang="es-ES" sz="2400">
                <a:cs typeface="Times New Roman" panose="02020603050405020304" pitchFamily="18" charset="0"/>
              </a:rPr>
              <a:t>          K1: (R2 </a:t>
            </a:r>
            <a:r>
              <a:rPr lang="en-US" altLang="es-ES" sz="2400">
                <a:cs typeface="Times New Roman" panose="02020603050405020304" pitchFamily="18" charset="0"/>
                <a:sym typeface="Symbol" panose="05050102010706020507" pitchFamily="18" charset="2"/>
              </a:rPr>
              <a:t></a:t>
            </a:r>
            <a:r>
              <a:rPr lang="en-US" altLang="es-ES" sz="2400">
                <a:cs typeface="Times New Roman" panose="02020603050405020304" pitchFamily="18" charset="0"/>
              </a:rPr>
              <a:t> R1)</a:t>
            </a:r>
          </a:p>
          <a:p>
            <a:pPr marL="342900" indent="-342900">
              <a:lnSpc>
                <a:spcPct val="90000"/>
              </a:lnSpc>
              <a:buFont typeface="Wingdings" panose="05000000000000000000" pitchFamily="2" charset="2"/>
              <a:buNone/>
            </a:pPr>
            <a:r>
              <a:rPr lang="en-US" altLang="es-ES" sz="2400">
                <a:cs typeface="Times New Roman" panose="02020603050405020304" pitchFamily="18" charset="0"/>
              </a:rPr>
              <a:t>    where K1 is a control variable specifying a conditional execution</a:t>
            </a:r>
            <a:br>
              <a:rPr lang="en-US" altLang="es-ES" sz="2400">
                <a:cs typeface="Times New Roman" panose="02020603050405020304" pitchFamily="18" charset="0"/>
              </a:rPr>
            </a:br>
            <a:r>
              <a:rPr lang="en-US" altLang="es-ES" sz="2400">
                <a:cs typeface="Times New Roman" panose="02020603050405020304" pitchFamily="18" charset="0"/>
              </a:rPr>
              <a:t>of the microoperation.</a:t>
            </a:r>
          </a:p>
          <a:p>
            <a:pPr marL="342900" indent="-342900">
              <a:lnSpc>
                <a:spcPct val="90000"/>
              </a:lnSpc>
              <a:buFont typeface="Wingdings" panose="05000000000000000000" pitchFamily="2" charset="2"/>
              <a:buNone/>
            </a:pPr>
            <a:r>
              <a:rPr lang="en-US" altLang="es-ES" sz="2800">
                <a:cs typeface="Times New Roman" panose="02020603050405020304" pitchFamily="18" charset="0"/>
              </a:rPr>
              <a:t> </a:t>
            </a:r>
          </a:p>
          <a:p>
            <a:pPr marL="342900" indent="-342900">
              <a:lnSpc>
                <a:spcPct val="90000"/>
              </a:lnSpc>
            </a:pPr>
            <a:endParaRPr lang="en-US" altLang="es-ES" sz="2800"/>
          </a:p>
        </p:txBody>
      </p:sp>
      <p:grpSp>
        <p:nvGrpSpPr>
          <p:cNvPr id="8197" name="Group 4">
            <a:extLst>
              <a:ext uri="{FF2B5EF4-FFF2-40B4-BE49-F238E27FC236}">
                <a16:creationId xmlns:a16="http://schemas.microsoft.com/office/drawing/2014/main" id="{EA792A27-2860-5FFE-0818-6D99A3180659}"/>
              </a:ext>
            </a:extLst>
          </p:cNvPr>
          <p:cNvGrpSpPr>
            <a:grpSpLocks/>
          </p:cNvGrpSpPr>
          <p:nvPr/>
        </p:nvGrpSpPr>
        <p:grpSpPr bwMode="auto">
          <a:xfrm>
            <a:off x="4432300" y="1447800"/>
            <a:ext cx="4305300" cy="4075113"/>
            <a:chOff x="2792" y="912"/>
            <a:chExt cx="2712" cy="2567"/>
          </a:xfrm>
        </p:grpSpPr>
        <p:sp>
          <p:nvSpPr>
            <p:cNvPr id="8198" name="Freeform 5">
              <a:extLst>
                <a:ext uri="{FF2B5EF4-FFF2-40B4-BE49-F238E27FC236}">
                  <a16:creationId xmlns:a16="http://schemas.microsoft.com/office/drawing/2014/main" id="{6F51115F-8AF0-E060-25A3-969BE3067A6C}"/>
                </a:ext>
              </a:extLst>
            </p:cNvPr>
            <p:cNvSpPr>
              <a:spLocks/>
            </p:cNvSpPr>
            <p:nvPr/>
          </p:nvSpPr>
          <p:spPr bwMode="auto">
            <a:xfrm>
              <a:off x="3436" y="1141"/>
              <a:ext cx="457" cy="720"/>
            </a:xfrm>
            <a:custGeom>
              <a:avLst/>
              <a:gdLst>
                <a:gd name="T0" fmla="*/ 10 w 457"/>
                <a:gd name="T1" fmla="*/ 0 h 720"/>
                <a:gd name="T2" fmla="*/ 6 w 457"/>
                <a:gd name="T3" fmla="*/ 0 h 720"/>
                <a:gd name="T4" fmla="*/ 3 w 457"/>
                <a:gd name="T5" fmla="*/ 3 h 720"/>
                <a:gd name="T6" fmla="*/ 0 w 457"/>
                <a:gd name="T7" fmla="*/ 6 h 720"/>
                <a:gd name="T8" fmla="*/ 0 w 457"/>
                <a:gd name="T9" fmla="*/ 714 h 720"/>
                <a:gd name="T10" fmla="*/ 3 w 457"/>
                <a:gd name="T11" fmla="*/ 717 h 720"/>
                <a:gd name="T12" fmla="*/ 6 w 457"/>
                <a:gd name="T13" fmla="*/ 720 h 720"/>
                <a:gd name="T14" fmla="*/ 451 w 457"/>
                <a:gd name="T15" fmla="*/ 720 h 720"/>
                <a:gd name="T16" fmla="*/ 454 w 457"/>
                <a:gd name="T17" fmla="*/ 717 h 720"/>
                <a:gd name="T18" fmla="*/ 457 w 457"/>
                <a:gd name="T19" fmla="*/ 714 h 720"/>
                <a:gd name="T20" fmla="*/ 457 w 457"/>
                <a:gd name="T21" fmla="*/ 6 h 720"/>
                <a:gd name="T22" fmla="*/ 454 w 457"/>
                <a:gd name="T23" fmla="*/ 3 h 720"/>
                <a:gd name="T24" fmla="*/ 451 w 457"/>
                <a:gd name="T25" fmla="*/ 0 h 720"/>
                <a:gd name="T26" fmla="*/ 447 w 457"/>
                <a:gd name="T27" fmla="*/ 0 h 720"/>
                <a:gd name="T28" fmla="*/ 10 w 457"/>
                <a:gd name="T29" fmla="*/ 0 h 720"/>
                <a:gd name="T30" fmla="*/ 10 w 457"/>
                <a:gd name="T31" fmla="*/ 19 h 720"/>
                <a:gd name="T32" fmla="*/ 447 w 457"/>
                <a:gd name="T33" fmla="*/ 19 h 720"/>
                <a:gd name="T34" fmla="*/ 438 w 457"/>
                <a:gd name="T35" fmla="*/ 9 h 720"/>
                <a:gd name="T36" fmla="*/ 438 w 457"/>
                <a:gd name="T37" fmla="*/ 710 h 720"/>
                <a:gd name="T38" fmla="*/ 447 w 457"/>
                <a:gd name="T39" fmla="*/ 701 h 720"/>
                <a:gd name="T40" fmla="*/ 10 w 457"/>
                <a:gd name="T41" fmla="*/ 701 h 720"/>
                <a:gd name="T42" fmla="*/ 19 w 457"/>
                <a:gd name="T43" fmla="*/ 710 h 720"/>
                <a:gd name="T44" fmla="*/ 19 w 457"/>
                <a:gd name="T45" fmla="*/ 9 h 720"/>
                <a:gd name="T46" fmla="*/ 10 w 457"/>
                <a:gd name="T47" fmla="*/ 19 h 720"/>
                <a:gd name="T48" fmla="*/ 10 w 457"/>
                <a:gd name="T49" fmla="*/ 0 h 7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7"/>
                <a:gd name="T76" fmla="*/ 0 h 720"/>
                <a:gd name="T77" fmla="*/ 457 w 457"/>
                <a:gd name="T78" fmla="*/ 720 h 7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7" h="720">
                  <a:moveTo>
                    <a:pt x="10" y="0"/>
                  </a:moveTo>
                  <a:lnTo>
                    <a:pt x="6" y="0"/>
                  </a:lnTo>
                  <a:lnTo>
                    <a:pt x="3" y="3"/>
                  </a:lnTo>
                  <a:lnTo>
                    <a:pt x="0" y="6"/>
                  </a:lnTo>
                  <a:lnTo>
                    <a:pt x="0" y="714"/>
                  </a:lnTo>
                  <a:lnTo>
                    <a:pt x="3" y="717"/>
                  </a:lnTo>
                  <a:lnTo>
                    <a:pt x="6" y="720"/>
                  </a:lnTo>
                  <a:lnTo>
                    <a:pt x="451" y="720"/>
                  </a:lnTo>
                  <a:lnTo>
                    <a:pt x="454" y="717"/>
                  </a:lnTo>
                  <a:lnTo>
                    <a:pt x="457" y="714"/>
                  </a:lnTo>
                  <a:lnTo>
                    <a:pt x="457" y="6"/>
                  </a:lnTo>
                  <a:lnTo>
                    <a:pt x="454" y="3"/>
                  </a:lnTo>
                  <a:lnTo>
                    <a:pt x="451" y="0"/>
                  </a:lnTo>
                  <a:lnTo>
                    <a:pt x="447" y="0"/>
                  </a:lnTo>
                  <a:lnTo>
                    <a:pt x="10" y="0"/>
                  </a:lnTo>
                  <a:lnTo>
                    <a:pt x="10" y="19"/>
                  </a:lnTo>
                  <a:lnTo>
                    <a:pt x="447" y="19"/>
                  </a:lnTo>
                  <a:lnTo>
                    <a:pt x="438" y="9"/>
                  </a:lnTo>
                  <a:lnTo>
                    <a:pt x="438" y="710"/>
                  </a:lnTo>
                  <a:lnTo>
                    <a:pt x="447" y="701"/>
                  </a:lnTo>
                  <a:lnTo>
                    <a:pt x="10" y="701"/>
                  </a:lnTo>
                  <a:lnTo>
                    <a:pt x="19" y="710"/>
                  </a:lnTo>
                  <a:lnTo>
                    <a:pt x="19" y="9"/>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199" name="Freeform 6">
              <a:extLst>
                <a:ext uri="{FF2B5EF4-FFF2-40B4-BE49-F238E27FC236}">
                  <a16:creationId xmlns:a16="http://schemas.microsoft.com/office/drawing/2014/main" id="{C6A8FFA8-ADF9-D8EA-3CE8-1E9A11AFF1D4}"/>
                </a:ext>
              </a:extLst>
            </p:cNvPr>
            <p:cNvSpPr>
              <a:spLocks/>
            </p:cNvSpPr>
            <p:nvPr/>
          </p:nvSpPr>
          <p:spPr bwMode="auto">
            <a:xfrm>
              <a:off x="3611" y="1755"/>
              <a:ext cx="78" cy="106"/>
            </a:xfrm>
            <a:custGeom>
              <a:avLst/>
              <a:gdLst>
                <a:gd name="T0" fmla="*/ 76 w 78"/>
                <a:gd name="T1" fmla="*/ 14 h 106"/>
                <a:gd name="T2" fmla="*/ 78 w 78"/>
                <a:gd name="T3" fmla="*/ 12 h 106"/>
                <a:gd name="T4" fmla="*/ 78 w 78"/>
                <a:gd name="T5" fmla="*/ 8 h 106"/>
                <a:gd name="T6" fmla="*/ 76 w 78"/>
                <a:gd name="T7" fmla="*/ 5 h 106"/>
                <a:gd name="T8" fmla="*/ 76 w 78"/>
                <a:gd name="T9" fmla="*/ 3 h 106"/>
                <a:gd name="T10" fmla="*/ 73 w 78"/>
                <a:gd name="T11" fmla="*/ 1 h 106"/>
                <a:gd name="T12" fmla="*/ 71 w 78"/>
                <a:gd name="T13" fmla="*/ 0 h 106"/>
                <a:gd name="T14" fmla="*/ 67 w 78"/>
                <a:gd name="T15" fmla="*/ 0 h 106"/>
                <a:gd name="T16" fmla="*/ 64 w 78"/>
                <a:gd name="T17" fmla="*/ 1 h 106"/>
                <a:gd name="T18" fmla="*/ 62 w 78"/>
                <a:gd name="T19" fmla="*/ 1 h 106"/>
                <a:gd name="T20" fmla="*/ 61 w 78"/>
                <a:gd name="T21" fmla="*/ 5 h 106"/>
                <a:gd name="T22" fmla="*/ 1 w 78"/>
                <a:gd name="T23" fmla="*/ 92 h 106"/>
                <a:gd name="T24" fmla="*/ 0 w 78"/>
                <a:gd name="T25" fmla="*/ 93 h 106"/>
                <a:gd name="T26" fmla="*/ 0 w 78"/>
                <a:gd name="T27" fmla="*/ 98 h 106"/>
                <a:gd name="T28" fmla="*/ 1 w 78"/>
                <a:gd name="T29" fmla="*/ 101 h 106"/>
                <a:gd name="T30" fmla="*/ 1 w 78"/>
                <a:gd name="T31" fmla="*/ 103 h 106"/>
                <a:gd name="T32" fmla="*/ 4 w 78"/>
                <a:gd name="T33" fmla="*/ 104 h 106"/>
                <a:gd name="T34" fmla="*/ 6 w 78"/>
                <a:gd name="T35" fmla="*/ 106 h 106"/>
                <a:gd name="T36" fmla="*/ 11 w 78"/>
                <a:gd name="T37" fmla="*/ 106 h 106"/>
                <a:gd name="T38" fmla="*/ 14 w 78"/>
                <a:gd name="T39" fmla="*/ 104 h 106"/>
                <a:gd name="T40" fmla="*/ 15 w 78"/>
                <a:gd name="T41" fmla="*/ 104 h 106"/>
                <a:gd name="T42" fmla="*/ 17 w 78"/>
                <a:gd name="T43" fmla="*/ 101 h 106"/>
                <a:gd name="T44" fmla="*/ 76 w 78"/>
                <a:gd name="T45" fmla="*/ 14 h 10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106"/>
                <a:gd name="T71" fmla="*/ 78 w 78"/>
                <a:gd name="T72" fmla="*/ 106 h 10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106">
                  <a:moveTo>
                    <a:pt x="76" y="14"/>
                  </a:moveTo>
                  <a:lnTo>
                    <a:pt x="78" y="12"/>
                  </a:lnTo>
                  <a:lnTo>
                    <a:pt x="78" y="8"/>
                  </a:lnTo>
                  <a:lnTo>
                    <a:pt x="76" y="5"/>
                  </a:lnTo>
                  <a:lnTo>
                    <a:pt x="76" y="3"/>
                  </a:lnTo>
                  <a:lnTo>
                    <a:pt x="73" y="1"/>
                  </a:lnTo>
                  <a:lnTo>
                    <a:pt x="71" y="0"/>
                  </a:lnTo>
                  <a:lnTo>
                    <a:pt x="67" y="0"/>
                  </a:lnTo>
                  <a:lnTo>
                    <a:pt x="64" y="1"/>
                  </a:lnTo>
                  <a:lnTo>
                    <a:pt x="62" y="1"/>
                  </a:lnTo>
                  <a:lnTo>
                    <a:pt x="61" y="5"/>
                  </a:lnTo>
                  <a:lnTo>
                    <a:pt x="1" y="92"/>
                  </a:lnTo>
                  <a:lnTo>
                    <a:pt x="0" y="93"/>
                  </a:lnTo>
                  <a:lnTo>
                    <a:pt x="0" y="98"/>
                  </a:lnTo>
                  <a:lnTo>
                    <a:pt x="1" y="101"/>
                  </a:lnTo>
                  <a:lnTo>
                    <a:pt x="1" y="103"/>
                  </a:lnTo>
                  <a:lnTo>
                    <a:pt x="4" y="104"/>
                  </a:lnTo>
                  <a:lnTo>
                    <a:pt x="6" y="106"/>
                  </a:lnTo>
                  <a:lnTo>
                    <a:pt x="11" y="106"/>
                  </a:lnTo>
                  <a:lnTo>
                    <a:pt x="14" y="104"/>
                  </a:lnTo>
                  <a:lnTo>
                    <a:pt x="15" y="104"/>
                  </a:lnTo>
                  <a:lnTo>
                    <a:pt x="17" y="101"/>
                  </a:lnTo>
                  <a:lnTo>
                    <a:pt x="76"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0" name="Freeform 7">
              <a:extLst>
                <a:ext uri="{FF2B5EF4-FFF2-40B4-BE49-F238E27FC236}">
                  <a16:creationId xmlns:a16="http://schemas.microsoft.com/office/drawing/2014/main" id="{45736E1B-CA79-CA78-7E17-0E96378E240C}"/>
                </a:ext>
              </a:extLst>
            </p:cNvPr>
            <p:cNvSpPr>
              <a:spLocks/>
            </p:cNvSpPr>
            <p:nvPr/>
          </p:nvSpPr>
          <p:spPr bwMode="auto">
            <a:xfrm>
              <a:off x="3670" y="1755"/>
              <a:ext cx="76" cy="106"/>
            </a:xfrm>
            <a:custGeom>
              <a:avLst/>
              <a:gdLst>
                <a:gd name="T0" fmla="*/ 17 w 76"/>
                <a:gd name="T1" fmla="*/ 5 h 106"/>
                <a:gd name="T2" fmla="*/ 14 w 76"/>
                <a:gd name="T3" fmla="*/ 1 h 106"/>
                <a:gd name="T4" fmla="*/ 11 w 76"/>
                <a:gd name="T5" fmla="*/ 0 h 106"/>
                <a:gd name="T6" fmla="*/ 6 w 76"/>
                <a:gd name="T7" fmla="*/ 0 h 106"/>
                <a:gd name="T8" fmla="*/ 3 w 76"/>
                <a:gd name="T9" fmla="*/ 3 h 106"/>
                <a:gd name="T10" fmla="*/ 2 w 76"/>
                <a:gd name="T11" fmla="*/ 5 h 106"/>
                <a:gd name="T12" fmla="*/ 0 w 76"/>
                <a:gd name="T13" fmla="*/ 8 h 106"/>
                <a:gd name="T14" fmla="*/ 0 w 76"/>
                <a:gd name="T15" fmla="*/ 12 h 106"/>
                <a:gd name="T16" fmla="*/ 2 w 76"/>
                <a:gd name="T17" fmla="*/ 14 h 106"/>
                <a:gd name="T18" fmla="*/ 59 w 76"/>
                <a:gd name="T19" fmla="*/ 101 h 106"/>
                <a:gd name="T20" fmla="*/ 62 w 76"/>
                <a:gd name="T21" fmla="*/ 104 h 106"/>
                <a:gd name="T22" fmla="*/ 65 w 76"/>
                <a:gd name="T23" fmla="*/ 106 h 106"/>
                <a:gd name="T24" fmla="*/ 70 w 76"/>
                <a:gd name="T25" fmla="*/ 106 h 106"/>
                <a:gd name="T26" fmla="*/ 73 w 76"/>
                <a:gd name="T27" fmla="*/ 103 h 106"/>
                <a:gd name="T28" fmla="*/ 75 w 76"/>
                <a:gd name="T29" fmla="*/ 101 h 106"/>
                <a:gd name="T30" fmla="*/ 76 w 76"/>
                <a:gd name="T31" fmla="*/ 98 h 106"/>
                <a:gd name="T32" fmla="*/ 76 w 76"/>
                <a:gd name="T33" fmla="*/ 93 h 106"/>
                <a:gd name="T34" fmla="*/ 75 w 76"/>
                <a:gd name="T35" fmla="*/ 92 h 106"/>
                <a:gd name="T36" fmla="*/ 17 w 76"/>
                <a:gd name="T37" fmla="*/ 5 h 10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6"/>
                <a:gd name="T58" fmla="*/ 0 h 106"/>
                <a:gd name="T59" fmla="*/ 76 w 76"/>
                <a:gd name="T60" fmla="*/ 106 h 10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6" h="106">
                  <a:moveTo>
                    <a:pt x="17" y="5"/>
                  </a:moveTo>
                  <a:lnTo>
                    <a:pt x="14" y="1"/>
                  </a:lnTo>
                  <a:lnTo>
                    <a:pt x="11" y="0"/>
                  </a:lnTo>
                  <a:lnTo>
                    <a:pt x="6" y="0"/>
                  </a:lnTo>
                  <a:lnTo>
                    <a:pt x="3" y="3"/>
                  </a:lnTo>
                  <a:lnTo>
                    <a:pt x="2" y="5"/>
                  </a:lnTo>
                  <a:lnTo>
                    <a:pt x="0" y="8"/>
                  </a:lnTo>
                  <a:lnTo>
                    <a:pt x="0" y="12"/>
                  </a:lnTo>
                  <a:lnTo>
                    <a:pt x="2" y="14"/>
                  </a:lnTo>
                  <a:lnTo>
                    <a:pt x="59" y="101"/>
                  </a:lnTo>
                  <a:lnTo>
                    <a:pt x="62" y="104"/>
                  </a:lnTo>
                  <a:lnTo>
                    <a:pt x="65" y="106"/>
                  </a:lnTo>
                  <a:lnTo>
                    <a:pt x="70" y="106"/>
                  </a:lnTo>
                  <a:lnTo>
                    <a:pt x="73" y="103"/>
                  </a:lnTo>
                  <a:lnTo>
                    <a:pt x="75" y="101"/>
                  </a:lnTo>
                  <a:lnTo>
                    <a:pt x="76" y="98"/>
                  </a:lnTo>
                  <a:lnTo>
                    <a:pt x="76" y="93"/>
                  </a:lnTo>
                  <a:lnTo>
                    <a:pt x="75" y="92"/>
                  </a:lnTo>
                  <a:lnTo>
                    <a:pt x="17"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1" name="Freeform 8">
              <a:extLst>
                <a:ext uri="{FF2B5EF4-FFF2-40B4-BE49-F238E27FC236}">
                  <a16:creationId xmlns:a16="http://schemas.microsoft.com/office/drawing/2014/main" id="{8AAD5020-6759-33B2-608D-E32C248883D8}"/>
                </a:ext>
              </a:extLst>
            </p:cNvPr>
            <p:cNvSpPr>
              <a:spLocks/>
            </p:cNvSpPr>
            <p:nvPr/>
          </p:nvSpPr>
          <p:spPr bwMode="auto">
            <a:xfrm>
              <a:off x="4614" y="1152"/>
              <a:ext cx="457" cy="720"/>
            </a:xfrm>
            <a:custGeom>
              <a:avLst/>
              <a:gdLst>
                <a:gd name="T0" fmla="*/ 10 w 457"/>
                <a:gd name="T1" fmla="*/ 0 h 720"/>
                <a:gd name="T2" fmla="*/ 6 w 457"/>
                <a:gd name="T3" fmla="*/ 0 h 720"/>
                <a:gd name="T4" fmla="*/ 3 w 457"/>
                <a:gd name="T5" fmla="*/ 3 h 720"/>
                <a:gd name="T6" fmla="*/ 0 w 457"/>
                <a:gd name="T7" fmla="*/ 6 h 720"/>
                <a:gd name="T8" fmla="*/ 0 w 457"/>
                <a:gd name="T9" fmla="*/ 713 h 720"/>
                <a:gd name="T10" fmla="*/ 3 w 457"/>
                <a:gd name="T11" fmla="*/ 717 h 720"/>
                <a:gd name="T12" fmla="*/ 6 w 457"/>
                <a:gd name="T13" fmla="*/ 720 h 720"/>
                <a:gd name="T14" fmla="*/ 450 w 457"/>
                <a:gd name="T15" fmla="*/ 720 h 720"/>
                <a:gd name="T16" fmla="*/ 454 w 457"/>
                <a:gd name="T17" fmla="*/ 717 h 720"/>
                <a:gd name="T18" fmla="*/ 457 w 457"/>
                <a:gd name="T19" fmla="*/ 713 h 720"/>
                <a:gd name="T20" fmla="*/ 457 w 457"/>
                <a:gd name="T21" fmla="*/ 6 h 720"/>
                <a:gd name="T22" fmla="*/ 454 w 457"/>
                <a:gd name="T23" fmla="*/ 3 h 720"/>
                <a:gd name="T24" fmla="*/ 450 w 457"/>
                <a:gd name="T25" fmla="*/ 0 h 720"/>
                <a:gd name="T26" fmla="*/ 447 w 457"/>
                <a:gd name="T27" fmla="*/ 0 h 720"/>
                <a:gd name="T28" fmla="*/ 10 w 457"/>
                <a:gd name="T29" fmla="*/ 0 h 720"/>
                <a:gd name="T30" fmla="*/ 10 w 457"/>
                <a:gd name="T31" fmla="*/ 19 h 720"/>
                <a:gd name="T32" fmla="*/ 447 w 457"/>
                <a:gd name="T33" fmla="*/ 19 h 720"/>
                <a:gd name="T34" fmla="*/ 438 w 457"/>
                <a:gd name="T35" fmla="*/ 9 h 720"/>
                <a:gd name="T36" fmla="*/ 438 w 457"/>
                <a:gd name="T37" fmla="*/ 710 h 720"/>
                <a:gd name="T38" fmla="*/ 447 w 457"/>
                <a:gd name="T39" fmla="*/ 701 h 720"/>
                <a:gd name="T40" fmla="*/ 10 w 457"/>
                <a:gd name="T41" fmla="*/ 701 h 720"/>
                <a:gd name="T42" fmla="*/ 19 w 457"/>
                <a:gd name="T43" fmla="*/ 710 h 720"/>
                <a:gd name="T44" fmla="*/ 19 w 457"/>
                <a:gd name="T45" fmla="*/ 9 h 720"/>
                <a:gd name="T46" fmla="*/ 10 w 457"/>
                <a:gd name="T47" fmla="*/ 19 h 720"/>
                <a:gd name="T48" fmla="*/ 10 w 457"/>
                <a:gd name="T49" fmla="*/ 0 h 7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7"/>
                <a:gd name="T76" fmla="*/ 0 h 720"/>
                <a:gd name="T77" fmla="*/ 457 w 457"/>
                <a:gd name="T78" fmla="*/ 720 h 7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7" h="720">
                  <a:moveTo>
                    <a:pt x="10" y="0"/>
                  </a:moveTo>
                  <a:lnTo>
                    <a:pt x="6" y="0"/>
                  </a:lnTo>
                  <a:lnTo>
                    <a:pt x="3" y="3"/>
                  </a:lnTo>
                  <a:lnTo>
                    <a:pt x="0" y="6"/>
                  </a:lnTo>
                  <a:lnTo>
                    <a:pt x="0" y="713"/>
                  </a:lnTo>
                  <a:lnTo>
                    <a:pt x="3" y="717"/>
                  </a:lnTo>
                  <a:lnTo>
                    <a:pt x="6" y="720"/>
                  </a:lnTo>
                  <a:lnTo>
                    <a:pt x="450" y="720"/>
                  </a:lnTo>
                  <a:lnTo>
                    <a:pt x="454" y="717"/>
                  </a:lnTo>
                  <a:lnTo>
                    <a:pt x="457" y="713"/>
                  </a:lnTo>
                  <a:lnTo>
                    <a:pt x="457" y="6"/>
                  </a:lnTo>
                  <a:lnTo>
                    <a:pt x="454" y="3"/>
                  </a:lnTo>
                  <a:lnTo>
                    <a:pt x="450" y="0"/>
                  </a:lnTo>
                  <a:lnTo>
                    <a:pt x="447" y="0"/>
                  </a:lnTo>
                  <a:lnTo>
                    <a:pt x="10" y="0"/>
                  </a:lnTo>
                  <a:lnTo>
                    <a:pt x="10" y="19"/>
                  </a:lnTo>
                  <a:lnTo>
                    <a:pt x="447" y="19"/>
                  </a:lnTo>
                  <a:lnTo>
                    <a:pt x="438" y="9"/>
                  </a:lnTo>
                  <a:lnTo>
                    <a:pt x="438" y="710"/>
                  </a:lnTo>
                  <a:lnTo>
                    <a:pt x="447" y="701"/>
                  </a:lnTo>
                  <a:lnTo>
                    <a:pt x="10" y="701"/>
                  </a:lnTo>
                  <a:lnTo>
                    <a:pt x="19" y="710"/>
                  </a:lnTo>
                  <a:lnTo>
                    <a:pt x="19" y="9"/>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2" name="Freeform 9">
              <a:extLst>
                <a:ext uri="{FF2B5EF4-FFF2-40B4-BE49-F238E27FC236}">
                  <a16:creationId xmlns:a16="http://schemas.microsoft.com/office/drawing/2014/main" id="{B522A73A-B196-B9D6-2FBD-35546317997F}"/>
                </a:ext>
              </a:extLst>
            </p:cNvPr>
            <p:cNvSpPr>
              <a:spLocks/>
            </p:cNvSpPr>
            <p:nvPr/>
          </p:nvSpPr>
          <p:spPr bwMode="auto">
            <a:xfrm>
              <a:off x="4789" y="1764"/>
              <a:ext cx="78" cy="108"/>
            </a:xfrm>
            <a:custGeom>
              <a:avLst/>
              <a:gdLst>
                <a:gd name="T0" fmla="*/ 76 w 78"/>
                <a:gd name="T1" fmla="*/ 14 h 108"/>
                <a:gd name="T2" fmla="*/ 78 w 78"/>
                <a:gd name="T3" fmla="*/ 13 h 108"/>
                <a:gd name="T4" fmla="*/ 78 w 78"/>
                <a:gd name="T5" fmla="*/ 8 h 108"/>
                <a:gd name="T6" fmla="*/ 76 w 78"/>
                <a:gd name="T7" fmla="*/ 5 h 108"/>
                <a:gd name="T8" fmla="*/ 76 w 78"/>
                <a:gd name="T9" fmla="*/ 3 h 108"/>
                <a:gd name="T10" fmla="*/ 73 w 78"/>
                <a:gd name="T11" fmla="*/ 2 h 108"/>
                <a:gd name="T12" fmla="*/ 71 w 78"/>
                <a:gd name="T13" fmla="*/ 0 h 108"/>
                <a:gd name="T14" fmla="*/ 67 w 78"/>
                <a:gd name="T15" fmla="*/ 0 h 108"/>
                <a:gd name="T16" fmla="*/ 64 w 78"/>
                <a:gd name="T17" fmla="*/ 2 h 108"/>
                <a:gd name="T18" fmla="*/ 62 w 78"/>
                <a:gd name="T19" fmla="*/ 2 h 108"/>
                <a:gd name="T20" fmla="*/ 60 w 78"/>
                <a:gd name="T21" fmla="*/ 5 h 108"/>
                <a:gd name="T22" fmla="*/ 1 w 78"/>
                <a:gd name="T23" fmla="*/ 94 h 108"/>
                <a:gd name="T24" fmla="*/ 0 w 78"/>
                <a:gd name="T25" fmla="*/ 95 h 108"/>
                <a:gd name="T26" fmla="*/ 0 w 78"/>
                <a:gd name="T27" fmla="*/ 100 h 108"/>
                <a:gd name="T28" fmla="*/ 1 w 78"/>
                <a:gd name="T29" fmla="*/ 103 h 108"/>
                <a:gd name="T30" fmla="*/ 1 w 78"/>
                <a:gd name="T31" fmla="*/ 105 h 108"/>
                <a:gd name="T32" fmla="*/ 4 w 78"/>
                <a:gd name="T33" fmla="*/ 106 h 108"/>
                <a:gd name="T34" fmla="*/ 6 w 78"/>
                <a:gd name="T35" fmla="*/ 108 h 108"/>
                <a:gd name="T36" fmla="*/ 11 w 78"/>
                <a:gd name="T37" fmla="*/ 108 h 108"/>
                <a:gd name="T38" fmla="*/ 14 w 78"/>
                <a:gd name="T39" fmla="*/ 106 h 108"/>
                <a:gd name="T40" fmla="*/ 15 w 78"/>
                <a:gd name="T41" fmla="*/ 106 h 108"/>
                <a:gd name="T42" fmla="*/ 17 w 78"/>
                <a:gd name="T43" fmla="*/ 103 h 108"/>
                <a:gd name="T44" fmla="*/ 76 w 78"/>
                <a:gd name="T45" fmla="*/ 14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108"/>
                <a:gd name="T71" fmla="*/ 78 w 78"/>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108">
                  <a:moveTo>
                    <a:pt x="76" y="14"/>
                  </a:moveTo>
                  <a:lnTo>
                    <a:pt x="78" y="13"/>
                  </a:lnTo>
                  <a:lnTo>
                    <a:pt x="78" y="8"/>
                  </a:lnTo>
                  <a:lnTo>
                    <a:pt x="76" y="5"/>
                  </a:lnTo>
                  <a:lnTo>
                    <a:pt x="76" y="3"/>
                  </a:lnTo>
                  <a:lnTo>
                    <a:pt x="73" y="2"/>
                  </a:lnTo>
                  <a:lnTo>
                    <a:pt x="71" y="0"/>
                  </a:lnTo>
                  <a:lnTo>
                    <a:pt x="67" y="0"/>
                  </a:lnTo>
                  <a:lnTo>
                    <a:pt x="64" y="2"/>
                  </a:lnTo>
                  <a:lnTo>
                    <a:pt x="62" y="2"/>
                  </a:lnTo>
                  <a:lnTo>
                    <a:pt x="60" y="5"/>
                  </a:lnTo>
                  <a:lnTo>
                    <a:pt x="1" y="94"/>
                  </a:lnTo>
                  <a:lnTo>
                    <a:pt x="0" y="95"/>
                  </a:lnTo>
                  <a:lnTo>
                    <a:pt x="0" y="100"/>
                  </a:lnTo>
                  <a:lnTo>
                    <a:pt x="1" y="103"/>
                  </a:lnTo>
                  <a:lnTo>
                    <a:pt x="1" y="105"/>
                  </a:lnTo>
                  <a:lnTo>
                    <a:pt x="4" y="106"/>
                  </a:lnTo>
                  <a:lnTo>
                    <a:pt x="6" y="108"/>
                  </a:lnTo>
                  <a:lnTo>
                    <a:pt x="11" y="108"/>
                  </a:lnTo>
                  <a:lnTo>
                    <a:pt x="14" y="106"/>
                  </a:lnTo>
                  <a:lnTo>
                    <a:pt x="15" y="106"/>
                  </a:lnTo>
                  <a:lnTo>
                    <a:pt x="17" y="103"/>
                  </a:lnTo>
                  <a:lnTo>
                    <a:pt x="76"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3" name="Freeform 10">
              <a:extLst>
                <a:ext uri="{FF2B5EF4-FFF2-40B4-BE49-F238E27FC236}">
                  <a16:creationId xmlns:a16="http://schemas.microsoft.com/office/drawing/2014/main" id="{1EFDEFBF-9C5A-4171-B070-6D1060034EBA}"/>
                </a:ext>
              </a:extLst>
            </p:cNvPr>
            <p:cNvSpPr>
              <a:spLocks/>
            </p:cNvSpPr>
            <p:nvPr/>
          </p:nvSpPr>
          <p:spPr bwMode="auto">
            <a:xfrm>
              <a:off x="4848" y="1764"/>
              <a:ext cx="76" cy="108"/>
            </a:xfrm>
            <a:custGeom>
              <a:avLst/>
              <a:gdLst>
                <a:gd name="T0" fmla="*/ 17 w 76"/>
                <a:gd name="T1" fmla="*/ 5 h 108"/>
                <a:gd name="T2" fmla="*/ 14 w 76"/>
                <a:gd name="T3" fmla="*/ 2 h 108"/>
                <a:gd name="T4" fmla="*/ 11 w 76"/>
                <a:gd name="T5" fmla="*/ 0 h 108"/>
                <a:gd name="T6" fmla="*/ 6 w 76"/>
                <a:gd name="T7" fmla="*/ 0 h 108"/>
                <a:gd name="T8" fmla="*/ 3 w 76"/>
                <a:gd name="T9" fmla="*/ 3 h 108"/>
                <a:gd name="T10" fmla="*/ 1 w 76"/>
                <a:gd name="T11" fmla="*/ 5 h 108"/>
                <a:gd name="T12" fmla="*/ 0 w 76"/>
                <a:gd name="T13" fmla="*/ 8 h 108"/>
                <a:gd name="T14" fmla="*/ 0 w 76"/>
                <a:gd name="T15" fmla="*/ 13 h 108"/>
                <a:gd name="T16" fmla="*/ 1 w 76"/>
                <a:gd name="T17" fmla="*/ 14 h 108"/>
                <a:gd name="T18" fmla="*/ 59 w 76"/>
                <a:gd name="T19" fmla="*/ 103 h 108"/>
                <a:gd name="T20" fmla="*/ 62 w 76"/>
                <a:gd name="T21" fmla="*/ 106 h 108"/>
                <a:gd name="T22" fmla="*/ 65 w 76"/>
                <a:gd name="T23" fmla="*/ 108 h 108"/>
                <a:gd name="T24" fmla="*/ 70 w 76"/>
                <a:gd name="T25" fmla="*/ 108 h 108"/>
                <a:gd name="T26" fmla="*/ 73 w 76"/>
                <a:gd name="T27" fmla="*/ 105 h 108"/>
                <a:gd name="T28" fmla="*/ 75 w 76"/>
                <a:gd name="T29" fmla="*/ 103 h 108"/>
                <a:gd name="T30" fmla="*/ 76 w 76"/>
                <a:gd name="T31" fmla="*/ 100 h 108"/>
                <a:gd name="T32" fmla="*/ 76 w 76"/>
                <a:gd name="T33" fmla="*/ 95 h 108"/>
                <a:gd name="T34" fmla="*/ 75 w 76"/>
                <a:gd name="T35" fmla="*/ 94 h 108"/>
                <a:gd name="T36" fmla="*/ 17 w 76"/>
                <a:gd name="T37" fmla="*/ 5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6"/>
                <a:gd name="T58" fmla="*/ 0 h 108"/>
                <a:gd name="T59" fmla="*/ 76 w 76"/>
                <a:gd name="T60" fmla="*/ 108 h 10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6" h="108">
                  <a:moveTo>
                    <a:pt x="17" y="5"/>
                  </a:moveTo>
                  <a:lnTo>
                    <a:pt x="14" y="2"/>
                  </a:lnTo>
                  <a:lnTo>
                    <a:pt x="11" y="0"/>
                  </a:lnTo>
                  <a:lnTo>
                    <a:pt x="6" y="0"/>
                  </a:lnTo>
                  <a:lnTo>
                    <a:pt x="3" y="3"/>
                  </a:lnTo>
                  <a:lnTo>
                    <a:pt x="1" y="5"/>
                  </a:lnTo>
                  <a:lnTo>
                    <a:pt x="0" y="8"/>
                  </a:lnTo>
                  <a:lnTo>
                    <a:pt x="0" y="13"/>
                  </a:lnTo>
                  <a:lnTo>
                    <a:pt x="1" y="14"/>
                  </a:lnTo>
                  <a:lnTo>
                    <a:pt x="59" y="103"/>
                  </a:lnTo>
                  <a:lnTo>
                    <a:pt x="62" y="106"/>
                  </a:lnTo>
                  <a:lnTo>
                    <a:pt x="65" y="108"/>
                  </a:lnTo>
                  <a:lnTo>
                    <a:pt x="70" y="108"/>
                  </a:lnTo>
                  <a:lnTo>
                    <a:pt x="73" y="105"/>
                  </a:lnTo>
                  <a:lnTo>
                    <a:pt x="75" y="103"/>
                  </a:lnTo>
                  <a:lnTo>
                    <a:pt x="76" y="100"/>
                  </a:lnTo>
                  <a:lnTo>
                    <a:pt x="76" y="95"/>
                  </a:lnTo>
                  <a:lnTo>
                    <a:pt x="75" y="94"/>
                  </a:lnTo>
                  <a:lnTo>
                    <a:pt x="17"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4" name="Freeform 11">
              <a:extLst>
                <a:ext uri="{FF2B5EF4-FFF2-40B4-BE49-F238E27FC236}">
                  <a16:creationId xmlns:a16="http://schemas.microsoft.com/office/drawing/2014/main" id="{8231C214-6492-2FC5-2FDE-19E1F64951D6}"/>
                </a:ext>
              </a:extLst>
            </p:cNvPr>
            <p:cNvSpPr>
              <a:spLocks/>
            </p:cNvSpPr>
            <p:nvPr/>
          </p:nvSpPr>
          <p:spPr bwMode="auto">
            <a:xfrm>
              <a:off x="3874" y="1464"/>
              <a:ext cx="750" cy="18"/>
            </a:xfrm>
            <a:custGeom>
              <a:avLst/>
              <a:gdLst>
                <a:gd name="T0" fmla="*/ 9 w 750"/>
                <a:gd name="T1" fmla="*/ 0 h 18"/>
                <a:gd name="T2" fmla="*/ 6 w 750"/>
                <a:gd name="T3" fmla="*/ 0 h 18"/>
                <a:gd name="T4" fmla="*/ 3 w 750"/>
                <a:gd name="T5" fmla="*/ 3 h 18"/>
                <a:gd name="T6" fmla="*/ 0 w 750"/>
                <a:gd name="T7" fmla="*/ 6 h 18"/>
                <a:gd name="T8" fmla="*/ 0 w 750"/>
                <a:gd name="T9" fmla="*/ 12 h 18"/>
                <a:gd name="T10" fmla="*/ 3 w 750"/>
                <a:gd name="T11" fmla="*/ 15 h 18"/>
                <a:gd name="T12" fmla="*/ 6 w 750"/>
                <a:gd name="T13" fmla="*/ 18 h 18"/>
                <a:gd name="T14" fmla="*/ 743 w 750"/>
                <a:gd name="T15" fmla="*/ 18 h 18"/>
                <a:gd name="T16" fmla="*/ 746 w 750"/>
                <a:gd name="T17" fmla="*/ 15 h 18"/>
                <a:gd name="T18" fmla="*/ 750 w 750"/>
                <a:gd name="T19" fmla="*/ 12 h 18"/>
                <a:gd name="T20" fmla="*/ 750 w 750"/>
                <a:gd name="T21" fmla="*/ 6 h 18"/>
                <a:gd name="T22" fmla="*/ 746 w 750"/>
                <a:gd name="T23" fmla="*/ 3 h 18"/>
                <a:gd name="T24" fmla="*/ 743 w 750"/>
                <a:gd name="T25" fmla="*/ 0 h 18"/>
                <a:gd name="T26" fmla="*/ 740 w 750"/>
                <a:gd name="T27" fmla="*/ 0 h 18"/>
                <a:gd name="T28" fmla="*/ 9 w 750"/>
                <a:gd name="T29" fmla="*/ 0 h 1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0"/>
                <a:gd name="T46" fmla="*/ 0 h 18"/>
                <a:gd name="T47" fmla="*/ 750 w 750"/>
                <a:gd name="T48" fmla="*/ 18 h 1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0" h="18">
                  <a:moveTo>
                    <a:pt x="9" y="0"/>
                  </a:moveTo>
                  <a:lnTo>
                    <a:pt x="6" y="0"/>
                  </a:lnTo>
                  <a:lnTo>
                    <a:pt x="3" y="3"/>
                  </a:lnTo>
                  <a:lnTo>
                    <a:pt x="0" y="6"/>
                  </a:lnTo>
                  <a:lnTo>
                    <a:pt x="0" y="12"/>
                  </a:lnTo>
                  <a:lnTo>
                    <a:pt x="3" y="15"/>
                  </a:lnTo>
                  <a:lnTo>
                    <a:pt x="6" y="18"/>
                  </a:lnTo>
                  <a:lnTo>
                    <a:pt x="743" y="18"/>
                  </a:lnTo>
                  <a:lnTo>
                    <a:pt x="746" y="15"/>
                  </a:lnTo>
                  <a:lnTo>
                    <a:pt x="750" y="12"/>
                  </a:lnTo>
                  <a:lnTo>
                    <a:pt x="750" y="6"/>
                  </a:lnTo>
                  <a:lnTo>
                    <a:pt x="746" y="3"/>
                  </a:lnTo>
                  <a:lnTo>
                    <a:pt x="743" y="0"/>
                  </a:lnTo>
                  <a:lnTo>
                    <a:pt x="740"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5" name="Freeform 12">
              <a:extLst>
                <a:ext uri="{FF2B5EF4-FFF2-40B4-BE49-F238E27FC236}">
                  <a16:creationId xmlns:a16="http://schemas.microsoft.com/office/drawing/2014/main" id="{A9D34D24-9D0E-2CF2-93ED-1E11F9956B8C}"/>
                </a:ext>
              </a:extLst>
            </p:cNvPr>
            <p:cNvSpPr>
              <a:spLocks/>
            </p:cNvSpPr>
            <p:nvPr/>
          </p:nvSpPr>
          <p:spPr bwMode="auto">
            <a:xfrm>
              <a:off x="4488" y="1464"/>
              <a:ext cx="136" cy="46"/>
            </a:xfrm>
            <a:custGeom>
              <a:avLst/>
              <a:gdLst>
                <a:gd name="T0" fmla="*/ 128 w 136"/>
                <a:gd name="T1" fmla="*/ 18 h 46"/>
                <a:gd name="T2" fmla="*/ 131 w 136"/>
                <a:gd name="T3" fmla="*/ 17 h 46"/>
                <a:gd name="T4" fmla="*/ 134 w 136"/>
                <a:gd name="T5" fmla="*/ 14 h 46"/>
                <a:gd name="T6" fmla="*/ 136 w 136"/>
                <a:gd name="T7" fmla="*/ 12 h 46"/>
                <a:gd name="T8" fmla="*/ 136 w 136"/>
                <a:gd name="T9" fmla="*/ 7 h 46"/>
                <a:gd name="T10" fmla="*/ 134 w 136"/>
                <a:gd name="T11" fmla="*/ 4 h 46"/>
                <a:gd name="T12" fmla="*/ 131 w 136"/>
                <a:gd name="T13" fmla="*/ 1 h 46"/>
                <a:gd name="T14" fmla="*/ 129 w 136"/>
                <a:gd name="T15" fmla="*/ 0 h 46"/>
                <a:gd name="T16" fmla="*/ 125 w 136"/>
                <a:gd name="T17" fmla="*/ 0 h 46"/>
                <a:gd name="T18" fmla="*/ 8 w 136"/>
                <a:gd name="T19" fmla="*/ 28 h 46"/>
                <a:gd name="T20" fmla="*/ 5 w 136"/>
                <a:gd name="T21" fmla="*/ 29 h 46"/>
                <a:gd name="T22" fmla="*/ 2 w 136"/>
                <a:gd name="T23" fmla="*/ 32 h 46"/>
                <a:gd name="T24" fmla="*/ 0 w 136"/>
                <a:gd name="T25" fmla="*/ 34 h 46"/>
                <a:gd name="T26" fmla="*/ 0 w 136"/>
                <a:gd name="T27" fmla="*/ 38 h 46"/>
                <a:gd name="T28" fmla="*/ 2 w 136"/>
                <a:gd name="T29" fmla="*/ 42 h 46"/>
                <a:gd name="T30" fmla="*/ 5 w 136"/>
                <a:gd name="T31" fmla="*/ 45 h 46"/>
                <a:gd name="T32" fmla="*/ 6 w 136"/>
                <a:gd name="T33" fmla="*/ 46 h 46"/>
                <a:gd name="T34" fmla="*/ 11 w 136"/>
                <a:gd name="T35" fmla="*/ 46 h 46"/>
                <a:gd name="T36" fmla="*/ 128 w 136"/>
                <a:gd name="T37" fmla="*/ 18 h 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46"/>
                <a:gd name="T59" fmla="*/ 136 w 136"/>
                <a:gd name="T60" fmla="*/ 46 h 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46">
                  <a:moveTo>
                    <a:pt x="128" y="18"/>
                  </a:moveTo>
                  <a:lnTo>
                    <a:pt x="131" y="17"/>
                  </a:lnTo>
                  <a:lnTo>
                    <a:pt x="134" y="14"/>
                  </a:lnTo>
                  <a:lnTo>
                    <a:pt x="136" y="12"/>
                  </a:lnTo>
                  <a:lnTo>
                    <a:pt x="136" y="7"/>
                  </a:lnTo>
                  <a:lnTo>
                    <a:pt x="134" y="4"/>
                  </a:lnTo>
                  <a:lnTo>
                    <a:pt x="131" y="1"/>
                  </a:lnTo>
                  <a:lnTo>
                    <a:pt x="129" y="0"/>
                  </a:lnTo>
                  <a:lnTo>
                    <a:pt x="125" y="0"/>
                  </a:lnTo>
                  <a:lnTo>
                    <a:pt x="8" y="28"/>
                  </a:lnTo>
                  <a:lnTo>
                    <a:pt x="5" y="29"/>
                  </a:lnTo>
                  <a:lnTo>
                    <a:pt x="2" y="32"/>
                  </a:lnTo>
                  <a:lnTo>
                    <a:pt x="0" y="34"/>
                  </a:lnTo>
                  <a:lnTo>
                    <a:pt x="0" y="38"/>
                  </a:lnTo>
                  <a:lnTo>
                    <a:pt x="2" y="42"/>
                  </a:lnTo>
                  <a:lnTo>
                    <a:pt x="5" y="45"/>
                  </a:lnTo>
                  <a:lnTo>
                    <a:pt x="6" y="46"/>
                  </a:lnTo>
                  <a:lnTo>
                    <a:pt x="11" y="46"/>
                  </a:lnTo>
                  <a:lnTo>
                    <a:pt x="128"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6" name="Freeform 13">
              <a:extLst>
                <a:ext uri="{FF2B5EF4-FFF2-40B4-BE49-F238E27FC236}">
                  <a16:creationId xmlns:a16="http://schemas.microsoft.com/office/drawing/2014/main" id="{5DA7D0B0-2BA4-32E3-1532-4734982F8C57}"/>
                </a:ext>
              </a:extLst>
            </p:cNvPr>
            <p:cNvSpPr>
              <a:spLocks/>
            </p:cNvSpPr>
            <p:nvPr/>
          </p:nvSpPr>
          <p:spPr bwMode="auto">
            <a:xfrm>
              <a:off x="4488" y="1434"/>
              <a:ext cx="136" cy="48"/>
            </a:xfrm>
            <a:custGeom>
              <a:avLst/>
              <a:gdLst>
                <a:gd name="T0" fmla="*/ 125 w 136"/>
                <a:gd name="T1" fmla="*/ 48 h 48"/>
                <a:gd name="T2" fmla="*/ 129 w 136"/>
                <a:gd name="T3" fmla="*/ 48 h 48"/>
                <a:gd name="T4" fmla="*/ 132 w 136"/>
                <a:gd name="T5" fmla="*/ 45 h 48"/>
                <a:gd name="T6" fmla="*/ 134 w 136"/>
                <a:gd name="T7" fmla="*/ 44 h 48"/>
                <a:gd name="T8" fmla="*/ 136 w 136"/>
                <a:gd name="T9" fmla="*/ 40 h 48"/>
                <a:gd name="T10" fmla="*/ 136 w 136"/>
                <a:gd name="T11" fmla="*/ 36 h 48"/>
                <a:gd name="T12" fmla="*/ 132 w 136"/>
                <a:gd name="T13" fmla="*/ 33 h 48"/>
                <a:gd name="T14" fmla="*/ 131 w 136"/>
                <a:gd name="T15" fmla="*/ 31 h 48"/>
                <a:gd name="T16" fmla="*/ 128 w 136"/>
                <a:gd name="T17" fmla="*/ 30 h 48"/>
                <a:gd name="T18" fmla="*/ 11 w 136"/>
                <a:gd name="T19" fmla="*/ 0 h 48"/>
                <a:gd name="T20" fmla="*/ 6 w 136"/>
                <a:gd name="T21" fmla="*/ 0 h 48"/>
                <a:gd name="T22" fmla="*/ 3 w 136"/>
                <a:gd name="T23" fmla="*/ 3 h 48"/>
                <a:gd name="T24" fmla="*/ 2 w 136"/>
                <a:gd name="T25" fmla="*/ 5 h 48"/>
                <a:gd name="T26" fmla="*/ 0 w 136"/>
                <a:gd name="T27" fmla="*/ 8 h 48"/>
                <a:gd name="T28" fmla="*/ 0 w 136"/>
                <a:gd name="T29" fmla="*/ 12 h 48"/>
                <a:gd name="T30" fmla="*/ 3 w 136"/>
                <a:gd name="T31" fmla="*/ 15 h 48"/>
                <a:gd name="T32" fmla="*/ 5 w 136"/>
                <a:gd name="T33" fmla="*/ 17 h 48"/>
                <a:gd name="T34" fmla="*/ 8 w 136"/>
                <a:gd name="T35" fmla="*/ 19 h 48"/>
                <a:gd name="T36" fmla="*/ 125 w 136"/>
                <a:gd name="T37" fmla="*/ 48 h 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48"/>
                <a:gd name="T59" fmla="*/ 136 w 136"/>
                <a:gd name="T60" fmla="*/ 48 h 4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48">
                  <a:moveTo>
                    <a:pt x="125" y="48"/>
                  </a:moveTo>
                  <a:lnTo>
                    <a:pt x="129" y="48"/>
                  </a:lnTo>
                  <a:lnTo>
                    <a:pt x="132" y="45"/>
                  </a:lnTo>
                  <a:lnTo>
                    <a:pt x="134" y="44"/>
                  </a:lnTo>
                  <a:lnTo>
                    <a:pt x="136" y="40"/>
                  </a:lnTo>
                  <a:lnTo>
                    <a:pt x="136" y="36"/>
                  </a:lnTo>
                  <a:lnTo>
                    <a:pt x="132" y="33"/>
                  </a:lnTo>
                  <a:lnTo>
                    <a:pt x="131" y="31"/>
                  </a:lnTo>
                  <a:lnTo>
                    <a:pt x="128" y="30"/>
                  </a:lnTo>
                  <a:lnTo>
                    <a:pt x="11" y="0"/>
                  </a:lnTo>
                  <a:lnTo>
                    <a:pt x="6" y="0"/>
                  </a:lnTo>
                  <a:lnTo>
                    <a:pt x="3" y="3"/>
                  </a:lnTo>
                  <a:lnTo>
                    <a:pt x="2" y="5"/>
                  </a:lnTo>
                  <a:lnTo>
                    <a:pt x="0" y="8"/>
                  </a:lnTo>
                  <a:lnTo>
                    <a:pt x="0" y="12"/>
                  </a:lnTo>
                  <a:lnTo>
                    <a:pt x="3" y="15"/>
                  </a:lnTo>
                  <a:lnTo>
                    <a:pt x="5" y="17"/>
                  </a:lnTo>
                  <a:lnTo>
                    <a:pt x="8" y="19"/>
                  </a:lnTo>
                  <a:lnTo>
                    <a:pt x="12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7" name="Freeform 14">
              <a:extLst>
                <a:ext uri="{FF2B5EF4-FFF2-40B4-BE49-F238E27FC236}">
                  <a16:creationId xmlns:a16="http://schemas.microsoft.com/office/drawing/2014/main" id="{C8298E93-D509-1D02-E697-7BFFC3739C18}"/>
                </a:ext>
              </a:extLst>
            </p:cNvPr>
            <p:cNvSpPr>
              <a:spLocks/>
            </p:cNvSpPr>
            <p:nvPr/>
          </p:nvSpPr>
          <p:spPr bwMode="auto">
            <a:xfrm>
              <a:off x="4170" y="1409"/>
              <a:ext cx="126" cy="126"/>
            </a:xfrm>
            <a:custGeom>
              <a:avLst/>
              <a:gdLst>
                <a:gd name="T0" fmla="*/ 125 w 126"/>
                <a:gd name="T1" fmla="*/ 8 h 126"/>
                <a:gd name="T2" fmla="*/ 126 w 126"/>
                <a:gd name="T3" fmla="*/ 8 h 126"/>
                <a:gd name="T4" fmla="*/ 126 w 126"/>
                <a:gd name="T5" fmla="*/ 3 h 126"/>
                <a:gd name="T6" fmla="*/ 125 w 126"/>
                <a:gd name="T7" fmla="*/ 2 h 126"/>
                <a:gd name="T8" fmla="*/ 125 w 126"/>
                <a:gd name="T9" fmla="*/ 0 h 126"/>
                <a:gd name="T10" fmla="*/ 120 w 126"/>
                <a:gd name="T11" fmla="*/ 0 h 126"/>
                <a:gd name="T12" fmla="*/ 119 w 126"/>
                <a:gd name="T13" fmla="*/ 2 h 126"/>
                <a:gd name="T14" fmla="*/ 2 w 126"/>
                <a:gd name="T15" fmla="*/ 118 h 126"/>
                <a:gd name="T16" fmla="*/ 0 w 126"/>
                <a:gd name="T17" fmla="*/ 120 h 126"/>
                <a:gd name="T18" fmla="*/ 0 w 126"/>
                <a:gd name="T19" fmla="*/ 125 h 126"/>
                <a:gd name="T20" fmla="*/ 2 w 126"/>
                <a:gd name="T21" fmla="*/ 125 h 126"/>
                <a:gd name="T22" fmla="*/ 3 w 126"/>
                <a:gd name="T23" fmla="*/ 126 h 126"/>
                <a:gd name="T24" fmla="*/ 8 w 126"/>
                <a:gd name="T25" fmla="*/ 126 h 126"/>
                <a:gd name="T26" fmla="*/ 8 w 126"/>
                <a:gd name="T27" fmla="*/ 125 h 126"/>
                <a:gd name="T28" fmla="*/ 125 w 126"/>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6"/>
                <a:gd name="T46" fmla="*/ 0 h 126"/>
                <a:gd name="T47" fmla="*/ 126 w 126"/>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6" h="126">
                  <a:moveTo>
                    <a:pt x="125" y="8"/>
                  </a:moveTo>
                  <a:lnTo>
                    <a:pt x="126" y="8"/>
                  </a:lnTo>
                  <a:lnTo>
                    <a:pt x="126" y="3"/>
                  </a:lnTo>
                  <a:lnTo>
                    <a:pt x="125" y="2"/>
                  </a:lnTo>
                  <a:lnTo>
                    <a:pt x="125" y="0"/>
                  </a:lnTo>
                  <a:lnTo>
                    <a:pt x="120" y="0"/>
                  </a:lnTo>
                  <a:lnTo>
                    <a:pt x="119" y="2"/>
                  </a:lnTo>
                  <a:lnTo>
                    <a:pt x="2" y="118"/>
                  </a:lnTo>
                  <a:lnTo>
                    <a:pt x="0" y="120"/>
                  </a:lnTo>
                  <a:lnTo>
                    <a:pt x="0" y="125"/>
                  </a:lnTo>
                  <a:lnTo>
                    <a:pt x="2" y="125"/>
                  </a:lnTo>
                  <a:lnTo>
                    <a:pt x="3" y="126"/>
                  </a:lnTo>
                  <a:lnTo>
                    <a:pt x="8" y="126"/>
                  </a:lnTo>
                  <a:lnTo>
                    <a:pt x="8" y="125"/>
                  </a:lnTo>
                  <a:lnTo>
                    <a:pt x="12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8" name="Freeform 15">
              <a:extLst>
                <a:ext uri="{FF2B5EF4-FFF2-40B4-BE49-F238E27FC236}">
                  <a16:creationId xmlns:a16="http://schemas.microsoft.com/office/drawing/2014/main" id="{1C064389-BF07-E76F-6370-94A94B6370F6}"/>
                </a:ext>
              </a:extLst>
            </p:cNvPr>
            <p:cNvSpPr>
              <a:spLocks/>
            </p:cNvSpPr>
            <p:nvPr/>
          </p:nvSpPr>
          <p:spPr bwMode="auto">
            <a:xfrm>
              <a:off x="3217" y="2052"/>
              <a:ext cx="1636" cy="10"/>
            </a:xfrm>
            <a:custGeom>
              <a:avLst/>
              <a:gdLst>
                <a:gd name="T0" fmla="*/ 4 w 1636"/>
                <a:gd name="T1" fmla="*/ 0 h 10"/>
                <a:gd name="T2" fmla="*/ 3 w 1636"/>
                <a:gd name="T3" fmla="*/ 0 h 10"/>
                <a:gd name="T4" fmla="*/ 0 w 1636"/>
                <a:gd name="T5" fmla="*/ 4 h 10"/>
                <a:gd name="T6" fmla="*/ 0 w 1636"/>
                <a:gd name="T7" fmla="*/ 8 h 10"/>
                <a:gd name="T8" fmla="*/ 1 w 1636"/>
                <a:gd name="T9" fmla="*/ 8 h 10"/>
                <a:gd name="T10" fmla="*/ 3 w 1636"/>
                <a:gd name="T11" fmla="*/ 10 h 10"/>
                <a:gd name="T12" fmla="*/ 1634 w 1636"/>
                <a:gd name="T13" fmla="*/ 10 h 10"/>
                <a:gd name="T14" fmla="*/ 1634 w 1636"/>
                <a:gd name="T15" fmla="*/ 8 h 10"/>
                <a:gd name="T16" fmla="*/ 1636 w 1636"/>
                <a:gd name="T17" fmla="*/ 8 h 10"/>
                <a:gd name="T18" fmla="*/ 1636 w 1636"/>
                <a:gd name="T19" fmla="*/ 4 h 10"/>
                <a:gd name="T20" fmla="*/ 1634 w 1636"/>
                <a:gd name="T21" fmla="*/ 2 h 10"/>
                <a:gd name="T22" fmla="*/ 1634 w 1636"/>
                <a:gd name="T23" fmla="*/ 0 h 10"/>
                <a:gd name="T24" fmla="*/ 1631 w 1636"/>
                <a:gd name="T25" fmla="*/ 0 h 10"/>
                <a:gd name="T26" fmla="*/ 4 w 1636"/>
                <a:gd name="T27" fmla="*/ 0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36"/>
                <a:gd name="T43" fmla="*/ 0 h 10"/>
                <a:gd name="T44" fmla="*/ 1636 w 1636"/>
                <a:gd name="T45" fmla="*/ 10 h 1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36" h="10">
                  <a:moveTo>
                    <a:pt x="4" y="0"/>
                  </a:moveTo>
                  <a:lnTo>
                    <a:pt x="3" y="0"/>
                  </a:lnTo>
                  <a:lnTo>
                    <a:pt x="0" y="4"/>
                  </a:lnTo>
                  <a:lnTo>
                    <a:pt x="0" y="8"/>
                  </a:lnTo>
                  <a:lnTo>
                    <a:pt x="1" y="8"/>
                  </a:lnTo>
                  <a:lnTo>
                    <a:pt x="3" y="10"/>
                  </a:lnTo>
                  <a:lnTo>
                    <a:pt x="1634" y="10"/>
                  </a:lnTo>
                  <a:lnTo>
                    <a:pt x="1634" y="8"/>
                  </a:lnTo>
                  <a:lnTo>
                    <a:pt x="1636" y="8"/>
                  </a:lnTo>
                  <a:lnTo>
                    <a:pt x="1636" y="4"/>
                  </a:lnTo>
                  <a:lnTo>
                    <a:pt x="1634" y="2"/>
                  </a:lnTo>
                  <a:lnTo>
                    <a:pt x="1634" y="0"/>
                  </a:lnTo>
                  <a:lnTo>
                    <a:pt x="1631"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09" name="Freeform 16">
              <a:extLst>
                <a:ext uri="{FF2B5EF4-FFF2-40B4-BE49-F238E27FC236}">
                  <a16:creationId xmlns:a16="http://schemas.microsoft.com/office/drawing/2014/main" id="{0D66C2EC-E20C-31B7-084A-6F0EE5C47830}"/>
                </a:ext>
              </a:extLst>
            </p:cNvPr>
            <p:cNvSpPr>
              <a:spLocks/>
            </p:cNvSpPr>
            <p:nvPr/>
          </p:nvSpPr>
          <p:spPr bwMode="auto">
            <a:xfrm>
              <a:off x="4843" y="1862"/>
              <a:ext cx="10" cy="200"/>
            </a:xfrm>
            <a:custGeom>
              <a:avLst/>
              <a:gdLst>
                <a:gd name="T0" fmla="*/ 0 w 10"/>
                <a:gd name="T1" fmla="*/ 195 h 200"/>
                <a:gd name="T2" fmla="*/ 0 w 10"/>
                <a:gd name="T3" fmla="*/ 198 h 200"/>
                <a:gd name="T4" fmla="*/ 2 w 10"/>
                <a:gd name="T5" fmla="*/ 198 h 200"/>
                <a:gd name="T6" fmla="*/ 3 w 10"/>
                <a:gd name="T7" fmla="*/ 200 h 200"/>
                <a:gd name="T8" fmla="*/ 8 w 10"/>
                <a:gd name="T9" fmla="*/ 200 h 200"/>
                <a:gd name="T10" fmla="*/ 8 w 10"/>
                <a:gd name="T11" fmla="*/ 198 h 200"/>
                <a:gd name="T12" fmla="*/ 10 w 10"/>
                <a:gd name="T13" fmla="*/ 198 h 200"/>
                <a:gd name="T14" fmla="*/ 10 w 10"/>
                <a:gd name="T15" fmla="*/ 3 h 200"/>
                <a:gd name="T16" fmla="*/ 8 w 10"/>
                <a:gd name="T17" fmla="*/ 2 h 200"/>
                <a:gd name="T18" fmla="*/ 8 w 10"/>
                <a:gd name="T19" fmla="*/ 0 h 200"/>
                <a:gd name="T20" fmla="*/ 3 w 10"/>
                <a:gd name="T21" fmla="*/ 0 h 200"/>
                <a:gd name="T22" fmla="*/ 0 w 10"/>
                <a:gd name="T23" fmla="*/ 3 h 200"/>
                <a:gd name="T24" fmla="*/ 0 w 10"/>
                <a:gd name="T25" fmla="*/ 5 h 200"/>
                <a:gd name="T26" fmla="*/ 0 w 10"/>
                <a:gd name="T27" fmla="*/ 195 h 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200"/>
                <a:gd name="T44" fmla="*/ 10 w 10"/>
                <a:gd name="T45" fmla="*/ 200 h 2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200">
                  <a:moveTo>
                    <a:pt x="0" y="195"/>
                  </a:moveTo>
                  <a:lnTo>
                    <a:pt x="0" y="198"/>
                  </a:lnTo>
                  <a:lnTo>
                    <a:pt x="2" y="198"/>
                  </a:lnTo>
                  <a:lnTo>
                    <a:pt x="3" y="200"/>
                  </a:lnTo>
                  <a:lnTo>
                    <a:pt x="8" y="200"/>
                  </a:lnTo>
                  <a:lnTo>
                    <a:pt x="8" y="198"/>
                  </a:lnTo>
                  <a:lnTo>
                    <a:pt x="10" y="198"/>
                  </a:lnTo>
                  <a:lnTo>
                    <a:pt x="10" y="3"/>
                  </a:lnTo>
                  <a:lnTo>
                    <a:pt x="8" y="2"/>
                  </a:lnTo>
                  <a:lnTo>
                    <a:pt x="8" y="0"/>
                  </a:lnTo>
                  <a:lnTo>
                    <a:pt x="3" y="0"/>
                  </a:lnTo>
                  <a:lnTo>
                    <a:pt x="0" y="3"/>
                  </a:lnTo>
                  <a:lnTo>
                    <a:pt x="0" y="5"/>
                  </a:lnTo>
                  <a:lnTo>
                    <a:pt x="0" y="1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0" name="Freeform 17">
              <a:extLst>
                <a:ext uri="{FF2B5EF4-FFF2-40B4-BE49-F238E27FC236}">
                  <a16:creationId xmlns:a16="http://schemas.microsoft.com/office/drawing/2014/main" id="{497ACCDD-B974-5FE4-4BAE-3D1F549BF098}"/>
                </a:ext>
              </a:extLst>
            </p:cNvPr>
            <p:cNvSpPr>
              <a:spLocks/>
            </p:cNvSpPr>
            <p:nvPr/>
          </p:nvSpPr>
          <p:spPr bwMode="auto">
            <a:xfrm>
              <a:off x="4814" y="1876"/>
              <a:ext cx="39" cy="69"/>
            </a:xfrm>
            <a:custGeom>
              <a:avLst/>
              <a:gdLst>
                <a:gd name="T0" fmla="*/ 39 w 39"/>
                <a:gd name="T1" fmla="*/ 7 h 69"/>
                <a:gd name="T2" fmla="*/ 39 w 39"/>
                <a:gd name="T3" fmla="*/ 2 h 69"/>
                <a:gd name="T4" fmla="*/ 37 w 39"/>
                <a:gd name="T5" fmla="*/ 2 h 69"/>
                <a:gd name="T6" fmla="*/ 35 w 39"/>
                <a:gd name="T7" fmla="*/ 0 h 69"/>
                <a:gd name="T8" fmla="*/ 31 w 39"/>
                <a:gd name="T9" fmla="*/ 0 h 69"/>
                <a:gd name="T10" fmla="*/ 31 w 39"/>
                <a:gd name="T11" fmla="*/ 2 h 69"/>
                <a:gd name="T12" fmla="*/ 29 w 39"/>
                <a:gd name="T13" fmla="*/ 3 h 69"/>
                <a:gd name="T14" fmla="*/ 0 w 39"/>
                <a:gd name="T15" fmla="*/ 63 h 69"/>
                <a:gd name="T16" fmla="*/ 0 w 39"/>
                <a:gd name="T17" fmla="*/ 67 h 69"/>
                <a:gd name="T18" fmla="*/ 1 w 39"/>
                <a:gd name="T19" fmla="*/ 67 h 69"/>
                <a:gd name="T20" fmla="*/ 3 w 39"/>
                <a:gd name="T21" fmla="*/ 69 h 69"/>
                <a:gd name="T22" fmla="*/ 7 w 39"/>
                <a:gd name="T23" fmla="*/ 69 h 69"/>
                <a:gd name="T24" fmla="*/ 7 w 39"/>
                <a:gd name="T25" fmla="*/ 67 h 69"/>
                <a:gd name="T26" fmla="*/ 9 w 39"/>
                <a:gd name="T27" fmla="*/ 66 h 69"/>
                <a:gd name="T28" fmla="*/ 39 w 39"/>
                <a:gd name="T29" fmla="*/ 7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69"/>
                <a:gd name="T47" fmla="*/ 39 w 39"/>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69">
                  <a:moveTo>
                    <a:pt x="39" y="7"/>
                  </a:moveTo>
                  <a:lnTo>
                    <a:pt x="39" y="2"/>
                  </a:lnTo>
                  <a:lnTo>
                    <a:pt x="37" y="2"/>
                  </a:lnTo>
                  <a:lnTo>
                    <a:pt x="35" y="0"/>
                  </a:lnTo>
                  <a:lnTo>
                    <a:pt x="31" y="0"/>
                  </a:lnTo>
                  <a:lnTo>
                    <a:pt x="31" y="2"/>
                  </a:lnTo>
                  <a:lnTo>
                    <a:pt x="29" y="3"/>
                  </a:lnTo>
                  <a:lnTo>
                    <a:pt x="0" y="63"/>
                  </a:lnTo>
                  <a:lnTo>
                    <a:pt x="0" y="67"/>
                  </a:lnTo>
                  <a:lnTo>
                    <a:pt x="1" y="67"/>
                  </a:lnTo>
                  <a:lnTo>
                    <a:pt x="3" y="69"/>
                  </a:lnTo>
                  <a:lnTo>
                    <a:pt x="7" y="69"/>
                  </a:lnTo>
                  <a:lnTo>
                    <a:pt x="7" y="67"/>
                  </a:lnTo>
                  <a:lnTo>
                    <a:pt x="9" y="66"/>
                  </a:lnTo>
                  <a:lnTo>
                    <a:pt x="3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1" name="Freeform 18">
              <a:extLst>
                <a:ext uri="{FF2B5EF4-FFF2-40B4-BE49-F238E27FC236}">
                  <a16:creationId xmlns:a16="http://schemas.microsoft.com/office/drawing/2014/main" id="{7BA851B3-5974-6826-90D6-4BD5D9FAED73}"/>
                </a:ext>
              </a:extLst>
            </p:cNvPr>
            <p:cNvSpPr>
              <a:spLocks/>
            </p:cNvSpPr>
            <p:nvPr/>
          </p:nvSpPr>
          <p:spPr bwMode="auto">
            <a:xfrm>
              <a:off x="4843" y="1876"/>
              <a:ext cx="38" cy="69"/>
            </a:xfrm>
            <a:custGeom>
              <a:avLst/>
              <a:gdLst>
                <a:gd name="T0" fmla="*/ 10 w 38"/>
                <a:gd name="T1" fmla="*/ 3 h 69"/>
                <a:gd name="T2" fmla="*/ 6 w 38"/>
                <a:gd name="T3" fmla="*/ 0 h 69"/>
                <a:gd name="T4" fmla="*/ 3 w 38"/>
                <a:gd name="T5" fmla="*/ 0 h 69"/>
                <a:gd name="T6" fmla="*/ 0 w 38"/>
                <a:gd name="T7" fmla="*/ 3 h 69"/>
                <a:gd name="T8" fmla="*/ 0 w 38"/>
                <a:gd name="T9" fmla="*/ 7 h 69"/>
                <a:gd name="T10" fmla="*/ 28 w 38"/>
                <a:gd name="T11" fmla="*/ 66 h 69"/>
                <a:gd name="T12" fmla="*/ 31 w 38"/>
                <a:gd name="T13" fmla="*/ 69 h 69"/>
                <a:gd name="T14" fmla="*/ 35 w 38"/>
                <a:gd name="T15" fmla="*/ 69 h 69"/>
                <a:gd name="T16" fmla="*/ 38 w 38"/>
                <a:gd name="T17" fmla="*/ 66 h 69"/>
                <a:gd name="T18" fmla="*/ 38 w 38"/>
                <a:gd name="T19" fmla="*/ 63 h 69"/>
                <a:gd name="T20" fmla="*/ 10 w 38"/>
                <a:gd name="T21" fmla="*/ 3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
                <a:gd name="T34" fmla="*/ 0 h 69"/>
                <a:gd name="T35" fmla="*/ 38 w 38"/>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 h="69">
                  <a:moveTo>
                    <a:pt x="10" y="3"/>
                  </a:moveTo>
                  <a:lnTo>
                    <a:pt x="6" y="0"/>
                  </a:lnTo>
                  <a:lnTo>
                    <a:pt x="3" y="0"/>
                  </a:lnTo>
                  <a:lnTo>
                    <a:pt x="0" y="3"/>
                  </a:lnTo>
                  <a:lnTo>
                    <a:pt x="0" y="7"/>
                  </a:lnTo>
                  <a:lnTo>
                    <a:pt x="28" y="66"/>
                  </a:lnTo>
                  <a:lnTo>
                    <a:pt x="31" y="69"/>
                  </a:lnTo>
                  <a:lnTo>
                    <a:pt x="35" y="69"/>
                  </a:lnTo>
                  <a:lnTo>
                    <a:pt x="38" y="66"/>
                  </a:lnTo>
                  <a:lnTo>
                    <a:pt x="38" y="63"/>
                  </a:lnTo>
                  <a:lnTo>
                    <a:pt x="1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2" name="Freeform 19">
              <a:extLst>
                <a:ext uri="{FF2B5EF4-FFF2-40B4-BE49-F238E27FC236}">
                  <a16:creationId xmlns:a16="http://schemas.microsoft.com/office/drawing/2014/main" id="{78D6D66E-1491-E8AB-ACB2-9C34AE4D8870}"/>
                </a:ext>
              </a:extLst>
            </p:cNvPr>
            <p:cNvSpPr>
              <a:spLocks/>
            </p:cNvSpPr>
            <p:nvPr/>
          </p:nvSpPr>
          <p:spPr bwMode="auto">
            <a:xfrm>
              <a:off x="3675" y="1847"/>
              <a:ext cx="9" cy="215"/>
            </a:xfrm>
            <a:custGeom>
              <a:avLst/>
              <a:gdLst>
                <a:gd name="T0" fmla="*/ 9 w 9"/>
                <a:gd name="T1" fmla="*/ 4 h 215"/>
                <a:gd name="T2" fmla="*/ 9 w 9"/>
                <a:gd name="T3" fmla="*/ 3 h 215"/>
                <a:gd name="T4" fmla="*/ 7 w 9"/>
                <a:gd name="T5" fmla="*/ 1 h 215"/>
                <a:gd name="T6" fmla="*/ 7 w 9"/>
                <a:gd name="T7" fmla="*/ 0 h 215"/>
                <a:gd name="T8" fmla="*/ 3 w 9"/>
                <a:gd name="T9" fmla="*/ 0 h 215"/>
                <a:gd name="T10" fmla="*/ 0 w 9"/>
                <a:gd name="T11" fmla="*/ 3 h 215"/>
                <a:gd name="T12" fmla="*/ 0 w 9"/>
                <a:gd name="T13" fmla="*/ 213 h 215"/>
                <a:gd name="T14" fmla="*/ 1 w 9"/>
                <a:gd name="T15" fmla="*/ 213 h 215"/>
                <a:gd name="T16" fmla="*/ 3 w 9"/>
                <a:gd name="T17" fmla="*/ 215 h 215"/>
                <a:gd name="T18" fmla="*/ 7 w 9"/>
                <a:gd name="T19" fmla="*/ 215 h 215"/>
                <a:gd name="T20" fmla="*/ 7 w 9"/>
                <a:gd name="T21" fmla="*/ 213 h 215"/>
                <a:gd name="T22" fmla="*/ 9 w 9"/>
                <a:gd name="T23" fmla="*/ 213 h 215"/>
                <a:gd name="T24" fmla="*/ 9 w 9"/>
                <a:gd name="T25" fmla="*/ 210 h 215"/>
                <a:gd name="T26" fmla="*/ 9 w 9"/>
                <a:gd name="T27" fmla="*/ 4 h 21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215"/>
                <a:gd name="T44" fmla="*/ 9 w 9"/>
                <a:gd name="T45" fmla="*/ 215 h 21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215">
                  <a:moveTo>
                    <a:pt x="9" y="4"/>
                  </a:moveTo>
                  <a:lnTo>
                    <a:pt x="9" y="3"/>
                  </a:lnTo>
                  <a:lnTo>
                    <a:pt x="7" y="1"/>
                  </a:lnTo>
                  <a:lnTo>
                    <a:pt x="7" y="0"/>
                  </a:lnTo>
                  <a:lnTo>
                    <a:pt x="3" y="0"/>
                  </a:lnTo>
                  <a:lnTo>
                    <a:pt x="0" y="3"/>
                  </a:lnTo>
                  <a:lnTo>
                    <a:pt x="0" y="213"/>
                  </a:lnTo>
                  <a:lnTo>
                    <a:pt x="1" y="213"/>
                  </a:lnTo>
                  <a:lnTo>
                    <a:pt x="3" y="215"/>
                  </a:lnTo>
                  <a:lnTo>
                    <a:pt x="7" y="215"/>
                  </a:lnTo>
                  <a:lnTo>
                    <a:pt x="7" y="213"/>
                  </a:lnTo>
                  <a:lnTo>
                    <a:pt x="9" y="213"/>
                  </a:lnTo>
                  <a:lnTo>
                    <a:pt x="9" y="21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3" name="Freeform 20">
              <a:extLst>
                <a:ext uri="{FF2B5EF4-FFF2-40B4-BE49-F238E27FC236}">
                  <a16:creationId xmlns:a16="http://schemas.microsoft.com/office/drawing/2014/main" id="{E787F9AA-6BD1-A1B7-CAB1-5AF2F34001A6}"/>
                </a:ext>
              </a:extLst>
            </p:cNvPr>
            <p:cNvSpPr>
              <a:spLocks/>
            </p:cNvSpPr>
            <p:nvPr/>
          </p:nvSpPr>
          <p:spPr bwMode="auto">
            <a:xfrm>
              <a:off x="3645" y="1847"/>
              <a:ext cx="39" cy="68"/>
            </a:xfrm>
            <a:custGeom>
              <a:avLst/>
              <a:gdLst>
                <a:gd name="T0" fmla="*/ 39 w 39"/>
                <a:gd name="T1" fmla="*/ 6 h 68"/>
                <a:gd name="T2" fmla="*/ 39 w 39"/>
                <a:gd name="T3" fmla="*/ 1 h 68"/>
                <a:gd name="T4" fmla="*/ 37 w 39"/>
                <a:gd name="T5" fmla="*/ 1 h 68"/>
                <a:gd name="T6" fmla="*/ 36 w 39"/>
                <a:gd name="T7" fmla="*/ 0 h 68"/>
                <a:gd name="T8" fmla="*/ 31 w 39"/>
                <a:gd name="T9" fmla="*/ 0 h 68"/>
                <a:gd name="T10" fmla="*/ 31 w 39"/>
                <a:gd name="T11" fmla="*/ 1 h 68"/>
                <a:gd name="T12" fmla="*/ 30 w 39"/>
                <a:gd name="T13" fmla="*/ 3 h 68"/>
                <a:gd name="T14" fmla="*/ 0 w 39"/>
                <a:gd name="T15" fmla="*/ 62 h 68"/>
                <a:gd name="T16" fmla="*/ 0 w 39"/>
                <a:gd name="T17" fmla="*/ 67 h 68"/>
                <a:gd name="T18" fmla="*/ 2 w 39"/>
                <a:gd name="T19" fmla="*/ 67 h 68"/>
                <a:gd name="T20" fmla="*/ 3 w 39"/>
                <a:gd name="T21" fmla="*/ 68 h 68"/>
                <a:gd name="T22" fmla="*/ 8 w 39"/>
                <a:gd name="T23" fmla="*/ 68 h 68"/>
                <a:gd name="T24" fmla="*/ 8 w 39"/>
                <a:gd name="T25" fmla="*/ 67 h 68"/>
                <a:gd name="T26" fmla="*/ 9 w 39"/>
                <a:gd name="T27" fmla="*/ 65 h 68"/>
                <a:gd name="T28" fmla="*/ 39 w 39"/>
                <a:gd name="T29" fmla="*/ 6 h 6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68"/>
                <a:gd name="T47" fmla="*/ 39 w 39"/>
                <a:gd name="T48" fmla="*/ 68 h 6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68">
                  <a:moveTo>
                    <a:pt x="39" y="6"/>
                  </a:moveTo>
                  <a:lnTo>
                    <a:pt x="39" y="1"/>
                  </a:lnTo>
                  <a:lnTo>
                    <a:pt x="37" y="1"/>
                  </a:lnTo>
                  <a:lnTo>
                    <a:pt x="36" y="0"/>
                  </a:lnTo>
                  <a:lnTo>
                    <a:pt x="31" y="0"/>
                  </a:lnTo>
                  <a:lnTo>
                    <a:pt x="31" y="1"/>
                  </a:lnTo>
                  <a:lnTo>
                    <a:pt x="30" y="3"/>
                  </a:lnTo>
                  <a:lnTo>
                    <a:pt x="0" y="62"/>
                  </a:lnTo>
                  <a:lnTo>
                    <a:pt x="0" y="67"/>
                  </a:lnTo>
                  <a:lnTo>
                    <a:pt x="2" y="67"/>
                  </a:lnTo>
                  <a:lnTo>
                    <a:pt x="3" y="68"/>
                  </a:lnTo>
                  <a:lnTo>
                    <a:pt x="8" y="68"/>
                  </a:lnTo>
                  <a:lnTo>
                    <a:pt x="8" y="67"/>
                  </a:lnTo>
                  <a:lnTo>
                    <a:pt x="9" y="65"/>
                  </a:lnTo>
                  <a:lnTo>
                    <a:pt x="3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4" name="Freeform 21">
              <a:extLst>
                <a:ext uri="{FF2B5EF4-FFF2-40B4-BE49-F238E27FC236}">
                  <a16:creationId xmlns:a16="http://schemas.microsoft.com/office/drawing/2014/main" id="{67033D9A-CD7A-55CB-CFED-38F69D6730BA}"/>
                </a:ext>
              </a:extLst>
            </p:cNvPr>
            <p:cNvSpPr>
              <a:spLocks/>
            </p:cNvSpPr>
            <p:nvPr/>
          </p:nvSpPr>
          <p:spPr bwMode="auto">
            <a:xfrm>
              <a:off x="3675" y="1847"/>
              <a:ext cx="37" cy="68"/>
            </a:xfrm>
            <a:custGeom>
              <a:avLst/>
              <a:gdLst>
                <a:gd name="T0" fmla="*/ 9 w 37"/>
                <a:gd name="T1" fmla="*/ 3 h 68"/>
                <a:gd name="T2" fmla="*/ 6 w 37"/>
                <a:gd name="T3" fmla="*/ 0 h 68"/>
                <a:gd name="T4" fmla="*/ 3 w 37"/>
                <a:gd name="T5" fmla="*/ 0 h 68"/>
                <a:gd name="T6" fmla="*/ 0 w 37"/>
                <a:gd name="T7" fmla="*/ 3 h 68"/>
                <a:gd name="T8" fmla="*/ 0 w 37"/>
                <a:gd name="T9" fmla="*/ 6 h 68"/>
                <a:gd name="T10" fmla="*/ 28 w 37"/>
                <a:gd name="T11" fmla="*/ 65 h 68"/>
                <a:gd name="T12" fmla="*/ 31 w 37"/>
                <a:gd name="T13" fmla="*/ 68 h 68"/>
                <a:gd name="T14" fmla="*/ 34 w 37"/>
                <a:gd name="T15" fmla="*/ 68 h 68"/>
                <a:gd name="T16" fmla="*/ 37 w 37"/>
                <a:gd name="T17" fmla="*/ 65 h 68"/>
                <a:gd name="T18" fmla="*/ 37 w 37"/>
                <a:gd name="T19" fmla="*/ 62 h 68"/>
                <a:gd name="T20" fmla="*/ 9 w 37"/>
                <a:gd name="T21" fmla="*/ 3 h 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68"/>
                <a:gd name="T35" fmla="*/ 37 w 37"/>
                <a:gd name="T36" fmla="*/ 68 h 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68">
                  <a:moveTo>
                    <a:pt x="9" y="3"/>
                  </a:moveTo>
                  <a:lnTo>
                    <a:pt x="6" y="0"/>
                  </a:lnTo>
                  <a:lnTo>
                    <a:pt x="3" y="0"/>
                  </a:lnTo>
                  <a:lnTo>
                    <a:pt x="0" y="3"/>
                  </a:lnTo>
                  <a:lnTo>
                    <a:pt x="0" y="6"/>
                  </a:lnTo>
                  <a:lnTo>
                    <a:pt x="28" y="65"/>
                  </a:lnTo>
                  <a:lnTo>
                    <a:pt x="31" y="68"/>
                  </a:lnTo>
                  <a:lnTo>
                    <a:pt x="34" y="68"/>
                  </a:lnTo>
                  <a:lnTo>
                    <a:pt x="37" y="65"/>
                  </a:lnTo>
                  <a:lnTo>
                    <a:pt x="37" y="62"/>
                  </a:lnTo>
                  <a:lnTo>
                    <a:pt x="9"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5" name="Freeform 22">
              <a:extLst>
                <a:ext uri="{FF2B5EF4-FFF2-40B4-BE49-F238E27FC236}">
                  <a16:creationId xmlns:a16="http://schemas.microsoft.com/office/drawing/2014/main" id="{7ACA4268-DAA8-A6C0-411F-B0184027DCBE}"/>
                </a:ext>
              </a:extLst>
            </p:cNvPr>
            <p:cNvSpPr>
              <a:spLocks/>
            </p:cNvSpPr>
            <p:nvPr/>
          </p:nvSpPr>
          <p:spPr bwMode="auto">
            <a:xfrm>
              <a:off x="4834" y="976"/>
              <a:ext cx="9" cy="184"/>
            </a:xfrm>
            <a:custGeom>
              <a:avLst/>
              <a:gdLst>
                <a:gd name="T0" fmla="*/ 9 w 9"/>
                <a:gd name="T1" fmla="*/ 5 h 184"/>
                <a:gd name="T2" fmla="*/ 9 w 9"/>
                <a:gd name="T3" fmla="*/ 3 h 184"/>
                <a:gd name="T4" fmla="*/ 8 w 9"/>
                <a:gd name="T5" fmla="*/ 1 h 184"/>
                <a:gd name="T6" fmla="*/ 8 w 9"/>
                <a:gd name="T7" fmla="*/ 0 h 184"/>
                <a:gd name="T8" fmla="*/ 3 w 9"/>
                <a:gd name="T9" fmla="*/ 0 h 184"/>
                <a:gd name="T10" fmla="*/ 0 w 9"/>
                <a:gd name="T11" fmla="*/ 3 h 184"/>
                <a:gd name="T12" fmla="*/ 0 w 9"/>
                <a:gd name="T13" fmla="*/ 182 h 184"/>
                <a:gd name="T14" fmla="*/ 1 w 9"/>
                <a:gd name="T15" fmla="*/ 182 h 184"/>
                <a:gd name="T16" fmla="*/ 3 w 9"/>
                <a:gd name="T17" fmla="*/ 184 h 184"/>
                <a:gd name="T18" fmla="*/ 8 w 9"/>
                <a:gd name="T19" fmla="*/ 184 h 184"/>
                <a:gd name="T20" fmla="*/ 8 w 9"/>
                <a:gd name="T21" fmla="*/ 182 h 184"/>
                <a:gd name="T22" fmla="*/ 9 w 9"/>
                <a:gd name="T23" fmla="*/ 182 h 184"/>
                <a:gd name="T24" fmla="*/ 9 w 9"/>
                <a:gd name="T25" fmla="*/ 179 h 184"/>
                <a:gd name="T26" fmla="*/ 9 w 9"/>
                <a:gd name="T27" fmla="*/ 5 h 1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84"/>
                <a:gd name="T44" fmla="*/ 9 w 9"/>
                <a:gd name="T45" fmla="*/ 184 h 1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84">
                  <a:moveTo>
                    <a:pt x="9" y="5"/>
                  </a:moveTo>
                  <a:lnTo>
                    <a:pt x="9" y="3"/>
                  </a:lnTo>
                  <a:lnTo>
                    <a:pt x="8" y="1"/>
                  </a:lnTo>
                  <a:lnTo>
                    <a:pt x="8" y="0"/>
                  </a:lnTo>
                  <a:lnTo>
                    <a:pt x="3" y="0"/>
                  </a:lnTo>
                  <a:lnTo>
                    <a:pt x="0" y="3"/>
                  </a:lnTo>
                  <a:lnTo>
                    <a:pt x="0" y="182"/>
                  </a:lnTo>
                  <a:lnTo>
                    <a:pt x="1" y="182"/>
                  </a:lnTo>
                  <a:lnTo>
                    <a:pt x="3" y="184"/>
                  </a:lnTo>
                  <a:lnTo>
                    <a:pt x="8" y="184"/>
                  </a:lnTo>
                  <a:lnTo>
                    <a:pt x="8" y="182"/>
                  </a:lnTo>
                  <a:lnTo>
                    <a:pt x="9" y="182"/>
                  </a:lnTo>
                  <a:lnTo>
                    <a:pt x="9" y="179"/>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6" name="Freeform 23">
              <a:extLst>
                <a:ext uri="{FF2B5EF4-FFF2-40B4-BE49-F238E27FC236}">
                  <a16:creationId xmlns:a16="http://schemas.microsoft.com/office/drawing/2014/main" id="{0AD2B953-4058-2B4B-A7D2-0B46D0A4D303}"/>
                </a:ext>
              </a:extLst>
            </p:cNvPr>
            <p:cNvSpPr>
              <a:spLocks/>
            </p:cNvSpPr>
            <p:nvPr/>
          </p:nvSpPr>
          <p:spPr bwMode="auto">
            <a:xfrm>
              <a:off x="4804" y="1093"/>
              <a:ext cx="39" cy="67"/>
            </a:xfrm>
            <a:custGeom>
              <a:avLst/>
              <a:gdLst>
                <a:gd name="T0" fmla="*/ 30 w 39"/>
                <a:gd name="T1" fmla="*/ 64 h 67"/>
                <a:gd name="T2" fmla="*/ 31 w 39"/>
                <a:gd name="T3" fmla="*/ 65 h 67"/>
                <a:gd name="T4" fmla="*/ 31 w 39"/>
                <a:gd name="T5" fmla="*/ 67 h 67"/>
                <a:gd name="T6" fmla="*/ 36 w 39"/>
                <a:gd name="T7" fmla="*/ 67 h 67"/>
                <a:gd name="T8" fmla="*/ 38 w 39"/>
                <a:gd name="T9" fmla="*/ 65 h 67"/>
                <a:gd name="T10" fmla="*/ 39 w 39"/>
                <a:gd name="T11" fmla="*/ 65 h 67"/>
                <a:gd name="T12" fmla="*/ 39 w 39"/>
                <a:gd name="T13" fmla="*/ 60 h 67"/>
                <a:gd name="T14" fmla="*/ 10 w 39"/>
                <a:gd name="T15" fmla="*/ 3 h 67"/>
                <a:gd name="T16" fmla="*/ 8 w 39"/>
                <a:gd name="T17" fmla="*/ 1 h 67"/>
                <a:gd name="T18" fmla="*/ 8 w 39"/>
                <a:gd name="T19" fmla="*/ 0 h 67"/>
                <a:gd name="T20" fmla="*/ 3 w 39"/>
                <a:gd name="T21" fmla="*/ 0 h 67"/>
                <a:gd name="T22" fmla="*/ 2 w 39"/>
                <a:gd name="T23" fmla="*/ 1 h 67"/>
                <a:gd name="T24" fmla="*/ 0 w 39"/>
                <a:gd name="T25" fmla="*/ 1 h 67"/>
                <a:gd name="T26" fmla="*/ 0 w 39"/>
                <a:gd name="T27" fmla="*/ 6 h 67"/>
                <a:gd name="T28" fmla="*/ 30 w 39"/>
                <a:gd name="T29" fmla="*/ 64 h 6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67"/>
                <a:gd name="T47" fmla="*/ 39 w 39"/>
                <a:gd name="T48" fmla="*/ 67 h 6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67">
                  <a:moveTo>
                    <a:pt x="30" y="64"/>
                  </a:moveTo>
                  <a:lnTo>
                    <a:pt x="31" y="65"/>
                  </a:lnTo>
                  <a:lnTo>
                    <a:pt x="31" y="67"/>
                  </a:lnTo>
                  <a:lnTo>
                    <a:pt x="36" y="67"/>
                  </a:lnTo>
                  <a:lnTo>
                    <a:pt x="38" y="65"/>
                  </a:lnTo>
                  <a:lnTo>
                    <a:pt x="39" y="65"/>
                  </a:lnTo>
                  <a:lnTo>
                    <a:pt x="39" y="60"/>
                  </a:lnTo>
                  <a:lnTo>
                    <a:pt x="10" y="3"/>
                  </a:lnTo>
                  <a:lnTo>
                    <a:pt x="8" y="1"/>
                  </a:lnTo>
                  <a:lnTo>
                    <a:pt x="8" y="0"/>
                  </a:lnTo>
                  <a:lnTo>
                    <a:pt x="3" y="0"/>
                  </a:lnTo>
                  <a:lnTo>
                    <a:pt x="2" y="1"/>
                  </a:lnTo>
                  <a:lnTo>
                    <a:pt x="0" y="1"/>
                  </a:lnTo>
                  <a:lnTo>
                    <a:pt x="0" y="6"/>
                  </a:lnTo>
                  <a:lnTo>
                    <a:pt x="30"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7" name="Freeform 24">
              <a:extLst>
                <a:ext uri="{FF2B5EF4-FFF2-40B4-BE49-F238E27FC236}">
                  <a16:creationId xmlns:a16="http://schemas.microsoft.com/office/drawing/2014/main" id="{844711C7-134B-6512-2CDD-E1A983A6F876}"/>
                </a:ext>
              </a:extLst>
            </p:cNvPr>
            <p:cNvSpPr>
              <a:spLocks/>
            </p:cNvSpPr>
            <p:nvPr/>
          </p:nvSpPr>
          <p:spPr bwMode="auto">
            <a:xfrm>
              <a:off x="4834" y="1093"/>
              <a:ext cx="39" cy="67"/>
            </a:xfrm>
            <a:custGeom>
              <a:avLst/>
              <a:gdLst>
                <a:gd name="T0" fmla="*/ 0 w 39"/>
                <a:gd name="T1" fmla="*/ 60 h 67"/>
                <a:gd name="T2" fmla="*/ 0 w 39"/>
                <a:gd name="T3" fmla="*/ 65 h 67"/>
                <a:gd name="T4" fmla="*/ 1 w 39"/>
                <a:gd name="T5" fmla="*/ 65 h 67"/>
                <a:gd name="T6" fmla="*/ 3 w 39"/>
                <a:gd name="T7" fmla="*/ 67 h 67"/>
                <a:gd name="T8" fmla="*/ 8 w 39"/>
                <a:gd name="T9" fmla="*/ 67 h 67"/>
                <a:gd name="T10" fmla="*/ 8 w 39"/>
                <a:gd name="T11" fmla="*/ 65 h 67"/>
                <a:gd name="T12" fmla="*/ 9 w 39"/>
                <a:gd name="T13" fmla="*/ 64 h 67"/>
                <a:gd name="T14" fmla="*/ 39 w 39"/>
                <a:gd name="T15" fmla="*/ 6 h 67"/>
                <a:gd name="T16" fmla="*/ 39 w 39"/>
                <a:gd name="T17" fmla="*/ 1 h 67"/>
                <a:gd name="T18" fmla="*/ 37 w 39"/>
                <a:gd name="T19" fmla="*/ 1 h 67"/>
                <a:gd name="T20" fmla="*/ 36 w 39"/>
                <a:gd name="T21" fmla="*/ 0 h 67"/>
                <a:gd name="T22" fmla="*/ 31 w 39"/>
                <a:gd name="T23" fmla="*/ 0 h 67"/>
                <a:gd name="T24" fmla="*/ 31 w 39"/>
                <a:gd name="T25" fmla="*/ 1 h 67"/>
                <a:gd name="T26" fmla="*/ 29 w 39"/>
                <a:gd name="T27" fmla="*/ 3 h 67"/>
                <a:gd name="T28" fmla="*/ 0 w 39"/>
                <a:gd name="T29" fmla="*/ 60 h 6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67"/>
                <a:gd name="T47" fmla="*/ 39 w 39"/>
                <a:gd name="T48" fmla="*/ 67 h 6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67">
                  <a:moveTo>
                    <a:pt x="0" y="60"/>
                  </a:moveTo>
                  <a:lnTo>
                    <a:pt x="0" y="65"/>
                  </a:lnTo>
                  <a:lnTo>
                    <a:pt x="1" y="65"/>
                  </a:lnTo>
                  <a:lnTo>
                    <a:pt x="3" y="67"/>
                  </a:lnTo>
                  <a:lnTo>
                    <a:pt x="8" y="67"/>
                  </a:lnTo>
                  <a:lnTo>
                    <a:pt x="8" y="65"/>
                  </a:lnTo>
                  <a:lnTo>
                    <a:pt x="9" y="64"/>
                  </a:lnTo>
                  <a:lnTo>
                    <a:pt x="39" y="6"/>
                  </a:lnTo>
                  <a:lnTo>
                    <a:pt x="39" y="1"/>
                  </a:lnTo>
                  <a:lnTo>
                    <a:pt x="37" y="1"/>
                  </a:lnTo>
                  <a:lnTo>
                    <a:pt x="36" y="0"/>
                  </a:lnTo>
                  <a:lnTo>
                    <a:pt x="31" y="0"/>
                  </a:lnTo>
                  <a:lnTo>
                    <a:pt x="31" y="1"/>
                  </a:lnTo>
                  <a:lnTo>
                    <a:pt x="29" y="3"/>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8" name="Freeform 25">
              <a:extLst>
                <a:ext uri="{FF2B5EF4-FFF2-40B4-BE49-F238E27FC236}">
                  <a16:creationId xmlns:a16="http://schemas.microsoft.com/office/drawing/2014/main" id="{A44F9CF2-DC23-F05F-8B47-16DD702311C1}"/>
                </a:ext>
              </a:extLst>
            </p:cNvPr>
            <p:cNvSpPr>
              <a:spLocks/>
            </p:cNvSpPr>
            <p:nvPr/>
          </p:nvSpPr>
          <p:spPr bwMode="auto">
            <a:xfrm>
              <a:off x="3235" y="971"/>
              <a:ext cx="1597" cy="10"/>
            </a:xfrm>
            <a:custGeom>
              <a:avLst/>
              <a:gdLst>
                <a:gd name="T0" fmla="*/ 1593 w 1597"/>
                <a:gd name="T1" fmla="*/ 10 h 10"/>
                <a:gd name="T2" fmla="*/ 1596 w 1597"/>
                <a:gd name="T3" fmla="*/ 10 h 10"/>
                <a:gd name="T4" fmla="*/ 1596 w 1597"/>
                <a:gd name="T5" fmla="*/ 8 h 10"/>
                <a:gd name="T6" fmla="*/ 1597 w 1597"/>
                <a:gd name="T7" fmla="*/ 8 h 10"/>
                <a:gd name="T8" fmla="*/ 1597 w 1597"/>
                <a:gd name="T9" fmla="*/ 3 h 10"/>
                <a:gd name="T10" fmla="*/ 1596 w 1597"/>
                <a:gd name="T11" fmla="*/ 2 h 10"/>
                <a:gd name="T12" fmla="*/ 1596 w 1597"/>
                <a:gd name="T13" fmla="*/ 0 h 10"/>
                <a:gd name="T14" fmla="*/ 3 w 1597"/>
                <a:gd name="T15" fmla="*/ 0 h 10"/>
                <a:gd name="T16" fmla="*/ 0 w 1597"/>
                <a:gd name="T17" fmla="*/ 3 h 10"/>
                <a:gd name="T18" fmla="*/ 0 w 1597"/>
                <a:gd name="T19" fmla="*/ 8 h 10"/>
                <a:gd name="T20" fmla="*/ 2 w 1597"/>
                <a:gd name="T21" fmla="*/ 8 h 10"/>
                <a:gd name="T22" fmla="*/ 3 w 1597"/>
                <a:gd name="T23" fmla="*/ 10 h 10"/>
                <a:gd name="T24" fmla="*/ 5 w 1597"/>
                <a:gd name="T25" fmla="*/ 10 h 10"/>
                <a:gd name="T26" fmla="*/ 1593 w 1597"/>
                <a:gd name="T27" fmla="*/ 10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97"/>
                <a:gd name="T43" fmla="*/ 0 h 10"/>
                <a:gd name="T44" fmla="*/ 1597 w 1597"/>
                <a:gd name="T45" fmla="*/ 10 h 1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97" h="10">
                  <a:moveTo>
                    <a:pt x="1593" y="10"/>
                  </a:moveTo>
                  <a:lnTo>
                    <a:pt x="1596" y="10"/>
                  </a:lnTo>
                  <a:lnTo>
                    <a:pt x="1596" y="8"/>
                  </a:lnTo>
                  <a:lnTo>
                    <a:pt x="1597" y="8"/>
                  </a:lnTo>
                  <a:lnTo>
                    <a:pt x="1597" y="3"/>
                  </a:lnTo>
                  <a:lnTo>
                    <a:pt x="1596" y="2"/>
                  </a:lnTo>
                  <a:lnTo>
                    <a:pt x="1596" y="0"/>
                  </a:lnTo>
                  <a:lnTo>
                    <a:pt x="3" y="0"/>
                  </a:lnTo>
                  <a:lnTo>
                    <a:pt x="0" y="3"/>
                  </a:lnTo>
                  <a:lnTo>
                    <a:pt x="0" y="8"/>
                  </a:lnTo>
                  <a:lnTo>
                    <a:pt x="2" y="8"/>
                  </a:lnTo>
                  <a:lnTo>
                    <a:pt x="3" y="10"/>
                  </a:lnTo>
                  <a:lnTo>
                    <a:pt x="5" y="10"/>
                  </a:lnTo>
                  <a:lnTo>
                    <a:pt x="1593"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19" name="Rectangle 26">
              <a:extLst>
                <a:ext uri="{FF2B5EF4-FFF2-40B4-BE49-F238E27FC236}">
                  <a16:creationId xmlns:a16="http://schemas.microsoft.com/office/drawing/2014/main" id="{18CEFE1D-EA49-3EDD-42CA-4F7F6186E68D}"/>
                </a:ext>
              </a:extLst>
            </p:cNvPr>
            <p:cNvSpPr>
              <a:spLocks noChangeArrowheads="1"/>
            </p:cNvSpPr>
            <p:nvPr/>
          </p:nvSpPr>
          <p:spPr bwMode="auto">
            <a:xfrm>
              <a:off x="3572" y="1395"/>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R1</a:t>
              </a:r>
              <a:endParaRPr lang="en-US" altLang="es-ES" sz="3200" i="0" baseline="0"/>
            </a:p>
          </p:txBody>
        </p:sp>
        <p:sp>
          <p:nvSpPr>
            <p:cNvPr id="8220" name="Rectangle 27">
              <a:extLst>
                <a:ext uri="{FF2B5EF4-FFF2-40B4-BE49-F238E27FC236}">
                  <a16:creationId xmlns:a16="http://schemas.microsoft.com/office/drawing/2014/main" id="{8A853516-24C7-1EC0-404B-C9976F23B8F3}"/>
                </a:ext>
              </a:extLst>
            </p:cNvPr>
            <p:cNvSpPr>
              <a:spLocks noChangeArrowheads="1"/>
            </p:cNvSpPr>
            <p:nvPr/>
          </p:nvSpPr>
          <p:spPr bwMode="auto">
            <a:xfrm>
              <a:off x="4775" y="1395"/>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R2</a:t>
              </a:r>
              <a:endParaRPr lang="en-US" altLang="es-ES" sz="3200" i="0" baseline="0"/>
            </a:p>
          </p:txBody>
        </p:sp>
        <p:sp>
          <p:nvSpPr>
            <p:cNvPr id="8221" name="Rectangle 28">
              <a:extLst>
                <a:ext uri="{FF2B5EF4-FFF2-40B4-BE49-F238E27FC236}">
                  <a16:creationId xmlns:a16="http://schemas.microsoft.com/office/drawing/2014/main" id="{2C549E70-4E1A-1D81-304E-4E250FFEE525}"/>
                </a:ext>
              </a:extLst>
            </p:cNvPr>
            <p:cNvSpPr>
              <a:spLocks noChangeArrowheads="1"/>
            </p:cNvSpPr>
            <p:nvPr/>
          </p:nvSpPr>
          <p:spPr bwMode="auto">
            <a:xfrm>
              <a:off x="2992" y="912"/>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K</a:t>
              </a:r>
              <a:endParaRPr lang="en-US" altLang="es-ES" sz="3200" i="0" baseline="0"/>
            </a:p>
          </p:txBody>
        </p:sp>
        <p:sp>
          <p:nvSpPr>
            <p:cNvPr id="8222" name="Rectangle 29">
              <a:extLst>
                <a:ext uri="{FF2B5EF4-FFF2-40B4-BE49-F238E27FC236}">
                  <a16:creationId xmlns:a16="http://schemas.microsoft.com/office/drawing/2014/main" id="{0C043333-4FC8-FE6C-CC8D-4367C8B9373D}"/>
                </a:ext>
              </a:extLst>
            </p:cNvPr>
            <p:cNvSpPr>
              <a:spLocks noChangeArrowheads="1"/>
            </p:cNvSpPr>
            <p:nvPr/>
          </p:nvSpPr>
          <p:spPr bwMode="auto">
            <a:xfrm>
              <a:off x="3079" y="96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1</a:t>
              </a:r>
              <a:endParaRPr lang="en-US" altLang="es-ES" sz="3200" i="0" baseline="0"/>
            </a:p>
          </p:txBody>
        </p:sp>
        <p:sp>
          <p:nvSpPr>
            <p:cNvPr id="8223" name="Rectangle 30">
              <a:extLst>
                <a:ext uri="{FF2B5EF4-FFF2-40B4-BE49-F238E27FC236}">
                  <a16:creationId xmlns:a16="http://schemas.microsoft.com/office/drawing/2014/main" id="{DDC652A8-164F-8300-AEEB-A1BD08EECC13}"/>
                </a:ext>
              </a:extLst>
            </p:cNvPr>
            <p:cNvSpPr>
              <a:spLocks noChangeArrowheads="1"/>
            </p:cNvSpPr>
            <p:nvPr/>
          </p:nvSpPr>
          <p:spPr bwMode="auto">
            <a:xfrm>
              <a:off x="2806" y="1939"/>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Clock</a:t>
              </a:r>
              <a:endParaRPr lang="en-US" altLang="es-ES" sz="3200" i="0" baseline="0"/>
            </a:p>
          </p:txBody>
        </p:sp>
        <p:sp>
          <p:nvSpPr>
            <p:cNvPr id="8224" name="Rectangle 31">
              <a:extLst>
                <a:ext uri="{FF2B5EF4-FFF2-40B4-BE49-F238E27FC236}">
                  <a16:creationId xmlns:a16="http://schemas.microsoft.com/office/drawing/2014/main" id="{EF91A8F3-A9E2-9FFD-5CEE-D95C98E13B4F}"/>
                </a:ext>
              </a:extLst>
            </p:cNvPr>
            <p:cNvSpPr>
              <a:spLocks noChangeArrowheads="1"/>
            </p:cNvSpPr>
            <p:nvPr/>
          </p:nvSpPr>
          <p:spPr bwMode="auto">
            <a:xfrm>
              <a:off x="4672" y="1196"/>
              <a:ext cx="3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Load</a:t>
              </a:r>
              <a:endParaRPr lang="en-US" altLang="es-ES" sz="3200" i="0" baseline="0"/>
            </a:p>
          </p:txBody>
        </p:sp>
        <p:sp>
          <p:nvSpPr>
            <p:cNvPr id="8225" name="Rectangle 32">
              <a:extLst>
                <a:ext uri="{FF2B5EF4-FFF2-40B4-BE49-F238E27FC236}">
                  <a16:creationId xmlns:a16="http://schemas.microsoft.com/office/drawing/2014/main" id="{90799631-4EC5-3B64-0AE2-078783E941CD}"/>
                </a:ext>
              </a:extLst>
            </p:cNvPr>
            <p:cNvSpPr>
              <a:spLocks noChangeArrowheads="1"/>
            </p:cNvSpPr>
            <p:nvPr/>
          </p:nvSpPr>
          <p:spPr bwMode="auto">
            <a:xfrm>
              <a:off x="4179" y="1257"/>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n</a:t>
              </a:r>
              <a:endParaRPr lang="en-US" altLang="es-ES" sz="3200" i="0" baseline="0"/>
            </a:p>
          </p:txBody>
        </p:sp>
        <p:sp>
          <p:nvSpPr>
            <p:cNvPr id="8226" name="Rectangle 33">
              <a:extLst>
                <a:ext uri="{FF2B5EF4-FFF2-40B4-BE49-F238E27FC236}">
                  <a16:creationId xmlns:a16="http://schemas.microsoft.com/office/drawing/2014/main" id="{878DA648-0379-87CA-4313-B28DBC73F5EA}"/>
                </a:ext>
              </a:extLst>
            </p:cNvPr>
            <p:cNvSpPr>
              <a:spLocks noChangeArrowheads="1"/>
            </p:cNvSpPr>
            <p:nvPr/>
          </p:nvSpPr>
          <p:spPr bwMode="auto">
            <a:xfrm>
              <a:off x="2792" y="2442"/>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Clock</a:t>
              </a:r>
              <a:endParaRPr lang="en-US" altLang="es-ES" sz="3200" i="0" baseline="0"/>
            </a:p>
          </p:txBody>
        </p:sp>
        <p:sp>
          <p:nvSpPr>
            <p:cNvPr id="8227" name="Rectangle 34">
              <a:extLst>
                <a:ext uri="{FF2B5EF4-FFF2-40B4-BE49-F238E27FC236}">
                  <a16:creationId xmlns:a16="http://schemas.microsoft.com/office/drawing/2014/main" id="{8E810644-1F14-DD91-3573-1E3581A349EC}"/>
                </a:ext>
              </a:extLst>
            </p:cNvPr>
            <p:cNvSpPr>
              <a:spLocks noChangeArrowheads="1"/>
            </p:cNvSpPr>
            <p:nvPr/>
          </p:nvSpPr>
          <p:spPr bwMode="auto">
            <a:xfrm>
              <a:off x="2984" y="2908"/>
              <a:ext cx="1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K</a:t>
              </a:r>
              <a:r>
                <a:rPr lang="en-US" altLang="es-ES" sz="2000" i="0">
                  <a:solidFill>
                    <a:srgbClr val="000000"/>
                  </a:solidFill>
                  <a:latin typeface="Swiss 721 SWA" charset="0"/>
                </a:rPr>
                <a:t>1</a:t>
              </a:r>
            </a:p>
          </p:txBody>
        </p:sp>
        <p:sp>
          <p:nvSpPr>
            <p:cNvPr id="8228" name="Freeform 35">
              <a:extLst>
                <a:ext uri="{FF2B5EF4-FFF2-40B4-BE49-F238E27FC236}">
                  <a16:creationId xmlns:a16="http://schemas.microsoft.com/office/drawing/2014/main" id="{B809664B-629C-9D14-FABD-E477E5FA148A}"/>
                </a:ext>
              </a:extLst>
            </p:cNvPr>
            <p:cNvSpPr>
              <a:spLocks/>
            </p:cNvSpPr>
            <p:nvPr/>
          </p:nvSpPr>
          <p:spPr bwMode="auto">
            <a:xfrm>
              <a:off x="3207" y="2553"/>
              <a:ext cx="237" cy="9"/>
            </a:xfrm>
            <a:custGeom>
              <a:avLst/>
              <a:gdLst>
                <a:gd name="T0" fmla="*/ 5 w 237"/>
                <a:gd name="T1" fmla="*/ 0 h 9"/>
                <a:gd name="T2" fmla="*/ 3 w 237"/>
                <a:gd name="T3" fmla="*/ 0 h 9"/>
                <a:gd name="T4" fmla="*/ 0 w 237"/>
                <a:gd name="T5" fmla="*/ 3 h 9"/>
                <a:gd name="T6" fmla="*/ 0 w 237"/>
                <a:gd name="T7" fmla="*/ 7 h 9"/>
                <a:gd name="T8" fmla="*/ 2 w 237"/>
                <a:gd name="T9" fmla="*/ 7 h 9"/>
                <a:gd name="T10" fmla="*/ 3 w 237"/>
                <a:gd name="T11" fmla="*/ 9 h 9"/>
                <a:gd name="T12" fmla="*/ 235 w 237"/>
                <a:gd name="T13" fmla="*/ 9 h 9"/>
                <a:gd name="T14" fmla="*/ 235 w 237"/>
                <a:gd name="T15" fmla="*/ 7 h 9"/>
                <a:gd name="T16" fmla="*/ 237 w 237"/>
                <a:gd name="T17" fmla="*/ 7 h 9"/>
                <a:gd name="T18" fmla="*/ 237 w 237"/>
                <a:gd name="T19" fmla="*/ 3 h 9"/>
                <a:gd name="T20" fmla="*/ 235 w 237"/>
                <a:gd name="T21" fmla="*/ 1 h 9"/>
                <a:gd name="T22" fmla="*/ 235 w 237"/>
                <a:gd name="T23" fmla="*/ 0 h 9"/>
                <a:gd name="T24" fmla="*/ 232 w 237"/>
                <a:gd name="T25" fmla="*/ 0 h 9"/>
                <a:gd name="T26" fmla="*/ 5 w 237"/>
                <a:gd name="T27" fmla="*/ 0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37"/>
                <a:gd name="T43" fmla="*/ 0 h 9"/>
                <a:gd name="T44" fmla="*/ 237 w 237"/>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37" h="9">
                  <a:moveTo>
                    <a:pt x="5" y="0"/>
                  </a:moveTo>
                  <a:lnTo>
                    <a:pt x="3" y="0"/>
                  </a:lnTo>
                  <a:lnTo>
                    <a:pt x="0" y="3"/>
                  </a:lnTo>
                  <a:lnTo>
                    <a:pt x="0" y="7"/>
                  </a:lnTo>
                  <a:lnTo>
                    <a:pt x="2" y="7"/>
                  </a:lnTo>
                  <a:lnTo>
                    <a:pt x="3" y="9"/>
                  </a:lnTo>
                  <a:lnTo>
                    <a:pt x="235" y="9"/>
                  </a:lnTo>
                  <a:lnTo>
                    <a:pt x="235" y="7"/>
                  </a:lnTo>
                  <a:lnTo>
                    <a:pt x="237" y="7"/>
                  </a:lnTo>
                  <a:lnTo>
                    <a:pt x="237" y="3"/>
                  </a:lnTo>
                  <a:lnTo>
                    <a:pt x="235" y="1"/>
                  </a:lnTo>
                  <a:lnTo>
                    <a:pt x="235" y="0"/>
                  </a:lnTo>
                  <a:lnTo>
                    <a:pt x="232"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29" name="Freeform 36">
              <a:extLst>
                <a:ext uri="{FF2B5EF4-FFF2-40B4-BE49-F238E27FC236}">
                  <a16:creationId xmlns:a16="http://schemas.microsoft.com/office/drawing/2014/main" id="{A984170A-EC9D-A36F-760C-14A78D79296F}"/>
                </a:ext>
              </a:extLst>
            </p:cNvPr>
            <p:cNvSpPr>
              <a:spLocks/>
            </p:cNvSpPr>
            <p:nvPr/>
          </p:nvSpPr>
          <p:spPr bwMode="auto">
            <a:xfrm>
              <a:off x="3435" y="2353"/>
              <a:ext cx="9" cy="209"/>
            </a:xfrm>
            <a:custGeom>
              <a:avLst/>
              <a:gdLst>
                <a:gd name="T0" fmla="*/ 0 w 9"/>
                <a:gd name="T1" fmla="*/ 204 h 209"/>
                <a:gd name="T2" fmla="*/ 0 w 9"/>
                <a:gd name="T3" fmla="*/ 207 h 209"/>
                <a:gd name="T4" fmla="*/ 1 w 9"/>
                <a:gd name="T5" fmla="*/ 207 h 209"/>
                <a:gd name="T6" fmla="*/ 3 w 9"/>
                <a:gd name="T7" fmla="*/ 209 h 209"/>
                <a:gd name="T8" fmla="*/ 7 w 9"/>
                <a:gd name="T9" fmla="*/ 209 h 209"/>
                <a:gd name="T10" fmla="*/ 7 w 9"/>
                <a:gd name="T11" fmla="*/ 207 h 209"/>
                <a:gd name="T12" fmla="*/ 9 w 9"/>
                <a:gd name="T13" fmla="*/ 207 h 209"/>
                <a:gd name="T14" fmla="*/ 9 w 9"/>
                <a:gd name="T15" fmla="*/ 3 h 209"/>
                <a:gd name="T16" fmla="*/ 7 w 9"/>
                <a:gd name="T17" fmla="*/ 2 h 209"/>
                <a:gd name="T18" fmla="*/ 7 w 9"/>
                <a:gd name="T19" fmla="*/ 0 h 209"/>
                <a:gd name="T20" fmla="*/ 3 w 9"/>
                <a:gd name="T21" fmla="*/ 0 h 209"/>
                <a:gd name="T22" fmla="*/ 0 w 9"/>
                <a:gd name="T23" fmla="*/ 3 h 209"/>
                <a:gd name="T24" fmla="*/ 0 w 9"/>
                <a:gd name="T25" fmla="*/ 5 h 209"/>
                <a:gd name="T26" fmla="*/ 0 w 9"/>
                <a:gd name="T27" fmla="*/ 204 h 2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209"/>
                <a:gd name="T44" fmla="*/ 9 w 9"/>
                <a:gd name="T45" fmla="*/ 209 h 20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209">
                  <a:moveTo>
                    <a:pt x="0" y="204"/>
                  </a:moveTo>
                  <a:lnTo>
                    <a:pt x="0" y="207"/>
                  </a:lnTo>
                  <a:lnTo>
                    <a:pt x="1" y="207"/>
                  </a:lnTo>
                  <a:lnTo>
                    <a:pt x="3" y="209"/>
                  </a:lnTo>
                  <a:lnTo>
                    <a:pt x="7" y="209"/>
                  </a:lnTo>
                  <a:lnTo>
                    <a:pt x="7" y="207"/>
                  </a:lnTo>
                  <a:lnTo>
                    <a:pt x="9" y="207"/>
                  </a:lnTo>
                  <a:lnTo>
                    <a:pt x="9" y="3"/>
                  </a:lnTo>
                  <a:lnTo>
                    <a:pt x="7" y="2"/>
                  </a:lnTo>
                  <a:lnTo>
                    <a:pt x="7" y="0"/>
                  </a:lnTo>
                  <a:lnTo>
                    <a:pt x="3" y="0"/>
                  </a:lnTo>
                  <a:lnTo>
                    <a:pt x="0" y="3"/>
                  </a:lnTo>
                  <a:lnTo>
                    <a:pt x="0" y="5"/>
                  </a:lnTo>
                  <a:lnTo>
                    <a:pt x="0" y="2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0" name="Freeform 37">
              <a:extLst>
                <a:ext uri="{FF2B5EF4-FFF2-40B4-BE49-F238E27FC236}">
                  <a16:creationId xmlns:a16="http://schemas.microsoft.com/office/drawing/2014/main" id="{AE27FABD-AACE-EBA4-1D33-273C9EEDDB46}"/>
                </a:ext>
              </a:extLst>
            </p:cNvPr>
            <p:cNvSpPr>
              <a:spLocks/>
            </p:cNvSpPr>
            <p:nvPr/>
          </p:nvSpPr>
          <p:spPr bwMode="auto">
            <a:xfrm>
              <a:off x="3446" y="2344"/>
              <a:ext cx="227" cy="9"/>
            </a:xfrm>
            <a:custGeom>
              <a:avLst/>
              <a:gdLst>
                <a:gd name="T0" fmla="*/ 4 w 227"/>
                <a:gd name="T1" fmla="*/ 0 h 9"/>
                <a:gd name="T2" fmla="*/ 3 w 227"/>
                <a:gd name="T3" fmla="*/ 0 h 9"/>
                <a:gd name="T4" fmla="*/ 0 w 227"/>
                <a:gd name="T5" fmla="*/ 3 h 9"/>
                <a:gd name="T6" fmla="*/ 0 w 227"/>
                <a:gd name="T7" fmla="*/ 8 h 9"/>
                <a:gd name="T8" fmla="*/ 1 w 227"/>
                <a:gd name="T9" fmla="*/ 8 h 9"/>
                <a:gd name="T10" fmla="*/ 3 w 227"/>
                <a:gd name="T11" fmla="*/ 9 h 9"/>
                <a:gd name="T12" fmla="*/ 226 w 227"/>
                <a:gd name="T13" fmla="*/ 9 h 9"/>
                <a:gd name="T14" fmla="*/ 226 w 227"/>
                <a:gd name="T15" fmla="*/ 8 h 9"/>
                <a:gd name="T16" fmla="*/ 227 w 227"/>
                <a:gd name="T17" fmla="*/ 8 h 9"/>
                <a:gd name="T18" fmla="*/ 227 w 227"/>
                <a:gd name="T19" fmla="*/ 3 h 9"/>
                <a:gd name="T20" fmla="*/ 226 w 227"/>
                <a:gd name="T21" fmla="*/ 1 h 9"/>
                <a:gd name="T22" fmla="*/ 226 w 227"/>
                <a:gd name="T23" fmla="*/ 0 h 9"/>
                <a:gd name="T24" fmla="*/ 222 w 227"/>
                <a:gd name="T25" fmla="*/ 0 h 9"/>
                <a:gd name="T26" fmla="*/ 4 w 227"/>
                <a:gd name="T27" fmla="*/ 0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7"/>
                <a:gd name="T43" fmla="*/ 0 h 9"/>
                <a:gd name="T44" fmla="*/ 227 w 227"/>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7" h="9">
                  <a:moveTo>
                    <a:pt x="4" y="0"/>
                  </a:moveTo>
                  <a:lnTo>
                    <a:pt x="3" y="0"/>
                  </a:lnTo>
                  <a:lnTo>
                    <a:pt x="0" y="3"/>
                  </a:lnTo>
                  <a:lnTo>
                    <a:pt x="0" y="8"/>
                  </a:lnTo>
                  <a:lnTo>
                    <a:pt x="1" y="8"/>
                  </a:lnTo>
                  <a:lnTo>
                    <a:pt x="3" y="9"/>
                  </a:lnTo>
                  <a:lnTo>
                    <a:pt x="226" y="9"/>
                  </a:lnTo>
                  <a:lnTo>
                    <a:pt x="226" y="8"/>
                  </a:lnTo>
                  <a:lnTo>
                    <a:pt x="227" y="8"/>
                  </a:lnTo>
                  <a:lnTo>
                    <a:pt x="227" y="3"/>
                  </a:lnTo>
                  <a:lnTo>
                    <a:pt x="226" y="1"/>
                  </a:lnTo>
                  <a:lnTo>
                    <a:pt x="226" y="0"/>
                  </a:lnTo>
                  <a:lnTo>
                    <a:pt x="222"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1" name="Freeform 38">
              <a:extLst>
                <a:ext uri="{FF2B5EF4-FFF2-40B4-BE49-F238E27FC236}">
                  <a16:creationId xmlns:a16="http://schemas.microsoft.com/office/drawing/2014/main" id="{14A240FD-9C9C-2C9C-A5D6-CBB303957C75}"/>
                </a:ext>
              </a:extLst>
            </p:cNvPr>
            <p:cNvSpPr>
              <a:spLocks/>
            </p:cNvSpPr>
            <p:nvPr/>
          </p:nvSpPr>
          <p:spPr bwMode="auto">
            <a:xfrm>
              <a:off x="3664" y="2344"/>
              <a:ext cx="9" cy="204"/>
            </a:xfrm>
            <a:custGeom>
              <a:avLst/>
              <a:gdLst>
                <a:gd name="T0" fmla="*/ 9 w 9"/>
                <a:gd name="T1" fmla="*/ 4 h 204"/>
                <a:gd name="T2" fmla="*/ 9 w 9"/>
                <a:gd name="T3" fmla="*/ 3 h 204"/>
                <a:gd name="T4" fmla="*/ 8 w 9"/>
                <a:gd name="T5" fmla="*/ 1 h 204"/>
                <a:gd name="T6" fmla="*/ 8 w 9"/>
                <a:gd name="T7" fmla="*/ 0 h 204"/>
                <a:gd name="T8" fmla="*/ 3 w 9"/>
                <a:gd name="T9" fmla="*/ 0 h 204"/>
                <a:gd name="T10" fmla="*/ 0 w 9"/>
                <a:gd name="T11" fmla="*/ 3 h 204"/>
                <a:gd name="T12" fmla="*/ 0 w 9"/>
                <a:gd name="T13" fmla="*/ 202 h 204"/>
                <a:gd name="T14" fmla="*/ 1 w 9"/>
                <a:gd name="T15" fmla="*/ 202 h 204"/>
                <a:gd name="T16" fmla="*/ 3 w 9"/>
                <a:gd name="T17" fmla="*/ 204 h 204"/>
                <a:gd name="T18" fmla="*/ 8 w 9"/>
                <a:gd name="T19" fmla="*/ 204 h 204"/>
                <a:gd name="T20" fmla="*/ 8 w 9"/>
                <a:gd name="T21" fmla="*/ 202 h 204"/>
                <a:gd name="T22" fmla="*/ 9 w 9"/>
                <a:gd name="T23" fmla="*/ 202 h 204"/>
                <a:gd name="T24" fmla="*/ 9 w 9"/>
                <a:gd name="T25" fmla="*/ 199 h 204"/>
                <a:gd name="T26" fmla="*/ 9 w 9"/>
                <a:gd name="T27" fmla="*/ 4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204"/>
                <a:gd name="T44" fmla="*/ 9 w 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204">
                  <a:moveTo>
                    <a:pt x="9" y="4"/>
                  </a:moveTo>
                  <a:lnTo>
                    <a:pt x="9" y="3"/>
                  </a:lnTo>
                  <a:lnTo>
                    <a:pt x="8" y="1"/>
                  </a:lnTo>
                  <a:lnTo>
                    <a:pt x="8" y="0"/>
                  </a:lnTo>
                  <a:lnTo>
                    <a:pt x="3" y="0"/>
                  </a:lnTo>
                  <a:lnTo>
                    <a:pt x="0" y="3"/>
                  </a:lnTo>
                  <a:lnTo>
                    <a:pt x="0" y="202"/>
                  </a:lnTo>
                  <a:lnTo>
                    <a:pt x="1" y="202"/>
                  </a:lnTo>
                  <a:lnTo>
                    <a:pt x="3" y="204"/>
                  </a:lnTo>
                  <a:lnTo>
                    <a:pt x="8" y="204"/>
                  </a:lnTo>
                  <a:lnTo>
                    <a:pt x="8" y="202"/>
                  </a:lnTo>
                  <a:lnTo>
                    <a:pt x="9" y="202"/>
                  </a:lnTo>
                  <a:lnTo>
                    <a:pt x="9" y="199"/>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2" name="Freeform 39">
              <a:extLst>
                <a:ext uri="{FF2B5EF4-FFF2-40B4-BE49-F238E27FC236}">
                  <a16:creationId xmlns:a16="http://schemas.microsoft.com/office/drawing/2014/main" id="{DE6853DB-F937-7200-AFCB-5731393C8805}"/>
                </a:ext>
              </a:extLst>
            </p:cNvPr>
            <p:cNvSpPr>
              <a:spLocks/>
            </p:cNvSpPr>
            <p:nvPr/>
          </p:nvSpPr>
          <p:spPr bwMode="auto">
            <a:xfrm>
              <a:off x="3664" y="2543"/>
              <a:ext cx="481" cy="10"/>
            </a:xfrm>
            <a:custGeom>
              <a:avLst/>
              <a:gdLst>
                <a:gd name="T0" fmla="*/ 4 w 481"/>
                <a:gd name="T1" fmla="*/ 0 h 10"/>
                <a:gd name="T2" fmla="*/ 3 w 481"/>
                <a:gd name="T3" fmla="*/ 0 h 10"/>
                <a:gd name="T4" fmla="*/ 0 w 481"/>
                <a:gd name="T5" fmla="*/ 3 h 10"/>
                <a:gd name="T6" fmla="*/ 0 w 481"/>
                <a:gd name="T7" fmla="*/ 8 h 10"/>
                <a:gd name="T8" fmla="*/ 1 w 481"/>
                <a:gd name="T9" fmla="*/ 8 h 10"/>
                <a:gd name="T10" fmla="*/ 3 w 481"/>
                <a:gd name="T11" fmla="*/ 10 h 10"/>
                <a:gd name="T12" fmla="*/ 480 w 481"/>
                <a:gd name="T13" fmla="*/ 10 h 10"/>
                <a:gd name="T14" fmla="*/ 480 w 481"/>
                <a:gd name="T15" fmla="*/ 8 h 10"/>
                <a:gd name="T16" fmla="*/ 481 w 481"/>
                <a:gd name="T17" fmla="*/ 8 h 10"/>
                <a:gd name="T18" fmla="*/ 481 w 481"/>
                <a:gd name="T19" fmla="*/ 3 h 10"/>
                <a:gd name="T20" fmla="*/ 480 w 481"/>
                <a:gd name="T21" fmla="*/ 2 h 10"/>
                <a:gd name="T22" fmla="*/ 480 w 481"/>
                <a:gd name="T23" fmla="*/ 0 h 10"/>
                <a:gd name="T24" fmla="*/ 477 w 481"/>
                <a:gd name="T25" fmla="*/ 0 h 10"/>
                <a:gd name="T26" fmla="*/ 4 w 481"/>
                <a:gd name="T27" fmla="*/ 0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1"/>
                <a:gd name="T43" fmla="*/ 0 h 10"/>
                <a:gd name="T44" fmla="*/ 481 w 481"/>
                <a:gd name="T45" fmla="*/ 10 h 1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1" h="10">
                  <a:moveTo>
                    <a:pt x="4" y="0"/>
                  </a:moveTo>
                  <a:lnTo>
                    <a:pt x="3" y="0"/>
                  </a:lnTo>
                  <a:lnTo>
                    <a:pt x="0" y="3"/>
                  </a:lnTo>
                  <a:lnTo>
                    <a:pt x="0" y="8"/>
                  </a:lnTo>
                  <a:lnTo>
                    <a:pt x="1" y="8"/>
                  </a:lnTo>
                  <a:lnTo>
                    <a:pt x="3" y="10"/>
                  </a:lnTo>
                  <a:lnTo>
                    <a:pt x="480" y="10"/>
                  </a:lnTo>
                  <a:lnTo>
                    <a:pt x="480" y="8"/>
                  </a:lnTo>
                  <a:lnTo>
                    <a:pt x="481" y="8"/>
                  </a:lnTo>
                  <a:lnTo>
                    <a:pt x="481" y="3"/>
                  </a:lnTo>
                  <a:lnTo>
                    <a:pt x="480" y="2"/>
                  </a:lnTo>
                  <a:lnTo>
                    <a:pt x="480" y="0"/>
                  </a:lnTo>
                  <a:lnTo>
                    <a:pt x="477"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3" name="Freeform 40">
              <a:extLst>
                <a:ext uri="{FF2B5EF4-FFF2-40B4-BE49-F238E27FC236}">
                  <a16:creationId xmlns:a16="http://schemas.microsoft.com/office/drawing/2014/main" id="{938C83AA-9540-16A1-921A-3B473BF8ED16}"/>
                </a:ext>
              </a:extLst>
            </p:cNvPr>
            <p:cNvSpPr>
              <a:spLocks/>
            </p:cNvSpPr>
            <p:nvPr/>
          </p:nvSpPr>
          <p:spPr bwMode="auto">
            <a:xfrm>
              <a:off x="4136" y="2353"/>
              <a:ext cx="9" cy="200"/>
            </a:xfrm>
            <a:custGeom>
              <a:avLst/>
              <a:gdLst>
                <a:gd name="T0" fmla="*/ 0 w 9"/>
                <a:gd name="T1" fmla="*/ 195 h 200"/>
                <a:gd name="T2" fmla="*/ 0 w 9"/>
                <a:gd name="T3" fmla="*/ 198 h 200"/>
                <a:gd name="T4" fmla="*/ 1 w 9"/>
                <a:gd name="T5" fmla="*/ 198 h 200"/>
                <a:gd name="T6" fmla="*/ 3 w 9"/>
                <a:gd name="T7" fmla="*/ 200 h 200"/>
                <a:gd name="T8" fmla="*/ 8 w 9"/>
                <a:gd name="T9" fmla="*/ 200 h 200"/>
                <a:gd name="T10" fmla="*/ 8 w 9"/>
                <a:gd name="T11" fmla="*/ 198 h 200"/>
                <a:gd name="T12" fmla="*/ 9 w 9"/>
                <a:gd name="T13" fmla="*/ 198 h 200"/>
                <a:gd name="T14" fmla="*/ 9 w 9"/>
                <a:gd name="T15" fmla="*/ 3 h 200"/>
                <a:gd name="T16" fmla="*/ 8 w 9"/>
                <a:gd name="T17" fmla="*/ 2 h 200"/>
                <a:gd name="T18" fmla="*/ 8 w 9"/>
                <a:gd name="T19" fmla="*/ 0 h 200"/>
                <a:gd name="T20" fmla="*/ 3 w 9"/>
                <a:gd name="T21" fmla="*/ 0 h 200"/>
                <a:gd name="T22" fmla="*/ 0 w 9"/>
                <a:gd name="T23" fmla="*/ 3 h 200"/>
                <a:gd name="T24" fmla="*/ 0 w 9"/>
                <a:gd name="T25" fmla="*/ 5 h 200"/>
                <a:gd name="T26" fmla="*/ 0 w 9"/>
                <a:gd name="T27" fmla="*/ 195 h 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200"/>
                <a:gd name="T44" fmla="*/ 9 w 9"/>
                <a:gd name="T45" fmla="*/ 200 h 2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200">
                  <a:moveTo>
                    <a:pt x="0" y="195"/>
                  </a:moveTo>
                  <a:lnTo>
                    <a:pt x="0" y="198"/>
                  </a:lnTo>
                  <a:lnTo>
                    <a:pt x="1" y="198"/>
                  </a:lnTo>
                  <a:lnTo>
                    <a:pt x="3" y="200"/>
                  </a:lnTo>
                  <a:lnTo>
                    <a:pt x="8" y="200"/>
                  </a:lnTo>
                  <a:lnTo>
                    <a:pt x="8" y="198"/>
                  </a:lnTo>
                  <a:lnTo>
                    <a:pt x="9" y="198"/>
                  </a:lnTo>
                  <a:lnTo>
                    <a:pt x="9" y="3"/>
                  </a:lnTo>
                  <a:lnTo>
                    <a:pt x="8" y="2"/>
                  </a:lnTo>
                  <a:lnTo>
                    <a:pt x="8" y="0"/>
                  </a:lnTo>
                  <a:lnTo>
                    <a:pt x="3" y="0"/>
                  </a:lnTo>
                  <a:lnTo>
                    <a:pt x="0" y="3"/>
                  </a:lnTo>
                  <a:lnTo>
                    <a:pt x="0" y="5"/>
                  </a:lnTo>
                  <a:lnTo>
                    <a:pt x="0" y="1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4" name="Freeform 41">
              <a:extLst>
                <a:ext uri="{FF2B5EF4-FFF2-40B4-BE49-F238E27FC236}">
                  <a16:creationId xmlns:a16="http://schemas.microsoft.com/office/drawing/2014/main" id="{59156A89-4754-88BB-D2D8-BF7A632C8352}"/>
                </a:ext>
              </a:extLst>
            </p:cNvPr>
            <p:cNvSpPr>
              <a:spLocks/>
            </p:cNvSpPr>
            <p:nvPr/>
          </p:nvSpPr>
          <p:spPr bwMode="auto">
            <a:xfrm>
              <a:off x="4142" y="2353"/>
              <a:ext cx="257" cy="9"/>
            </a:xfrm>
            <a:custGeom>
              <a:avLst/>
              <a:gdLst>
                <a:gd name="T0" fmla="*/ 5 w 257"/>
                <a:gd name="T1" fmla="*/ 0 h 9"/>
                <a:gd name="T2" fmla="*/ 3 w 257"/>
                <a:gd name="T3" fmla="*/ 0 h 9"/>
                <a:gd name="T4" fmla="*/ 0 w 257"/>
                <a:gd name="T5" fmla="*/ 3 h 9"/>
                <a:gd name="T6" fmla="*/ 0 w 257"/>
                <a:gd name="T7" fmla="*/ 8 h 9"/>
                <a:gd name="T8" fmla="*/ 2 w 257"/>
                <a:gd name="T9" fmla="*/ 8 h 9"/>
                <a:gd name="T10" fmla="*/ 3 w 257"/>
                <a:gd name="T11" fmla="*/ 9 h 9"/>
                <a:gd name="T12" fmla="*/ 256 w 257"/>
                <a:gd name="T13" fmla="*/ 9 h 9"/>
                <a:gd name="T14" fmla="*/ 256 w 257"/>
                <a:gd name="T15" fmla="*/ 8 h 9"/>
                <a:gd name="T16" fmla="*/ 257 w 257"/>
                <a:gd name="T17" fmla="*/ 8 h 9"/>
                <a:gd name="T18" fmla="*/ 257 w 257"/>
                <a:gd name="T19" fmla="*/ 3 h 9"/>
                <a:gd name="T20" fmla="*/ 256 w 257"/>
                <a:gd name="T21" fmla="*/ 2 h 9"/>
                <a:gd name="T22" fmla="*/ 256 w 257"/>
                <a:gd name="T23" fmla="*/ 0 h 9"/>
                <a:gd name="T24" fmla="*/ 252 w 257"/>
                <a:gd name="T25" fmla="*/ 0 h 9"/>
                <a:gd name="T26" fmla="*/ 5 w 257"/>
                <a:gd name="T27" fmla="*/ 0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7"/>
                <a:gd name="T43" fmla="*/ 0 h 9"/>
                <a:gd name="T44" fmla="*/ 257 w 257"/>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7" h="9">
                  <a:moveTo>
                    <a:pt x="5" y="0"/>
                  </a:moveTo>
                  <a:lnTo>
                    <a:pt x="3" y="0"/>
                  </a:lnTo>
                  <a:lnTo>
                    <a:pt x="0" y="3"/>
                  </a:lnTo>
                  <a:lnTo>
                    <a:pt x="0" y="8"/>
                  </a:lnTo>
                  <a:lnTo>
                    <a:pt x="2" y="8"/>
                  </a:lnTo>
                  <a:lnTo>
                    <a:pt x="3" y="9"/>
                  </a:lnTo>
                  <a:lnTo>
                    <a:pt x="256" y="9"/>
                  </a:lnTo>
                  <a:lnTo>
                    <a:pt x="256" y="8"/>
                  </a:lnTo>
                  <a:lnTo>
                    <a:pt x="257" y="8"/>
                  </a:lnTo>
                  <a:lnTo>
                    <a:pt x="257" y="3"/>
                  </a:lnTo>
                  <a:lnTo>
                    <a:pt x="256" y="2"/>
                  </a:lnTo>
                  <a:lnTo>
                    <a:pt x="256" y="0"/>
                  </a:lnTo>
                  <a:lnTo>
                    <a:pt x="252"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5" name="Freeform 42">
              <a:extLst>
                <a:ext uri="{FF2B5EF4-FFF2-40B4-BE49-F238E27FC236}">
                  <a16:creationId xmlns:a16="http://schemas.microsoft.com/office/drawing/2014/main" id="{5A39FE2C-3736-4D9D-BBBD-CC247051F336}"/>
                </a:ext>
              </a:extLst>
            </p:cNvPr>
            <p:cNvSpPr>
              <a:spLocks/>
            </p:cNvSpPr>
            <p:nvPr/>
          </p:nvSpPr>
          <p:spPr bwMode="auto">
            <a:xfrm>
              <a:off x="4390" y="2358"/>
              <a:ext cx="9" cy="195"/>
            </a:xfrm>
            <a:custGeom>
              <a:avLst/>
              <a:gdLst>
                <a:gd name="T0" fmla="*/ 9 w 9"/>
                <a:gd name="T1" fmla="*/ 4 h 195"/>
                <a:gd name="T2" fmla="*/ 9 w 9"/>
                <a:gd name="T3" fmla="*/ 3 h 195"/>
                <a:gd name="T4" fmla="*/ 8 w 9"/>
                <a:gd name="T5" fmla="*/ 1 h 195"/>
                <a:gd name="T6" fmla="*/ 8 w 9"/>
                <a:gd name="T7" fmla="*/ 0 h 195"/>
                <a:gd name="T8" fmla="*/ 3 w 9"/>
                <a:gd name="T9" fmla="*/ 0 h 195"/>
                <a:gd name="T10" fmla="*/ 0 w 9"/>
                <a:gd name="T11" fmla="*/ 3 h 195"/>
                <a:gd name="T12" fmla="*/ 0 w 9"/>
                <a:gd name="T13" fmla="*/ 193 h 195"/>
                <a:gd name="T14" fmla="*/ 1 w 9"/>
                <a:gd name="T15" fmla="*/ 193 h 195"/>
                <a:gd name="T16" fmla="*/ 3 w 9"/>
                <a:gd name="T17" fmla="*/ 195 h 195"/>
                <a:gd name="T18" fmla="*/ 8 w 9"/>
                <a:gd name="T19" fmla="*/ 195 h 195"/>
                <a:gd name="T20" fmla="*/ 8 w 9"/>
                <a:gd name="T21" fmla="*/ 193 h 195"/>
                <a:gd name="T22" fmla="*/ 9 w 9"/>
                <a:gd name="T23" fmla="*/ 193 h 195"/>
                <a:gd name="T24" fmla="*/ 9 w 9"/>
                <a:gd name="T25" fmla="*/ 190 h 195"/>
                <a:gd name="T26" fmla="*/ 9 w 9"/>
                <a:gd name="T27" fmla="*/ 4 h 19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95"/>
                <a:gd name="T44" fmla="*/ 9 w 9"/>
                <a:gd name="T45" fmla="*/ 195 h 19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95">
                  <a:moveTo>
                    <a:pt x="9" y="4"/>
                  </a:moveTo>
                  <a:lnTo>
                    <a:pt x="9" y="3"/>
                  </a:lnTo>
                  <a:lnTo>
                    <a:pt x="8" y="1"/>
                  </a:lnTo>
                  <a:lnTo>
                    <a:pt x="8" y="0"/>
                  </a:lnTo>
                  <a:lnTo>
                    <a:pt x="3" y="0"/>
                  </a:lnTo>
                  <a:lnTo>
                    <a:pt x="0" y="3"/>
                  </a:lnTo>
                  <a:lnTo>
                    <a:pt x="0" y="193"/>
                  </a:lnTo>
                  <a:lnTo>
                    <a:pt x="1" y="193"/>
                  </a:lnTo>
                  <a:lnTo>
                    <a:pt x="3" y="195"/>
                  </a:lnTo>
                  <a:lnTo>
                    <a:pt x="8" y="195"/>
                  </a:lnTo>
                  <a:lnTo>
                    <a:pt x="8" y="193"/>
                  </a:lnTo>
                  <a:lnTo>
                    <a:pt x="9" y="193"/>
                  </a:lnTo>
                  <a:lnTo>
                    <a:pt x="9" y="19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6" name="Freeform 43">
              <a:extLst>
                <a:ext uri="{FF2B5EF4-FFF2-40B4-BE49-F238E27FC236}">
                  <a16:creationId xmlns:a16="http://schemas.microsoft.com/office/drawing/2014/main" id="{E2C847FD-10A2-B935-731F-4FC0C3A781FF}"/>
                </a:ext>
              </a:extLst>
            </p:cNvPr>
            <p:cNvSpPr>
              <a:spLocks/>
            </p:cNvSpPr>
            <p:nvPr/>
          </p:nvSpPr>
          <p:spPr bwMode="auto">
            <a:xfrm>
              <a:off x="4394" y="2543"/>
              <a:ext cx="459" cy="10"/>
            </a:xfrm>
            <a:custGeom>
              <a:avLst/>
              <a:gdLst>
                <a:gd name="T0" fmla="*/ 5 w 459"/>
                <a:gd name="T1" fmla="*/ 0 h 10"/>
                <a:gd name="T2" fmla="*/ 4 w 459"/>
                <a:gd name="T3" fmla="*/ 0 h 10"/>
                <a:gd name="T4" fmla="*/ 0 w 459"/>
                <a:gd name="T5" fmla="*/ 3 h 10"/>
                <a:gd name="T6" fmla="*/ 0 w 459"/>
                <a:gd name="T7" fmla="*/ 8 h 10"/>
                <a:gd name="T8" fmla="*/ 2 w 459"/>
                <a:gd name="T9" fmla="*/ 8 h 10"/>
                <a:gd name="T10" fmla="*/ 4 w 459"/>
                <a:gd name="T11" fmla="*/ 10 h 10"/>
                <a:gd name="T12" fmla="*/ 457 w 459"/>
                <a:gd name="T13" fmla="*/ 10 h 10"/>
                <a:gd name="T14" fmla="*/ 457 w 459"/>
                <a:gd name="T15" fmla="*/ 8 h 10"/>
                <a:gd name="T16" fmla="*/ 459 w 459"/>
                <a:gd name="T17" fmla="*/ 8 h 10"/>
                <a:gd name="T18" fmla="*/ 459 w 459"/>
                <a:gd name="T19" fmla="*/ 3 h 10"/>
                <a:gd name="T20" fmla="*/ 457 w 459"/>
                <a:gd name="T21" fmla="*/ 2 h 10"/>
                <a:gd name="T22" fmla="*/ 457 w 459"/>
                <a:gd name="T23" fmla="*/ 0 h 10"/>
                <a:gd name="T24" fmla="*/ 454 w 459"/>
                <a:gd name="T25" fmla="*/ 0 h 10"/>
                <a:gd name="T26" fmla="*/ 5 w 459"/>
                <a:gd name="T27" fmla="*/ 0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59"/>
                <a:gd name="T43" fmla="*/ 0 h 10"/>
                <a:gd name="T44" fmla="*/ 459 w 459"/>
                <a:gd name="T45" fmla="*/ 10 h 1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59" h="10">
                  <a:moveTo>
                    <a:pt x="5" y="0"/>
                  </a:moveTo>
                  <a:lnTo>
                    <a:pt x="4" y="0"/>
                  </a:lnTo>
                  <a:lnTo>
                    <a:pt x="0" y="3"/>
                  </a:lnTo>
                  <a:lnTo>
                    <a:pt x="0" y="8"/>
                  </a:lnTo>
                  <a:lnTo>
                    <a:pt x="2" y="8"/>
                  </a:lnTo>
                  <a:lnTo>
                    <a:pt x="4" y="10"/>
                  </a:lnTo>
                  <a:lnTo>
                    <a:pt x="457" y="10"/>
                  </a:lnTo>
                  <a:lnTo>
                    <a:pt x="457" y="8"/>
                  </a:lnTo>
                  <a:lnTo>
                    <a:pt x="459" y="8"/>
                  </a:lnTo>
                  <a:lnTo>
                    <a:pt x="459" y="3"/>
                  </a:lnTo>
                  <a:lnTo>
                    <a:pt x="457" y="2"/>
                  </a:lnTo>
                  <a:lnTo>
                    <a:pt x="457" y="0"/>
                  </a:lnTo>
                  <a:lnTo>
                    <a:pt x="45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7" name="Freeform 44">
              <a:extLst>
                <a:ext uri="{FF2B5EF4-FFF2-40B4-BE49-F238E27FC236}">
                  <a16:creationId xmlns:a16="http://schemas.microsoft.com/office/drawing/2014/main" id="{BDF398D1-77AC-3E78-DB82-633667133081}"/>
                </a:ext>
              </a:extLst>
            </p:cNvPr>
            <p:cNvSpPr>
              <a:spLocks/>
            </p:cNvSpPr>
            <p:nvPr/>
          </p:nvSpPr>
          <p:spPr bwMode="auto">
            <a:xfrm>
              <a:off x="4853" y="2344"/>
              <a:ext cx="9" cy="209"/>
            </a:xfrm>
            <a:custGeom>
              <a:avLst/>
              <a:gdLst>
                <a:gd name="T0" fmla="*/ 0 w 9"/>
                <a:gd name="T1" fmla="*/ 204 h 209"/>
                <a:gd name="T2" fmla="*/ 0 w 9"/>
                <a:gd name="T3" fmla="*/ 207 h 209"/>
                <a:gd name="T4" fmla="*/ 1 w 9"/>
                <a:gd name="T5" fmla="*/ 207 h 209"/>
                <a:gd name="T6" fmla="*/ 3 w 9"/>
                <a:gd name="T7" fmla="*/ 209 h 209"/>
                <a:gd name="T8" fmla="*/ 7 w 9"/>
                <a:gd name="T9" fmla="*/ 209 h 209"/>
                <a:gd name="T10" fmla="*/ 7 w 9"/>
                <a:gd name="T11" fmla="*/ 207 h 209"/>
                <a:gd name="T12" fmla="*/ 9 w 9"/>
                <a:gd name="T13" fmla="*/ 207 h 209"/>
                <a:gd name="T14" fmla="*/ 9 w 9"/>
                <a:gd name="T15" fmla="*/ 3 h 209"/>
                <a:gd name="T16" fmla="*/ 7 w 9"/>
                <a:gd name="T17" fmla="*/ 1 h 209"/>
                <a:gd name="T18" fmla="*/ 7 w 9"/>
                <a:gd name="T19" fmla="*/ 0 h 209"/>
                <a:gd name="T20" fmla="*/ 3 w 9"/>
                <a:gd name="T21" fmla="*/ 0 h 209"/>
                <a:gd name="T22" fmla="*/ 0 w 9"/>
                <a:gd name="T23" fmla="*/ 3 h 209"/>
                <a:gd name="T24" fmla="*/ 0 w 9"/>
                <a:gd name="T25" fmla="*/ 4 h 209"/>
                <a:gd name="T26" fmla="*/ 0 w 9"/>
                <a:gd name="T27" fmla="*/ 204 h 2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209"/>
                <a:gd name="T44" fmla="*/ 9 w 9"/>
                <a:gd name="T45" fmla="*/ 209 h 20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209">
                  <a:moveTo>
                    <a:pt x="0" y="204"/>
                  </a:moveTo>
                  <a:lnTo>
                    <a:pt x="0" y="207"/>
                  </a:lnTo>
                  <a:lnTo>
                    <a:pt x="1" y="207"/>
                  </a:lnTo>
                  <a:lnTo>
                    <a:pt x="3" y="209"/>
                  </a:lnTo>
                  <a:lnTo>
                    <a:pt x="7" y="209"/>
                  </a:lnTo>
                  <a:lnTo>
                    <a:pt x="7" y="207"/>
                  </a:lnTo>
                  <a:lnTo>
                    <a:pt x="9" y="207"/>
                  </a:lnTo>
                  <a:lnTo>
                    <a:pt x="9" y="3"/>
                  </a:lnTo>
                  <a:lnTo>
                    <a:pt x="7" y="1"/>
                  </a:lnTo>
                  <a:lnTo>
                    <a:pt x="7" y="0"/>
                  </a:lnTo>
                  <a:lnTo>
                    <a:pt x="3" y="0"/>
                  </a:lnTo>
                  <a:lnTo>
                    <a:pt x="0" y="3"/>
                  </a:lnTo>
                  <a:lnTo>
                    <a:pt x="0" y="4"/>
                  </a:lnTo>
                  <a:lnTo>
                    <a:pt x="0" y="2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8" name="Freeform 45">
              <a:extLst>
                <a:ext uri="{FF2B5EF4-FFF2-40B4-BE49-F238E27FC236}">
                  <a16:creationId xmlns:a16="http://schemas.microsoft.com/office/drawing/2014/main" id="{68872D53-EE59-0AF3-7930-79A2F8E04C54}"/>
                </a:ext>
              </a:extLst>
            </p:cNvPr>
            <p:cNvSpPr>
              <a:spLocks/>
            </p:cNvSpPr>
            <p:nvPr/>
          </p:nvSpPr>
          <p:spPr bwMode="auto">
            <a:xfrm>
              <a:off x="4857" y="2344"/>
              <a:ext cx="239" cy="9"/>
            </a:xfrm>
            <a:custGeom>
              <a:avLst/>
              <a:gdLst>
                <a:gd name="T0" fmla="*/ 5 w 239"/>
                <a:gd name="T1" fmla="*/ 0 h 9"/>
                <a:gd name="T2" fmla="*/ 3 w 239"/>
                <a:gd name="T3" fmla="*/ 0 h 9"/>
                <a:gd name="T4" fmla="*/ 0 w 239"/>
                <a:gd name="T5" fmla="*/ 3 h 9"/>
                <a:gd name="T6" fmla="*/ 0 w 239"/>
                <a:gd name="T7" fmla="*/ 8 h 9"/>
                <a:gd name="T8" fmla="*/ 2 w 239"/>
                <a:gd name="T9" fmla="*/ 8 h 9"/>
                <a:gd name="T10" fmla="*/ 3 w 239"/>
                <a:gd name="T11" fmla="*/ 9 h 9"/>
                <a:gd name="T12" fmla="*/ 237 w 239"/>
                <a:gd name="T13" fmla="*/ 9 h 9"/>
                <a:gd name="T14" fmla="*/ 237 w 239"/>
                <a:gd name="T15" fmla="*/ 8 h 9"/>
                <a:gd name="T16" fmla="*/ 239 w 239"/>
                <a:gd name="T17" fmla="*/ 8 h 9"/>
                <a:gd name="T18" fmla="*/ 239 w 239"/>
                <a:gd name="T19" fmla="*/ 3 h 9"/>
                <a:gd name="T20" fmla="*/ 237 w 239"/>
                <a:gd name="T21" fmla="*/ 1 h 9"/>
                <a:gd name="T22" fmla="*/ 237 w 239"/>
                <a:gd name="T23" fmla="*/ 0 h 9"/>
                <a:gd name="T24" fmla="*/ 234 w 239"/>
                <a:gd name="T25" fmla="*/ 0 h 9"/>
                <a:gd name="T26" fmla="*/ 5 w 239"/>
                <a:gd name="T27" fmla="*/ 0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39"/>
                <a:gd name="T43" fmla="*/ 0 h 9"/>
                <a:gd name="T44" fmla="*/ 239 w 239"/>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39" h="9">
                  <a:moveTo>
                    <a:pt x="5" y="0"/>
                  </a:moveTo>
                  <a:lnTo>
                    <a:pt x="3" y="0"/>
                  </a:lnTo>
                  <a:lnTo>
                    <a:pt x="0" y="3"/>
                  </a:lnTo>
                  <a:lnTo>
                    <a:pt x="0" y="8"/>
                  </a:lnTo>
                  <a:lnTo>
                    <a:pt x="2" y="8"/>
                  </a:lnTo>
                  <a:lnTo>
                    <a:pt x="3" y="9"/>
                  </a:lnTo>
                  <a:lnTo>
                    <a:pt x="237" y="9"/>
                  </a:lnTo>
                  <a:lnTo>
                    <a:pt x="237" y="8"/>
                  </a:lnTo>
                  <a:lnTo>
                    <a:pt x="239" y="8"/>
                  </a:lnTo>
                  <a:lnTo>
                    <a:pt x="239" y="3"/>
                  </a:lnTo>
                  <a:lnTo>
                    <a:pt x="237" y="1"/>
                  </a:lnTo>
                  <a:lnTo>
                    <a:pt x="237" y="0"/>
                  </a:lnTo>
                  <a:lnTo>
                    <a:pt x="23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39" name="Freeform 46">
              <a:extLst>
                <a:ext uri="{FF2B5EF4-FFF2-40B4-BE49-F238E27FC236}">
                  <a16:creationId xmlns:a16="http://schemas.microsoft.com/office/drawing/2014/main" id="{0A72AED8-8870-4E20-FAC5-C17B7CA1BD94}"/>
                </a:ext>
              </a:extLst>
            </p:cNvPr>
            <p:cNvSpPr>
              <a:spLocks/>
            </p:cNvSpPr>
            <p:nvPr/>
          </p:nvSpPr>
          <p:spPr bwMode="auto">
            <a:xfrm>
              <a:off x="5086" y="2353"/>
              <a:ext cx="10" cy="204"/>
            </a:xfrm>
            <a:custGeom>
              <a:avLst/>
              <a:gdLst>
                <a:gd name="T0" fmla="*/ 10 w 10"/>
                <a:gd name="T1" fmla="*/ 5 h 204"/>
                <a:gd name="T2" fmla="*/ 10 w 10"/>
                <a:gd name="T3" fmla="*/ 3 h 204"/>
                <a:gd name="T4" fmla="*/ 8 w 10"/>
                <a:gd name="T5" fmla="*/ 2 h 204"/>
                <a:gd name="T6" fmla="*/ 8 w 10"/>
                <a:gd name="T7" fmla="*/ 0 h 204"/>
                <a:gd name="T8" fmla="*/ 3 w 10"/>
                <a:gd name="T9" fmla="*/ 0 h 204"/>
                <a:gd name="T10" fmla="*/ 0 w 10"/>
                <a:gd name="T11" fmla="*/ 3 h 204"/>
                <a:gd name="T12" fmla="*/ 0 w 10"/>
                <a:gd name="T13" fmla="*/ 203 h 204"/>
                <a:gd name="T14" fmla="*/ 2 w 10"/>
                <a:gd name="T15" fmla="*/ 203 h 204"/>
                <a:gd name="T16" fmla="*/ 3 w 10"/>
                <a:gd name="T17" fmla="*/ 204 h 204"/>
                <a:gd name="T18" fmla="*/ 8 w 10"/>
                <a:gd name="T19" fmla="*/ 204 h 204"/>
                <a:gd name="T20" fmla="*/ 8 w 10"/>
                <a:gd name="T21" fmla="*/ 203 h 204"/>
                <a:gd name="T22" fmla="*/ 10 w 10"/>
                <a:gd name="T23" fmla="*/ 203 h 204"/>
                <a:gd name="T24" fmla="*/ 10 w 10"/>
                <a:gd name="T25" fmla="*/ 200 h 204"/>
                <a:gd name="T26" fmla="*/ 10 w 10"/>
                <a:gd name="T27" fmla="*/ 5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204"/>
                <a:gd name="T44" fmla="*/ 10 w 10"/>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204">
                  <a:moveTo>
                    <a:pt x="10" y="5"/>
                  </a:moveTo>
                  <a:lnTo>
                    <a:pt x="10" y="3"/>
                  </a:lnTo>
                  <a:lnTo>
                    <a:pt x="8" y="2"/>
                  </a:lnTo>
                  <a:lnTo>
                    <a:pt x="8" y="0"/>
                  </a:lnTo>
                  <a:lnTo>
                    <a:pt x="3" y="0"/>
                  </a:lnTo>
                  <a:lnTo>
                    <a:pt x="0" y="3"/>
                  </a:lnTo>
                  <a:lnTo>
                    <a:pt x="0" y="203"/>
                  </a:lnTo>
                  <a:lnTo>
                    <a:pt x="2" y="203"/>
                  </a:lnTo>
                  <a:lnTo>
                    <a:pt x="3" y="204"/>
                  </a:lnTo>
                  <a:lnTo>
                    <a:pt x="8" y="204"/>
                  </a:lnTo>
                  <a:lnTo>
                    <a:pt x="8" y="203"/>
                  </a:lnTo>
                  <a:lnTo>
                    <a:pt x="10" y="203"/>
                  </a:lnTo>
                  <a:lnTo>
                    <a:pt x="10" y="200"/>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40" name="Freeform 47">
              <a:extLst>
                <a:ext uri="{FF2B5EF4-FFF2-40B4-BE49-F238E27FC236}">
                  <a16:creationId xmlns:a16="http://schemas.microsoft.com/office/drawing/2014/main" id="{177809DB-50C1-6C35-7BCA-7909939A1C28}"/>
                </a:ext>
              </a:extLst>
            </p:cNvPr>
            <p:cNvSpPr>
              <a:spLocks/>
            </p:cNvSpPr>
            <p:nvPr/>
          </p:nvSpPr>
          <p:spPr bwMode="auto">
            <a:xfrm>
              <a:off x="5091" y="2548"/>
              <a:ext cx="379" cy="14"/>
            </a:xfrm>
            <a:custGeom>
              <a:avLst/>
              <a:gdLst>
                <a:gd name="T0" fmla="*/ 5 w 379"/>
                <a:gd name="T1" fmla="*/ 5 h 14"/>
                <a:gd name="T2" fmla="*/ 2 w 379"/>
                <a:gd name="T3" fmla="*/ 5 h 14"/>
                <a:gd name="T4" fmla="*/ 2 w 379"/>
                <a:gd name="T5" fmla="*/ 6 h 14"/>
                <a:gd name="T6" fmla="*/ 0 w 379"/>
                <a:gd name="T7" fmla="*/ 8 h 14"/>
                <a:gd name="T8" fmla="*/ 0 w 379"/>
                <a:gd name="T9" fmla="*/ 12 h 14"/>
                <a:gd name="T10" fmla="*/ 2 w 379"/>
                <a:gd name="T11" fmla="*/ 12 h 14"/>
                <a:gd name="T12" fmla="*/ 3 w 379"/>
                <a:gd name="T13" fmla="*/ 14 h 14"/>
                <a:gd name="T14" fmla="*/ 5 w 379"/>
                <a:gd name="T15" fmla="*/ 14 h 14"/>
                <a:gd name="T16" fmla="*/ 374 w 379"/>
                <a:gd name="T17" fmla="*/ 9 h 14"/>
                <a:gd name="T18" fmla="*/ 377 w 379"/>
                <a:gd name="T19" fmla="*/ 9 h 14"/>
                <a:gd name="T20" fmla="*/ 377 w 379"/>
                <a:gd name="T21" fmla="*/ 8 h 14"/>
                <a:gd name="T22" fmla="*/ 379 w 379"/>
                <a:gd name="T23" fmla="*/ 6 h 14"/>
                <a:gd name="T24" fmla="*/ 379 w 379"/>
                <a:gd name="T25" fmla="*/ 1 h 14"/>
                <a:gd name="T26" fmla="*/ 377 w 379"/>
                <a:gd name="T27" fmla="*/ 1 h 14"/>
                <a:gd name="T28" fmla="*/ 375 w 379"/>
                <a:gd name="T29" fmla="*/ 0 h 14"/>
                <a:gd name="T30" fmla="*/ 374 w 379"/>
                <a:gd name="T31" fmla="*/ 0 h 14"/>
                <a:gd name="T32" fmla="*/ 5 w 379"/>
                <a:gd name="T33" fmla="*/ 5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14"/>
                <a:gd name="T53" fmla="*/ 379 w 379"/>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14">
                  <a:moveTo>
                    <a:pt x="5" y="5"/>
                  </a:moveTo>
                  <a:lnTo>
                    <a:pt x="2" y="5"/>
                  </a:lnTo>
                  <a:lnTo>
                    <a:pt x="2" y="6"/>
                  </a:lnTo>
                  <a:lnTo>
                    <a:pt x="0" y="8"/>
                  </a:lnTo>
                  <a:lnTo>
                    <a:pt x="0" y="12"/>
                  </a:lnTo>
                  <a:lnTo>
                    <a:pt x="2" y="12"/>
                  </a:lnTo>
                  <a:lnTo>
                    <a:pt x="3" y="14"/>
                  </a:lnTo>
                  <a:lnTo>
                    <a:pt x="5" y="14"/>
                  </a:lnTo>
                  <a:lnTo>
                    <a:pt x="374" y="9"/>
                  </a:lnTo>
                  <a:lnTo>
                    <a:pt x="377" y="9"/>
                  </a:lnTo>
                  <a:lnTo>
                    <a:pt x="377" y="8"/>
                  </a:lnTo>
                  <a:lnTo>
                    <a:pt x="379" y="6"/>
                  </a:lnTo>
                  <a:lnTo>
                    <a:pt x="379" y="1"/>
                  </a:lnTo>
                  <a:lnTo>
                    <a:pt x="377" y="1"/>
                  </a:lnTo>
                  <a:lnTo>
                    <a:pt x="375" y="0"/>
                  </a:lnTo>
                  <a:lnTo>
                    <a:pt x="374" y="0"/>
                  </a:lnTo>
                  <a:lnTo>
                    <a:pt x="5"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41" name="Freeform 48">
              <a:extLst>
                <a:ext uri="{FF2B5EF4-FFF2-40B4-BE49-F238E27FC236}">
                  <a16:creationId xmlns:a16="http://schemas.microsoft.com/office/drawing/2014/main" id="{78EF31B1-36FB-D617-33B3-2EEB7CAA18DC}"/>
                </a:ext>
              </a:extLst>
            </p:cNvPr>
            <p:cNvSpPr>
              <a:spLocks/>
            </p:cNvSpPr>
            <p:nvPr/>
          </p:nvSpPr>
          <p:spPr bwMode="auto">
            <a:xfrm>
              <a:off x="3196" y="3020"/>
              <a:ext cx="722" cy="9"/>
            </a:xfrm>
            <a:custGeom>
              <a:avLst/>
              <a:gdLst>
                <a:gd name="T0" fmla="*/ 5 w 722"/>
                <a:gd name="T1" fmla="*/ 0 h 9"/>
                <a:gd name="T2" fmla="*/ 3 w 722"/>
                <a:gd name="T3" fmla="*/ 0 h 9"/>
                <a:gd name="T4" fmla="*/ 0 w 722"/>
                <a:gd name="T5" fmla="*/ 3 h 9"/>
                <a:gd name="T6" fmla="*/ 0 w 722"/>
                <a:gd name="T7" fmla="*/ 8 h 9"/>
                <a:gd name="T8" fmla="*/ 2 w 722"/>
                <a:gd name="T9" fmla="*/ 8 h 9"/>
                <a:gd name="T10" fmla="*/ 3 w 722"/>
                <a:gd name="T11" fmla="*/ 9 h 9"/>
                <a:gd name="T12" fmla="*/ 720 w 722"/>
                <a:gd name="T13" fmla="*/ 9 h 9"/>
                <a:gd name="T14" fmla="*/ 720 w 722"/>
                <a:gd name="T15" fmla="*/ 8 h 9"/>
                <a:gd name="T16" fmla="*/ 722 w 722"/>
                <a:gd name="T17" fmla="*/ 8 h 9"/>
                <a:gd name="T18" fmla="*/ 722 w 722"/>
                <a:gd name="T19" fmla="*/ 3 h 9"/>
                <a:gd name="T20" fmla="*/ 720 w 722"/>
                <a:gd name="T21" fmla="*/ 1 h 9"/>
                <a:gd name="T22" fmla="*/ 720 w 722"/>
                <a:gd name="T23" fmla="*/ 0 h 9"/>
                <a:gd name="T24" fmla="*/ 717 w 722"/>
                <a:gd name="T25" fmla="*/ 0 h 9"/>
                <a:gd name="T26" fmla="*/ 5 w 722"/>
                <a:gd name="T27" fmla="*/ 0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22"/>
                <a:gd name="T43" fmla="*/ 0 h 9"/>
                <a:gd name="T44" fmla="*/ 722 w 722"/>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22" h="9">
                  <a:moveTo>
                    <a:pt x="5" y="0"/>
                  </a:moveTo>
                  <a:lnTo>
                    <a:pt x="3" y="0"/>
                  </a:lnTo>
                  <a:lnTo>
                    <a:pt x="0" y="3"/>
                  </a:lnTo>
                  <a:lnTo>
                    <a:pt x="0" y="8"/>
                  </a:lnTo>
                  <a:lnTo>
                    <a:pt x="2" y="8"/>
                  </a:lnTo>
                  <a:lnTo>
                    <a:pt x="3" y="9"/>
                  </a:lnTo>
                  <a:lnTo>
                    <a:pt x="720" y="9"/>
                  </a:lnTo>
                  <a:lnTo>
                    <a:pt x="720" y="8"/>
                  </a:lnTo>
                  <a:lnTo>
                    <a:pt x="722" y="8"/>
                  </a:lnTo>
                  <a:lnTo>
                    <a:pt x="722" y="3"/>
                  </a:lnTo>
                  <a:lnTo>
                    <a:pt x="720" y="1"/>
                  </a:lnTo>
                  <a:lnTo>
                    <a:pt x="720" y="0"/>
                  </a:lnTo>
                  <a:lnTo>
                    <a:pt x="71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42" name="Freeform 49">
              <a:extLst>
                <a:ext uri="{FF2B5EF4-FFF2-40B4-BE49-F238E27FC236}">
                  <a16:creationId xmlns:a16="http://schemas.microsoft.com/office/drawing/2014/main" id="{5CEDB7A3-6ED1-4496-1677-7306EB93CC0F}"/>
                </a:ext>
              </a:extLst>
            </p:cNvPr>
            <p:cNvSpPr>
              <a:spLocks/>
            </p:cNvSpPr>
            <p:nvPr/>
          </p:nvSpPr>
          <p:spPr bwMode="auto">
            <a:xfrm>
              <a:off x="3908" y="2797"/>
              <a:ext cx="10" cy="232"/>
            </a:xfrm>
            <a:custGeom>
              <a:avLst/>
              <a:gdLst>
                <a:gd name="T0" fmla="*/ 0 w 10"/>
                <a:gd name="T1" fmla="*/ 228 h 232"/>
                <a:gd name="T2" fmla="*/ 0 w 10"/>
                <a:gd name="T3" fmla="*/ 231 h 232"/>
                <a:gd name="T4" fmla="*/ 2 w 10"/>
                <a:gd name="T5" fmla="*/ 231 h 232"/>
                <a:gd name="T6" fmla="*/ 3 w 10"/>
                <a:gd name="T7" fmla="*/ 232 h 232"/>
                <a:gd name="T8" fmla="*/ 8 w 10"/>
                <a:gd name="T9" fmla="*/ 232 h 232"/>
                <a:gd name="T10" fmla="*/ 8 w 10"/>
                <a:gd name="T11" fmla="*/ 231 h 232"/>
                <a:gd name="T12" fmla="*/ 10 w 10"/>
                <a:gd name="T13" fmla="*/ 231 h 232"/>
                <a:gd name="T14" fmla="*/ 10 w 10"/>
                <a:gd name="T15" fmla="*/ 3 h 232"/>
                <a:gd name="T16" fmla="*/ 8 w 10"/>
                <a:gd name="T17" fmla="*/ 2 h 232"/>
                <a:gd name="T18" fmla="*/ 8 w 10"/>
                <a:gd name="T19" fmla="*/ 0 h 232"/>
                <a:gd name="T20" fmla="*/ 3 w 10"/>
                <a:gd name="T21" fmla="*/ 0 h 232"/>
                <a:gd name="T22" fmla="*/ 0 w 10"/>
                <a:gd name="T23" fmla="*/ 3 h 232"/>
                <a:gd name="T24" fmla="*/ 0 w 10"/>
                <a:gd name="T25" fmla="*/ 5 h 232"/>
                <a:gd name="T26" fmla="*/ 0 w 10"/>
                <a:gd name="T27" fmla="*/ 228 h 2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232"/>
                <a:gd name="T44" fmla="*/ 10 w 10"/>
                <a:gd name="T45" fmla="*/ 232 h 2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232">
                  <a:moveTo>
                    <a:pt x="0" y="228"/>
                  </a:moveTo>
                  <a:lnTo>
                    <a:pt x="0" y="231"/>
                  </a:lnTo>
                  <a:lnTo>
                    <a:pt x="2" y="231"/>
                  </a:lnTo>
                  <a:lnTo>
                    <a:pt x="3" y="232"/>
                  </a:lnTo>
                  <a:lnTo>
                    <a:pt x="8" y="232"/>
                  </a:lnTo>
                  <a:lnTo>
                    <a:pt x="8" y="231"/>
                  </a:lnTo>
                  <a:lnTo>
                    <a:pt x="10" y="231"/>
                  </a:lnTo>
                  <a:lnTo>
                    <a:pt x="10" y="3"/>
                  </a:lnTo>
                  <a:lnTo>
                    <a:pt x="8" y="2"/>
                  </a:lnTo>
                  <a:lnTo>
                    <a:pt x="8" y="0"/>
                  </a:lnTo>
                  <a:lnTo>
                    <a:pt x="3" y="0"/>
                  </a:lnTo>
                  <a:lnTo>
                    <a:pt x="0" y="3"/>
                  </a:lnTo>
                  <a:lnTo>
                    <a:pt x="0" y="5"/>
                  </a:lnTo>
                  <a:lnTo>
                    <a:pt x="0" y="2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43" name="Freeform 50">
              <a:extLst>
                <a:ext uri="{FF2B5EF4-FFF2-40B4-BE49-F238E27FC236}">
                  <a16:creationId xmlns:a16="http://schemas.microsoft.com/office/drawing/2014/main" id="{D65E2CFE-F4F7-9B11-88D6-56B830A5AC88}"/>
                </a:ext>
              </a:extLst>
            </p:cNvPr>
            <p:cNvSpPr>
              <a:spLocks/>
            </p:cNvSpPr>
            <p:nvPr/>
          </p:nvSpPr>
          <p:spPr bwMode="auto">
            <a:xfrm>
              <a:off x="3908" y="2792"/>
              <a:ext cx="773" cy="10"/>
            </a:xfrm>
            <a:custGeom>
              <a:avLst/>
              <a:gdLst>
                <a:gd name="T0" fmla="*/ 5 w 773"/>
                <a:gd name="T1" fmla="*/ 0 h 10"/>
                <a:gd name="T2" fmla="*/ 3 w 773"/>
                <a:gd name="T3" fmla="*/ 0 h 10"/>
                <a:gd name="T4" fmla="*/ 0 w 773"/>
                <a:gd name="T5" fmla="*/ 4 h 10"/>
                <a:gd name="T6" fmla="*/ 0 w 773"/>
                <a:gd name="T7" fmla="*/ 8 h 10"/>
                <a:gd name="T8" fmla="*/ 2 w 773"/>
                <a:gd name="T9" fmla="*/ 8 h 10"/>
                <a:gd name="T10" fmla="*/ 3 w 773"/>
                <a:gd name="T11" fmla="*/ 10 h 10"/>
                <a:gd name="T12" fmla="*/ 772 w 773"/>
                <a:gd name="T13" fmla="*/ 10 h 10"/>
                <a:gd name="T14" fmla="*/ 772 w 773"/>
                <a:gd name="T15" fmla="*/ 8 h 10"/>
                <a:gd name="T16" fmla="*/ 773 w 773"/>
                <a:gd name="T17" fmla="*/ 8 h 10"/>
                <a:gd name="T18" fmla="*/ 773 w 773"/>
                <a:gd name="T19" fmla="*/ 4 h 10"/>
                <a:gd name="T20" fmla="*/ 772 w 773"/>
                <a:gd name="T21" fmla="*/ 2 h 10"/>
                <a:gd name="T22" fmla="*/ 772 w 773"/>
                <a:gd name="T23" fmla="*/ 0 h 10"/>
                <a:gd name="T24" fmla="*/ 769 w 773"/>
                <a:gd name="T25" fmla="*/ 0 h 10"/>
                <a:gd name="T26" fmla="*/ 5 w 773"/>
                <a:gd name="T27" fmla="*/ 0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3"/>
                <a:gd name="T43" fmla="*/ 0 h 10"/>
                <a:gd name="T44" fmla="*/ 773 w 773"/>
                <a:gd name="T45" fmla="*/ 10 h 1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3" h="10">
                  <a:moveTo>
                    <a:pt x="5" y="0"/>
                  </a:moveTo>
                  <a:lnTo>
                    <a:pt x="3" y="0"/>
                  </a:lnTo>
                  <a:lnTo>
                    <a:pt x="0" y="4"/>
                  </a:lnTo>
                  <a:lnTo>
                    <a:pt x="0" y="8"/>
                  </a:lnTo>
                  <a:lnTo>
                    <a:pt x="2" y="8"/>
                  </a:lnTo>
                  <a:lnTo>
                    <a:pt x="3" y="10"/>
                  </a:lnTo>
                  <a:lnTo>
                    <a:pt x="772" y="10"/>
                  </a:lnTo>
                  <a:lnTo>
                    <a:pt x="772" y="8"/>
                  </a:lnTo>
                  <a:lnTo>
                    <a:pt x="773" y="8"/>
                  </a:lnTo>
                  <a:lnTo>
                    <a:pt x="773" y="4"/>
                  </a:lnTo>
                  <a:lnTo>
                    <a:pt x="772" y="2"/>
                  </a:lnTo>
                  <a:lnTo>
                    <a:pt x="772" y="0"/>
                  </a:lnTo>
                  <a:lnTo>
                    <a:pt x="769"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44" name="Freeform 51">
              <a:extLst>
                <a:ext uri="{FF2B5EF4-FFF2-40B4-BE49-F238E27FC236}">
                  <a16:creationId xmlns:a16="http://schemas.microsoft.com/office/drawing/2014/main" id="{4EABD019-90C3-7A59-D6A5-14A968AC7911}"/>
                </a:ext>
              </a:extLst>
            </p:cNvPr>
            <p:cNvSpPr>
              <a:spLocks/>
            </p:cNvSpPr>
            <p:nvPr/>
          </p:nvSpPr>
          <p:spPr bwMode="auto">
            <a:xfrm>
              <a:off x="4667" y="2802"/>
              <a:ext cx="10" cy="223"/>
            </a:xfrm>
            <a:custGeom>
              <a:avLst/>
              <a:gdLst>
                <a:gd name="T0" fmla="*/ 10 w 10"/>
                <a:gd name="T1" fmla="*/ 4 h 223"/>
                <a:gd name="T2" fmla="*/ 10 w 10"/>
                <a:gd name="T3" fmla="*/ 3 h 223"/>
                <a:gd name="T4" fmla="*/ 8 w 10"/>
                <a:gd name="T5" fmla="*/ 1 h 223"/>
                <a:gd name="T6" fmla="*/ 8 w 10"/>
                <a:gd name="T7" fmla="*/ 0 h 223"/>
                <a:gd name="T8" fmla="*/ 3 w 10"/>
                <a:gd name="T9" fmla="*/ 0 h 223"/>
                <a:gd name="T10" fmla="*/ 0 w 10"/>
                <a:gd name="T11" fmla="*/ 3 h 223"/>
                <a:gd name="T12" fmla="*/ 0 w 10"/>
                <a:gd name="T13" fmla="*/ 221 h 223"/>
                <a:gd name="T14" fmla="*/ 2 w 10"/>
                <a:gd name="T15" fmla="*/ 221 h 223"/>
                <a:gd name="T16" fmla="*/ 3 w 10"/>
                <a:gd name="T17" fmla="*/ 223 h 223"/>
                <a:gd name="T18" fmla="*/ 8 w 10"/>
                <a:gd name="T19" fmla="*/ 223 h 223"/>
                <a:gd name="T20" fmla="*/ 8 w 10"/>
                <a:gd name="T21" fmla="*/ 221 h 223"/>
                <a:gd name="T22" fmla="*/ 10 w 10"/>
                <a:gd name="T23" fmla="*/ 221 h 223"/>
                <a:gd name="T24" fmla="*/ 10 w 10"/>
                <a:gd name="T25" fmla="*/ 218 h 223"/>
                <a:gd name="T26" fmla="*/ 10 w 10"/>
                <a:gd name="T27" fmla="*/ 4 h 2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223"/>
                <a:gd name="T44" fmla="*/ 10 w 10"/>
                <a:gd name="T45" fmla="*/ 223 h 2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223">
                  <a:moveTo>
                    <a:pt x="10" y="4"/>
                  </a:moveTo>
                  <a:lnTo>
                    <a:pt x="10" y="3"/>
                  </a:lnTo>
                  <a:lnTo>
                    <a:pt x="8" y="1"/>
                  </a:lnTo>
                  <a:lnTo>
                    <a:pt x="8" y="0"/>
                  </a:lnTo>
                  <a:lnTo>
                    <a:pt x="3" y="0"/>
                  </a:lnTo>
                  <a:lnTo>
                    <a:pt x="0" y="3"/>
                  </a:lnTo>
                  <a:lnTo>
                    <a:pt x="0" y="221"/>
                  </a:lnTo>
                  <a:lnTo>
                    <a:pt x="2" y="221"/>
                  </a:lnTo>
                  <a:lnTo>
                    <a:pt x="3" y="223"/>
                  </a:lnTo>
                  <a:lnTo>
                    <a:pt x="8" y="223"/>
                  </a:lnTo>
                  <a:lnTo>
                    <a:pt x="8" y="221"/>
                  </a:lnTo>
                  <a:lnTo>
                    <a:pt x="10" y="221"/>
                  </a:lnTo>
                  <a:lnTo>
                    <a:pt x="10" y="218"/>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45" name="Freeform 52">
              <a:extLst>
                <a:ext uri="{FF2B5EF4-FFF2-40B4-BE49-F238E27FC236}">
                  <a16:creationId xmlns:a16="http://schemas.microsoft.com/office/drawing/2014/main" id="{C8B79694-527D-F55A-F5A7-554A555B2F1E}"/>
                </a:ext>
              </a:extLst>
            </p:cNvPr>
            <p:cNvSpPr>
              <a:spLocks/>
            </p:cNvSpPr>
            <p:nvPr/>
          </p:nvSpPr>
          <p:spPr bwMode="auto">
            <a:xfrm>
              <a:off x="4672" y="3020"/>
              <a:ext cx="832" cy="9"/>
            </a:xfrm>
            <a:custGeom>
              <a:avLst/>
              <a:gdLst>
                <a:gd name="T0" fmla="*/ 5 w 832"/>
                <a:gd name="T1" fmla="*/ 0 h 9"/>
                <a:gd name="T2" fmla="*/ 3 w 832"/>
                <a:gd name="T3" fmla="*/ 0 h 9"/>
                <a:gd name="T4" fmla="*/ 0 w 832"/>
                <a:gd name="T5" fmla="*/ 3 h 9"/>
                <a:gd name="T6" fmla="*/ 0 w 832"/>
                <a:gd name="T7" fmla="*/ 8 h 9"/>
                <a:gd name="T8" fmla="*/ 1 w 832"/>
                <a:gd name="T9" fmla="*/ 8 h 9"/>
                <a:gd name="T10" fmla="*/ 3 w 832"/>
                <a:gd name="T11" fmla="*/ 9 h 9"/>
                <a:gd name="T12" fmla="*/ 830 w 832"/>
                <a:gd name="T13" fmla="*/ 9 h 9"/>
                <a:gd name="T14" fmla="*/ 830 w 832"/>
                <a:gd name="T15" fmla="*/ 8 h 9"/>
                <a:gd name="T16" fmla="*/ 832 w 832"/>
                <a:gd name="T17" fmla="*/ 8 h 9"/>
                <a:gd name="T18" fmla="*/ 832 w 832"/>
                <a:gd name="T19" fmla="*/ 3 h 9"/>
                <a:gd name="T20" fmla="*/ 830 w 832"/>
                <a:gd name="T21" fmla="*/ 1 h 9"/>
                <a:gd name="T22" fmla="*/ 830 w 832"/>
                <a:gd name="T23" fmla="*/ 0 h 9"/>
                <a:gd name="T24" fmla="*/ 827 w 832"/>
                <a:gd name="T25" fmla="*/ 0 h 9"/>
                <a:gd name="T26" fmla="*/ 5 w 832"/>
                <a:gd name="T27" fmla="*/ 0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32"/>
                <a:gd name="T43" fmla="*/ 0 h 9"/>
                <a:gd name="T44" fmla="*/ 832 w 832"/>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32" h="9">
                  <a:moveTo>
                    <a:pt x="5" y="0"/>
                  </a:moveTo>
                  <a:lnTo>
                    <a:pt x="3" y="0"/>
                  </a:lnTo>
                  <a:lnTo>
                    <a:pt x="0" y="3"/>
                  </a:lnTo>
                  <a:lnTo>
                    <a:pt x="0" y="8"/>
                  </a:lnTo>
                  <a:lnTo>
                    <a:pt x="1" y="8"/>
                  </a:lnTo>
                  <a:lnTo>
                    <a:pt x="3" y="9"/>
                  </a:lnTo>
                  <a:lnTo>
                    <a:pt x="830" y="9"/>
                  </a:lnTo>
                  <a:lnTo>
                    <a:pt x="830" y="8"/>
                  </a:lnTo>
                  <a:lnTo>
                    <a:pt x="832" y="8"/>
                  </a:lnTo>
                  <a:lnTo>
                    <a:pt x="832" y="3"/>
                  </a:lnTo>
                  <a:lnTo>
                    <a:pt x="830" y="1"/>
                  </a:lnTo>
                  <a:lnTo>
                    <a:pt x="830" y="0"/>
                  </a:lnTo>
                  <a:lnTo>
                    <a:pt x="82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46" name="Rectangle 53">
              <a:extLst>
                <a:ext uri="{FF2B5EF4-FFF2-40B4-BE49-F238E27FC236}">
                  <a16:creationId xmlns:a16="http://schemas.microsoft.com/office/drawing/2014/main" id="{6D47F489-4A40-A8E0-B513-AE0829A276D1}"/>
                </a:ext>
              </a:extLst>
            </p:cNvPr>
            <p:cNvSpPr>
              <a:spLocks noChangeArrowheads="1"/>
            </p:cNvSpPr>
            <p:nvPr/>
          </p:nvSpPr>
          <p:spPr bwMode="auto">
            <a:xfrm>
              <a:off x="3522" y="3072"/>
              <a:ext cx="13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latin typeface="Swiss 721 SWA" charset="0"/>
                </a:rPr>
                <a:t>Transfer Occurs Here</a:t>
              </a:r>
              <a:endParaRPr lang="en-US" altLang="es-ES" sz="1800" i="0" baseline="0"/>
            </a:p>
          </p:txBody>
        </p:sp>
        <p:grpSp>
          <p:nvGrpSpPr>
            <p:cNvPr id="8247" name="Group 54">
              <a:extLst>
                <a:ext uri="{FF2B5EF4-FFF2-40B4-BE49-F238E27FC236}">
                  <a16:creationId xmlns:a16="http://schemas.microsoft.com/office/drawing/2014/main" id="{9040736B-874D-5529-5322-66EAAC4B97BA}"/>
                </a:ext>
              </a:extLst>
            </p:cNvPr>
            <p:cNvGrpSpPr>
              <a:grpSpLocks/>
            </p:cNvGrpSpPr>
            <p:nvPr/>
          </p:nvGrpSpPr>
          <p:grpSpPr bwMode="auto">
            <a:xfrm>
              <a:off x="3437" y="3041"/>
              <a:ext cx="67" cy="229"/>
              <a:chOff x="4155" y="2956"/>
              <a:chExt cx="67" cy="229"/>
            </a:xfrm>
          </p:grpSpPr>
          <p:sp>
            <p:nvSpPr>
              <p:cNvPr id="8257" name="Freeform 55">
                <a:extLst>
                  <a:ext uri="{FF2B5EF4-FFF2-40B4-BE49-F238E27FC236}">
                    <a16:creationId xmlns:a16="http://schemas.microsoft.com/office/drawing/2014/main" id="{267DD4C2-3E86-B9E0-A143-9E8CFB319D29}"/>
                  </a:ext>
                </a:extLst>
              </p:cNvPr>
              <p:cNvSpPr>
                <a:spLocks/>
              </p:cNvSpPr>
              <p:nvPr/>
            </p:nvSpPr>
            <p:spPr bwMode="auto">
              <a:xfrm>
                <a:off x="4183" y="2972"/>
                <a:ext cx="9" cy="213"/>
              </a:xfrm>
              <a:custGeom>
                <a:avLst/>
                <a:gdLst>
                  <a:gd name="T0" fmla="*/ 9 w 9"/>
                  <a:gd name="T1" fmla="*/ 5 h 213"/>
                  <a:gd name="T2" fmla="*/ 9 w 9"/>
                  <a:gd name="T3" fmla="*/ 3 h 213"/>
                  <a:gd name="T4" fmla="*/ 7 w 9"/>
                  <a:gd name="T5" fmla="*/ 2 h 213"/>
                  <a:gd name="T6" fmla="*/ 7 w 9"/>
                  <a:gd name="T7" fmla="*/ 0 h 213"/>
                  <a:gd name="T8" fmla="*/ 3 w 9"/>
                  <a:gd name="T9" fmla="*/ 0 h 213"/>
                  <a:gd name="T10" fmla="*/ 0 w 9"/>
                  <a:gd name="T11" fmla="*/ 3 h 213"/>
                  <a:gd name="T12" fmla="*/ 0 w 9"/>
                  <a:gd name="T13" fmla="*/ 212 h 213"/>
                  <a:gd name="T14" fmla="*/ 1 w 9"/>
                  <a:gd name="T15" fmla="*/ 212 h 213"/>
                  <a:gd name="T16" fmla="*/ 3 w 9"/>
                  <a:gd name="T17" fmla="*/ 213 h 213"/>
                  <a:gd name="T18" fmla="*/ 7 w 9"/>
                  <a:gd name="T19" fmla="*/ 213 h 213"/>
                  <a:gd name="T20" fmla="*/ 7 w 9"/>
                  <a:gd name="T21" fmla="*/ 212 h 213"/>
                  <a:gd name="T22" fmla="*/ 9 w 9"/>
                  <a:gd name="T23" fmla="*/ 212 h 213"/>
                  <a:gd name="T24" fmla="*/ 9 w 9"/>
                  <a:gd name="T25" fmla="*/ 209 h 213"/>
                  <a:gd name="T26" fmla="*/ 9 w 9"/>
                  <a:gd name="T27" fmla="*/ 5 h 2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213"/>
                  <a:gd name="T44" fmla="*/ 9 w 9"/>
                  <a:gd name="T45" fmla="*/ 213 h 2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213">
                    <a:moveTo>
                      <a:pt x="9" y="5"/>
                    </a:moveTo>
                    <a:lnTo>
                      <a:pt x="9" y="3"/>
                    </a:lnTo>
                    <a:lnTo>
                      <a:pt x="7" y="2"/>
                    </a:lnTo>
                    <a:lnTo>
                      <a:pt x="7" y="0"/>
                    </a:lnTo>
                    <a:lnTo>
                      <a:pt x="3" y="0"/>
                    </a:lnTo>
                    <a:lnTo>
                      <a:pt x="0" y="3"/>
                    </a:lnTo>
                    <a:lnTo>
                      <a:pt x="0" y="212"/>
                    </a:lnTo>
                    <a:lnTo>
                      <a:pt x="1" y="212"/>
                    </a:lnTo>
                    <a:lnTo>
                      <a:pt x="3" y="213"/>
                    </a:lnTo>
                    <a:lnTo>
                      <a:pt x="7" y="213"/>
                    </a:lnTo>
                    <a:lnTo>
                      <a:pt x="7" y="212"/>
                    </a:lnTo>
                    <a:lnTo>
                      <a:pt x="9" y="212"/>
                    </a:lnTo>
                    <a:lnTo>
                      <a:pt x="9" y="209"/>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58" name="Freeform 56">
                <a:extLst>
                  <a:ext uri="{FF2B5EF4-FFF2-40B4-BE49-F238E27FC236}">
                    <a16:creationId xmlns:a16="http://schemas.microsoft.com/office/drawing/2014/main" id="{12FA3922-FE42-E1B8-F419-E97C60852A6C}"/>
                  </a:ext>
                </a:extLst>
              </p:cNvPr>
              <p:cNvSpPr>
                <a:spLocks/>
              </p:cNvSpPr>
              <p:nvPr/>
            </p:nvSpPr>
            <p:spPr bwMode="auto">
              <a:xfrm>
                <a:off x="4155" y="2956"/>
                <a:ext cx="37" cy="69"/>
              </a:xfrm>
              <a:custGeom>
                <a:avLst/>
                <a:gdLst>
                  <a:gd name="T0" fmla="*/ 37 w 37"/>
                  <a:gd name="T1" fmla="*/ 6 h 69"/>
                  <a:gd name="T2" fmla="*/ 37 w 37"/>
                  <a:gd name="T3" fmla="*/ 3 h 69"/>
                  <a:gd name="T4" fmla="*/ 34 w 37"/>
                  <a:gd name="T5" fmla="*/ 0 h 69"/>
                  <a:gd name="T6" fmla="*/ 31 w 37"/>
                  <a:gd name="T7" fmla="*/ 0 h 69"/>
                  <a:gd name="T8" fmla="*/ 28 w 37"/>
                  <a:gd name="T9" fmla="*/ 3 h 69"/>
                  <a:gd name="T10" fmla="*/ 0 w 37"/>
                  <a:gd name="T11" fmla="*/ 62 h 69"/>
                  <a:gd name="T12" fmla="*/ 0 w 37"/>
                  <a:gd name="T13" fmla="*/ 65 h 69"/>
                  <a:gd name="T14" fmla="*/ 3 w 37"/>
                  <a:gd name="T15" fmla="*/ 69 h 69"/>
                  <a:gd name="T16" fmla="*/ 6 w 37"/>
                  <a:gd name="T17" fmla="*/ 69 h 69"/>
                  <a:gd name="T18" fmla="*/ 9 w 37"/>
                  <a:gd name="T19" fmla="*/ 65 h 69"/>
                  <a:gd name="T20" fmla="*/ 37 w 37"/>
                  <a:gd name="T21" fmla="*/ 6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69"/>
                  <a:gd name="T35" fmla="*/ 37 w 37"/>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69">
                    <a:moveTo>
                      <a:pt x="37" y="6"/>
                    </a:moveTo>
                    <a:lnTo>
                      <a:pt x="37" y="3"/>
                    </a:lnTo>
                    <a:lnTo>
                      <a:pt x="34" y="0"/>
                    </a:lnTo>
                    <a:lnTo>
                      <a:pt x="31" y="0"/>
                    </a:lnTo>
                    <a:lnTo>
                      <a:pt x="28" y="3"/>
                    </a:lnTo>
                    <a:lnTo>
                      <a:pt x="0" y="62"/>
                    </a:lnTo>
                    <a:lnTo>
                      <a:pt x="0" y="65"/>
                    </a:lnTo>
                    <a:lnTo>
                      <a:pt x="3" y="69"/>
                    </a:lnTo>
                    <a:lnTo>
                      <a:pt x="6" y="69"/>
                    </a:lnTo>
                    <a:lnTo>
                      <a:pt x="9" y="65"/>
                    </a:lnTo>
                    <a:lnTo>
                      <a:pt x="37"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59" name="Freeform 57">
                <a:extLst>
                  <a:ext uri="{FF2B5EF4-FFF2-40B4-BE49-F238E27FC236}">
                    <a16:creationId xmlns:a16="http://schemas.microsoft.com/office/drawing/2014/main" id="{AFD407AA-C77B-AF2C-D4AC-263E6E5CB420}"/>
                  </a:ext>
                </a:extLst>
              </p:cNvPr>
              <p:cNvSpPr>
                <a:spLocks/>
              </p:cNvSpPr>
              <p:nvPr/>
            </p:nvSpPr>
            <p:spPr bwMode="auto">
              <a:xfrm>
                <a:off x="4183" y="2956"/>
                <a:ext cx="39" cy="69"/>
              </a:xfrm>
              <a:custGeom>
                <a:avLst/>
                <a:gdLst>
                  <a:gd name="T0" fmla="*/ 9 w 39"/>
                  <a:gd name="T1" fmla="*/ 3 h 69"/>
                  <a:gd name="T2" fmla="*/ 7 w 39"/>
                  <a:gd name="T3" fmla="*/ 2 h 69"/>
                  <a:gd name="T4" fmla="*/ 7 w 39"/>
                  <a:gd name="T5" fmla="*/ 0 h 69"/>
                  <a:gd name="T6" fmla="*/ 3 w 39"/>
                  <a:gd name="T7" fmla="*/ 0 h 69"/>
                  <a:gd name="T8" fmla="*/ 1 w 39"/>
                  <a:gd name="T9" fmla="*/ 2 h 69"/>
                  <a:gd name="T10" fmla="*/ 0 w 39"/>
                  <a:gd name="T11" fmla="*/ 2 h 69"/>
                  <a:gd name="T12" fmla="*/ 0 w 39"/>
                  <a:gd name="T13" fmla="*/ 6 h 69"/>
                  <a:gd name="T14" fmla="*/ 29 w 39"/>
                  <a:gd name="T15" fmla="*/ 65 h 69"/>
                  <a:gd name="T16" fmla="*/ 31 w 39"/>
                  <a:gd name="T17" fmla="*/ 67 h 69"/>
                  <a:gd name="T18" fmla="*/ 31 w 39"/>
                  <a:gd name="T19" fmla="*/ 69 h 69"/>
                  <a:gd name="T20" fmla="*/ 35 w 39"/>
                  <a:gd name="T21" fmla="*/ 69 h 69"/>
                  <a:gd name="T22" fmla="*/ 37 w 39"/>
                  <a:gd name="T23" fmla="*/ 67 h 69"/>
                  <a:gd name="T24" fmla="*/ 39 w 39"/>
                  <a:gd name="T25" fmla="*/ 67 h 69"/>
                  <a:gd name="T26" fmla="*/ 39 w 39"/>
                  <a:gd name="T27" fmla="*/ 62 h 69"/>
                  <a:gd name="T28" fmla="*/ 9 w 39"/>
                  <a:gd name="T29" fmla="*/ 3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69"/>
                  <a:gd name="T47" fmla="*/ 39 w 39"/>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69">
                    <a:moveTo>
                      <a:pt x="9" y="3"/>
                    </a:moveTo>
                    <a:lnTo>
                      <a:pt x="7" y="2"/>
                    </a:lnTo>
                    <a:lnTo>
                      <a:pt x="7" y="0"/>
                    </a:lnTo>
                    <a:lnTo>
                      <a:pt x="3" y="0"/>
                    </a:lnTo>
                    <a:lnTo>
                      <a:pt x="1" y="2"/>
                    </a:lnTo>
                    <a:lnTo>
                      <a:pt x="0" y="2"/>
                    </a:lnTo>
                    <a:lnTo>
                      <a:pt x="0" y="6"/>
                    </a:lnTo>
                    <a:lnTo>
                      <a:pt x="29" y="65"/>
                    </a:lnTo>
                    <a:lnTo>
                      <a:pt x="31" y="67"/>
                    </a:lnTo>
                    <a:lnTo>
                      <a:pt x="31" y="69"/>
                    </a:lnTo>
                    <a:lnTo>
                      <a:pt x="35" y="69"/>
                    </a:lnTo>
                    <a:lnTo>
                      <a:pt x="37" y="67"/>
                    </a:lnTo>
                    <a:lnTo>
                      <a:pt x="39" y="67"/>
                    </a:lnTo>
                    <a:lnTo>
                      <a:pt x="39" y="62"/>
                    </a:lnTo>
                    <a:lnTo>
                      <a:pt x="9"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grpSp>
          <p:nvGrpSpPr>
            <p:cNvPr id="8248" name="Group 58">
              <a:extLst>
                <a:ext uri="{FF2B5EF4-FFF2-40B4-BE49-F238E27FC236}">
                  <a16:creationId xmlns:a16="http://schemas.microsoft.com/office/drawing/2014/main" id="{AFE7E31B-853F-77D4-1BAA-CC62693D2804}"/>
                </a:ext>
              </a:extLst>
            </p:cNvPr>
            <p:cNvGrpSpPr>
              <a:grpSpLocks/>
            </p:cNvGrpSpPr>
            <p:nvPr/>
          </p:nvGrpSpPr>
          <p:grpSpPr bwMode="auto">
            <a:xfrm>
              <a:off x="4884" y="3046"/>
              <a:ext cx="67" cy="229"/>
              <a:chOff x="4155" y="2956"/>
              <a:chExt cx="67" cy="229"/>
            </a:xfrm>
          </p:grpSpPr>
          <p:sp>
            <p:nvSpPr>
              <p:cNvPr id="8254" name="Freeform 59">
                <a:extLst>
                  <a:ext uri="{FF2B5EF4-FFF2-40B4-BE49-F238E27FC236}">
                    <a16:creationId xmlns:a16="http://schemas.microsoft.com/office/drawing/2014/main" id="{85980F48-31FA-36FD-DB0A-89F52EED1914}"/>
                  </a:ext>
                </a:extLst>
              </p:cNvPr>
              <p:cNvSpPr>
                <a:spLocks/>
              </p:cNvSpPr>
              <p:nvPr/>
            </p:nvSpPr>
            <p:spPr bwMode="auto">
              <a:xfrm>
                <a:off x="4183" y="2972"/>
                <a:ext cx="9" cy="213"/>
              </a:xfrm>
              <a:custGeom>
                <a:avLst/>
                <a:gdLst>
                  <a:gd name="T0" fmla="*/ 9 w 9"/>
                  <a:gd name="T1" fmla="*/ 5 h 213"/>
                  <a:gd name="T2" fmla="*/ 9 w 9"/>
                  <a:gd name="T3" fmla="*/ 3 h 213"/>
                  <a:gd name="T4" fmla="*/ 7 w 9"/>
                  <a:gd name="T5" fmla="*/ 2 h 213"/>
                  <a:gd name="T6" fmla="*/ 7 w 9"/>
                  <a:gd name="T7" fmla="*/ 0 h 213"/>
                  <a:gd name="T8" fmla="*/ 3 w 9"/>
                  <a:gd name="T9" fmla="*/ 0 h 213"/>
                  <a:gd name="T10" fmla="*/ 0 w 9"/>
                  <a:gd name="T11" fmla="*/ 3 h 213"/>
                  <a:gd name="T12" fmla="*/ 0 w 9"/>
                  <a:gd name="T13" fmla="*/ 212 h 213"/>
                  <a:gd name="T14" fmla="*/ 1 w 9"/>
                  <a:gd name="T15" fmla="*/ 212 h 213"/>
                  <a:gd name="T16" fmla="*/ 3 w 9"/>
                  <a:gd name="T17" fmla="*/ 213 h 213"/>
                  <a:gd name="T18" fmla="*/ 7 w 9"/>
                  <a:gd name="T19" fmla="*/ 213 h 213"/>
                  <a:gd name="T20" fmla="*/ 7 w 9"/>
                  <a:gd name="T21" fmla="*/ 212 h 213"/>
                  <a:gd name="T22" fmla="*/ 9 w 9"/>
                  <a:gd name="T23" fmla="*/ 212 h 213"/>
                  <a:gd name="T24" fmla="*/ 9 w 9"/>
                  <a:gd name="T25" fmla="*/ 209 h 213"/>
                  <a:gd name="T26" fmla="*/ 9 w 9"/>
                  <a:gd name="T27" fmla="*/ 5 h 2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213"/>
                  <a:gd name="T44" fmla="*/ 9 w 9"/>
                  <a:gd name="T45" fmla="*/ 213 h 2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213">
                    <a:moveTo>
                      <a:pt x="9" y="5"/>
                    </a:moveTo>
                    <a:lnTo>
                      <a:pt x="9" y="3"/>
                    </a:lnTo>
                    <a:lnTo>
                      <a:pt x="7" y="2"/>
                    </a:lnTo>
                    <a:lnTo>
                      <a:pt x="7" y="0"/>
                    </a:lnTo>
                    <a:lnTo>
                      <a:pt x="3" y="0"/>
                    </a:lnTo>
                    <a:lnTo>
                      <a:pt x="0" y="3"/>
                    </a:lnTo>
                    <a:lnTo>
                      <a:pt x="0" y="212"/>
                    </a:lnTo>
                    <a:lnTo>
                      <a:pt x="1" y="212"/>
                    </a:lnTo>
                    <a:lnTo>
                      <a:pt x="3" y="213"/>
                    </a:lnTo>
                    <a:lnTo>
                      <a:pt x="7" y="213"/>
                    </a:lnTo>
                    <a:lnTo>
                      <a:pt x="7" y="212"/>
                    </a:lnTo>
                    <a:lnTo>
                      <a:pt x="9" y="212"/>
                    </a:lnTo>
                    <a:lnTo>
                      <a:pt x="9" y="209"/>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55" name="Freeform 60">
                <a:extLst>
                  <a:ext uri="{FF2B5EF4-FFF2-40B4-BE49-F238E27FC236}">
                    <a16:creationId xmlns:a16="http://schemas.microsoft.com/office/drawing/2014/main" id="{9AB39E40-179D-9508-9942-4CE91909C666}"/>
                  </a:ext>
                </a:extLst>
              </p:cNvPr>
              <p:cNvSpPr>
                <a:spLocks/>
              </p:cNvSpPr>
              <p:nvPr/>
            </p:nvSpPr>
            <p:spPr bwMode="auto">
              <a:xfrm>
                <a:off x="4155" y="2956"/>
                <a:ext cx="37" cy="69"/>
              </a:xfrm>
              <a:custGeom>
                <a:avLst/>
                <a:gdLst>
                  <a:gd name="T0" fmla="*/ 37 w 37"/>
                  <a:gd name="T1" fmla="*/ 6 h 69"/>
                  <a:gd name="T2" fmla="*/ 37 w 37"/>
                  <a:gd name="T3" fmla="*/ 3 h 69"/>
                  <a:gd name="T4" fmla="*/ 34 w 37"/>
                  <a:gd name="T5" fmla="*/ 0 h 69"/>
                  <a:gd name="T6" fmla="*/ 31 w 37"/>
                  <a:gd name="T7" fmla="*/ 0 h 69"/>
                  <a:gd name="T8" fmla="*/ 28 w 37"/>
                  <a:gd name="T9" fmla="*/ 3 h 69"/>
                  <a:gd name="T10" fmla="*/ 0 w 37"/>
                  <a:gd name="T11" fmla="*/ 62 h 69"/>
                  <a:gd name="T12" fmla="*/ 0 w 37"/>
                  <a:gd name="T13" fmla="*/ 65 h 69"/>
                  <a:gd name="T14" fmla="*/ 3 w 37"/>
                  <a:gd name="T15" fmla="*/ 69 h 69"/>
                  <a:gd name="T16" fmla="*/ 6 w 37"/>
                  <a:gd name="T17" fmla="*/ 69 h 69"/>
                  <a:gd name="T18" fmla="*/ 9 w 37"/>
                  <a:gd name="T19" fmla="*/ 65 h 69"/>
                  <a:gd name="T20" fmla="*/ 37 w 37"/>
                  <a:gd name="T21" fmla="*/ 6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69"/>
                  <a:gd name="T35" fmla="*/ 37 w 37"/>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69">
                    <a:moveTo>
                      <a:pt x="37" y="6"/>
                    </a:moveTo>
                    <a:lnTo>
                      <a:pt x="37" y="3"/>
                    </a:lnTo>
                    <a:lnTo>
                      <a:pt x="34" y="0"/>
                    </a:lnTo>
                    <a:lnTo>
                      <a:pt x="31" y="0"/>
                    </a:lnTo>
                    <a:lnTo>
                      <a:pt x="28" y="3"/>
                    </a:lnTo>
                    <a:lnTo>
                      <a:pt x="0" y="62"/>
                    </a:lnTo>
                    <a:lnTo>
                      <a:pt x="0" y="65"/>
                    </a:lnTo>
                    <a:lnTo>
                      <a:pt x="3" y="69"/>
                    </a:lnTo>
                    <a:lnTo>
                      <a:pt x="6" y="69"/>
                    </a:lnTo>
                    <a:lnTo>
                      <a:pt x="9" y="65"/>
                    </a:lnTo>
                    <a:lnTo>
                      <a:pt x="37"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56" name="Freeform 61">
                <a:extLst>
                  <a:ext uri="{FF2B5EF4-FFF2-40B4-BE49-F238E27FC236}">
                    <a16:creationId xmlns:a16="http://schemas.microsoft.com/office/drawing/2014/main" id="{81FE1C19-47DF-FFED-1E66-D6A7694B69F8}"/>
                  </a:ext>
                </a:extLst>
              </p:cNvPr>
              <p:cNvSpPr>
                <a:spLocks/>
              </p:cNvSpPr>
              <p:nvPr/>
            </p:nvSpPr>
            <p:spPr bwMode="auto">
              <a:xfrm>
                <a:off x="4183" y="2956"/>
                <a:ext cx="39" cy="69"/>
              </a:xfrm>
              <a:custGeom>
                <a:avLst/>
                <a:gdLst>
                  <a:gd name="T0" fmla="*/ 9 w 39"/>
                  <a:gd name="T1" fmla="*/ 3 h 69"/>
                  <a:gd name="T2" fmla="*/ 7 w 39"/>
                  <a:gd name="T3" fmla="*/ 2 h 69"/>
                  <a:gd name="T4" fmla="*/ 7 w 39"/>
                  <a:gd name="T5" fmla="*/ 0 h 69"/>
                  <a:gd name="T6" fmla="*/ 3 w 39"/>
                  <a:gd name="T7" fmla="*/ 0 h 69"/>
                  <a:gd name="T8" fmla="*/ 1 w 39"/>
                  <a:gd name="T9" fmla="*/ 2 h 69"/>
                  <a:gd name="T10" fmla="*/ 0 w 39"/>
                  <a:gd name="T11" fmla="*/ 2 h 69"/>
                  <a:gd name="T12" fmla="*/ 0 w 39"/>
                  <a:gd name="T13" fmla="*/ 6 h 69"/>
                  <a:gd name="T14" fmla="*/ 29 w 39"/>
                  <a:gd name="T15" fmla="*/ 65 h 69"/>
                  <a:gd name="T16" fmla="*/ 31 w 39"/>
                  <a:gd name="T17" fmla="*/ 67 h 69"/>
                  <a:gd name="T18" fmla="*/ 31 w 39"/>
                  <a:gd name="T19" fmla="*/ 69 h 69"/>
                  <a:gd name="T20" fmla="*/ 35 w 39"/>
                  <a:gd name="T21" fmla="*/ 69 h 69"/>
                  <a:gd name="T22" fmla="*/ 37 w 39"/>
                  <a:gd name="T23" fmla="*/ 67 h 69"/>
                  <a:gd name="T24" fmla="*/ 39 w 39"/>
                  <a:gd name="T25" fmla="*/ 67 h 69"/>
                  <a:gd name="T26" fmla="*/ 39 w 39"/>
                  <a:gd name="T27" fmla="*/ 62 h 69"/>
                  <a:gd name="T28" fmla="*/ 9 w 39"/>
                  <a:gd name="T29" fmla="*/ 3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69"/>
                  <a:gd name="T47" fmla="*/ 39 w 39"/>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69">
                    <a:moveTo>
                      <a:pt x="9" y="3"/>
                    </a:moveTo>
                    <a:lnTo>
                      <a:pt x="7" y="2"/>
                    </a:lnTo>
                    <a:lnTo>
                      <a:pt x="7" y="0"/>
                    </a:lnTo>
                    <a:lnTo>
                      <a:pt x="3" y="0"/>
                    </a:lnTo>
                    <a:lnTo>
                      <a:pt x="1" y="2"/>
                    </a:lnTo>
                    <a:lnTo>
                      <a:pt x="0" y="2"/>
                    </a:lnTo>
                    <a:lnTo>
                      <a:pt x="0" y="6"/>
                    </a:lnTo>
                    <a:lnTo>
                      <a:pt x="29" y="65"/>
                    </a:lnTo>
                    <a:lnTo>
                      <a:pt x="31" y="67"/>
                    </a:lnTo>
                    <a:lnTo>
                      <a:pt x="31" y="69"/>
                    </a:lnTo>
                    <a:lnTo>
                      <a:pt x="35" y="69"/>
                    </a:lnTo>
                    <a:lnTo>
                      <a:pt x="37" y="67"/>
                    </a:lnTo>
                    <a:lnTo>
                      <a:pt x="39" y="67"/>
                    </a:lnTo>
                    <a:lnTo>
                      <a:pt x="39" y="62"/>
                    </a:lnTo>
                    <a:lnTo>
                      <a:pt x="9"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sp>
          <p:nvSpPr>
            <p:cNvPr id="8249" name="Rectangle 62">
              <a:extLst>
                <a:ext uri="{FF2B5EF4-FFF2-40B4-BE49-F238E27FC236}">
                  <a16:creationId xmlns:a16="http://schemas.microsoft.com/office/drawing/2014/main" id="{88C36D09-F49D-9248-E3AA-D1E33AA3EFCE}"/>
                </a:ext>
              </a:extLst>
            </p:cNvPr>
            <p:cNvSpPr>
              <a:spLocks noChangeArrowheads="1"/>
            </p:cNvSpPr>
            <p:nvPr/>
          </p:nvSpPr>
          <p:spPr bwMode="auto">
            <a:xfrm>
              <a:off x="3434" y="3306"/>
              <a:ext cx="15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latin typeface="Swiss 721 SWA" charset="0"/>
                </a:rPr>
                <a:t>No Transfers Occur Here</a:t>
              </a:r>
              <a:endParaRPr lang="en-US" altLang="es-ES" sz="1800" i="0" baseline="0"/>
            </a:p>
          </p:txBody>
        </p:sp>
        <p:grpSp>
          <p:nvGrpSpPr>
            <p:cNvPr id="8250" name="Group 63">
              <a:extLst>
                <a:ext uri="{FF2B5EF4-FFF2-40B4-BE49-F238E27FC236}">
                  <a16:creationId xmlns:a16="http://schemas.microsoft.com/office/drawing/2014/main" id="{4B73AEF6-6ED9-595B-30EF-D15A9B635F9F}"/>
                </a:ext>
              </a:extLst>
            </p:cNvPr>
            <p:cNvGrpSpPr>
              <a:grpSpLocks/>
            </p:cNvGrpSpPr>
            <p:nvPr/>
          </p:nvGrpSpPr>
          <p:grpSpPr bwMode="auto">
            <a:xfrm>
              <a:off x="4172" y="2813"/>
              <a:ext cx="67" cy="229"/>
              <a:chOff x="4155" y="2956"/>
              <a:chExt cx="67" cy="229"/>
            </a:xfrm>
          </p:grpSpPr>
          <p:sp>
            <p:nvSpPr>
              <p:cNvPr id="8251" name="Freeform 64">
                <a:extLst>
                  <a:ext uri="{FF2B5EF4-FFF2-40B4-BE49-F238E27FC236}">
                    <a16:creationId xmlns:a16="http://schemas.microsoft.com/office/drawing/2014/main" id="{2AE7FF9D-7BF0-5ACF-9AB4-BD63FA2BC967}"/>
                  </a:ext>
                </a:extLst>
              </p:cNvPr>
              <p:cNvSpPr>
                <a:spLocks/>
              </p:cNvSpPr>
              <p:nvPr/>
            </p:nvSpPr>
            <p:spPr bwMode="auto">
              <a:xfrm>
                <a:off x="4183" y="2972"/>
                <a:ext cx="9" cy="213"/>
              </a:xfrm>
              <a:custGeom>
                <a:avLst/>
                <a:gdLst>
                  <a:gd name="T0" fmla="*/ 9 w 9"/>
                  <a:gd name="T1" fmla="*/ 5 h 213"/>
                  <a:gd name="T2" fmla="*/ 9 w 9"/>
                  <a:gd name="T3" fmla="*/ 3 h 213"/>
                  <a:gd name="T4" fmla="*/ 7 w 9"/>
                  <a:gd name="T5" fmla="*/ 2 h 213"/>
                  <a:gd name="T6" fmla="*/ 7 w 9"/>
                  <a:gd name="T7" fmla="*/ 0 h 213"/>
                  <a:gd name="T8" fmla="*/ 3 w 9"/>
                  <a:gd name="T9" fmla="*/ 0 h 213"/>
                  <a:gd name="T10" fmla="*/ 0 w 9"/>
                  <a:gd name="T11" fmla="*/ 3 h 213"/>
                  <a:gd name="T12" fmla="*/ 0 w 9"/>
                  <a:gd name="T13" fmla="*/ 212 h 213"/>
                  <a:gd name="T14" fmla="*/ 1 w 9"/>
                  <a:gd name="T15" fmla="*/ 212 h 213"/>
                  <a:gd name="T16" fmla="*/ 3 w 9"/>
                  <a:gd name="T17" fmla="*/ 213 h 213"/>
                  <a:gd name="T18" fmla="*/ 7 w 9"/>
                  <a:gd name="T19" fmla="*/ 213 h 213"/>
                  <a:gd name="T20" fmla="*/ 7 w 9"/>
                  <a:gd name="T21" fmla="*/ 212 h 213"/>
                  <a:gd name="T22" fmla="*/ 9 w 9"/>
                  <a:gd name="T23" fmla="*/ 212 h 213"/>
                  <a:gd name="T24" fmla="*/ 9 w 9"/>
                  <a:gd name="T25" fmla="*/ 209 h 213"/>
                  <a:gd name="T26" fmla="*/ 9 w 9"/>
                  <a:gd name="T27" fmla="*/ 5 h 2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213"/>
                  <a:gd name="T44" fmla="*/ 9 w 9"/>
                  <a:gd name="T45" fmla="*/ 213 h 2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213">
                    <a:moveTo>
                      <a:pt x="9" y="5"/>
                    </a:moveTo>
                    <a:lnTo>
                      <a:pt x="9" y="3"/>
                    </a:lnTo>
                    <a:lnTo>
                      <a:pt x="7" y="2"/>
                    </a:lnTo>
                    <a:lnTo>
                      <a:pt x="7" y="0"/>
                    </a:lnTo>
                    <a:lnTo>
                      <a:pt x="3" y="0"/>
                    </a:lnTo>
                    <a:lnTo>
                      <a:pt x="0" y="3"/>
                    </a:lnTo>
                    <a:lnTo>
                      <a:pt x="0" y="212"/>
                    </a:lnTo>
                    <a:lnTo>
                      <a:pt x="1" y="212"/>
                    </a:lnTo>
                    <a:lnTo>
                      <a:pt x="3" y="213"/>
                    </a:lnTo>
                    <a:lnTo>
                      <a:pt x="7" y="213"/>
                    </a:lnTo>
                    <a:lnTo>
                      <a:pt x="7" y="212"/>
                    </a:lnTo>
                    <a:lnTo>
                      <a:pt x="9" y="212"/>
                    </a:lnTo>
                    <a:lnTo>
                      <a:pt x="9" y="209"/>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52" name="Freeform 65">
                <a:extLst>
                  <a:ext uri="{FF2B5EF4-FFF2-40B4-BE49-F238E27FC236}">
                    <a16:creationId xmlns:a16="http://schemas.microsoft.com/office/drawing/2014/main" id="{9A715E6C-0D17-F5D7-60C0-78C1273B002B}"/>
                  </a:ext>
                </a:extLst>
              </p:cNvPr>
              <p:cNvSpPr>
                <a:spLocks/>
              </p:cNvSpPr>
              <p:nvPr/>
            </p:nvSpPr>
            <p:spPr bwMode="auto">
              <a:xfrm>
                <a:off x="4155" y="2956"/>
                <a:ext cx="37" cy="69"/>
              </a:xfrm>
              <a:custGeom>
                <a:avLst/>
                <a:gdLst>
                  <a:gd name="T0" fmla="*/ 37 w 37"/>
                  <a:gd name="T1" fmla="*/ 6 h 69"/>
                  <a:gd name="T2" fmla="*/ 37 w 37"/>
                  <a:gd name="T3" fmla="*/ 3 h 69"/>
                  <a:gd name="T4" fmla="*/ 34 w 37"/>
                  <a:gd name="T5" fmla="*/ 0 h 69"/>
                  <a:gd name="T6" fmla="*/ 31 w 37"/>
                  <a:gd name="T7" fmla="*/ 0 h 69"/>
                  <a:gd name="T8" fmla="*/ 28 w 37"/>
                  <a:gd name="T9" fmla="*/ 3 h 69"/>
                  <a:gd name="T10" fmla="*/ 0 w 37"/>
                  <a:gd name="T11" fmla="*/ 62 h 69"/>
                  <a:gd name="T12" fmla="*/ 0 w 37"/>
                  <a:gd name="T13" fmla="*/ 65 h 69"/>
                  <a:gd name="T14" fmla="*/ 3 w 37"/>
                  <a:gd name="T15" fmla="*/ 69 h 69"/>
                  <a:gd name="T16" fmla="*/ 6 w 37"/>
                  <a:gd name="T17" fmla="*/ 69 h 69"/>
                  <a:gd name="T18" fmla="*/ 9 w 37"/>
                  <a:gd name="T19" fmla="*/ 65 h 69"/>
                  <a:gd name="T20" fmla="*/ 37 w 37"/>
                  <a:gd name="T21" fmla="*/ 6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69"/>
                  <a:gd name="T35" fmla="*/ 37 w 37"/>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69">
                    <a:moveTo>
                      <a:pt x="37" y="6"/>
                    </a:moveTo>
                    <a:lnTo>
                      <a:pt x="37" y="3"/>
                    </a:lnTo>
                    <a:lnTo>
                      <a:pt x="34" y="0"/>
                    </a:lnTo>
                    <a:lnTo>
                      <a:pt x="31" y="0"/>
                    </a:lnTo>
                    <a:lnTo>
                      <a:pt x="28" y="3"/>
                    </a:lnTo>
                    <a:lnTo>
                      <a:pt x="0" y="62"/>
                    </a:lnTo>
                    <a:lnTo>
                      <a:pt x="0" y="65"/>
                    </a:lnTo>
                    <a:lnTo>
                      <a:pt x="3" y="69"/>
                    </a:lnTo>
                    <a:lnTo>
                      <a:pt x="6" y="69"/>
                    </a:lnTo>
                    <a:lnTo>
                      <a:pt x="9" y="65"/>
                    </a:lnTo>
                    <a:lnTo>
                      <a:pt x="37"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8253" name="Freeform 66">
                <a:extLst>
                  <a:ext uri="{FF2B5EF4-FFF2-40B4-BE49-F238E27FC236}">
                    <a16:creationId xmlns:a16="http://schemas.microsoft.com/office/drawing/2014/main" id="{9220775C-91F7-6A4C-8513-FF60F2C00591}"/>
                  </a:ext>
                </a:extLst>
              </p:cNvPr>
              <p:cNvSpPr>
                <a:spLocks/>
              </p:cNvSpPr>
              <p:nvPr/>
            </p:nvSpPr>
            <p:spPr bwMode="auto">
              <a:xfrm>
                <a:off x="4183" y="2956"/>
                <a:ext cx="39" cy="69"/>
              </a:xfrm>
              <a:custGeom>
                <a:avLst/>
                <a:gdLst>
                  <a:gd name="T0" fmla="*/ 9 w 39"/>
                  <a:gd name="T1" fmla="*/ 3 h 69"/>
                  <a:gd name="T2" fmla="*/ 7 w 39"/>
                  <a:gd name="T3" fmla="*/ 2 h 69"/>
                  <a:gd name="T4" fmla="*/ 7 w 39"/>
                  <a:gd name="T5" fmla="*/ 0 h 69"/>
                  <a:gd name="T6" fmla="*/ 3 w 39"/>
                  <a:gd name="T7" fmla="*/ 0 h 69"/>
                  <a:gd name="T8" fmla="*/ 1 w 39"/>
                  <a:gd name="T9" fmla="*/ 2 h 69"/>
                  <a:gd name="T10" fmla="*/ 0 w 39"/>
                  <a:gd name="T11" fmla="*/ 2 h 69"/>
                  <a:gd name="T12" fmla="*/ 0 w 39"/>
                  <a:gd name="T13" fmla="*/ 6 h 69"/>
                  <a:gd name="T14" fmla="*/ 29 w 39"/>
                  <a:gd name="T15" fmla="*/ 65 h 69"/>
                  <a:gd name="T16" fmla="*/ 31 w 39"/>
                  <a:gd name="T17" fmla="*/ 67 h 69"/>
                  <a:gd name="T18" fmla="*/ 31 w 39"/>
                  <a:gd name="T19" fmla="*/ 69 h 69"/>
                  <a:gd name="T20" fmla="*/ 35 w 39"/>
                  <a:gd name="T21" fmla="*/ 69 h 69"/>
                  <a:gd name="T22" fmla="*/ 37 w 39"/>
                  <a:gd name="T23" fmla="*/ 67 h 69"/>
                  <a:gd name="T24" fmla="*/ 39 w 39"/>
                  <a:gd name="T25" fmla="*/ 67 h 69"/>
                  <a:gd name="T26" fmla="*/ 39 w 39"/>
                  <a:gd name="T27" fmla="*/ 62 h 69"/>
                  <a:gd name="T28" fmla="*/ 9 w 39"/>
                  <a:gd name="T29" fmla="*/ 3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69"/>
                  <a:gd name="T47" fmla="*/ 39 w 39"/>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69">
                    <a:moveTo>
                      <a:pt x="9" y="3"/>
                    </a:moveTo>
                    <a:lnTo>
                      <a:pt x="7" y="2"/>
                    </a:lnTo>
                    <a:lnTo>
                      <a:pt x="7" y="0"/>
                    </a:lnTo>
                    <a:lnTo>
                      <a:pt x="3" y="0"/>
                    </a:lnTo>
                    <a:lnTo>
                      <a:pt x="1" y="2"/>
                    </a:lnTo>
                    <a:lnTo>
                      <a:pt x="0" y="2"/>
                    </a:lnTo>
                    <a:lnTo>
                      <a:pt x="0" y="6"/>
                    </a:lnTo>
                    <a:lnTo>
                      <a:pt x="29" y="65"/>
                    </a:lnTo>
                    <a:lnTo>
                      <a:pt x="31" y="67"/>
                    </a:lnTo>
                    <a:lnTo>
                      <a:pt x="31" y="69"/>
                    </a:lnTo>
                    <a:lnTo>
                      <a:pt x="35" y="69"/>
                    </a:lnTo>
                    <a:lnTo>
                      <a:pt x="37" y="67"/>
                    </a:lnTo>
                    <a:lnTo>
                      <a:pt x="39" y="67"/>
                    </a:lnTo>
                    <a:lnTo>
                      <a:pt x="39" y="62"/>
                    </a:lnTo>
                    <a:lnTo>
                      <a:pt x="9"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3 Marcador de número de diapositiva">
            <a:extLst>
              <a:ext uri="{FF2B5EF4-FFF2-40B4-BE49-F238E27FC236}">
                <a16:creationId xmlns:a16="http://schemas.microsoft.com/office/drawing/2014/main" id="{DD3158EF-640B-8E2A-907E-7D2A670378B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CF58087A-2902-4E90-AC63-A5EE02E41421}" type="slidenum">
              <a:rPr lang="en-US" altLang="es-ES" sz="1600" b="0" i="0" baseline="0"/>
              <a:pPr/>
              <a:t>4</a:t>
            </a:fld>
            <a:endParaRPr lang="en-US" altLang="es-ES" sz="1600" b="0" i="0" baseline="0"/>
          </a:p>
        </p:txBody>
      </p:sp>
      <p:sp>
        <p:nvSpPr>
          <p:cNvPr id="9219" name="Rectangle 2">
            <a:extLst>
              <a:ext uri="{FF2B5EF4-FFF2-40B4-BE49-F238E27FC236}">
                <a16:creationId xmlns:a16="http://schemas.microsoft.com/office/drawing/2014/main" id="{1A960576-81AE-C747-391D-BAED9DF83FA1}"/>
              </a:ext>
            </a:extLst>
          </p:cNvPr>
          <p:cNvSpPr>
            <a:spLocks noGrp="1" noChangeArrowheads="1"/>
          </p:cNvSpPr>
          <p:nvPr>
            <p:ph type="title"/>
          </p:nvPr>
        </p:nvSpPr>
        <p:spPr/>
        <p:txBody>
          <a:bodyPr/>
          <a:lstStyle/>
          <a:p>
            <a:r>
              <a:rPr lang="en-US" altLang="es-ES">
                <a:solidFill>
                  <a:schemeClr val="tx1"/>
                </a:solidFill>
              </a:rPr>
              <a:t>Microoperations</a:t>
            </a:r>
          </a:p>
        </p:txBody>
      </p:sp>
      <p:sp>
        <p:nvSpPr>
          <p:cNvPr id="9220" name="Rectangle 3">
            <a:extLst>
              <a:ext uri="{FF2B5EF4-FFF2-40B4-BE49-F238E27FC236}">
                <a16:creationId xmlns:a16="http://schemas.microsoft.com/office/drawing/2014/main" id="{8DC9E7A4-A1D8-E841-C683-BE5030DF9ED3}"/>
              </a:ext>
            </a:extLst>
          </p:cNvPr>
          <p:cNvSpPr>
            <a:spLocks noGrp="1" noChangeArrowheads="1"/>
          </p:cNvSpPr>
          <p:nvPr>
            <p:ph type="body" idx="1"/>
          </p:nvPr>
        </p:nvSpPr>
        <p:spPr>
          <a:xfrm>
            <a:off x="836613" y="1462088"/>
            <a:ext cx="7772400" cy="4724400"/>
          </a:xfrm>
        </p:spPr>
        <p:txBody>
          <a:bodyPr/>
          <a:lstStyle/>
          <a:p>
            <a:pPr marL="342900" indent="-342900"/>
            <a:r>
              <a:rPr lang="en-US" altLang="es-ES" sz="2400">
                <a:cs typeface="Times New Roman" panose="02020603050405020304" pitchFamily="18" charset="0"/>
              </a:rPr>
              <a:t>Logical Groupings:</a:t>
            </a:r>
          </a:p>
          <a:p>
            <a:pPr marL="742950" lvl="1" indent="-285750"/>
            <a:r>
              <a:rPr lang="en-US" altLang="es-ES" sz="2000">
                <a:cs typeface="Times New Roman" panose="02020603050405020304" pitchFamily="18" charset="0"/>
              </a:rPr>
              <a:t>Transfer - move data from one register to another</a:t>
            </a:r>
          </a:p>
          <a:p>
            <a:pPr marL="742950" lvl="1" indent="-285750"/>
            <a:r>
              <a:rPr lang="en-US" altLang="es-ES" sz="2000">
                <a:cs typeface="Times New Roman" panose="02020603050405020304" pitchFamily="18" charset="0"/>
              </a:rPr>
              <a:t>Arithmetic - perform arithmetic on data in registers</a:t>
            </a:r>
          </a:p>
          <a:p>
            <a:pPr marL="742950" lvl="1" indent="-285750"/>
            <a:r>
              <a:rPr lang="en-US" altLang="es-ES" sz="2000">
                <a:cs typeface="Times New Roman" panose="02020603050405020304" pitchFamily="18" charset="0"/>
              </a:rPr>
              <a:t>Logic - manipulate data or use bitwise logical operations</a:t>
            </a:r>
          </a:p>
          <a:p>
            <a:pPr marL="742950" lvl="1" indent="-285750"/>
            <a:r>
              <a:rPr lang="en-US" altLang="es-ES" sz="2000">
                <a:cs typeface="Times New Roman" panose="02020603050405020304" pitchFamily="18" charset="0"/>
              </a:rPr>
              <a:t>Shift - shift data in registers</a:t>
            </a:r>
          </a:p>
          <a:p>
            <a:pPr marL="742950" lvl="1" indent="-285750"/>
            <a:endParaRPr lang="en-US" altLang="es-ES" sz="2000"/>
          </a:p>
          <a:p>
            <a:pPr marL="342900" indent="-342900">
              <a:buFont typeface="Wingdings" panose="05000000000000000000" pitchFamily="2" charset="2"/>
              <a:buNone/>
            </a:pPr>
            <a:r>
              <a:rPr lang="en-US" altLang="es-ES" sz="2400">
                <a:cs typeface="Times New Roman" panose="02020603050405020304" pitchFamily="18" charset="0"/>
              </a:rPr>
              <a:t>Arithmetic operations</a:t>
            </a:r>
            <a:br>
              <a:rPr lang="en-US" altLang="es-ES" sz="2400">
                <a:cs typeface="Times New Roman" panose="02020603050405020304" pitchFamily="18" charset="0"/>
              </a:rPr>
            </a:br>
            <a:r>
              <a:rPr lang="en-US" altLang="es-ES" sz="2400">
                <a:cs typeface="Times New Roman" panose="02020603050405020304" pitchFamily="18" charset="0"/>
              </a:rPr>
              <a:t>+ Addition</a:t>
            </a:r>
            <a:br>
              <a:rPr lang="en-US" altLang="es-ES" sz="2400">
                <a:cs typeface="Times New Roman" panose="02020603050405020304" pitchFamily="18" charset="0"/>
              </a:rPr>
            </a:br>
            <a:r>
              <a:rPr lang="en-US" altLang="es-ES" sz="2400">
                <a:cs typeface="Times New Roman" panose="02020603050405020304" pitchFamily="18" charset="0"/>
              </a:rPr>
              <a:t>– Subtraction</a:t>
            </a:r>
            <a:br>
              <a:rPr lang="en-US" altLang="es-ES" sz="2400">
                <a:cs typeface="Times New Roman" panose="02020603050405020304" pitchFamily="18" charset="0"/>
              </a:rPr>
            </a:br>
            <a:r>
              <a:rPr lang="en-US" altLang="es-ES" sz="2400">
                <a:cs typeface="Times New Roman" panose="02020603050405020304" pitchFamily="18" charset="0"/>
              </a:rPr>
              <a:t>*  Multiplication</a:t>
            </a:r>
            <a:br>
              <a:rPr lang="en-US" altLang="es-ES" sz="2400">
                <a:cs typeface="Times New Roman" panose="02020603050405020304" pitchFamily="18" charset="0"/>
              </a:rPr>
            </a:br>
            <a:r>
              <a:rPr lang="en-US" altLang="es-ES" sz="2400">
                <a:cs typeface="Times New Roman" panose="02020603050405020304" pitchFamily="18" charset="0"/>
              </a:rPr>
              <a:t>/  Division</a:t>
            </a:r>
          </a:p>
          <a:p>
            <a:pPr marL="342900" indent="-342900"/>
            <a:endParaRPr lang="en-US" altLang="es-ES" sz="2400"/>
          </a:p>
        </p:txBody>
      </p:sp>
      <p:sp>
        <p:nvSpPr>
          <p:cNvPr id="9221" name="Line 4">
            <a:extLst>
              <a:ext uri="{FF2B5EF4-FFF2-40B4-BE49-F238E27FC236}">
                <a16:creationId xmlns:a16="http://schemas.microsoft.com/office/drawing/2014/main" id="{A2EF14E0-AB37-B8F5-DD94-AE103426455F}"/>
              </a:ext>
            </a:extLst>
          </p:cNvPr>
          <p:cNvSpPr>
            <a:spLocks noChangeShapeType="1"/>
          </p:cNvSpPr>
          <p:nvPr/>
        </p:nvSpPr>
        <p:spPr bwMode="auto">
          <a:xfrm>
            <a:off x="4343400" y="3629025"/>
            <a:ext cx="0" cy="2133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s-ES"/>
          </a:p>
        </p:txBody>
      </p:sp>
      <p:sp>
        <p:nvSpPr>
          <p:cNvPr id="9222" name="Text Box 5">
            <a:extLst>
              <a:ext uri="{FF2B5EF4-FFF2-40B4-BE49-F238E27FC236}">
                <a16:creationId xmlns:a16="http://schemas.microsoft.com/office/drawing/2014/main" id="{7E72A964-DD66-C1BD-8266-609416447D4A}"/>
              </a:ext>
            </a:extLst>
          </p:cNvPr>
          <p:cNvSpPr txBox="1">
            <a:spLocks noChangeArrowheads="1"/>
          </p:cNvSpPr>
          <p:nvPr/>
        </p:nvSpPr>
        <p:spPr bwMode="auto">
          <a:xfrm>
            <a:off x="4462463" y="3713163"/>
            <a:ext cx="4203700"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400" i="0" baseline="0">
                <a:cs typeface="Times New Roman" panose="02020603050405020304" pitchFamily="18" charset="0"/>
              </a:rPr>
              <a:t>Logical operations</a:t>
            </a:r>
            <a:br>
              <a:rPr lang="en-US" altLang="es-ES" sz="2400" i="0" baseline="0">
                <a:cs typeface="Times New Roman" panose="02020603050405020304" pitchFamily="18" charset="0"/>
              </a:rPr>
            </a:br>
            <a:r>
              <a:rPr lang="en-US" altLang="es-ES" sz="2400" i="0" baseline="0">
                <a:cs typeface="Times New Roman" panose="02020603050405020304" pitchFamily="18" charset="0"/>
                <a:sym typeface="Symbol" panose="05050102010706020507" pitchFamily="18" charset="2"/>
              </a:rPr>
              <a:t>       </a:t>
            </a:r>
            <a:r>
              <a:rPr lang="en-US" altLang="es-ES" sz="2400" i="0" baseline="0">
                <a:cs typeface="Times New Roman" panose="02020603050405020304" pitchFamily="18" charset="0"/>
              </a:rPr>
              <a:t>  Logical OR </a:t>
            </a:r>
            <a:br>
              <a:rPr lang="en-US" altLang="es-ES" sz="2400" i="0" baseline="0">
                <a:cs typeface="Times New Roman" panose="02020603050405020304" pitchFamily="18" charset="0"/>
              </a:rPr>
            </a:br>
            <a:r>
              <a:rPr lang="en-US" altLang="es-ES" sz="2400" i="0" baseline="0">
                <a:cs typeface="Times New Roman" panose="02020603050405020304" pitchFamily="18" charset="0"/>
              </a:rPr>
              <a:t>       </a:t>
            </a:r>
            <a:r>
              <a:rPr lang="en-US" altLang="es-ES" sz="2400" i="0" baseline="0">
                <a:cs typeface="Times New Roman" panose="02020603050405020304" pitchFamily="18" charset="0"/>
                <a:sym typeface="Symbol" panose="05050102010706020507" pitchFamily="18" charset="2"/>
              </a:rPr>
              <a:t>  </a:t>
            </a:r>
            <a:r>
              <a:rPr lang="en-US" altLang="es-ES" sz="2400" i="0" baseline="0">
                <a:cs typeface="Times New Roman" panose="02020603050405020304" pitchFamily="18" charset="0"/>
              </a:rPr>
              <a:t>Logical AND</a:t>
            </a:r>
            <a:br>
              <a:rPr lang="en-US" altLang="es-ES" sz="2400" i="0" baseline="0">
                <a:cs typeface="Times New Roman" panose="02020603050405020304" pitchFamily="18" charset="0"/>
              </a:rPr>
            </a:br>
            <a:r>
              <a:rPr lang="en-US" altLang="es-ES" sz="2400" i="0" baseline="0">
                <a:cs typeface="Times New Roman" panose="02020603050405020304" pitchFamily="18" charset="0"/>
              </a:rPr>
              <a:t>       </a:t>
            </a:r>
            <a:r>
              <a:rPr lang="en-US" altLang="es-ES" sz="2400" i="0" baseline="0">
                <a:cs typeface="Times New Roman" panose="02020603050405020304" pitchFamily="18" charset="0"/>
                <a:sym typeface="Symbol" panose="05050102010706020507" pitchFamily="18" charset="2"/>
              </a:rPr>
              <a:t> </a:t>
            </a:r>
            <a:r>
              <a:rPr lang="en-US" altLang="es-ES" sz="2400" i="0" baseline="0">
                <a:cs typeface="Times New Roman" panose="02020603050405020304" pitchFamily="18" charset="0"/>
              </a:rPr>
              <a:t>Logical Exclusive OR</a:t>
            </a:r>
            <a:br>
              <a:rPr lang="en-US" altLang="es-ES" sz="2400" i="0" baseline="0">
                <a:cs typeface="Times New Roman" panose="02020603050405020304" pitchFamily="18" charset="0"/>
              </a:rPr>
            </a:br>
            <a:r>
              <a:rPr lang="en-US" altLang="es-ES" sz="2400" i="0" baseline="0">
                <a:cs typeface="Times New Roman" panose="02020603050405020304" pitchFamily="18" charset="0"/>
              </a:rPr>
              <a:t>      </a:t>
            </a:r>
            <a:r>
              <a:rPr lang="en-US" altLang="es-ES" sz="2400" i="0" baseline="0">
                <a:cs typeface="Times New Roman" panose="02020603050405020304" pitchFamily="18" charset="0"/>
                <a:sym typeface="Symbol" panose="05050102010706020507" pitchFamily="18" charset="2"/>
              </a:rPr>
              <a:t></a:t>
            </a:r>
            <a:r>
              <a:rPr lang="en-US" altLang="es-ES" sz="2400" i="0" baseline="0">
                <a:cs typeface="Times New Roman" panose="02020603050405020304" pitchFamily="18" charset="0"/>
              </a:rPr>
              <a:t>    Not</a:t>
            </a:r>
            <a:endParaRPr lang="en-US" altLang="es-ES" sz="2400" b="0" i="0" baseline="0">
              <a:cs typeface="Times New Roman" panose="02020603050405020304" pitchFamily="18" charset="0"/>
            </a:endParaRPr>
          </a:p>
          <a:p>
            <a:pPr>
              <a:spcBef>
                <a:spcPct val="50000"/>
              </a:spcBef>
            </a:pPr>
            <a:endParaRPr lang="en-US" altLang="es-ES" sz="2400" b="0" i="0" baseline="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3 Marcador de número de diapositiva">
            <a:extLst>
              <a:ext uri="{FF2B5EF4-FFF2-40B4-BE49-F238E27FC236}">
                <a16:creationId xmlns:a16="http://schemas.microsoft.com/office/drawing/2014/main" id="{662EA0B3-B8CE-8148-17CF-37C0557EF7A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90594C75-AFC7-439D-880D-C5F0A56A2932}" type="slidenum">
              <a:rPr lang="en-US" altLang="es-ES" sz="1600" b="0" i="0" baseline="0"/>
              <a:pPr/>
              <a:t>5</a:t>
            </a:fld>
            <a:endParaRPr lang="en-US" altLang="es-ES" sz="1600" b="0" i="0" baseline="0"/>
          </a:p>
        </p:txBody>
      </p:sp>
      <p:sp>
        <p:nvSpPr>
          <p:cNvPr id="10243" name="Rectangle 2">
            <a:extLst>
              <a:ext uri="{FF2B5EF4-FFF2-40B4-BE49-F238E27FC236}">
                <a16:creationId xmlns:a16="http://schemas.microsoft.com/office/drawing/2014/main" id="{0C8CC50A-A6D4-FDC2-0704-5925BEFD7152}"/>
              </a:ext>
            </a:extLst>
          </p:cNvPr>
          <p:cNvSpPr>
            <a:spLocks noGrp="1" noChangeArrowheads="1"/>
          </p:cNvSpPr>
          <p:nvPr>
            <p:ph type="title"/>
          </p:nvPr>
        </p:nvSpPr>
        <p:spPr/>
        <p:txBody>
          <a:bodyPr/>
          <a:lstStyle/>
          <a:p>
            <a:r>
              <a:rPr lang="en-US" altLang="es-ES">
                <a:solidFill>
                  <a:schemeClr val="tx1"/>
                </a:solidFill>
              </a:rPr>
              <a:t>Example Microoperations</a:t>
            </a:r>
          </a:p>
        </p:txBody>
      </p:sp>
      <p:sp>
        <p:nvSpPr>
          <p:cNvPr id="10244" name="Rectangle 3">
            <a:extLst>
              <a:ext uri="{FF2B5EF4-FFF2-40B4-BE49-F238E27FC236}">
                <a16:creationId xmlns:a16="http://schemas.microsoft.com/office/drawing/2014/main" id="{078A64C4-0CE5-0111-3533-798214D43084}"/>
              </a:ext>
            </a:extLst>
          </p:cNvPr>
          <p:cNvSpPr>
            <a:spLocks noGrp="1" noChangeArrowheads="1"/>
          </p:cNvSpPr>
          <p:nvPr>
            <p:ph type="body" idx="1"/>
          </p:nvPr>
        </p:nvSpPr>
        <p:spPr/>
        <p:txBody>
          <a:bodyPr/>
          <a:lstStyle/>
          <a:p>
            <a:pPr marL="342900" indent="-342900">
              <a:lnSpc>
                <a:spcPct val="90000"/>
              </a:lnSpc>
            </a:pPr>
            <a:r>
              <a:rPr lang="en-US" altLang="es-ES">
                <a:cs typeface="Times New Roman" panose="02020603050405020304" pitchFamily="18" charset="0"/>
              </a:rPr>
              <a:t>Add the content of R1 to the content of R2 and place the result in R1.</a:t>
            </a:r>
          </a:p>
          <a:p>
            <a:pPr marL="342900" indent="-342900">
              <a:lnSpc>
                <a:spcPct val="90000"/>
              </a:lnSpc>
              <a:buFont typeface="Wingdings" panose="05000000000000000000" pitchFamily="2" charset="2"/>
              <a:buNone/>
            </a:pPr>
            <a:r>
              <a:rPr lang="en-US" altLang="es-ES">
                <a:cs typeface="Times New Roman" panose="02020603050405020304" pitchFamily="18" charset="0"/>
              </a:rPr>
              <a:t>         R1</a:t>
            </a:r>
            <a:r>
              <a:rPr lang="en-US" altLang="es-ES">
                <a:cs typeface="Times New Roman" panose="02020603050405020304" pitchFamily="18" charset="0"/>
                <a:sym typeface="Symbol" panose="05050102010706020507" pitchFamily="18" charset="2"/>
              </a:rPr>
              <a:t></a:t>
            </a:r>
            <a:r>
              <a:rPr lang="en-US" altLang="es-ES">
                <a:cs typeface="Times New Roman" panose="02020603050405020304" pitchFamily="18" charset="0"/>
              </a:rPr>
              <a:t> R1 + R2</a:t>
            </a:r>
          </a:p>
          <a:p>
            <a:pPr marL="342900" indent="-342900">
              <a:lnSpc>
                <a:spcPct val="90000"/>
              </a:lnSpc>
            </a:pPr>
            <a:r>
              <a:rPr lang="en-US" altLang="es-ES">
                <a:cs typeface="Times New Roman" panose="02020603050405020304" pitchFamily="18" charset="0"/>
              </a:rPr>
              <a:t>Multiply the content of R1 by the content of R6 and place the result in PC.</a:t>
            </a:r>
          </a:p>
          <a:p>
            <a:pPr marL="342900" indent="-342900">
              <a:lnSpc>
                <a:spcPct val="90000"/>
              </a:lnSpc>
              <a:buFont typeface="Wingdings" panose="05000000000000000000" pitchFamily="2" charset="2"/>
              <a:buNone/>
            </a:pPr>
            <a:r>
              <a:rPr lang="en-US" altLang="es-ES">
                <a:cs typeface="Times New Roman" panose="02020603050405020304" pitchFamily="18" charset="0"/>
              </a:rPr>
              <a:t>         PC </a:t>
            </a:r>
            <a:r>
              <a:rPr lang="en-US" altLang="es-ES">
                <a:cs typeface="Times New Roman" panose="02020603050405020304" pitchFamily="18" charset="0"/>
                <a:sym typeface="Symbol" panose="05050102010706020507" pitchFamily="18" charset="2"/>
              </a:rPr>
              <a:t> </a:t>
            </a:r>
            <a:r>
              <a:rPr lang="en-US" altLang="es-ES">
                <a:cs typeface="Times New Roman" panose="02020603050405020304" pitchFamily="18" charset="0"/>
              </a:rPr>
              <a:t>R1 * R6</a:t>
            </a:r>
          </a:p>
          <a:p>
            <a:pPr marL="342900" indent="-342900">
              <a:lnSpc>
                <a:spcPct val="90000"/>
              </a:lnSpc>
            </a:pPr>
            <a:r>
              <a:rPr lang="en-US" altLang="es-ES">
                <a:cs typeface="Times New Roman" panose="02020603050405020304" pitchFamily="18" charset="0"/>
              </a:rPr>
              <a:t>Exclusive OR the content of R1 with the content of R2 and place the result in R1.</a:t>
            </a:r>
          </a:p>
          <a:p>
            <a:pPr marL="342900" indent="-342900">
              <a:lnSpc>
                <a:spcPct val="90000"/>
              </a:lnSpc>
              <a:buFont typeface="Wingdings" panose="05000000000000000000" pitchFamily="2" charset="2"/>
              <a:buNone/>
            </a:pPr>
            <a:r>
              <a:rPr lang="en-US" altLang="es-ES">
                <a:cs typeface="Times New Roman" panose="02020603050405020304" pitchFamily="18" charset="0"/>
              </a:rPr>
              <a:t>         R1 </a:t>
            </a:r>
            <a:r>
              <a:rPr lang="en-US" altLang="es-ES">
                <a:cs typeface="Times New Roman" panose="02020603050405020304" pitchFamily="18" charset="0"/>
                <a:sym typeface="Symbol" panose="05050102010706020507" pitchFamily="18" charset="2"/>
              </a:rPr>
              <a:t> </a:t>
            </a:r>
            <a:r>
              <a:rPr lang="en-US" altLang="es-ES">
                <a:cs typeface="Times New Roman" panose="02020603050405020304" pitchFamily="18" charset="0"/>
              </a:rPr>
              <a:t>R1 </a:t>
            </a:r>
            <a:r>
              <a:rPr lang="en-US" altLang="es-ES" sz="2400">
                <a:cs typeface="Times New Roman" panose="02020603050405020304" pitchFamily="18" charset="0"/>
                <a:sym typeface="Symbol" panose="05050102010706020507" pitchFamily="18" charset="2"/>
              </a:rPr>
              <a:t></a:t>
            </a:r>
            <a:r>
              <a:rPr lang="en-US" altLang="es-ES">
                <a:cs typeface="Times New Roman" panose="02020603050405020304" pitchFamily="18" charset="0"/>
              </a:rPr>
              <a:t> R2</a:t>
            </a:r>
          </a:p>
          <a:p>
            <a:pPr marL="342900" indent="-342900">
              <a:lnSpc>
                <a:spcPct val="90000"/>
              </a:lnSpc>
            </a:pPr>
            <a:endParaRPr lang="en-US" altLang="es-E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3 Marcador de número de diapositiva">
            <a:extLst>
              <a:ext uri="{FF2B5EF4-FFF2-40B4-BE49-F238E27FC236}">
                <a16:creationId xmlns:a16="http://schemas.microsoft.com/office/drawing/2014/main" id="{BD2DC498-FA45-12AE-F9BC-B06F94D6180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EF7E891E-FBAC-4B13-832E-8CEC41FE1DB6}" type="slidenum">
              <a:rPr lang="en-US" altLang="es-ES" sz="1600" b="0" i="0" baseline="0"/>
              <a:pPr/>
              <a:t>6</a:t>
            </a:fld>
            <a:endParaRPr lang="en-US" altLang="es-ES" sz="1600" b="0" i="0" baseline="0"/>
          </a:p>
        </p:txBody>
      </p:sp>
      <p:sp>
        <p:nvSpPr>
          <p:cNvPr id="11267" name="Rectangle 2">
            <a:extLst>
              <a:ext uri="{FF2B5EF4-FFF2-40B4-BE49-F238E27FC236}">
                <a16:creationId xmlns:a16="http://schemas.microsoft.com/office/drawing/2014/main" id="{D1AD1D4C-376D-7840-19C7-8F4CE4C55749}"/>
              </a:ext>
            </a:extLst>
          </p:cNvPr>
          <p:cNvSpPr>
            <a:spLocks noGrp="1" noChangeArrowheads="1"/>
          </p:cNvSpPr>
          <p:nvPr>
            <p:ph type="title"/>
          </p:nvPr>
        </p:nvSpPr>
        <p:spPr>
          <a:xfrm>
            <a:off x="617538" y="228600"/>
            <a:ext cx="8021637" cy="838200"/>
          </a:xfrm>
        </p:spPr>
        <p:txBody>
          <a:bodyPr/>
          <a:lstStyle/>
          <a:p>
            <a:r>
              <a:rPr lang="en-US" altLang="es-ES" sz="3200">
                <a:solidFill>
                  <a:schemeClr val="tx1"/>
                </a:solidFill>
              </a:rPr>
              <a:t>Example Microoperations (Continued)</a:t>
            </a:r>
          </a:p>
        </p:txBody>
      </p:sp>
      <p:sp>
        <p:nvSpPr>
          <p:cNvPr id="11268" name="Rectangle 3">
            <a:extLst>
              <a:ext uri="{FF2B5EF4-FFF2-40B4-BE49-F238E27FC236}">
                <a16:creationId xmlns:a16="http://schemas.microsoft.com/office/drawing/2014/main" id="{4747CBC2-0BEC-DD4E-1977-D5BED02D7570}"/>
              </a:ext>
            </a:extLst>
          </p:cNvPr>
          <p:cNvSpPr>
            <a:spLocks noGrp="1" noChangeArrowheads="1"/>
          </p:cNvSpPr>
          <p:nvPr>
            <p:ph type="body" idx="1"/>
          </p:nvPr>
        </p:nvSpPr>
        <p:spPr>
          <a:xfrm>
            <a:off x="642938" y="1449388"/>
            <a:ext cx="7772400" cy="4724400"/>
          </a:xfrm>
        </p:spPr>
        <p:txBody>
          <a:bodyPr/>
          <a:lstStyle/>
          <a:p>
            <a:pPr marL="342900" indent="-342900">
              <a:lnSpc>
                <a:spcPct val="90000"/>
              </a:lnSpc>
            </a:pPr>
            <a:r>
              <a:rPr lang="en-US" altLang="es-ES">
                <a:cs typeface="Times New Roman" panose="02020603050405020304" pitchFamily="18" charset="0"/>
              </a:rPr>
              <a:t>Take the 1's Complement of the contents of R2 and place it in the PC.</a:t>
            </a:r>
          </a:p>
          <a:p>
            <a:pPr marL="342900" indent="-342900">
              <a:lnSpc>
                <a:spcPct val="90000"/>
              </a:lnSpc>
            </a:pPr>
            <a:r>
              <a:rPr lang="en-US" altLang="es-ES">
                <a:cs typeface="Times New Roman" panose="02020603050405020304" pitchFamily="18" charset="0"/>
              </a:rPr>
              <a:t>PC </a:t>
            </a:r>
            <a:r>
              <a:rPr lang="en-US" altLang="es-ES">
                <a:cs typeface="Times New Roman" panose="02020603050405020304" pitchFamily="18" charset="0"/>
                <a:sym typeface="Symbol" panose="05050102010706020507" pitchFamily="18" charset="2"/>
              </a:rPr>
              <a:t> </a:t>
            </a:r>
            <a:r>
              <a:rPr lang="en-US" altLang="es-ES">
                <a:cs typeface="Times New Roman" panose="02020603050405020304" pitchFamily="18" charset="0"/>
              </a:rPr>
              <a:t>R2</a:t>
            </a:r>
          </a:p>
          <a:p>
            <a:pPr marL="342900" indent="-342900">
              <a:lnSpc>
                <a:spcPct val="90000"/>
              </a:lnSpc>
            </a:pPr>
            <a:r>
              <a:rPr lang="en-US" altLang="es-ES">
                <a:cs typeface="Times New Roman" panose="02020603050405020304" pitchFamily="18" charset="0"/>
              </a:rPr>
              <a:t>On condition K1 </a:t>
            </a:r>
            <a:r>
              <a:rPr lang="en-US" altLang="es-ES" u="sng">
                <a:cs typeface="Times New Roman" panose="02020603050405020304" pitchFamily="18" charset="0"/>
              </a:rPr>
              <a:t>OR</a:t>
            </a:r>
            <a:r>
              <a:rPr lang="en-US" altLang="es-ES">
                <a:cs typeface="Times New Roman" panose="02020603050405020304" pitchFamily="18" charset="0"/>
              </a:rPr>
              <a:t> K2,  the content of R1 is </a:t>
            </a:r>
            <a:r>
              <a:rPr lang="en-US" altLang="es-ES" u="sng">
                <a:cs typeface="Times New Roman" panose="02020603050405020304" pitchFamily="18" charset="0"/>
              </a:rPr>
              <a:t>Logic bitwise Ored</a:t>
            </a:r>
            <a:r>
              <a:rPr lang="en-US" altLang="es-ES">
                <a:cs typeface="Times New Roman" panose="02020603050405020304" pitchFamily="18" charset="0"/>
              </a:rPr>
              <a:t> with the content of R3 and the result placed in R1.</a:t>
            </a:r>
          </a:p>
          <a:p>
            <a:pPr marL="342900" indent="-342900">
              <a:lnSpc>
                <a:spcPct val="90000"/>
              </a:lnSpc>
            </a:pPr>
            <a:r>
              <a:rPr lang="en-US" altLang="es-ES">
                <a:cs typeface="Times New Roman" panose="02020603050405020304" pitchFamily="18" charset="0"/>
              </a:rPr>
              <a:t>(K1 + K2):  R1 </a:t>
            </a:r>
            <a:r>
              <a:rPr lang="en-US" altLang="es-ES">
                <a:cs typeface="Times New Roman" panose="02020603050405020304" pitchFamily="18" charset="0"/>
                <a:sym typeface="Symbol" panose="05050102010706020507" pitchFamily="18" charset="2"/>
              </a:rPr>
              <a:t></a:t>
            </a:r>
            <a:r>
              <a:rPr lang="en-US" altLang="es-ES">
                <a:cs typeface="Times New Roman" panose="02020603050405020304" pitchFamily="18" charset="0"/>
              </a:rPr>
              <a:t> R1 </a:t>
            </a:r>
            <a:r>
              <a:rPr lang="en-US" altLang="es-ES" sz="2800">
                <a:cs typeface="Times New Roman" panose="02020603050405020304" pitchFamily="18" charset="0"/>
                <a:sym typeface="Symbol" panose="05050102010706020507" pitchFamily="18" charset="2"/>
              </a:rPr>
              <a:t></a:t>
            </a:r>
            <a:r>
              <a:rPr lang="en-US" altLang="es-ES">
                <a:cs typeface="Times New Roman" panose="02020603050405020304" pitchFamily="18" charset="0"/>
              </a:rPr>
              <a:t> R3</a:t>
            </a:r>
          </a:p>
          <a:p>
            <a:pPr marL="342900" indent="-342900">
              <a:lnSpc>
                <a:spcPct val="90000"/>
              </a:lnSpc>
            </a:pPr>
            <a:r>
              <a:rPr lang="en-US" altLang="es-ES">
                <a:cs typeface="Times New Roman" panose="02020603050405020304" pitchFamily="18" charset="0"/>
              </a:rPr>
              <a:t>NOTE:  "+" (as in K</a:t>
            </a:r>
            <a:r>
              <a:rPr lang="en-US" altLang="es-ES" baseline="-30000">
                <a:cs typeface="Times New Roman" panose="02020603050405020304" pitchFamily="18" charset="0"/>
              </a:rPr>
              <a:t>1</a:t>
            </a:r>
            <a:r>
              <a:rPr lang="en-US" altLang="es-ES">
                <a:cs typeface="Times New Roman" panose="02020603050405020304" pitchFamily="18" charset="0"/>
              </a:rPr>
              <a:t> + K</a:t>
            </a:r>
            <a:r>
              <a:rPr lang="en-US" altLang="es-ES" baseline="-30000">
                <a:cs typeface="Times New Roman" panose="02020603050405020304" pitchFamily="18" charset="0"/>
              </a:rPr>
              <a:t>2</a:t>
            </a:r>
            <a:r>
              <a:rPr lang="en-US" altLang="es-ES">
                <a:cs typeface="Times New Roman" panose="02020603050405020304" pitchFamily="18" charset="0"/>
              </a:rPr>
              <a:t>) and means “OR.” In R1 </a:t>
            </a:r>
            <a:r>
              <a:rPr lang="en-US" altLang="es-ES">
                <a:cs typeface="Times New Roman" panose="02020603050405020304" pitchFamily="18" charset="0"/>
                <a:sym typeface="Symbol" panose="05050102010706020507" pitchFamily="18" charset="2"/>
              </a:rPr>
              <a:t></a:t>
            </a:r>
            <a:r>
              <a:rPr lang="en-US" altLang="es-ES">
                <a:cs typeface="Times New Roman" panose="02020603050405020304" pitchFamily="18" charset="0"/>
              </a:rPr>
              <a:t> R1 </a:t>
            </a:r>
            <a:r>
              <a:rPr lang="en-US" altLang="es-ES" sz="2800">
                <a:cs typeface="Times New Roman" panose="02020603050405020304" pitchFamily="18" charset="0"/>
                <a:sym typeface="Symbol" panose="05050102010706020507" pitchFamily="18" charset="2"/>
              </a:rPr>
              <a:t>+</a:t>
            </a:r>
            <a:r>
              <a:rPr lang="en-US" altLang="es-ES">
                <a:cs typeface="Times New Roman" panose="02020603050405020304" pitchFamily="18" charset="0"/>
              </a:rPr>
              <a:t> R3, + means “plus.”</a:t>
            </a:r>
          </a:p>
          <a:p>
            <a:pPr marL="342900" indent="-342900">
              <a:lnSpc>
                <a:spcPct val="90000"/>
              </a:lnSpc>
            </a:pPr>
            <a:endParaRPr lang="en-US" altLang="es-ES"/>
          </a:p>
        </p:txBody>
      </p:sp>
      <p:sp>
        <p:nvSpPr>
          <p:cNvPr id="11269" name="Line 4">
            <a:extLst>
              <a:ext uri="{FF2B5EF4-FFF2-40B4-BE49-F238E27FC236}">
                <a16:creationId xmlns:a16="http://schemas.microsoft.com/office/drawing/2014/main" id="{0049B631-0AD5-40D3-EB0B-13823956F4E7}"/>
              </a:ext>
            </a:extLst>
          </p:cNvPr>
          <p:cNvSpPr>
            <a:spLocks noChangeShapeType="1"/>
          </p:cNvSpPr>
          <p:nvPr/>
        </p:nvSpPr>
        <p:spPr bwMode="auto">
          <a:xfrm>
            <a:off x="2286000" y="2476500"/>
            <a:ext cx="3683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3 Marcador de número de diapositiva">
            <a:extLst>
              <a:ext uri="{FF2B5EF4-FFF2-40B4-BE49-F238E27FC236}">
                <a16:creationId xmlns:a16="http://schemas.microsoft.com/office/drawing/2014/main" id="{52EDFF62-B8EE-7B5C-F381-06168A119BA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BC98EAEF-DE70-4ACE-9FD5-86F7A1EF0AD8}" type="slidenum">
              <a:rPr lang="en-US" altLang="es-ES" sz="1600" b="0" i="0" baseline="0"/>
              <a:pPr/>
              <a:t>7</a:t>
            </a:fld>
            <a:endParaRPr lang="en-US" altLang="es-ES" sz="1600" b="0" i="0" baseline="0"/>
          </a:p>
        </p:txBody>
      </p:sp>
      <p:sp>
        <p:nvSpPr>
          <p:cNvPr id="12291" name="Rectangle 2">
            <a:extLst>
              <a:ext uri="{FF2B5EF4-FFF2-40B4-BE49-F238E27FC236}">
                <a16:creationId xmlns:a16="http://schemas.microsoft.com/office/drawing/2014/main" id="{A7BB0E81-1C4B-152B-AAD1-1958F40D44D9}"/>
              </a:ext>
            </a:extLst>
          </p:cNvPr>
          <p:cNvSpPr>
            <a:spLocks noGrp="1" noChangeArrowheads="1"/>
          </p:cNvSpPr>
          <p:nvPr>
            <p:ph type="title"/>
          </p:nvPr>
        </p:nvSpPr>
        <p:spPr/>
        <p:txBody>
          <a:bodyPr/>
          <a:lstStyle/>
          <a:p>
            <a:r>
              <a:rPr lang="en-US" altLang="es-ES">
                <a:solidFill>
                  <a:schemeClr val="tx1"/>
                </a:solidFill>
              </a:rPr>
              <a:t>Control Expressions</a:t>
            </a:r>
          </a:p>
        </p:txBody>
      </p:sp>
      <p:sp>
        <p:nvSpPr>
          <p:cNvPr id="12292" name="Rectangle 3">
            <a:extLst>
              <a:ext uri="{FF2B5EF4-FFF2-40B4-BE49-F238E27FC236}">
                <a16:creationId xmlns:a16="http://schemas.microsoft.com/office/drawing/2014/main" id="{A1917456-98A4-3D7D-8075-0A61972EF8E3}"/>
              </a:ext>
            </a:extLst>
          </p:cNvPr>
          <p:cNvSpPr>
            <a:spLocks noGrp="1" noChangeArrowheads="1"/>
          </p:cNvSpPr>
          <p:nvPr>
            <p:ph type="body" idx="1"/>
          </p:nvPr>
        </p:nvSpPr>
        <p:spPr>
          <a:xfrm>
            <a:off x="719138" y="1314450"/>
            <a:ext cx="4197350" cy="5027613"/>
          </a:xfrm>
        </p:spPr>
        <p:txBody>
          <a:bodyPr/>
          <a:lstStyle/>
          <a:p>
            <a:pPr marL="342900" indent="-342900">
              <a:lnSpc>
                <a:spcPct val="90000"/>
              </a:lnSpc>
            </a:pPr>
            <a:r>
              <a:rPr lang="en-US" altLang="es-ES" sz="2400">
                <a:cs typeface="Times New Roman" panose="02020603050405020304" pitchFamily="18" charset="0"/>
              </a:rPr>
              <a:t>The </a:t>
            </a:r>
            <a:r>
              <a:rPr lang="en-US" altLang="es-ES" sz="2400" u="sng">
                <a:cs typeface="Times New Roman" panose="02020603050405020304" pitchFamily="18" charset="0"/>
              </a:rPr>
              <a:t>control expression</a:t>
            </a:r>
            <a:r>
              <a:rPr lang="en-US" altLang="es-ES" sz="2400">
                <a:cs typeface="Times New Roman" panose="02020603050405020304" pitchFamily="18" charset="0"/>
              </a:rPr>
              <a:t> for an operation appears to the left of the operation  and is separated from it by a colon</a:t>
            </a:r>
          </a:p>
          <a:p>
            <a:pPr marL="342900" indent="-342900">
              <a:lnSpc>
                <a:spcPct val="90000"/>
              </a:lnSpc>
            </a:pPr>
            <a:r>
              <a:rPr lang="en-US" altLang="es-ES" sz="2400">
                <a:cs typeface="Times New Roman" panose="02020603050405020304" pitchFamily="18" charset="0"/>
              </a:rPr>
              <a:t>Control expressions specify the </a:t>
            </a:r>
            <a:r>
              <a:rPr lang="en-US" altLang="es-ES" sz="2400" u="sng">
                <a:cs typeface="Times New Roman" panose="02020603050405020304" pitchFamily="18" charset="0"/>
              </a:rPr>
              <a:t>logical condition</a:t>
            </a:r>
            <a:r>
              <a:rPr lang="en-US" altLang="es-ES" sz="2400">
                <a:cs typeface="Times New Roman" panose="02020603050405020304" pitchFamily="18" charset="0"/>
              </a:rPr>
              <a:t> for the operation to occur</a:t>
            </a:r>
          </a:p>
          <a:p>
            <a:pPr marL="342900" indent="-342900">
              <a:lnSpc>
                <a:spcPct val="90000"/>
              </a:lnSpc>
            </a:pPr>
            <a:r>
              <a:rPr lang="en-US" altLang="es-ES" sz="2400">
                <a:cs typeface="Times New Roman" panose="02020603050405020304" pitchFamily="18" charset="0"/>
              </a:rPr>
              <a:t>Control expression values of:</a:t>
            </a:r>
          </a:p>
          <a:p>
            <a:pPr marL="742950" lvl="1" indent="-285750">
              <a:lnSpc>
                <a:spcPct val="90000"/>
              </a:lnSpc>
            </a:pPr>
            <a:r>
              <a:rPr lang="en-US" altLang="es-ES" sz="2000">
                <a:cs typeface="Times New Roman" panose="02020603050405020304" pitchFamily="18" charset="0"/>
              </a:rPr>
              <a:t>Logic "1" -- the operation occurs.</a:t>
            </a:r>
          </a:p>
          <a:p>
            <a:pPr marL="742950" lvl="1" indent="-285750">
              <a:lnSpc>
                <a:spcPct val="90000"/>
              </a:lnSpc>
            </a:pPr>
            <a:r>
              <a:rPr lang="en-US" altLang="es-ES" sz="2000">
                <a:cs typeface="Times New Roman" panose="02020603050405020304" pitchFamily="18" charset="0"/>
              </a:rPr>
              <a:t>Logic "0" -- the operation is does not occur.</a:t>
            </a:r>
            <a:endParaRPr lang="en-US" altLang="es-ES" sz="2000"/>
          </a:p>
        </p:txBody>
      </p:sp>
      <p:sp>
        <p:nvSpPr>
          <p:cNvPr id="12293" name="Line 4">
            <a:extLst>
              <a:ext uri="{FF2B5EF4-FFF2-40B4-BE49-F238E27FC236}">
                <a16:creationId xmlns:a16="http://schemas.microsoft.com/office/drawing/2014/main" id="{ADC1F785-EDBA-38E1-791E-6B300529B678}"/>
              </a:ext>
            </a:extLst>
          </p:cNvPr>
          <p:cNvSpPr>
            <a:spLocks noChangeShapeType="1"/>
          </p:cNvSpPr>
          <p:nvPr/>
        </p:nvSpPr>
        <p:spPr bwMode="auto">
          <a:xfrm>
            <a:off x="4902200" y="1446213"/>
            <a:ext cx="0" cy="4876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s-ES"/>
          </a:p>
        </p:txBody>
      </p:sp>
      <p:sp>
        <p:nvSpPr>
          <p:cNvPr id="12294" name="Rectangle 5">
            <a:extLst>
              <a:ext uri="{FF2B5EF4-FFF2-40B4-BE49-F238E27FC236}">
                <a16:creationId xmlns:a16="http://schemas.microsoft.com/office/drawing/2014/main" id="{2CF95EB2-E508-AECF-203A-E984C8820F1B}"/>
              </a:ext>
            </a:extLst>
          </p:cNvPr>
          <p:cNvSpPr>
            <a:spLocks noChangeArrowheads="1"/>
          </p:cNvSpPr>
          <p:nvPr/>
        </p:nvSpPr>
        <p:spPr bwMode="auto">
          <a:xfrm>
            <a:off x="4946650" y="1338263"/>
            <a:ext cx="41973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lnSpc>
                <a:spcPct val="90000"/>
              </a:lnSpc>
              <a:spcBef>
                <a:spcPct val="20000"/>
              </a:spcBef>
              <a:buClr>
                <a:schemeClr val="hlink"/>
              </a:buClr>
              <a:buFont typeface="Wingdings" panose="05000000000000000000" pitchFamily="2" charset="2"/>
              <a:buChar char="§"/>
            </a:pPr>
            <a:r>
              <a:rPr lang="en-US" altLang="es-ES" sz="2400" i="0" baseline="0">
                <a:cs typeface="Times New Roman" panose="02020603050405020304" pitchFamily="18" charset="0"/>
              </a:rPr>
              <a:t>Example:</a:t>
            </a:r>
            <a:br>
              <a:rPr lang="en-US" altLang="es-ES" sz="2400" i="0" baseline="0">
                <a:cs typeface="Times New Roman" panose="02020603050405020304" pitchFamily="18" charset="0"/>
              </a:rPr>
            </a:br>
            <a:r>
              <a:rPr lang="en-US" altLang="es-ES" sz="2400" i="0" baseline="0">
                <a:cs typeface="Times New Roman" panose="02020603050405020304" pitchFamily="18" charset="0"/>
                <a:sym typeface="Symbol" panose="05050102010706020507" pitchFamily="18" charset="2"/>
              </a:rPr>
              <a:t>X </a:t>
            </a:r>
            <a:r>
              <a:rPr lang="en-US" altLang="es-ES" sz="2400" i="0" baseline="0">
                <a:cs typeface="Times New Roman" panose="02020603050405020304" pitchFamily="18" charset="0"/>
              </a:rPr>
              <a:t>K1 :  R1 </a:t>
            </a:r>
            <a:r>
              <a:rPr lang="en-US" altLang="es-ES" sz="3200" i="0" baseline="0">
                <a:cs typeface="Times New Roman" panose="02020603050405020304" pitchFamily="18" charset="0"/>
                <a:sym typeface="Symbol" panose="05050102010706020507" pitchFamily="18" charset="2"/>
              </a:rPr>
              <a:t></a:t>
            </a:r>
            <a:r>
              <a:rPr lang="en-US" altLang="es-ES" sz="2400" i="0" baseline="0">
                <a:cs typeface="Times New Roman" panose="02020603050405020304" pitchFamily="18" charset="0"/>
              </a:rPr>
              <a:t> R1 + R2</a:t>
            </a:r>
            <a:br>
              <a:rPr lang="en-US" altLang="es-ES" sz="2400" i="0" baseline="0">
                <a:cs typeface="Times New Roman" panose="02020603050405020304" pitchFamily="18" charset="0"/>
              </a:rPr>
            </a:br>
            <a:r>
              <a:rPr lang="en-US" altLang="es-ES" sz="2400" i="0" baseline="0">
                <a:cs typeface="Times New Roman" panose="02020603050405020304" pitchFamily="18" charset="0"/>
              </a:rPr>
              <a:t>X K1 :  R1 </a:t>
            </a:r>
            <a:r>
              <a:rPr lang="en-US" altLang="es-ES" sz="3200" i="0" baseline="0">
                <a:cs typeface="Times New Roman" panose="02020603050405020304" pitchFamily="18" charset="0"/>
                <a:sym typeface="Symbol" panose="05050102010706020507" pitchFamily="18" charset="2"/>
              </a:rPr>
              <a:t></a:t>
            </a:r>
            <a:r>
              <a:rPr lang="en-US" altLang="es-ES" sz="2400" i="0" baseline="0">
                <a:cs typeface="Times New Roman" panose="02020603050405020304" pitchFamily="18" charset="0"/>
              </a:rPr>
              <a:t> R1 + R2 + 1</a:t>
            </a:r>
            <a:endParaRPr lang="en-US" altLang="es-ES" sz="2400" b="0" i="0" baseline="0">
              <a:cs typeface="Times New Roman" panose="02020603050405020304" pitchFamily="18" charset="0"/>
            </a:endParaRPr>
          </a:p>
          <a:p>
            <a:pPr>
              <a:lnSpc>
                <a:spcPct val="90000"/>
              </a:lnSpc>
              <a:spcBef>
                <a:spcPct val="20000"/>
              </a:spcBef>
              <a:buClr>
                <a:schemeClr val="hlink"/>
              </a:buClr>
              <a:buFont typeface="Wingdings" panose="05000000000000000000" pitchFamily="2" charset="2"/>
              <a:buChar char="§"/>
            </a:pPr>
            <a:r>
              <a:rPr lang="en-US" altLang="es-ES" sz="2400" i="0" baseline="0">
                <a:cs typeface="Times New Roman" panose="02020603050405020304" pitchFamily="18" charset="0"/>
              </a:rPr>
              <a:t>Variable K1 enables the add or subtract operation.</a:t>
            </a:r>
            <a:endParaRPr lang="en-US" altLang="es-ES" sz="2400" b="0" i="0" baseline="0">
              <a:cs typeface="Times New Roman" panose="02020603050405020304" pitchFamily="18" charset="0"/>
            </a:endParaRPr>
          </a:p>
          <a:p>
            <a:pPr>
              <a:lnSpc>
                <a:spcPct val="90000"/>
              </a:lnSpc>
              <a:spcBef>
                <a:spcPct val="20000"/>
              </a:spcBef>
              <a:buClr>
                <a:schemeClr val="hlink"/>
              </a:buClr>
              <a:buFont typeface="Wingdings" panose="05000000000000000000" pitchFamily="2" charset="2"/>
              <a:buChar char="§"/>
            </a:pPr>
            <a:r>
              <a:rPr lang="en-US" altLang="es-ES" sz="2400" i="0" baseline="0">
                <a:cs typeface="Times New Roman" panose="02020603050405020304" pitchFamily="18" charset="0"/>
              </a:rPr>
              <a:t>If X =0, then X =1 so                X K1 = 1, activating the addition of R1 and R2.</a:t>
            </a:r>
            <a:endParaRPr lang="en-US" altLang="es-ES" sz="2400" b="0" i="0" baseline="0">
              <a:cs typeface="Times New Roman" panose="02020603050405020304" pitchFamily="18" charset="0"/>
            </a:endParaRPr>
          </a:p>
          <a:p>
            <a:pPr>
              <a:lnSpc>
                <a:spcPct val="90000"/>
              </a:lnSpc>
              <a:spcBef>
                <a:spcPct val="20000"/>
              </a:spcBef>
              <a:buClr>
                <a:schemeClr val="hlink"/>
              </a:buClr>
              <a:buFont typeface="Wingdings" panose="05000000000000000000" pitchFamily="2" charset="2"/>
              <a:buChar char="§"/>
            </a:pPr>
            <a:r>
              <a:rPr lang="en-US" altLang="es-ES" sz="2400" i="0" baseline="0">
                <a:cs typeface="Times New Roman" panose="02020603050405020304" pitchFamily="18" charset="0"/>
              </a:rPr>
              <a:t>If X = 1, then X K1 = 1, activating the addition of R1 and the two's complement of R2 (subtract).</a:t>
            </a:r>
          </a:p>
        </p:txBody>
      </p:sp>
      <p:sp>
        <p:nvSpPr>
          <p:cNvPr id="12295" name="Line 6">
            <a:extLst>
              <a:ext uri="{FF2B5EF4-FFF2-40B4-BE49-F238E27FC236}">
                <a16:creationId xmlns:a16="http://schemas.microsoft.com/office/drawing/2014/main" id="{CCBE5641-CB96-49E5-F535-85B890735C01}"/>
              </a:ext>
            </a:extLst>
          </p:cNvPr>
          <p:cNvSpPr>
            <a:spLocks noChangeShapeType="1"/>
          </p:cNvSpPr>
          <p:nvPr/>
        </p:nvSpPr>
        <p:spPr bwMode="auto">
          <a:xfrm>
            <a:off x="5372100" y="1803400"/>
            <a:ext cx="2413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2296" name="Line 7">
            <a:extLst>
              <a:ext uri="{FF2B5EF4-FFF2-40B4-BE49-F238E27FC236}">
                <a16:creationId xmlns:a16="http://schemas.microsoft.com/office/drawing/2014/main" id="{92C9F440-0B72-EC2B-372F-08547B5F36FA}"/>
              </a:ext>
            </a:extLst>
          </p:cNvPr>
          <p:cNvSpPr>
            <a:spLocks noChangeShapeType="1"/>
          </p:cNvSpPr>
          <p:nvPr/>
        </p:nvSpPr>
        <p:spPr bwMode="auto">
          <a:xfrm>
            <a:off x="8083550" y="2259013"/>
            <a:ext cx="26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2297" name="Line 8">
            <a:extLst>
              <a:ext uri="{FF2B5EF4-FFF2-40B4-BE49-F238E27FC236}">
                <a16:creationId xmlns:a16="http://schemas.microsoft.com/office/drawing/2014/main" id="{51AE5086-9952-FE4B-B0F3-EFB66C7DF5B7}"/>
              </a:ext>
            </a:extLst>
          </p:cNvPr>
          <p:cNvSpPr>
            <a:spLocks noChangeShapeType="1"/>
          </p:cNvSpPr>
          <p:nvPr/>
        </p:nvSpPr>
        <p:spPr bwMode="auto">
          <a:xfrm>
            <a:off x="7086600" y="3403600"/>
            <a:ext cx="2413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2298" name="Line 9">
            <a:extLst>
              <a:ext uri="{FF2B5EF4-FFF2-40B4-BE49-F238E27FC236}">
                <a16:creationId xmlns:a16="http://schemas.microsoft.com/office/drawing/2014/main" id="{6CEF4397-AC99-083F-05A4-7821B138E623}"/>
              </a:ext>
            </a:extLst>
          </p:cNvPr>
          <p:cNvSpPr>
            <a:spLocks noChangeShapeType="1"/>
          </p:cNvSpPr>
          <p:nvPr/>
        </p:nvSpPr>
        <p:spPr bwMode="auto">
          <a:xfrm>
            <a:off x="5359400" y="3733800"/>
            <a:ext cx="2413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3 Marcador de número de diapositiva">
            <a:extLst>
              <a:ext uri="{FF2B5EF4-FFF2-40B4-BE49-F238E27FC236}">
                <a16:creationId xmlns:a16="http://schemas.microsoft.com/office/drawing/2014/main" id="{D7097BB5-8F5D-05C1-4ACC-F95508482A5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64EA3AFD-67F5-4FCC-985C-43F142D71DEC}" type="slidenum">
              <a:rPr lang="en-US" altLang="es-ES" sz="1600" b="0" i="0" baseline="0"/>
              <a:pPr/>
              <a:t>8</a:t>
            </a:fld>
            <a:endParaRPr lang="en-US" altLang="es-ES" sz="1600" b="0" i="0" baseline="0"/>
          </a:p>
        </p:txBody>
      </p:sp>
      <p:sp>
        <p:nvSpPr>
          <p:cNvPr id="13315" name="Rectangle 2">
            <a:extLst>
              <a:ext uri="{FF2B5EF4-FFF2-40B4-BE49-F238E27FC236}">
                <a16:creationId xmlns:a16="http://schemas.microsoft.com/office/drawing/2014/main" id="{13D95B1F-88E3-AEEC-F1C2-ED477BE570F7}"/>
              </a:ext>
            </a:extLst>
          </p:cNvPr>
          <p:cNvSpPr>
            <a:spLocks noGrp="1" noChangeArrowheads="1"/>
          </p:cNvSpPr>
          <p:nvPr>
            <p:ph type="title"/>
          </p:nvPr>
        </p:nvSpPr>
        <p:spPr/>
        <p:txBody>
          <a:bodyPr/>
          <a:lstStyle/>
          <a:p>
            <a:r>
              <a:rPr lang="en-US" altLang="es-ES">
                <a:solidFill>
                  <a:schemeClr val="tx1"/>
                </a:solidFill>
              </a:rPr>
              <a:t>Arithmetic Microoperations</a:t>
            </a:r>
          </a:p>
        </p:txBody>
      </p:sp>
      <p:sp>
        <p:nvSpPr>
          <p:cNvPr id="13316" name="Rectangle 3">
            <a:extLst>
              <a:ext uri="{FF2B5EF4-FFF2-40B4-BE49-F238E27FC236}">
                <a16:creationId xmlns:a16="http://schemas.microsoft.com/office/drawing/2014/main" id="{B2DEA90B-25EA-450F-6F8E-09D82C52EE0B}"/>
              </a:ext>
            </a:extLst>
          </p:cNvPr>
          <p:cNvSpPr>
            <a:spLocks noGrp="1" noChangeArrowheads="1"/>
          </p:cNvSpPr>
          <p:nvPr>
            <p:ph type="body" idx="1"/>
          </p:nvPr>
        </p:nvSpPr>
        <p:spPr/>
        <p:txBody>
          <a:bodyPr/>
          <a:lstStyle/>
          <a:p>
            <a:pPr marL="342900" indent="-342900"/>
            <a:r>
              <a:rPr lang="en-US" altLang="es-ES" sz="2800">
                <a:cs typeface="Times New Roman" panose="02020603050405020304" pitchFamily="18" charset="0"/>
              </a:rPr>
              <a:t>From</a:t>
            </a:r>
            <a:br>
              <a:rPr lang="en-US" altLang="es-ES" sz="2800">
                <a:cs typeface="Times New Roman" panose="02020603050405020304" pitchFamily="18" charset="0"/>
              </a:rPr>
            </a:br>
            <a:r>
              <a:rPr lang="en-US" altLang="es-ES" sz="2800">
                <a:cs typeface="Times New Roman" panose="02020603050405020304" pitchFamily="18" charset="0"/>
              </a:rPr>
              <a:t>Table</a:t>
            </a:r>
            <a:br>
              <a:rPr lang="en-US" altLang="es-ES" sz="2800">
                <a:cs typeface="Times New Roman" panose="02020603050405020304" pitchFamily="18" charset="0"/>
              </a:rPr>
            </a:br>
            <a:r>
              <a:rPr lang="en-US" altLang="es-ES" sz="2800">
                <a:cs typeface="Times New Roman" panose="02020603050405020304" pitchFamily="18" charset="0"/>
              </a:rPr>
              <a:t>7-3:</a:t>
            </a:r>
          </a:p>
          <a:p>
            <a:pPr marL="342900" indent="-342900"/>
            <a:endParaRPr lang="en-US" altLang="es-ES" sz="2800">
              <a:cs typeface="Times New Roman" panose="02020603050405020304" pitchFamily="18" charset="0"/>
            </a:endParaRPr>
          </a:p>
          <a:p>
            <a:pPr marL="342900" indent="-342900"/>
            <a:endParaRPr lang="en-US" altLang="es-ES" sz="2800">
              <a:cs typeface="Times New Roman" panose="02020603050405020304" pitchFamily="18" charset="0"/>
            </a:endParaRPr>
          </a:p>
          <a:p>
            <a:pPr marL="342900" indent="-342900"/>
            <a:endParaRPr lang="en-US" altLang="es-ES" sz="2800" b="0">
              <a:cs typeface="Times New Roman" panose="02020603050405020304" pitchFamily="18" charset="0"/>
            </a:endParaRPr>
          </a:p>
          <a:p>
            <a:pPr marL="342900" indent="-342900"/>
            <a:r>
              <a:rPr lang="en-US" altLang="es-ES" sz="2800">
                <a:cs typeface="Times New Roman" panose="02020603050405020304" pitchFamily="18" charset="0"/>
              </a:rPr>
              <a:t>Note that any register may be specified for source 1, source 2, or destination.</a:t>
            </a:r>
          </a:p>
          <a:p>
            <a:pPr marL="342900" indent="-342900"/>
            <a:r>
              <a:rPr lang="en-US" altLang="es-ES" sz="2800">
                <a:cs typeface="Times New Roman" panose="02020603050405020304" pitchFamily="18" charset="0"/>
              </a:rPr>
              <a:t>These simple microoperations operate on the whole word</a:t>
            </a:r>
            <a:endParaRPr lang="en-US" altLang="es-ES"/>
          </a:p>
        </p:txBody>
      </p:sp>
      <p:sp>
        <p:nvSpPr>
          <p:cNvPr id="13317" name="Rectangle 4">
            <a:extLst>
              <a:ext uri="{FF2B5EF4-FFF2-40B4-BE49-F238E27FC236}">
                <a16:creationId xmlns:a16="http://schemas.microsoft.com/office/drawing/2014/main" id="{AF59E276-411A-2181-3AE0-2EC125E2BE10}"/>
              </a:ext>
            </a:extLst>
          </p:cNvPr>
          <p:cNvSpPr>
            <a:spLocks noChangeArrowheads="1"/>
          </p:cNvSpPr>
          <p:nvPr/>
        </p:nvSpPr>
        <p:spPr bwMode="auto">
          <a:xfrm>
            <a:off x="2057400" y="2192338"/>
            <a:ext cx="17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18" name="Rectangle 5">
            <a:extLst>
              <a:ext uri="{FF2B5EF4-FFF2-40B4-BE49-F238E27FC236}">
                <a16:creationId xmlns:a16="http://schemas.microsoft.com/office/drawing/2014/main" id="{A688519D-73B2-710A-34E5-976993436775}"/>
              </a:ext>
            </a:extLst>
          </p:cNvPr>
          <p:cNvSpPr>
            <a:spLocks noChangeArrowheads="1"/>
          </p:cNvSpPr>
          <p:nvPr/>
        </p:nvSpPr>
        <p:spPr bwMode="auto">
          <a:xfrm>
            <a:off x="2074863" y="2192338"/>
            <a:ext cx="295433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19" name="Rectangle 6">
            <a:extLst>
              <a:ext uri="{FF2B5EF4-FFF2-40B4-BE49-F238E27FC236}">
                <a16:creationId xmlns:a16="http://schemas.microsoft.com/office/drawing/2014/main" id="{7EDDA95E-04DA-82C3-798E-C442E52CCBF8}"/>
              </a:ext>
            </a:extLst>
          </p:cNvPr>
          <p:cNvSpPr>
            <a:spLocks noChangeArrowheads="1"/>
          </p:cNvSpPr>
          <p:nvPr/>
        </p:nvSpPr>
        <p:spPr bwMode="auto">
          <a:xfrm>
            <a:off x="5029200" y="2192338"/>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20" name="Rectangle 7">
            <a:extLst>
              <a:ext uri="{FF2B5EF4-FFF2-40B4-BE49-F238E27FC236}">
                <a16:creationId xmlns:a16="http://schemas.microsoft.com/office/drawing/2014/main" id="{892787BE-3EA6-7BAE-EE76-0061A6F95877}"/>
              </a:ext>
            </a:extLst>
          </p:cNvPr>
          <p:cNvSpPr>
            <a:spLocks noChangeArrowheads="1"/>
          </p:cNvSpPr>
          <p:nvPr/>
        </p:nvSpPr>
        <p:spPr bwMode="auto">
          <a:xfrm>
            <a:off x="5038725" y="2192338"/>
            <a:ext cx="361473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21" name="Rectangle 8">
            <a:extLst>
              <a:ext uri="{FF2B5EF4-FFF2-40B4-BE49-F238E27FC236}">
                <a16:creationId xmlns:a16="http://schemas.microsoft.com/office/drawing/2014/main" id="{B5C3F7B3-CDA7-6B06-1D80-3297768F3926}"/>
              </a:ext>
            </a:extLst>
          </p:cNvPr>
          <p:cNvSpPr>
            <a:spLocks noChangeArrowheads="1"/>
          </p:cNvSpPr>
          <p:nvPr/>
        </p:nvSpPr>
        <p:spPr bwMode="auto">
          <a:xfrm>
            <a:off x="8653463" y="2192338"/>
            <a:ext cx="174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22" name="Rectangle 9">
            <a:extLst>
              <a:ext uri="{FF2B5EF4-FFF2-40B4-BE49-F238E27FC236}">
                <a16:creationId xmlns:a16="http://schemas.microsoft.com/office/drawing/2014/main" id="{60AFDD0B-ACC3-CA27-90EF-2D14B409F6C9}"/>
              </a:ext>
            </a:extLst>
          </p:cNvPr>
          <p:cNvSpPr>
            <a:spLocks noChangeArrowheads="1"/>
          </p:cNvSpPr>
          <p:nvPr/>
        </p:nvSpPr>
        <p:spPr bwMode="auto">
          <a:xfrm>
            <a:off x="2057400" y="3314700"/>
            <a:ext cx="17463"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23" name="Rectangle 10">
            <a:extLst>
              <a:ext uri="{FF2B5EF4-FFF2-40B4-BE49-F238E27FC236}">
                <a16:creationId xmlns:a16="http://schemas.microsoft.com/office/drawing/2014/main" id="{8EDBB71D-0909-A23F-9055-6DCD0158796D}"/>
              </a:ext>
            </a:extLst>
          </p:cNvPr>
          <p:cNvSpPr>
            <a:spLocks noChangeArrowheads="1"/>
          </p:cNvSpPr>
          <p:nvPr/>
        </p:nvSpPr>
        <p:spPr bwMode="auto">
          <a:xfrm>
            <a:off x="2074863" y="3314700"/>
            <a:ext cx="2954337"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24" name="Rectangle 11">
            <a:extLst>
              <a:ext uri="{FF2B5EF4-FFF2-40B4-BE49-F238E27FC236}">
                <a16:creationId xmlns:a16="http://schemas.microsoft.com/office/drawing/2014/main" id="{C15D4CC1-71E4-69C6-CE9F-C88BA75D4F00}"/>
              </a:ext>
            </a:extLst>
          </p:cNvPr>
          <p:cNvSpPr>
            <a:spLocks noChangeArrowheads="1"/>
          </p:cNvSpPr>
          <p:nvPr/>
        </p:nvSpPr>
        <p:spPr bwMode="auto">
          <a:xfrm>
            <a:off x="5029200" y="3314700"/>
            <a:ext cx="9525"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25" name="Rectangle 12">
            <a:extLst>
              <a:ext uri="{FF2B5EF4-FFF2-40B4-BE49-F238E27FC236}">
                <a16:creationId xmlns:a16="http://schemas.microsoft.com/office/drawing/2014/main" id="{0B5F99AD-70FE-1CCB-E619-FC8089B7384A}"/>
              </a:ext>
            </a:extLst>
          </p:cNvPr>
          <p:cNvSpPr>
            <a:spLocks noChangeArrowheads="1"/>
          </p:cNvSpPr>
          <p:nvPr/>
        </p:nvSpPr>
        <p:spPr bwMode="auto">
          <a:xfrm>
            <a:off x="5038725" y="3314700"/>
            <a:ext cx="3614738"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26" name="Rectangle 13">
            <a:extLst>
              <a:ext uri="{FF2B5EF4-FFF2-40B4-BE49-F238E27FC236}">
                <a16:creationId xmlns:a16="http://schemas.microsoft.com/office/drawing/2014/main" id="{9C4480F0-EE56-5A05-3A80-B3AE554E3446}"/>
              </a:ext>
            </a:extLst>
          </p:cNvPr>
          <p:cNvSpPr>
            <a:spLocks noChangeArrowheads="1"/>
          </p:cNvSpPr>
          <p:nvPr/>
        </p:nvSpPr>
        <p:spPr bwMode="auto">
          <a:xfrm>
            <a:off x="8653463" y="3314700"/>
            <a:ext cx="17462"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27" name="Rectangle 14">
            <a:extLst>
              <a:ext uri="{FF2B5EF4-FFF2-40B4-BE49-F238E27FC236}">
                <a16:creationId xmlns:a16="http://schemas.microsoft.com/office/drawing/2014/main" id="{6FCB66AC-AE58-17B0-DEB6-8324D35106B8}"/>
              </a:ext>
            </a:extLst>
          </p:cNvPr>
          <p:cNvSpPr>
            <a:spLocks noChangeArrowheads="1"/>
          </p:cNvSpPr>
          <p:nvPr/>
        </p:nvSpPr>
        <p:spPr bwMode="auto">
          <a:xfrm>
            <a:off x="2135188" y="4086225"/>
            <a:ext cx="85725"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 </a:t>
            </a:r>
            <a:endParaRPr lang="en-US" altLang="es-ES" sz="2400" b="0" i="0" baseline="0"/>
          </a:p>
        </p:txBody>
      </p:sp>
      <p:sp>
        <p:nvSpPr>
          <p:cNvPr id="13328" name="Rectangle 15">
            <a:extLst>
              <a:ext uri="{FF2B5EF4-FFF2-40B4-BE49-F238E27FC236}">
                <a16:creationId xmlns:a16="http://schemas.microsoft.com/office/drawing/2014/main" id="{E8F9210F-C193-F08B-9590-CFB986D73015}"/>
              </a:ext>
            </a:extLst>
          </p:cNvPr>
          <p:cNvSpPr>
            <a:spLocks noChangeArrowheads="1"/>
          </p:cNvSpPr>
          <p:nvPr/>
        </p:nvSpPr>
        <p:spPr bwMode="auto">
          <a:xfrm>
            <a:off x="2176463" y="1477963"/>
            <a:ext cx="2819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Symbolic Designation</a:t>
            </a:r>
            <a:endParaRPr lang="en-US" altLang="es-ES" sz="2400" b="0" i="0" baseline="0"/>
          </a:p>
        </p:txBody>
      </p:sp>
      <p:sp>
        <p:nvSpPr>
          <p:cNvPr id="13329" name="Rectangle 16">
            <a:extLst>
              <a:ext uri="{FF2B5EF4-FFF2-40B4-BE49-F238E27FC236}">
                <a16:creationId xmlns:a16="http://schemas.microsoft.com/office/drawing/2014/main" id="{8F5FEBFF-BD3B-6834-8708-E07E02CE40F5}"/>
              </a:ext>
            </a:extLst>
          </p:cNvPr>
          <p:cNvSpPr>
            <a:spLocks noChangeArrowheads="1"/>
          </p:cNvSpPr>
          <p:nvPr/>
        </p:nvSpPr>
        <p:spPr bwMode="auto">
          <a:xfrm>
            <a:off x="4927600" y="1477963"/>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330" name="Rectangle 17">
            <a:extLst>
              <a:ext uri="{FF2B5EF4-FFF2-40B4-BE49-F238E27FC236}">
                <a16:creationId xmlns:a16="http://schemas.microsoft.com/office/drawing/2014/main" id="{29A30BB0-7F18-23BC-B5F3-7BB2D5A9235C}"/>
              </a:ext>
            </a:extLst>
          </p:cNvPr>
          <p:cNvSpPr>
            <a:spLocks noChangeArrowheads="1"/>
          </p:cNvSpPr>
          <p:nvPr/>
        </p:nvSpPr>
        <p:spPr bwMode="auto">
          <a:xfrm>
            <a:off x="5103813" y="1477963"/>
            <a:ext cx="15065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Description</a:t>
            </a:r>
            <a:endParaRPr lang="en-US" altLang="es-ES" sz="2400" b="0" i="0" baseline="0"/>
          </a:p>
        </p:txBody>
      </p:sp>
      <p:sp>
        <p:nvSpPr>
          <p:cNvPr id="13331" name="Rectangle 18">
            <a:extLst>
              <a:ext uri="{FF2B5EF4-FFF2-40B4-BE49-F238E27FC236}">
                <a16:creationId xmlns:a16="http://schemas.microsoft.com/office/drawing/2014/main" id="{C29121E8-5536-352E-0DFF-AD3429DC3413}"/>
              </a:ext>
            </a:extLst>
          </p:cNvPr>
          <p:cNvSpPr>
            <a:spLocks noChangeArrowheads="1"/>
          </p:cNvSpPr>
          <p:nvPr/>
        </p:nvSpPr>
        <p:spPr bwMode="auto">
          <a:xfrm>
            <a:off x="6573838" y="1477963"/>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332" name="Rectangle 19">
            <a:extLst>
              <a:ext uri="{FF2B5EF4-FFF2-40B4-BE49-F238E27FC236}">
                <a16:creationId xmlns:a16="http://schemas.microsoft.com/office/drawing/2014/main" id="{FEEA5C73-F1C9-8A00-6076-BACF01B11987}"/>
              </a:ext>
            </a:extLst>
          </p:cNvPr>
          <p:cNvSpPr>
            <a:spLocks noChangeArrowheads="1"/>
          </p:cNvSpPr>
          <p:nvPr/>
        </p:nvSpPr>
        <p:spPr bwMode="auto">
          <a:xfrm>
            <a:off x="2057400" y="1447800"/>
            <a:ext cx="17463"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33" name="Line 20">
            <a:extLst>
              <a:ext uri="{FF2B5EF4-FFF2-40B4-BE49-F238E27FC236}">
                <a16:creationId xmlns:a16="http://schemas.microsoft.com/office/drawing/2014/main" id="{244DCAF8-CC05-C3BC-8F2B-EEE85DFDA68A}"/>
              </a:ext>
            </a:extLst>
          </p:cNvPr>
          <p:cNvSpPr>
            <a:spLocks noChangeShapeType="1"/>
          </p:cNvSpPr>
          <p:nvPr/>
        </p:nvSpPr>
        <p:spPr bwMode="auto">
          <a:xfrm>
            <a:off x="2057400" y="1447800"/>
            <a:ext cx="174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34" name="Line 21">
            <a:extLst>
              <a:ext uri="{FF2B5EF4-FFF2-40B4-BE49-F238E27FC236}">
                <a16:creationId xmlns:a16="http://schemas.microsoft.com/office/drawing/2014/main" id="{027642B6-8C54-12FD-B8D9-1C90D21ADC7C}"/>
              </a:ext>
            </a:extLst>
          </p:cNvPr>
          <p:cNvSpPr>
            <a:spLocks noChangeShapeType="1"/>
          </p:cNvSpPr>
          <p:nvPr/>
        </p:nvSpPr>
        <p:spPr bwMode="auto">
          <a:xfrm>
            <a:off x="2057400" y="1447800"/>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35" name="Rectangle 22">
            <a:extLst>
              <a:ext uri="{FF2B5EF4-FFF2-40B4-BE49-F238E27FC236}">
                <a16:creationId xmlns:a16="http://schemas.microsoft.com/office/drawing/2014/main" id="{72E8454C-EF3C-12AA-84BA-D47476B75C71}"/>
              </a:ext>
            </a:extLst>
          </p:cNvPr>
          <p:cNvSpPr>
            <a:spLocks noChangeArrowheads="1"/>
          </p:cNvSpPr>
          <p:nvPr/>
        </p:nvSpPr>
        <p:spPr bwMode="auto">
          <a:xfrm>
            <a:off x="2057400" y="1447800"/>
            <a:ext cx="17463"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36" name="Line 23">
            <a:extLst>
              <a:ext uri="{FF2B5EF4-FFF2-40B4-BE49-F238E27FC236}">
                <a16:creationId xmlns:a16="http://schemas.microsoft.com/office/drawing/2014/main" id="{67EFF2A9-9C3D-7BD5-02D9-59A95C60049F}"/>
              </a:ext>
            </a:extLst>
          </p:cNvPr>
          <p:cNvSpPr>
            <a:spLocks noChangeShapeType="1"/>
          </p:cNvSpPr>
          <p:nvPr/>
        </p:nvSpPr>
        <p:spPr bwMode="auto">
          <a:xfrm>
            <a:off x="2057400" y="1447800"/>
            <a:ext cx="174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37" name="Line 24">
            <a:extLst>
              <a:ext uri="{FF2B5EF4-FFF2-40B4-BE49-F238E27FC236}">
                <a16:creationId xmlns:a16="http://schemas.microsoft.com/office/drawing/2014/main" id="{5E08C5AE-65E8-D504-C094-6BDE7CD37FD6}"/>
              </a:ext>
            </a:extLst>
          </p:cNvPr>
          <p:cNvSpPr>
            <a:spLocks noChangeShapeType="1"/>
          </p:cNvSpPr>
          <p:nvPr/>
        </p:nvSpPr>
        <p:spPr bwMode="auto">
          <a:xfrm>
            <a:off x="2057400" y="1447800"/>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38" name="Rectangle 25">
            <a:extLst>
              <a:ext uri="{FF2B5EF4-FFF2-40B4-BE49-F238E27FC236}">
                <a16:creationId xmlns:a16="http://schemas.microsoft.com/office/drawing/2014/main" id="{3C0E9417-329B-05FE-41CA-0F0A3683F639}"/>
              </a:ext>
            </a:extLst>
          </p:cNvPr>
          <p:cNvSpPr>
            <a:spLocks noChangeArrowheads="1"/>
          </p:cNvSpPr>
          <p:nvPr/>
        </p:nvSpPr>
        <p:spPr bwMode="auto">
          <a:xfrm>
            <a:off x="2074863" y="1447800"/>
            <a:ext cx="2954337"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39" name="Line 26">
            <a:extLst>
              <a:ext uri="{FF2B5EF4-FFF2-40B4-BE49-F238E27FC236}">
                <a16:creationId xmlns:a16="http://schemas.microsoft.com/office/drawing/2014/main" id="{F590ABE2-511E-ED20-3FCD-04629436F762}"/>
              </a:ext>
            </a:extLst>
          </p:cNvPr>
          <p:cNvSpPr>
            <a:spLocks noChangeShapeType="1"/>
          </p:cNvSpPr>
          <p:nvPr/>
        </p:nvSpPr>
        <p:spPr bwMode="auto">
          <a:xfrm>
            <a:off x="2074863" y="1447800"/>
            <a:ext cx="29543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0" name="Rectangle 27">
            <a:extLst>
              <a:ext uri="{FF2B5EF4-FFF2-40B4-BE49-F238E27FC236}">
                <a16:creationId xmlns:a16="http://schemas.microsoft.com/office/drawing/2014/main" id="{AAEF999F-6E9C-1AC2-A4E6-951C7BD8C380}"/>
              </a:ext>
            </a:extLst>
          </p:cNvPr>
          <p:cNvSpPr>
            <a:spLocks noChangeArrowheads="1"/>
          </p:cNvSpPr>
          <p:nvPr/>
        </p:nvSpPr>
        <p:spPr bwMode="auto">
          <a:xfrm>
            <a:off x="5029200" y="1447800"/>
            <a:ext cx="17463"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41" name="Line 28">
            <a:extLst>
              <a:ext uri="{FF2B5EF4-FFF2-40B4-BE49-F238E27FC236}">
                <a16:creationId xmlns:a16="http://schemas.microsoft.com/office/drawing/2014/main" id="{A53CF1BA-92CE-7E83-3D42-B2F1ADF24D56}"/>
              </a:ext>
            </a:extLst>
          </p:cNvPr>
          <p:cNvSpPr>
            <a:spLocks noChangeShapeType="1"/>
          </p:cNvSpPr>
          <p:nvPr/>
        </p:nvSpPr>
        <p:spPr bwMode="auto">
          <a:xfrm>
            <a:off x="5029200" y="1447800"/>
            <a:ext cx="174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2" name="Line 29">
            <a:extLst>
              <a:ext uri="{FF2B5EF4-FFF2-40B4-BE49-F238E27FC236}">
                <a16:creationId xmlns:a16="http://schemas.microsoft.com/office/drawing/2014/main" id="{9809F032-BDA6-64AC-B007-DCD474522E06}"/>
              </a:ext>
            </a:extLst>
          </p:cNvPr>
          <p:cNvSpPr>
            <a:spLocks noChangeShapeType="1"/>
          </p:cNvSpPr>
          <p:nvPr/>
        </p:nvSpPr>
        <p:spPr bwMode="auto">
          <a:xfrm>
            <a:off x="5029200" y="1447800"/>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3" name="Rectangle 30">
            <a:extLst>
              <a:ext uri="{FF2B5EF4-FFF2-40B4-BE49-F238E27FC236}">
                <a16:creationId xmlns:a16="http://schemas.microsoft.com/office/drawing/2014/main" id="{40DD14F4-EF25-561F-A254-0BA10D678B19}"/>
              </a:ext>
            </a:extLst>
          </p:cNvPr>
          <p:cNvSpPr>
            <a:spLocks noChangeArrowheads="1"/>
          </p:cNvSpPr>
          <p:nvPr/>
        </p:nvSpPr>
        <p:spPr bwMode="auto">
          <a:xfrm>
            <a:off x="5046663" y="1447800"/>
            <a:ext cx="3606800"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44" name="Line 31">
            <a:extLst>
              <a:ext uri="{FF2B5EF4-FFF2-40B4-BE49-F238E27FC236}">
                <a16:creationId xmlns:a16="http://schemas.microsoft.com/office/drawing/2014/main" id="{D28F9CE6-F85B-BB5D-423B-43B08699834F}"/>
              </a:ext>
            </a:extLst>
          </p:cNvPr>
          <p:cNvSpPr>
            <a:spLocks noChangeShapeType="1"/>
          </p:cNvSpPr>
          <p:nvPr/>
        </p:nvSpPr>
        <p:spPr bwMode="auto">
          <a:xfrm>
            <a:off x="5046663" y="1447800"/>
            <a:ext cx="36068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5" name="Rectangle 32">
            <a:extLst>
              <a:ext uri="{FF2B5EF4-FFF2-40B4-BE49-F238E27FC236}">
                <a16:creationId xmlns:a16="http://schemas.microsoft.com/office/drawing/2014/main" id="{AA619598-DC99-F0A7-3AD3-7D2CB268C338}"/>
              </a:ext>
            </a:extLst>
          </p:cNvPr>
          <p:cNvSpPr>
            <a:spLocks noChangeArrowheads="1"/>
          </p:cNvSpPr>
          <p:nvPr/>
        </p:nvSpPr>
        <p:spPr bwMode="auto">
          <a:xfrm>
            <a:off x="8653463" y="1447800"/>
            <a:ext cx="17462"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46" name="Line 33">
            <a:extLst>
              <a:ext uri="{FF2B5EF4-FFF2-40B4-BE49-F238E27FC236}">
                <a16:creationId xmlns:a16="http://schemas.microsoft.com/office/drawing/2014/main" id="{FA365950-EF12-9E84-B109-4F676650C291}"/>
              </a:ext>
            </a:extLst>
          </p:cNvPr>
          <p:cNvSpPr>
            <a:spLocks noChangeShapeType="1"/>
          </p:cNvSpPr>
          <p:nvPr/>
        </p:nvSpPr>
        <p:spPr bwMode="auto">
          <a:xfrm>
            <a:off x="8653463" y="1447800"/>
            <a:ext cx="174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7" name="Line 34">
            <a:extLst>
              <a:ext uri="{FF2B5EF4-FFF2-40B4-BE49-F238E27FC236}">
                <a16:creationId xmlns:a16="http://schemas.microsoft.com/office/drawing/2014/main" id="{AAC7F7EF-2B37-1CED-A12D-9067DA10F97E}"/>
              </a:ext>
            </a:extLst>
          </p:cNvPr>
          <p:cNvSpPr>
            <a:spLocks noChangeShapeType="1"/>
          </p:cNvSpPr>
          <p:nvPr/>
        </p:nvSpPr>
        <p:spPr bwMode="auto">
          <a:xfrm>
            <a:off x="8653463" y="1447800"/>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8" name="Rectangle 35">
            <a:extLst>
              <a:ext uri="{FF2B5EF4-FFF2-40B4-BE49-F238E27FC236}">
                <a16:creationId xmlns:a16="http://schemas.microsoft.com/office/drawing/2014/main" id="{B30FA71B-E7DA-6BC8-BCDA-BDDEDE45558A}"/>
              </a:ext>
            </a:extLst>
          </p:cNvPr>
          <p:cNvSpPr>
            <a:spLocks noChangeArrowheads="1"/>
          </p:cNvSpPr>
          <p:nvPr/>
        </p:nvSpPr>
        <p:spPr bwMode="auto">
          <a:xfrm>
            <a:off x="8653463" y="1447800"/>
            <a:ext cx="17462"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49" name="Line 36">
            <a:extLst>
              <a:ext uri="{FF2B5EF4-FFF2-40B4-BE49-F238E27FC236}">
                <a16:creationId xmlns:a16="http://schemas.microsoft.com/office/drawing/2014/main" id="{855C9287-9599-5E45-2F31-E40463184A24}"/>
              </a:ext>
            </a:extLst>
          </p:cNvPr>
          <p:cNvSpPr>
            <a:spLocks noChangeShapeType="1"/>
          </p:cNvSpPr>
          <p:nvPr/>
        </p:nvSpPr>
        <p:spPr bwMode="auto">
          <a:xfrm>
            <a:off x="8653463" y="1447800"/>
            <a:ext cx="174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50" name="Line 37">
            <a:extLst>
              <a:ext uri="{FF2B5EF4-FFF2-40B4-BE49-F238E27FC236}">
                <a16:creationId xmlns:a16="http://schemas.microsoft.com/office/drawing/2014/main" id="{FB9D9B34-692C-FE72-6CFE-0D8E664E25B9}"/>
              </a:ext>
            </a:extLst>
          </p:cNvPr>
          <p:cNvSpPr>
            <a:spLocks noChangeShapeType="1"/>
          </p:cNvSpPr>
          <p:nvPr/>
        </p:nvSpPr>
        <p:spPr bwMode="auto">
          <a:xfrm>
            <a:off x="8653463" y="1447800"/>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51" name="Rectangle 38">
            <a:extLst>
              <a:ext uri="{FF2B5EF4-FFF2-40B4-BE49-F238E27FC236}">
                <a16:creationId xmlns:a16="http://schemas.microsoft.com/office/drawing/2014/main" id="{7FE79D64-4C8D-64A7-95BE-34AE83B10C86}"/>
              </a:ext>
            </a:extLst>
          </p:cNvPr>
          <p:cNvSpPr>
            <a:spLocks noChangeArrowheads="1"/>
          </p:cNvSpPr>
          <p:nvPr/>
        </p:nvSpPr>
        <p:spPr bwMode="auto">
          <a:xfrm>
            <a:off x="2057400" y="1465263"/>
            <a:ext cx="17463" cy="3540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52" name="Line 39">
            <a:extLst>
              <a:ext uri="{FF2B5EF4-FFF2-40B4-BE49-F238E27FC236}">
                <a16:creationId xmlns:a16="http://schemas.microsoft.com/office/drawing/2014/main" id="{E6571AC7-415F-D0D3-140F-6711068EFA52}"/>
              </a:ext>
            </a:extLst>
          </p:cNvPr>
          <p:cNvSpPr>
            <a:spLocks noChangeShapeType="1"/>
          </p:cNvSpPr>
          <p:nvPr/>
        </p:nvSpPr>
        <p:spPr bwMode="auto">
          <a:xfrm>
            <a:off x="2057400" y="1465263"/>
            <a:ext cx="1588" cy="354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53" name="Rectangle 40">
            <a:extLst>
              <a:ext uri="{FF2B5EF4-FFF2-40B4-BE49-F238E27FC236}">
                <a16:creationId xmlns:a16="http://schemas.microsoft.com/office/drawing/2014/main" id="{743B5688-127B-A75E-AF70-E4F249AB8C65}"/>
              </a:ext>
            </a:extLst>
          </p:cNvPr>
          <p:cNvSpPr>
            <a:spLocks noChangeArrowheads="1"/>
          </p:cNvSpPr>
          <p:nvPr/>
        </p:nvSpPr>
        <p:spPr bwMode="auto">
          <a:xfrm>
            <a:off x="5029200" y="1465263"/>
            <a:ext cx="9525" cy="3540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54" name="Line 41">
            <a:extLst>
              <a:ext uri="{FF2B5EF4-FFF2-40B4-BE49-F238E27FC236}">
                <a16:creationId xmlns:a16="http://schemas.microsoft.com/office/drawing/2014/main" id="{472A75B6-E28D-7673-C38D-C2A067B028A5}"/>
              </a:ext>
            </a:extLst>
          </p:cNvPr>
          <p:cNvSpPr>
            <a:spLocks noChangeShapeType="1"/>
          </p:cNvSpPr>
          <p:nvPr/>
        </p:nvSpPr>
        <p:spPr bwMode="auto">
          <a:xfrm>
            <a:off x="5029200" y="1465263"/>
            <a:ext cx="1588" cy="354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55" name="Rectangle 42">
            <a:extLst>
              <a:ext uri="{FF2B5EF4-FFF2-40B4-BE49-F238E27FC236}">
                <a16:creationId xmlns:a16="http://schemas.microsoft.com/office/drawing/2014/main" id="{8FF25AF2-26C6-E157-6C07-546B1F27E9B4}"/>
              </a:ext>
            </a:extLst>
          </p:cNvPr>
          <p:cNvSpPr>
            <a:spLocks noChangeArrowheads="1"/>
          </p:cNvSpPr>
          <p:nvPr/>
        </p:nvSpPr>
        <p:spPr bwMode="auto">
          <a:xfrm>
            <a:off x="8653463" y="1465263"/>
            <a:ext cx="17462" cy="3540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56" name="Line 43">
            <a:extLst>
              <a:ext uri="{FF2B5EF4-FFF2-40B4-BE49-F238E27FC236}">
                <a16:creationId xmlns:a16="http://schemas.microsoft.com/office/drawing/2014/main" id="{63A466AB-446E-0D88-F4CC-EC5B9B4B0452}"/>
              </a:ext>
            </a:extLst>
          </p:cNvPr>
          <p:cNvSpPr>
            <a:spLocks noChangeShapeType="1"/>
          </p:cNvSpPr>
          <p:nvPr/>
        </p:nvSpPr>
        <p:spPr bwMode="auto">
          <a:xfrm>
            <a:off x="8653463" y="1465263"/>
            <a:ext cx="1587" cy="354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57" name="Rectangle 44">
            <a:extLst>
              <a:ext uri="{FF2B5EF4-FFF2-40B4-BE49-F238E27FC236}">
                <a16:creationId xmlns:a16="http://schemas.microsoft.com/office/drawing/2014/main" id="{FADE03AE-D7C1-A1ED-FF14-5F0F6CD35A09}"/>
              </a:ext>
            </a:extLst>
          </p:cNvPr>
          <p:cNvSpPr>
            <a:spLocks noChangeArrowheads="1"/>
          </p:cNvSpPr>
          <p:nvPr/>
        </p:nvSpPr>
        <p:spPr bwMode="auto">
          <a:xfrm>
            <a:off x="2135188" y="1851025"/>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R0 </a:t>
            </a:r>
            <a:endParaRPr lang="en-US" altLang="es-ES" sz="2400" b="0" i="0" baseline="0"/>
          </a:p>
        </p:txBody>
      </p:sp>
      <p:sp>
        <p:nvSpPr>
          <p:cNvPr id="13358" name="Rectangle 45">
            <a:extLst>
              <a:ext uri="{FF2B5EF4-FFF2-40B4-BE49-F238E27FC236}">
                <a16:creationId xmlns:a16="http://schemas.microsoft.com/office/drawing/2014/main" id="{019CE03E-34BD-552F-8208-E34737757C17}"/>
              </a:ext>
            </a:extLst>
          </p:cNvPr>
          <p:cNvSpPr>
            <a:spLocks noChangeArrowheads="1"/>
          </p:cNvSpPr>
          <p:nvPr/>
        </p:nvSpPr>
        <p:spPr bwMode="auto">
          <a:xfrm>
            <a:off x="2571750" y="1827213"/>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3359" name="Rectangle 46">
            <a:extLst>
              <a:ext uri="{FF2B5EF4-FFF2-40B4-BE49-F238E27FC236}">
                <a16:creationId xmlns:a16="http://schemas.microsoft.com/office/drawing/2014/main" id="{6F5D7DBC-3534-169B-CFCC-76F353023189}"/>
              </a:ext>
            </a:extLst>
          </p:cNvPr>
          <p:cNvSpPr>
            <a:spLocks noChangeArrowheads="1"/>
          </p:cNvSpPr>
          <p:nvPr/>
        </p:nvSpPr>
        <p:spPr bwMode="auto">
          <a:xfrm>
            <a:off x="2867025" y="1851025"/>
            <a:ext cx="11477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R1 + R2</a:t>
            </a:r>
            <a:endParaRPr lang="en-US" altLang="es-ES" sz="2400" b="0" i="0" baseline="0"/>
          </a:p>
        </p:txBody>
      </p:sp>
      <p:sp>
        <p:nvSpPr>
          <p:cNvPr id="13360" name="Rectangle 47">
            <a:extLst>
              <a:ext uri="{FF2B5EF4-FFF2-40B4-BE49-F238E27FC236}">
                <a16:creationId xmlns:a16="http://schemas.microsoft.com/office/drawing/2014/main" id="{73208177-1969-EBAD-8378-6CC1F824E068}"/>
              </a:ext>
            </a:extLst>
          </p:cNvPr>
          <p:cNvSpPr>
            <a:spLocks noChangeArrowheads="1"/>
          </p:cNvSpPr>
          <p:nvPr/>
        </p:nvSpPr>
        <p:spPr bwMode="auto">
          <a:xfrm>
            <a:off x="3984625" y="18510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361" name="Rectangle 48">
            <a:extLst>
              <a:ext uri="{FF2B5EF4-FFF2-40B4-BE49-F238E27FC236}">
                <a16:creationId xmlns:a16="http://schemas.microsoft.com/office/drawing/2014/main" id="{1E749D2B-D0D7-F22B-8CF9-2BF6067EDDE8}"/>
              </a:ext>
            </a:extLst>
          </p:cNvPr>
          <p:cNvSpPr>
            <a:spLocks noChangeArrowheads="1"/>
          </p:cNvSpPr>
          <p:nvPr/>
        </p:nvSpPr>
        <p:spPr bwMode="auto">
          <a:xfrm>
            <a:off x="5103813" y="1839913"/>
            <a:ext cx="1152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Addition</a:t>
            </a:r>
            <a:endParaRPr lang="en-US" altLang="es-ES" sz="2400" b="0" i="0" baseline="0"/>
          </a:p>
        </p:txBody>
      </p:sp>
      <p:sp>
        <p:nvSpPr>
          <p:cNvPr id="13362" name="Rectangle 49">
            <a:extLst>
              <a:ext uri="{FF2B5EF4-FFF2-40B4-BE49-F238E27FC236}">
                <a16:creationId xmlns:a16="http://schemas.microsoft.com/office/drawing/2014/main" id="{FB833619-B32F-D5A3-6F80-17953D0C15CC}"/>
              </a:ext>
            </a:extLst>
          </p:cNvPr>
          <p:cNvSpPr>
            <a:spLocks noChangeArrowheads="1"/>
          </p:cNvSpPr>
          <p:nvPr/>
        </p:nvSpPr>
        <p:spPr bwMode="auto">
          <a:xfrm>
            <a:off x="6230938" y="1839913"/>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363" name="Rectangle 50">
            <a:extLst>
              <a:ext uri="{FF2B5EF4-FFF2-40B4-BE49-F238E27FC236}">
                <a16:creationId xmlns:a16="http://schemas.microsoft.com/office/drawing/2014/main" id="{33EBA945-E9B0-C70E-2CC8-6038E67A3A7B}"/>
              </a:ext>
            </a:extLst>
          </p:cNvPr>
          <p:cNvSpPr>
            <a:spLocks noChangeArrowheads="1"/>
          </p:cNvSpPr>
          <p:nvPr/>
        </p:nvSpPr>
        <p:spPr bwMode="auto">
          <a:xfrm>
            <a:off x="2057400" y="1819275"/>
            <a:ext cx="17463"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64" name="Line 51">
            <a:extLst>
              <a:ext uri="{FF2B5EF4-FFF2-40B4-BE49-F238E27FC236}">
                <a16:creationId xmlns:a16="http://schemas.microsoft.com/office/drawing/2014/main" id="{4D1FB4DF-A37A-149E-3C55-157456C3EBB5}"/>
              </a:ext>
            </a:extLst>
          </p:cNvPr>
          <p:cNvSpPr>
            <a:spLocks noChangeShapeType="1"/>
          </p:cNvSpPr>
          <p:nvPr/>
        </p:nvSpPr>
        <p:spPr bwMode="auto">
          <a:xfrm>
            <a:off x="2057400" y="1819275"/>
            <a:ext cx="174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65" name="Rectangle 52">
            <a:extLst>
              <a:ext uri="{FF2B5EF4-FFF2-40B4-BE49-F238E27FC236}">
                <a16:creationId xmlns:a16="http://schemas.microsoft.com/office/drawing/2014/main" id="{F34DA6CA-8A8B-9883-4594-8467C9825268}"/>
              </a:ext>
            </a:extLst>
          </p:cNvPr>
          <p:cNvSpPr>
            <a:spLocks noChangeArrowheads="1"/>
          </p:cNvSpPr>
          <p:nvPr/>
        </p:nvSpPr>
        <p:spPr bwMode="auto">
          <a:xfrm>
            <a:off x="2074863" y="1819275"/>
            <a:ext cx="2954337"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66" name="Line 53">
            <a:extLst>
              <a:ext uri="{FF2B5EF4-FFF2-40B4-BE49-F238E27FC236}">
                <a16:creationId xmlns:a16="http://schemas.microsoft.com/office/drawing/2014/main" id="{168CD528-038C-B775-C1A5-60161B1916AF}"/>
              </a:ext>
            </a:extLst>
          </p:cNvPr>
          <p:cNvSpPr>
            <a:spLocks noChangeShapeType="1"/>
          </p:cNvSpPr>
          <p:nvPr/>
        </p:nvSpPr>
        <p:spPr bwMode="auto">
          <a:xfrm>
            <a:off x="2074863" y="1819275"/>
            <a:ext cx="29543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67" name="Rectangle 54">
            <a:extLst>
              <a:ext uri="{FF2B5EF4-FFF2-40B4-BE49-F238E27FC236}">
                <a16:creationId xmlns:a16="http://schemas.microsoft.com/office/drawing/2014/main" id="{10E900DA-BF4F-C8C1-AF4C-2DE4A6210D4D}"/>
              </a:ext>
            </a:extLst>
          </p:cNvPr>
          <p:cNvSpPr>
            <a:spLocks noChangeArrowheads="1"/>
          </p:cNvSpPr>
          <p:nvPr/>
        </p:nvSpPr>
        <p:spPr bwMode="auto">
          <a:xfrm>
            <a:off x="5029200" y="1819275"/>
            <a:ext cx="9525"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68" name="Line 55">
            <a:extLst>
              <a:ext uri="{FF2B5EF4-FFF2-40B4-BE49-F238E27FC236}">
                <a16:creationId xmlns:a16="http://schemas.microsoft.com/office/drawing/2014/main" id="{D33437D5-C0B5-02C8-6B46-7540A16F6FFE}"/>
              </a:ext>
            </a:extLst>
          </p:cNvPr>
          <p:cNvSpPr>
            <a:spLocks noChangeShapeType="1"/>
          </p:cNvSpPr>
          <p:nvPr/>
        </p:nvSpPr>
        <p:spPr bwMode="auto">
          <a:xfrm>
            <a:off x="5029200" y="1819275"/>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69" name="Line 56">
            <a:extLst>
              <a:ext uri="{FF2B5EF4-FFF2-40B4-BE49-F238E27FC236}">
                <a16:creationId xmlns:a16="http://schemas.microsoft.com/office/drawing/2014/main" id="{7AF997C6-63D9-7C78-C53A-078B3CEB275A}"/>
              </a:ext>
            </a:extLst>
          </p:cNvPr>
          <p:cNvSpPr>
            <a:spLocks noChangeShapeType="1"/>
          </p:cNvSpPr>
          <p:nvPr/>
        </p:nvSpPr>
        <p:spPr bwMode="auto">
          <a:xfrm>
            <a:off x="5029200" y="1819275"/>
            <a:ext cx="1588" cy="79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70" name="Rectangle 57">
            <a:extLst>
              <a:ext uri="{FF2B5EF4-FFF2-40B4-BE49-F238E27FC236}">
                <a16:creationId xmlns:a16="http://schemas.microsoft.com/office/drawing/2014/main" id="{69539783-A361-0DF6-8490-EC347FB1EF0E}"/>
              </a:ext>
            </a:extLst>
          </p:cNvPr>
          <p:cNvSpPr>
            <a:spLocks noChangeArrowheads="1"/>
          </p:cNvSpPr>
          <p:nvPr/>
        </p:nvSpPr>
        <p:spPr bwMode="auto">
          <a:xfrm>
            <a:off x="5038725" y="1819275"/>
            <a:ext cx="3614738"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71" name="Line 58">
            <a:extLst>
              <a:ext uri="{FF2B5EF4-FFF2-40B4-BE49-F238E27FC236}">
                <a16:creationId xmlns:a16="http://schemas.microsoft.com/office/drawing/2014/main" id="{6C77242A-3FFC-D24C-9044-06B7A3993D6A}"/>
              </a:ext>
            </a:extLst>
          </p:cNvPr>
          <p:cNvSpPr>
            <a:spLocks noChangeShapeType="1"/>
          </p:cNvSpPr>
          <p:nvPr/>
        </p:nvSpPr>
        <p:spPr bwMode="auto">
          <a:xfrm>
            <a:off x="5038725" y="1819275"/>
            <a:ext cx="36147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72" name="Rectangle 59">
            <a:extLst>
              <a:ext uri="{FF2B5EF4-FFF2-40B4-BE49-F238E27FC236}">
                <a16:creationId xmlns:a16="http://schemas.microsoft.com/office/drawing/2014/main" id="{751FE9B4-B000-529D-A3DC-5EDB836870EF}"/>
              </a:ext>
            </a:extLst>
          </p:cNvPr>
          <p:cNvSpPr>
            <a:spLocks noChangeArrowheads="1"/>
          </p:cNvSpPr>
          <p:nvPr/>
        </p:nvSpPr>
        <p:spPr bwMode="auto">
          <a:xfrm>
            <a:off x="8653463" y="1819275"/>
            <a:ext cx="17462"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73" name="Line 60">
            <a:extLst>
              <a:ext uri="{FF2B5EF4-FFF2-40B4-BE49-F238E27FC236}">
                <a16:creationId xmlns:a16="http://schemas.microsoft.com/office/drawing/2014/main" id="{50115EB0-10BD-1B74-A895-55F66C7C7F1D}"/>
              </a:ext>
            </a:extLst>
          </p:cNvPr>
          <p:cNvSpPr>
            <a:spLocks noChangeShapeType="1"/>
          </p:cNvSpPr>
          <p:nvPr/>
        </p:nvSpPr>
        <p:spPr bwMode="auto">
          <a:xfrm>
            <a:off x="8653463" y="1819275"/>
            <a:ext cx="174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74" name="Rectangle 61">
            <a:extLst>
              <a:ext uri="{FF2B5EF4-FFF2-40B4-BE49-F238E27FC236}">
                <a16:creationId xmlns:a16="http://schemas.microsoft.com/office/drawing/2014/main" id="{A91CEE25-F6A3-F6EC-50F9-502B98F7249B}"/>
              </a:ext>
            </a:extLst>
          </p:cNvPr>
          <p:cNvSpPr>
            <a:spLocks noChangeArrowheads="1"/>
          </p:cNvSpPr>
          <p:nvPr/>
        </p:nvSpPr>
        <p:spPr bwMode="auto">
          <a:xfrm>
            <a:off x="2057400" y="1827213"/>
            <a:ext cx="17463"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75" name="Line 62">
            <a:extLst>
              <a:ext uri="{FF2B5EF4-FFF2-40B4-BE49-F238E27FC236}">
                <a16:creationId xmlns:a16="http://schemas.microsoft.com/office/drawing/2014/main" id="{19836ED4-E164-7BD0-4F29-A43C060612DE}"/>
              </a:ext>
            </a:extLst>
          </p:cNvPr>
          <p:cNvSpPr>
            <a:spLocks noChangeShapeType="1"/>
          </p:cNvSpPr>
          <p:nvPr/>
        </p:nvSpPr>
        <p:spPr bwMode="auto">
          <a:xfrm>
            <a:off x="2057400" y="1827213"/>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76" name="Rectangle 63">
            <a:extLst>
              <a:ext uri="{FF2B5EF4-FFF2-40B4-BE49-F238E27FC236}">
                <a16:creationId xmlns:a16="http://schemas.microsoft.com/office/drawing/2014/main" id="{EE88C394-4DE3-4D7E-61E5-2B58D90DA835}"/>
              </a:ext>
            </a:extLst>
          </p:cNvPr>
          <p:cNvSpPr>
            <a:spLocks noChangeArrowheads="1"/>
          </p:cNvSpPr>
          <p:nvPr/>
        </p:nvSpPr>
        <p:spPr bwMode="auto">
          <a:xfrm>
            <a:off x="5029200" y="1827213"/>
            <a:ext cx="9525"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77" name="Line 64">
            <a:extLst>
              <a:ext uri="{FF2B5EF4-FFF2-40B4-BE49-F238E27FC236}">
                <a16:creationId xmlns:a16="http://schemas.microsoft.com/office/drawing/2014/main" id="{6CDE6EF9-85EF-950A-7FE6-62DC281DF8B1}"/>
              </a:ext>
            </a:extLst>
          </p:cNvPr>
          <p:cNvSpPr>
            <a:spLocks noChangeShapeType="1"/>
          </p:cNvSpPr>
          <p:nvPr/>
        </p:nvSpPr>
        <p:spPr bwMode="auto">
          <a:xfrm>
            <a:off x="5029200" y="1827213"/>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78" name="Rectangle 65">
            <a:extLst>
              <a:ext uri="{FF2B5EF4-FFF2-40B4-BE49-F238E27FC236}">
                <a16:creationId xmlns:a16="http://schemas.microsoft.com/office/drawing/2014/main" id="{6665C056-8DF3-C892-6EE9-8C0AC1926919}"/>
              </a:ext>
            </a:extLst>
          </p:cNvPr>
          <p:cNvSpPr>
            <a:spLocks noChangeArrowheads="1"/>
          </p:cNvSpPr>
          <p:nvPr/>
        </p:nvSpPr>
        <p:spPr bwMode="auto">
          <a:xfrm>
            <a:off x="8653463" y="1827213"/>
            <a:ext cx="17462"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79" name="Line 66">
            <a:extLst>
              <a:ext uri="{FF2B5EF4-FFF2-40B4-BE49-F238E27FC236}">
                <a16:creationId xmlns:a16="http://schemas.microsoft.com/office/drawing/2014/main" id="{815B6D30-ECFD-EB86-750F-4E4F83458E89}"/>
              </a:ext>
            </a:extLst>
          </p:cNvPr>
          <p:cNvSpPr>
            <a:spLocks noChangeShapeType="1"/>
          </p:cNvSpPr>
          <p:nvPr/>
        </p:nvSpPr>
        <p:spPr bwMode="auto">
          <a:xfrm>
            <a:off x="8653463" y="1827213"/>
            <a:ext cx="1587"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80" name="Rectangle 67">
            <a:extLst>
              <a:ext uri="{FF2B5EF4-FFF2-40B4-BE49-F238E27FC236}">
                <a16:creationId xmlns:a16="http://schemas.microsoft.com/office/drawing/2014/main" id="{F8DF76F5-D9A6-CC5A-7B71-59F4EE449D58}"/>
              </a:ext>
            </a:extLst>
          </p:cNvPr>
          <p:cNvSpPr>
            <a:spLocks noChangeArrowheads="1"/>
          </p:cNvSpPr>
          <p:nvPr/>
        </p:nvSpPr>
        <p:spPr bwMode="auto">
          <a:xfrm>
            <a:off x="2135188" y="2225675"/>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R0 </a:t>
            </a:r>
            <a:endParaRPr lang="en-US" altLang="es-ES" sz="2400" b="0" i="0" baseline="0"/>
          </a:p>
        </p:txBody>
      </p:sp>
      <p:sp>
        <p:nvSpPr>
          <p:cNvPr id="13381" name="Rectangle 68">
            <a:extLst>
              <a:ext uri="{FF2B5EF4-FFF2-40B4-BE49-F238E27FC236}">
                <a16:creationId xmlns:a16="http://schemas.microsoft.com/office/drawing/2014/main" id="{85AA69C4-F504-1EBC-97DC-79D7B674DE78}"/>
              </a:ext>
            </a:extLst>
          </p:cNvPr>
          <p:cNvSpPr>
            <a:spLocks noChangeArrowheads="1"/>
          </p:cNvSpPr>
          <p:nvPr/>
        </p:nvSpPr>
        <p:spPr bwMode="auto">
          <a:xfrm>
            <a:off x="2571750" y="2201863"/>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3382" name="Rectangle 69">
            <a:extLst>
              <a:ext uri="{FF2B5EF4-FFF2-40B4-BE49-F238E27FC236}">
                <a16:creationId xmlns:a16="http://schemas.microsoft.com/office/drawing/2014/main" id="{6751CA58-BA2C-2F42-B816-20A813CD4382}"/>
              </a:ext>
            </a:extLst>
          </p:cNvPr>
          <p:cNvSpPr>
            <a:spLocks noChangeArrowheads="1"/>
          </p:cNvSpPr>
          <p:nvPr/>
        </p:nvSpPr>
        <p:spPr bwMode="auto">
          <a:xfrm>
            <a:off x="2947988" y="2211388"/>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R1 </a:t>
            </a:r>
            <a:endParaRPr lang="en-US" altLang="es-ES" sz="2400" b="0" i="0" baseline="0"/>
          </a:p>
        </p:txBody>
      </p:sp>
      <p:sp>
        <p:nvSpPr>
          <p:cNvPr id="13383" name="Rectangle 70">
            <a:extLst>
              <a:ext uri="{FF2B5EF4-FFF2-40B4-BE49-F238E27FC236}">
                <a16:creationId xmlns:a16="http://schemas.microsoft.com/office/drawing/2014/main" id="{E1C80EAD-8878-8007-2BFA-42D03A4155E1}"/>
              </a:ext>
            </a:extLst>
          </p:cNvPr>
          <p:cNvSpPr>
            <a:spLocks noChangeArrowheads="1"/>
          </p:cNvSpPr>
          <p:nvPr/>
        </p:nvSpPr>
        <p:spPr bwMode="auto">
          <a:xfrm>
            <a:off x="3589338" y="222567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384" name="Rectangle 71">
            <a:extLst>
              <a:ext uri="{FF2B5EF4-FFF2-40B4-BE49-F238E27FC236}">
                <a16:creationId xmlns:a16="http://schemas.microsoft.com/office/drawing/2014/main" id="{C1E2BFD5-7AA6-2498-8CAD-09E94B6E8D57}"/>
              </a:ext>
            </a:extLst>
          </p:cNvPr>
          <p:cNvSpPr>
            <a:spLocks noChangeArrowheads="1"/>
          </p:cNvSpPr>
          <p:nvPr/>
        </p:nvSpPr>
        <p:spPr bwMode="auto">
          <a:xfrm>
            <a:off x="5103813" y="2212975"/>
            <a:ext cx="2413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Ones Complement</a:t>
            </a:r>
            <a:endParaRPr lang="en-US" altLang="es-ES" sz="2400" b="0" i="0" baseline="0"/>
          </a:p>
        </p:txBody>
      </p:sp>
      <p:sp>
        <p:nvSpPr>
          <p:cNvPr id="13385" name="Rectangle 72">
            <a:extLst>
              <a:ext uri="{FF2B5EF4-FFF2-40B4-BE49-F238E27FC236}">
                <a16:creationId xmlns:a16="http://schemas.microsoft.com/office/drawing/2014/main" id="{371DF263-C0A8-DCA8-DEF9-2A1FB17C0610}"/>
              </a:ext>
            </a:extLst>
          </p:cNvPr>
          <p:cNvSpPr>
            <a:spLocks noChangeArrowheads="1"/>
          </p:cNvSpPr>
          <p:nvPr/>
        </p:nvSpPr>
        <p:spPr bwMode="auto">
          <a:xfrm>
            <a:off x="7451725" y="221297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386" name="Line 73">
            <a:extLst>
              <a:ext uri="{FF2B5EF4-FFF2-40B4-BE49-F238E27FC236}">
                <a16:creationId xmlns:a16="http://schemas.microsoft.com/office/drawing/2014/main" id="{F2F5A303-B009-8A8B-295B-32D0BAC4FB68}"/>
              </a:ext>
            </a:extLst>
          </p:cNvPr>
          <p:cNvSpPr>
            <a:spLocks noChangeShapeType="1"/>
          </p:cNvSpPr>
          <p:nvPr/>
        </p:nvSpPr>
        <p:spPr bwMode="auto">
          <a:xfrm>
            <a:off x="2057400" y="2192338"/>
            <a:ext cx="174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87" name="Line 74">
            <a:extLst>
              <a:ext uri="{FF2B5EF4-FFF2-40B4-BE49-F238E27FC236}">
                <a16:creationId xmlns:a16="http://schemas.microsoft.com/office/drawing/2014/main" id="{28DCC4CE-6DD6-9A06-5E40-9FF0F595DD5B}"/>
              </a:ext>
            </a:extLst>
          </p:cNvPr>
          <p:cNvSpPr>
            <a:spLocks noChangeShapeType="1"/>
          </p:cNvSpPr>
          <p:nvPr/>
        </p:nvSpPr>
        <p:spPr bwMode="auto">
          <a:xfrm>
            <a:off x="2074863" y="2192338"/>
            <a:ext cx="29543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88" name="Line 75">
            <a:extLst>
              <a:ext uri="{FF2B5EF4-FFF2-40B4-BE49-F238E27FC236}">
                <a16:creationId xmlns:a16="http://schemas.microsoft.com/office/drawing/2014/main" id="{11A20A10-B14E-77BC-B13A-7F9DE619BD10}"/>
              </a:ext>
            </a:extLst>
          </p:cNvPr>
          <p:cNvSpPr>
            <a:spLocks noChangeShapeType="1"/>
          </p:cNvSpPr>
          <p:nvPr/>
        </p:nvSpPr>
        <p:spPr bwMode="auto">
          <a:xfrm>
            <a:off x="5029200" y="2192338"/>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89" name="Line 76">
            <a:extLst>
              <a:ext uri="{FF2B5EF4-FFF2-40B4-BE49-F238E27FC236}">
                <a16:creationId xmlns:a16="http://schemas.microsoft.com/office/drawing/2014/main" id="{986A738B-70F8-38B2-52CE-8C92E7723C08}"/>
              </a:ext>
            </a:extLst>
          </p:cNvPr>
          <p:cNvSpPr>
            <a:spLocks noChangeShapeType="1"/>
          </p:cNvSpPr>
          <p:nvPr/>
        </p:nvSpPr>
        <p:spPr bwMode="auto">
          <a:xfrm>
            <a:off x="5029200" y="2192338"/>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0" name="Line 77">
            <a:extLst>
              <a:ext uri="{FF2B5EF4-FFF2-40B4-BE49-F238E27FC236}">
                <a16:creationId xmlns:a16="http://schemas.microsoft.com/office/drawing/2014/main" id="{6B2A6CC3-63AD-E9ED-9AF0-9911C9729421}"/>
              </a:ext>
            </a:extLst>
          </p:cNvPr>
          <p:cNvSpPr>
            <a:spLocks noChangeShapeType="1"/>
          </p:cNvSpPr>
          <p:nvPr/>
        </p:nvSpPr>
        <p:spPr bwMode="auto">
          <a:xfrm>
            <a:off x="5038725" y="2192338"/>
            <a:ext cx="36147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1" name="Line 78">
            <a:extLst>
              <a:ext uri="{FF2B5EF4-FFF2-40B4-BE49-F238E27FC236}">
                <a16:creationId xmlns:a16="http://schemas.microsoft.com/office/drawing/2014/main" id="{6A35C02F-8375-A9DB-AAAF-220E700DDA26}"/>
              </a:ext>
            </a:extLst>
          </p:cNvPr>
          <p:cNvSpPr>
            <a:spLocks noChangeShapeType="1"/>
          </p:cNvSpPr>
          <p:nvPr/>
        </p:nvSpPr>
        <p:spPr bwMode="auto">
          <a:xfrm>
            <a:off x="8653463" y="2192338"/>
            <a:ext cx="174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2" name="Rectangle 79">
            <a:extLst>
              <a:ext uri="{FF2B5EF4-FFF2-40B4-BE49-F238E27FC236}">
                <a16:creationId xmlns:a16="http://schemas.microsoft.com/office/drawing/2014/main" id="{DCCE13D1-1B04-19BA-F6FA-4B3B51D85E98}"/>
              </a:ext>
            </a:extLst>
          </p:cNvPr>
          <p:cNvSpPr>
            <a:spLocks noChangeArrowheads="1"/>
          </p:cNvSpPr>
          <p:nvPr/>
        </p:nvSpPr>
        <p:spPr bwMode="auto">
          <a:xfrm>
            <a:off x="2057400" y="2201863"/>
            <a:ext cx="17463"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93" name="Line 80">
            <a:extLst>
              <a:ext uri="{FF2B5EF4-FFF2-40B4-BE49-F238E27FC236}">
                <a16:creationId xmlns:a16="http://schemas.microsoft.com/office/drawing/2014/main" id="{F20F7F42-B357-5EB1-A461-8D0D5825BA39}"/>
              </a:ext>
            </a:extLst>
          </p:cNvPr>
          <p:cNvSpPr>
            <a:spLocks noChangeShapeType="1"/>
          </p:cNvSpPr>
          <p:nvPr/>
        </p:nvSpPr>
        <p:spPr bwMode="auto">
          <a:xfrm>
            <a:off x="2057400" y="2201863"/>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4" name="Rectangle 81">
            <a:extLst>
              <a:ext uri="{FF2B5EF4-FFF2-40B4-BE49-F238E27FC236}">
                <a16:creationId xmlns:a16="http://schemas.microsoft.com/office/drawing/2014/main" id="{9D11220D-9EA2-A483-4377-56D1E11FDBCE}"/>
              </a:ext>
            </a:extLst>
          </p:cNvPr>
          <p:cNvSpPr>
            <a:spLocks noChangeArrowheads="1"/>
          </p:cNvSpPr>
          <p:nvPr/>
        </p:nvSpPr>
        <p:spPr bwMode="auto">
          <a:xfrm>
            <a:off x="5029200" y="2201863"/>
            <a:ext cx="9525"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95" name="Line 82">
            <a:extLst>
              <a:ext uri="{FF2B5EF4-FFF2-40B4-BE49-F238E27FC236}">
                <a16:creationId xmlns:a16="http://schemas.microsoft.com/office/drawing/2014/main" id="{BDF49440-3A3C-4C25-EEBE-8D179A7919C3}"/>
              </a:ext>
            </a:extLst>
          </p:cNvPr>
          <p:cNvSpPr>
            <a:spLocks noChangeShapeType="1"/>
          </p:cNvSpPr>
          <p:nvPr/>
        </p:nvSpPr>
        <p:spPr bwMode="auto">
          <a:xfrm>
            <a:off x="5029200" y="2201863"/>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6" name="Rectangle 83">
            <a:extLst>
              <a:ext uri="{FF2B5EF4-FFF2-40B4-BE49-F238E27FC236}">
                <a16:creationId xmlns:a16="http://schemas.microsoft.com/office/drawing/2014/main" id="{F3AF6E8B-CBCE-3F6C-1011-EA03DA16B39B}"/>
              </a:ext>
            </a:extLst>
          </p:cNvPr>
          <p:cNvSpPr>
            <a:spLocks noChangeArrowheads="1"/>
          </p:cNvSpPr>
          <p:nvPr/>
        </p:nvSpPr>
        <p:spPr bwMode="auto">
          <a:xfrm>
            <a:off x="8653463" y="2201863"/>
            <a:ext cx="17462"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397" name="Line 84">
            <a:extLst>
              <a:ext uri="{FF2B5EF4-FFF2-40B4-BE49-F238E27FC236}">
                <a16:creationId xmlns:a16="http://schemas.microsoft.com/office/drawing/2014/main" id="{1422C723-2037-6791-8BAC-D9EDC27E72C0}"/>
              </a:ext>
            </a:extLst>
          </p:cNvPr>
          <p:cNvSpPr>
            <a:spLocks noChangeShapeType="1"/>
          </p:cNvSpPr>
          <p:nvPr/>
        </p:nvSpPr>
        <p:spPr bwMode="auto">
          <a:xfrm>
            <a:off x="8653463" y="2201863"/>
            <a:ext cx="1587"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8" name="Rectangle 85">
            <a:extLst>
              <a:ext uri="{FF2B5EF4-FFF2-40B4-BE49-F238E27FC236}">
                <a16:creationId xmlns:a16="http://schemas.microsoft.com/office/drawing/2014/main" id="{03792AD5-B903-9505-91B2-5CB99625A086}"/>
              </a:ext>
            </a:extLst>
          </p:cNvPr>
          <p:cNvSpPr>
            <a:spLocks noChangeArrowheads="1"/>
          </p:cNvSpPr>
          <p:nvPr/>
        </p:nvSpPr>
        <p:spPr bwMode="auto">
          <a:xfrm>
            <a:off x="2135188" y="2598738"/>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R0 </a:t>
            </a:r>
            <a:endParaRPr lang="en-US" altLang="es-ES" sz="2400" b="0" i="0" baseline="0"/>
          </a:p>
        </p:txBody>
      </p:sp>
      <p:sp>
        <p:nvSpPr>
          <p:cNvPr id="13399" name="Rectangle 86">
            <a:extLst>
              <a:ext uri="{FF2B5EF4-FFF2-40B4-BE49-F238E27FC236}">
                <a16:creationId xmlns:a16="http://schemas.microsoft.com/office/drawing/2014/main" id="{E5834926-7826-AEFE-8650-26C68240BC82}"/>
              </a:ext>
            </a:extLst>
          </p:cNvPr>
          <p:cNvSpPr>
            <a:spLocks noChangeArrowheads="1"/>
          </p:cNvSpPr>
          <p:nvPr/>
        </p:nvSpPr>
        <p:spPr bwMode="auto">
          <a:xfrm>
            <a:off x="2571750" y="2574925"/>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3400" name="Rectangle 87">
            <a:extLst>
              <a:ext uri="{FF2B5EF4-FFF2-40B4-BE49-F238E27FC236}">
                <a16:creationId xmlns:a16="http://schemas.microsoft.com/office/drawing/2014/main" id="{970A6516-6F71-A9B1-D63E-9D052872C48F}"/>
              </a:ext>
            </a:extLst>
          </p:cNvPr>
          <p:cNvSpPr>
            <a:spLocks noChangeArrowheads="1"/>
          </p:cNvSpPr>
          <p:nvPr/>
        </p:nvSpPr>
        <p:spPr bwMode="auto">
          <a:xfrm>
            <a:off x="2867025" y="2598738"/>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01" name="Rectangle 88">
            <a:extLst>
              <a:ext uri="{FF2B5EF4-FFF2-40B4-BE49-F238E27FC236}">
                <a16:creationId xmlns:a16="http://schemas.microsoft.com/office/drawing/2014/main" id="{ACD29355-1B9E-3A16-CF20-D13D5479BA5E}"/>
              </a:ext>
            </a:extLst>
          </p:cNvPr>
          <p:cNvSpPr>
            <a:spLocks noChangeArrowheads="1"/>
          </p:cNvSpPr>
          <p:nvPr/>
        </p:nvSpPr>
        <p:spPr bwMode="auto">
          <a:xfrm>
            <a:off x="2919413" y="2598738"/>
            <a:ext cx="8509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R1 + 1</a:t>
            </a:r>
            <a:endParaRPr lang="en-US" altLang="es-ES" sz="2400" b="0" i="0" baseline="0"/>
          </a:p>
        </p:txBody>
      </p:sp>
      <p:sp>
        <p:nvSpPr>
          <p:cNvPr id="13402" name="Rectangle 89">
            <a:extLst>
              <a:ext uri="{FF2B5EF4-FFF2-40B4-BE49-F238E27FC236}">
                <a16:creationId xmlns:a16="http://schemas.microsoft.com/office/drawing/2014/main" id="{0C8D418A-B6E5-C61C-7ABD-0710DB9A191B}"/>
              </a:ext>
            </a:extLst>
          </p:cNvPr>
          <p:cNvSpPr>
            <a:spLocks noChangeArrowheads="1"/>
          </p:cNvSpPr>
          <p:nvPr/>
        </p:nvSpPr>
        <p:spPr bwMode="auto">
          <a:xfrm>
            <a:off x="3983038" y="2598738"/>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03" name="Rectangle 90">
            <a:extLst>
              <a:ext uri="{FF2B5EF4-FFF2-40B4-BE49-F238E27FC236}">
                <a16:creationId xmlns:a16="http://schemas.microsoft.com/office/drawing/2014/main" id="{822D955C-85C0-EC9B-D468-C3F14DE49664}"/>
              </a:ext>
            </a:extLst>
          </p:cNvPr>
          <p:cNvSpPr>
            <a:spLocks noChangeArrowheads="1"/>
          </p:cNvSpPr>
          <p:nvPr/>
        </p:nvSpPr>
        <p:spPr bwMode="auto">
          <a:xfrm>
            <a:off x="5103813" y="2587625"/>
            <a:ext cx="25320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Two's Complement</a:t>
            </a:r>
            <a:endParaRPr lang="en-US" altLang="es-ES" sz="2400" b="0" i="0" baseline="0"/>
          </a:p>
        </p:txBody>
      </p:sp>
      <p:sp>
        <p:nvSpPr>
          <p:cNvPr id="13404" name="Rectangle 91">
            <a:extLst>
              <a:ext uri="{FF2B5EF4-FFF2-40B4-BE49-F238E27FC236}">
                <a16:creationId xmlns:a16="http://schemas.microsoft.com/office/drawing/2014/main" id="{CF45E30D-31D6-83C4-51DA-536E2ED4AC86}"/>
              </a:ext>
            </a:extLst>
          </p:cNvPr>
          <p:cNvSpPr>
            <a:spLocks noChangeArrowheads="1"/>
          </p:cNvSpPr>
          <p:nvPr/>
        </p:nvSpPr>
        <p:spPr bwMode="auto">
          <a:xfrm>
            <a:off x="7570788" y="25876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05" name="Rectangle 92">
            <a:extLst>
              <a:ext uri="{FF2B5EF4-FFF2-40B4-BE49-F238E27FC236}">
                <a16:creationId xmlns:a16="http://schemas.microsoft.com/office/drawing/2014/main" id="{70560D7F-3EB7-CC78-B592-54BE34BE5141}"/>
              </a:ext>
            </a:extLst>
          </p:cNvPr>
          <p:cNvSpPr>
            <a:spLocks noChangeArrowheads="1"/>
          </p:cNvSpPr>
          <p:nvPr/>
        </p:nvSpPr>
        <p:spPr bwMode="auto">
          <a:xfrm>
            <a:off x="2057400" y="2566988"/>
            <a:ext cx="17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06" name="Line 93">
            <a:extLst>
              <a:ext uri="{FF2B5EF4-FFF2-40B4-BE49-F238E27FC236}">
                <a16:creationId xmlns:a16="http://schemas.microsoft.com/office/drawing/2014/main" id="{3D44D49E-6774-92A5-B1EF-9349E1B9517B}"/>
              </a:ext>
            </a:extLst>
          </p:cNvPr>
          <p:cNvSpPr>
            <a:spLocks noChangeShapeType="1"/>
          </p:cNvSpPr>
          <p:nvPr/>
        </p:nvSpPr>
        <p:spPr bwMode="auto">
          <a:xfrm>
            <a:off x="2057400" y="2566988"/>
            <a:ext cx="174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07" name="Rectangle 94">
            <a:extLst>
              <a:ext uri="{FF2B5EF4-FFF2-40B4-BE49-F238E27FC236}">
                <a16:creationId xmlns:a16="http://schemas.microsoft.com/office/drawing/2014/main" id="{AEA51B2B-D9F3-C503-D078-2C8F435E4CC8}"/>
              </a:ext>
            </a:extLst>
          </p:cNvPr>
          <p:cNvSpPr>
            <a:spLocks noChangeArrowheads="1"/>
          </p:cNvSpPr>
          <p:nvPr/>
        </p:nvSpPr>
        <p:spPr bwMode="auto">
          <a:xfrm>
            <a:off x="2074863" y="2566988"/>
            <a:ext cx="295433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08" name="Line 95">
            <a:extLst>
              <a:ext uri="{FF2B5EF4-FFF2-40B4-BE49-F238E27FC236}">
                <a16:creationId xmlns:a16="http://schemas.microsoft.com/office/drawing/2014/main" id="{62A012AC-E1DD-8539-B6EE-05839E956C36}"/>
              </a:ext>
            </a:extLst>
          </p:cNvPr>
          <p:cNvSpPr>
            <a:spLocks noChangeShapeType="1"/>
          </p:cNvSpPr>
          <p:nvPr/>
        </p:nvSpPr>
        <p:spPr bwMode="auto">
          <a:xfrm>
            <a:off x="2074863" y="2566988"/>
            <a:ext cx="29543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09" name="Rectangle 96">
            <a:extLst>
              <a:ext uri="{FF2B5EF4-FFF2-40B4-BE49-F238E27FC236}">
                <a16:creationId xmlns:a16="http://schemas.microsoft.com/office/drawing/2014/main" id="{A4EEB881-7D7B-13E7-7F81-38C8F4DBF91B}"/>
              </a:ext>
            </a:extLst>
          </p:cNvPr>
          <p:cNvSpPr>
            <a:spLocks noChangeArrowheads="1"/>
          </p:cNvSpPr>
          <p:nvPr/>
        </p:nvSpPr>
        <p:spPr bwMode="auto">
          <a:xfrm>
            <a:off x="5029200" y="2566988"/>
            <a:ext cx="952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10" name="Line 97">
            <a:extLst>
              <a:ext uri="{FF2B5EF4-FFF2-40B4-BE49-F238E27FC236}">
                <a16:creationId xmlns:a16="http://schemas.microsoft.com/office/drawing/2014/main" id="{332C1D70-5AAB-BEC9-1984-817F29390811}"/>
              </a:ext>
            </a:extLst>
          </p:cNvPr>
          <p:cNvSpPr>
            <a:spLocks noChangeShapeType="1"/>
          </p:cNvSpPr>
          <p:nvPr/>
        </p:nvSpPr>
        <p:spPr bwMode="auto">
          <a:xfrm>
            <a:off x="5029200" y="2566988"/>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1" name="Line 98">
            <a:extLst>
              <a:ext uri="{FF2B5EF4-FFF2-40B4-BE49-F238E27FC236}">
                <a16:creationId xmlns:a16="http://schemas.microsoft.com/office/drawing/2014/main" id="{92CD8764-3875-B229-6416-567F93635657}"/>
              </a:ext>
            </a:extLst>
          </p:cNvPr>
          <p:cNvSpPr>
            <a:spLocks noChangeShapeType="1"/>
          </p:cNvSpPr>
          <p:nvPr/>
        </p:nvSpPr>
        <p:spPr bwMode="auto">
          <a:xfrm>
            <a:off x="5029200" y="2566988"/>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2" name="Rectangle 99">
            <a:extLst>
              <a:ext uri="{FF2B5EF4-FFF2-40B4-BE49-F238E27FC236}">
                <a16:creationId xmlns:a16="http://schemas.microsoft.com/office/drawing/2014/main" id="{43E1BDBF-C9A3-80AB-F03A-2A1D46C12E1C}"/>
              </a:ext>
            </a:extLst>
          </p:cNvPr>
          <p:cNvSpPr>
            <a:spLocks noChangeArrowheads="1"/>
          </p:cNvSpPr>
          <p:nvPr/>
        </p:nvSpPr>
        <p:spPr bwMode="auto">
          <a:xfrm>
            <a:off x="5038725" y="2566988"/>
            <a:ext cx="361473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13" name="Line 100">
            <a:extLst>
              <a:ext uri="{FF2B5EF4-FFF2-40B4-BE49-F238E27FC236}">
                <a16:creationId xmlns:a16="http://schemas.microsoft.com/office/drawing/2014/main" id="{41CDA33E-8314-7542-359A-76ACAE998F21}"/>
              </a:ext>
            </a:extLst>
          </p:cNvPr>
          <p:cNvSpPr>
            <a:spLocks noChangeShapeType="1"/>
          </p:cNvSpPr>
          <p:nvPr/>
        </p:nvSpPr>
        <p:spPr bwMode="auto">
          <a:xfrm>
            <a:off x="5038725" y="2566988"/>
            <a:ext cx="36147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4" name="Rectangle 101">
            <a:extLst>
              <a:ext uri="{FF2B5EF4-FFF2-40B4-BE49-F238E27FC236}">
                <a16:creationId xmlns:a16="http://schemas.microsoft.com/office/drawing/2014/main" id="{B0268033-D17E-DF58-6C18-436DA3A5F3AC}"/>
              </a:ext>
            </a:extLst>
          </p:cNvPr>
          <p:cNvSpPr>
            <a:spLocks noChangeArrowheads="1"/>
          </p:cNvSpPr>
          <p:nvPr/>
        </p:nvSpPr>
        <p:spPr bwMode="auto">
          <a:xfrm>
            <a:off x="8653463" y="2566988"/>
            <a:ext cx="17462"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15" name="Line 102">
            <a:extLst>
              <a:ext uri="{FF2B5EF4-FFF2-40B4-BE49-F238E27FC236}">
                <a16:creationId xmlns:a16="http://schemas.microsoft.com/office/drawing/2014/main" id="{05EB8309-D97E-7603-D5DC-F741DD09D112}"/>
              </a:ext>
            </a:extLst>
          </p:cNvPr>
          <p:cNvSpPr>
            <a:spLocks noChangeShapeType="1"/>
          </p:cNvSpPr>
          <p:nvPr/>
        </p:nvSpPr>
        <p:spPr bwMode="auto">
          <a:xfrm>
            <a:off x="8653463" y="2566988"/>
            <a:ext cx="174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6" name="Rectangle 103">
            <a:extLst>
              <a:ext uri="{FF2B5EF4-FFF2-40B4-BE49-F238E27FC236}">
                <a16:creationId xmlns:a16="http://schemas.microsoft.com/office/drawing/2014/main" id="{A0EAC510-FB79-F4C8-9F95-52DEE8644935}"/>
              </a:ext>
            </a:extLst>
          </p:cNvPr>
          <p:cNvSpPr>
            <a:spLocks noChangeArrowheads="1"/>
          </p:cNvSpPr>
          <p:nvPr/>
        </p:nvSpPr>
        <p:spPr bwMode="auto">
          <a:xfrm>
            <a:off x="2057400" y="2574925"/>
            <a:ext cx="17463"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17" name="Line 104">
            <a:extLst>
              <a:ext uri="{FF2B5EF4-FFF2-40B4-BE49-F238E27FC236}">
                <a16:creationId xmlns:a16="http://schemas.microsoft.com/office/drawing/2014/main" id="{D054D786-1294-DD36-2034-9CA509C81BE2}"/>
              </a:ext>
            </a:extLst>
          </p:cNvPr>
          <p:cNvSpPr>
            <a:spLocks noChangeShapeType="1"/>
          </p:cNvSpPr>
          <p:nvPr/>
        </p:nvSpPr>
        <p:spPr bwMode="auto">
          <a:xfrm>
            <a:off x="2057400" y="2574925"/>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8" name="Rectangle 105">
            <a:extLst>
              <a:ext uri="{FF2B5EF4-FFF2-40B4-BE49-F238E27FC236}">
                <a16:creationId xmlns:a16="http://schemas.microsoft.com/office/drawing/2014/main" id="{4E721BBD-B423-A0B3-9FED-7A62C4BA2A28}"/>
              </a:ext>
            </a:extLst>
          </p:cNvPr>
          <p:cNvSpPr>
            <a:spLocks noChangeArrowheads="1"/>
          </p:cNvSpPr>
          <p:nvPr/>
        </p:nvSpPr>
        <p:spPr bwMode="auto">
          <a:xfrm>
            <a:off x="5029200" y="2574925"/>
            <a:ext cx="9525"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19" name="Line 106">
            <a:extLst>
              <a:ext uri="{FF2B5EF4-FFF2-40B4-BE49-F238E27FC236}">
                <a16:creationId xmlns:a16="http://schemas.microsoft.com/office/drawing/2014/main" id="{7D0FC6EB-4C92-88CD-D860-FC04A9EDD8EE}"/>
              </a:ext>
            </a:extLst>
          </p:cNvPr>
          <p:cNvSpPr>
            <a:spLocks noChangeShapeType="1"/>
          </p:cNvSpPr>
          <p:nvPr/>
        </p:nvSpPr>
        <p:spPr bwMode="auto">
          <a:xfrm>
            <a:off x="5029200" y="2574925"/>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20" name="Rectangle 107">
            <a:extLst>
              <a:ext uri="{FF2B5EF4-FFF2-40B4-BE49-F238E27FC236}">
                <a16:creationId xmlns:a16="http://schemas.microsoft.com/office/drawing/2014/main" id="{FC9009DC-D26D-9666-AA0E-2774FB6CB15F}"/>
              </a:ext>
            </a:extLst>
          </p:cNvPr>
          <p:cNvSpPr>
            <a:spLocks noChangeArrowheads="1"/>
          </p:cNvSpPr>
          <p:nvPr/>
        </p:nvSpPr>
        <p:spPr bwMode="auto">
          <a:xfrm>
            <a:off x="8653463" y="2574925"/>
            <a:ext cx="17462"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21" name="Line 108">
            <a:extLst>
              <a:ext uri="{FF2B5EF4-FFF2-40B4-BE49-F238E27FC236}">
                <a16:creationId xmlns:a16="http://schemas.microsoft.com/office/drawing/2014/main" id="{9C82DAFB-B122-0EB9-9756-5D81A28DE830}"/>
              </a:ext>
            </a:extLst>
          </p:cNvPr>
          <p:cNvSpPr>
            <a:spLocks noChangeShapeType="1"/>
          </p:cNvSpPr>
          <p:nvPr/>
        </p:nvSpPr>
        <p:spPr bwMode="auto">
          <a:xfrm>
            <a:off x="8653463" y="2574925"/>
            <a:ext cx="1587"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22" name="Rectangle 109">
            <a:extLst>
              <a:ext uri="{FF2B5EF4-FFF2-40B4-BE49-F238E27FC236}">
                <a16:creationId xmlns:a16="http://schemas.microsoft.com/office/drawing/2014/main" id="{98D689F3-47F6-F20A-2150-46BA73085602}"/>
              </a:ext>
            </a:extLst>
          </p:cNvPr>
          <p:cNvSpPr>
            <a:spLocks noChangeArrowheads="1"/>
          </p:cNvSpPr>
          <p:nvPr/>
        </p:nvSpPr>
        <p:spPr bwMode="auto">
          <a:xfrm>
            <a:off x="2135188" y="2973388"/>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R0 </a:t>
            </a:r>
            <a:endParaRPr lang="en-US" altLang="es-ES" sz="2400" b="0" i="0" baseline="0"/>
          </a:p>
        </p:txBody>
      </p:sp>
      <p:sp>
        <p:nvSpPr>
          <p:cNvPr id="13423" name="Rectangle 110">
            <a:extLst>
              <a:ext uri="{FF2B5EF4-FFF2-40B4-BE49-F238E27FC236}">
                <a16:creationId xmlns:a16="http://schemas.microsoft.com/office/drawing/2014/main" id="{B036EA14-D846-6699-A6C9-4F302D03F8FA}"/>
              </a:ext>
            </a:extLst>
          </p:cNvPr>
          <p:cNvSpPr>
            <a:spLocks noChangeArrowheads="1"/>
          </p:cNvSpPr>
          <p:nvPr/>
        </p:nvSpPr>
        <p:spPr bwMode="auto">
          <a:xfrm>
            <a:off x="2571750" y="2949575"/>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3424" name="Rectangle 111">
            <a:extLst>
              <a:ext uri="{FF2B5EF4-FFF2-40B4-BE49-F238E27FC236}">
                <a16:creationId xmlns:a16="http://schemas.microsoft.com/office/drawing/2014/main" id="{A16714E1-02DD-9EF1-C459-77A59720FC34}"/>
              </a:ext>
            </a:extLst>
          </p:cNvPr>
          <p:cNvSpPr>
            <a:spLocks noChangeArrowheads="1"/>
          </p:cNvSpPr>
          <p:nvPr/>
        </p:nvSpPr>
        <p:spPr bwMode="auto">
          <a:xfrm>
            <a:off x="2867025" y="2973388"/>
            <a:ext cx="7334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R2 +</a:t>
            </a:r>
            <a:endParaRPr lang="en-US" altLang="es-ES" sz="2400" b="0" i="0" baseline="0"/>
          </a:p>
        </p:txBody>
      </p:sp>
      <p:sp>
        <p:nvSpPr>
          <p:cNvPr id="13425" name="Rectangle 112">
            <a:extLst>
              <a:ext uri="{FF2B5EF4-FFF2-40B4-BE49-F238E27FC236}">
                <a16:creationId xmlns:a16="http://schemas.microsoft.com/office/drawing/2014/main" id="{2550916B-B63B-A999-5EFE-91294F4A3285}"/>
              </a:ext>
            </a:extLst>
          </p:cNvPr>
          <p:cNvSpPr>
            <a:spLocks noChangeArrowheads="1"/>
          </p:cNvSpPr>
          <p:nvPr/>
        </p:nvSpPr>
        <p:spPr bwMode="auto">
          <a:xfrm>
            <a:off x="3678238" y="2973388"/>
            <a:ext cx="8509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R1 + 1</a:t>
            </a:r>
            <a:endParaRPr lang="en-US" altLang="es-ES" sz="2400" b="0" i="0" baseline="0"/>
          </a:p>
        </p:txBody>
      </p:sp>
      <p:sp>
        <p:nvSpPr>
          <p:cNvPr id="13426" name="Rectangle 113">
            <a:extLst>
              <a:ext uri="{FF2B5EF4-FFF2-40B4-BE49-F238E27FC236}">
                <a16:creationId xmlns:a16="http://schemas.microsoft.com/office/drawing/2014/main" id="{B90913D3-BAD2-6EFC-07DF-C702A6B96BDB}"/>
              </a:ext>
            </a:extLst>
          </p:cNvPr>
          <p:cNvSpPr>
            <a:spLocks noChangeArrowheads="1"/>
          </p:cNvSpPr>
          <p:nvPr/>
        </p:nvSpPr>
        <p:spPr bwMode="auto">
          <a:xfrm>
            <a:off x="4589463" y="2973388"/>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27" name="Rectangle 114">
            <a:extLst>
              <a:ext uri="{FF2B5EF4-FFF2-40B4-BE49-F238E27FC236}">
                <a16:creationId xmlns:a16="http://schemas.microsoft.com/office/drawing/2014/main" id="{D58491B2-4E21-C71A-F447-C3526CC4FAF4}"/>
              </a:ext>
            </a:extLst>
          </p:cNvPr>
          <p:cNvSpPr>
            <a:spLocks noChangeArrowheads="1"/>
          </p:cNvSpPr>
          <p:nvPr/>
        </p:nvSpPr>
        <p:spPr bwMode="auto">
          <a:xfrm>
            <a:off x="5103813" y="2960688"/>
            <a:ext cx="3203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R2 minus R1 (2's Comp)</a:t>
            </a:r>
            <a:endParaRPr lang="en-US" altLang="es-ES" sz="2400" b="0" i="0" baseline="0"/>
          </a:p>
        </p:txBody>
      </p:sp>
      <p:sp>
        <p:nvSpPr>
          <p:cNvPr id="13428" name="Rectangle 115">
            <a:extLst>
              <a:ext uri="{FF2B5EF4-FFF2-40B4-BE49-F238E27FC236}">
                <a16:creationId xmlns:a16="http://schemas.microsoft.com/office/drawing/2014/main" id="{BAF35D6D-8D6D-B129-507B-39CFD087080D}"/>
              </a:ext>
            </a:extLst>
          </p:cNvPr>
          <p:cNvSpPr>
            <a:spLocks noChangeArrowheads="1"/>
          </p:cNvSpPr>
          <p:nvPr/>
        </p:nvSpPr>
        <p:spPr bwMode="auto">
          <a:xfrm>
            <a:off x="8221663" y="2960688"/>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29" name="Rectangle 116">
            <a:extLst>
              <a:ext uri="{FF2B5EF4-FFF2-40B4-BE49-F238E27FC236}">
                <a16:creationId xmlns:a16="http://schemas.microsoft.com/office/drawing/2014/main" id="{3C3F438D-DCB7-97FD-65A3-DEAFA83A9FCD}"/>
              </a:ext>
            </a:extLst>
          </p:cNvPr>
          <p:cNvSpPr>
            <a:spLocks noChangeArrowheads="1"/>
          </p:cNvSpPr>
          <p:nvPr/>
        </p:nvSpPr>
        <p:spPr bwMode="auto">
          <a:xfrm>
            <a:off x="2057400" y="2940050"/>
            <a:ext cx="17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30" name="Line 117">
            <a:extLst>
              <a:ext uri="{FF2B5EF4-FFF2-40B4-BE49-F238E27FC236}">
                <a16:creationId xmlns:a16="http://schemas.microsoft.com/office/drawing/2014/main" id="{5172D63E-67C5-3D1D-39E6-6B87BDA6F9D0}"/>
              </a:ext>
            </a:extLst>
          </p:cNvPr>
          <p:cNvSpPr>
            <a:spLocks noChangeShapeType="1"/>
          </p:cNvSpPr>
          <p:nvPr/>
        </p:nvSpPr>
        <p:spPr bwMode="auto">
          <a:xfrm>
            <a:off x="2057400" y="2940050"/>
            <a:ext cx="174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31" name="Rectangle 118">
            <a:extLst>
              <a:ext uri="{FF2B5EF4-FFF2-40B4-BE49-F238E27FC236}">
                <a16:creationId xmlns:a16="http://schemas.microsoft.com/office/drawing/2014/main" id="{9C49B019-3AE1-C6F4-5A7E-22CDD8ACF2B8}"/>
              </a:ext>
            </a:extLst>
          </p:cNvPr>
          <p:cNvSpPr>
            <a:spLocks noChangeArrowheads="1"/>
          </p:cNvSpPr>
          <p:nvPr/>
        </p:nvSpPr>
        <p:spPr bwMode="auto">
          <a:xfrm>
            <a:off x="2074863" y="2940050"/>
            <a:ext cx="295433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32" name="Rectangle 119">
            <a:extLst>
              <a:ext uri="{FF2B5EF4-FFF2-40B4-BE49-F238E27FC236}">
                <a16:creationId xmlns:a16="http://schemas.microsoft.com/office/drawing/2014/main" id="{315B4B5E-1B15-FA96-E700-B94EE2BFD86E}"/>
              </a:ext>
            </a:extLst>
          </p:cNvPr>
          <p:cNvSpPr>
            <a:spLocks noChangeArrowheads="1"/>
          </p:cNvSpPr>
          <p:nvPr/>
        </p:nvSpPr>
        <p:spPr bwMode="auto">
          <a:xfrm>
            <a:off x="5029200" y="294005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33" name="Line 120">
            <a:extLst>
              <a:ext uri="{FF2B5EF4-FFF2-40B4-BE49-F238E27FC236}">
                <a16:creationId xmlns:a16="http://schemas.microsoft.com/office/drawing/2014/main" id="{CD3A541A-D59B-8050-C6E3-524D30FE5914}"/>
              </a:ext>
            </a:extLst>
          </p:cNvPr>
          <p:cNvSpPr>
            <a:spLocks noChangeShapeType="1"/>
          </p:cNvSpPr>
          <p:nvPr/>
        </p:nvSpPr>
        <p:spPr bwMode="auto">
          <a:xfrm>
            <a:off x="5029200" y="294005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34" name="Line 121">
            <a:extLst>
              <a:ext uri="{FF2B5EF4-FFF2-40B4-BE49-F238E27FC236}">
                <a16:creationId xmlns:a16="http://schemas.microsoft.com/office/drawing/2014/main" id="{B469F0B6-1F75-19F8-ECC0-B87B4AD25360}"/>
              </a:ext>
            </a:extLst>
          </p:cNvPr>
          <p:cNvSpPr>
            <a:spLocks noChangeShapeType="1"/>
          </p:cNvSpPr>
          <p:nvPr/>
        </p:nvSpPr>
        <p:spPr bwMode="auto">
          <a:xfrm>
            <a:off x="5029200" y="294005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35" name="Rectangle 122">
            <a:extLst>
              <a:ext uri="{FF2B5EF4-FFF2-40B4-BE49-F238E27FC236}">
                <a16:creationId xmlns:a16="http://schemas.microsoft.com/office/drawing/2014/main" id="{6E846952-A775-F746-BFA8-7206B796F21A}"/>
              </a:ext>
            </a:extLst>
          </p:cNvPr>
          <p:cNvSpPr>
            <a:spLocks noChangeArrowheads="1"/>
          </p:cNvSpPr>
          <p:nvPr/>
        </p:nvSpPr>
        <p:spPr bwMode="auto">
          <a:xfrm>
            <a:off x="5038725" y="2940050"/>
            <a:ext cx="361473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36" name="Rectangle 123">
            <a:extLst>
              <a:ext uri="{FF2B5EF4-FFF2-40B4-BE49-F238E27FC236}">
                <a16:creationId xmlns:a16="http://schemas.microsoft.com/office/drawing/2014/main" id="{9C46F29C-7728-5BD0-672A-DC70F9106F0F}"/>
              </a:ext>
            </a:extLst>
          </p:cNvPr>
          <p:cNvSpPr>
            <a:spLocks noChangeArrowheads="1"/>
          </p:cNvSpPr>
          <p:nvPr/>
        </p:nvSpPr>
        <p:spPr bwMode="auto">
          <a:xfrm>
            <a:off x="8653463" y="2940050"/>
            <a:ext cx="174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37" name="Line 124">
            <a:extLst>
              <a:ext uri="{FF2B5EF4-FFF2-40B4-BE49-F238E27FC236}">
                <a16:creationId xmlns:a16="http://schemas.microsoft.com/office/drawing/2014/main" id="{B72CDB8B-4419-871F-A1AE-3C5617C1DE61}"/>
              </a:ext>
            </a:extLst>
          </p:cNvPr>
          <p:cNvSpPr>
            <a:spLocks noChangeShapeType="1"/>
          </p:cNvSpPr>
          <p:nvPr/>
        </p:nvSpPr>
        <p:spPr bwMode="auto">
          <a:xfrm>
            <a:off x="8653463" y="2940050"/>
            <a:ext cx="174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38" name="Rectangle 125">
            <a:extLst>
              <a:ext uri="{FF2B5EF4-FFF2-40B4-BE49-F238E27FC236}">
                <a16:creationId xmlns:a16="http://schemas.microsoft.com/office/drawing/2014/main" id="{B97DBFD4-C9E1-0B44-79C2-5C2C27A1F8DB}"/>
              </a:ext>
            </a:extLst>
          </p:cNvPr>
          <p:cNvSpPr>
            <a:spLocks noChangeArrowheads="1"/>
          </p:cNvSpPr>
          <p:nvPr/>
        </p:nvSpPr>
        <p:spPr bwMode="auto">
          <a:xfrm>
            <a:off x="2057400" y="2949575"/>
            <a:ext cx="17463"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39" name="Line 126">
            <a:extLst>
              <a:ext uri="{FF2B5EF4-FFF2-40B4-BE49-F238E27FC236}">
                <a16:creationId xmlns:a16="http://schemas.microsoft.com/office/drawing/2014/main" id="{CC92F0F9-3124-7B0C-4239-E7B97F5223F4}"/>
              </a:ext>
            </a:extLst>
          </p:cNvPr>
          <p:cNvSpPr>
            <a:spLocks noChangeShapeType="1"/>
          </p:cNvSpPr>
          <p:nvPr/>
        </p:nvSpPr>
        <p:spPr bwMode="auto">
          <a:xfrm>
            <a:off x="2057400" y="2949575"/>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40" name="Rectangle 127">
            <a:extLst>
              <a:ext uri="{FF2B5EF4-FFF2-40B4-BE49-F238E27FC236}">
                <a16:creationId xmlns:a16="http://schemas.microsoft.com/office/drawing/2014/main" id="{AF55725F-A2C8-3A42-7C89-67C5CF317172}"/>
              </a:ext>
            </a:extLst>
          </p:cNvPr>
          <p:cNvSpPr>
            <a:spLocks noChangeArrowheads="1"/>
          </p:cNvSpPr>
          <p:nvPr/>
        </p:nvSpPr>
        <p:spPr bwMode="auto">
          <a:xfrm>
            <a:off x="5029200" y="2949575"/>
            <a:ext cx="9525"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41" name="Line 128">
            <a:extLst>
              <a:ext uri="{FF2B5EF4-FFF2-40B4-BE49-F238E27FC236}">
                <a16:creationId xmlns:a16="http://schemas.microsoft.com/office/drawing/2014/main" id="{EE562C56-6A56-DCE8-8EDF-9EB08AA892D8}"/>
              </a:ext>
            </a:extLst>
          </p:cNvPr>
          <p:cNvSpPr>
            <a:spLocks noChangeShapeType="1"/>
          </p:cNvSpPr>
          <p:nvPr/>
        </p:nvSpPr>
        <p:spPr bwMode="auto">
          <a:xfrm>
            <a:off x="5029200" y="2949575"/>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42" name="Rectangle 129">
            <a:extLst>
              <a:ext uri="{FF2B5EF4-FFF2-40B4-BE49-F238E27FC236}">
                <a16:creationId xmlns:a16="http://schemas.microsoft.com/office/drawing/2014/main" id="{CEFBBBE8-A6ED-405B-6163-B00EDF67E79C}"/>
              </a:ext>
            </a:extLst>
          </p:cNvPr>
          <p:cNvSpPr>
            <a:spLocks noChangeArrowheads="1"/>
          </p:cNvSpPr>
          <p:nvPr/>
        </p:nvSpPr>
        <p:spPr bwMode="auto">
          <a:xfrm>
            <a:off x="8653463" y="2949575"/>
            <a:ext cx="17462"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43" name="Line 130">
            <a:extLst>
              <a:ext uri="{FF2B5EF4-FFF2-40B4-BE49-F238E27FC236}">
                <a16:creationId xmlns:a16="http://schemas.microsoft.com/office/drawing/2014/main" id="{75DC2D2D-8E59-48D2-1476-31BBCAEFFD47}"/>
              </a:ext>
            </a:extLst>
          </p:cNvPr>
          <p:cNvSpPr>
            <a:spLocks noChangeShapeType="1"/>
          </p:cNvSpPr>
          <p:nvPr/>
        </p:nvSpPr>
        <p:spPr bwMode="auto">
          <a:xfrm>
            <a:off x="8653463" y="2949575"/>
            <a:ext cx="1587"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44" name="Rectangle 131">
            <a:extLst>
              <a:ext uri="{FF2B5EF4-FFF2-40B4-BE49-F238E27FC236}">
                <a16:creationId xmlns:a16="http://schemas.microsoft.com/office/drawing/2014/main" id="{EF604A28-CC7D-D0DB-C449-9D810D3D2906}"/>
              </a:ext>
            </a:extLst>
          </p:cNvPr>
          <p:cNvSpPr>
            <a:spLocks noChangeArrowheads="1"/>
          </p:cNvSpPr>
          <p:nvPr/>
        </p:nvSpPr>
        <p:spPr bwMode="auto">
          <a:xfrm>
            <a:off x="2135188" y="3346450"/>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R1 </a:t>
            </a:r>
            <a:endParaRPr lang="en-US" altLang="es-ES" sz="2400" b="0" i="0" baseline="0"/>
          </a:p>
        </p:txBody>
      </p:sp>
      <p:sp>
        <p:nvSpPr>
          <p:cNvPr id="13445" name="Rectangle 132">
            <a:extLst>
              <a:ext uri="{FF2B5EF4-FFF2-40B4-BE49-F238E27FC236}">
                <a16:creationId xmlns:a16="http://schemas.microsoft.com/office/drawing/2014/main" id="{5EDCCBB1-7F60-7A91-512F-EE57F9663DAB}"/>
              </a:ext>
            </a:extLst>
          </p:cNvPr>
          <p:cNvSpPr>
            <a:spLocks noChangeArrowheads="1"/>
          </p:cNvSpPr>
          <p:nvPr/>
        </p:nvSpPr>
        <p:spPr bwMode="auto">
          <a:xfrm>
            <a:off x="2571750" y="3322638"/>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3446" name="Rectangle 133">
            <a:extLst>
              <a:ext uri="{FF2B5EF4-FFF2-40B4-BE49-F238E27FC236}">
                <a16:creationId xmlns:a16="http://schemas.microsoft.com/office/drawing/2014/main" id="{ABE637ED-C748-4ADA-0832-3FA11CDE9063}"/>
              </a:ext>
            </a:extLst>
          </p:cNvPr>
          <p:cNvSpPr>
            <a:spLocks noChangeArrowheads="1"/>
          </p:cNvSpPr>
          <p:nvPr/>
        </p:nvSpPr>
        <p:spPr bwMode="auto">
          <a:xfrm>
            <a:off x="2867025" y="3346450"/>
            <a:ext cx="927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R1 + 1</a:t>
            </a:r>
            <a:endParaRPr lang="en-US" altLang="es-ES" sz="2400" b="0" i="0" baseline="0"/>
          </a:p>
        </p:txBody>
      </p:sp>
      <p:sp>
        <p:nvSpPr>
          <p:cNvPr id="13447" name="Rectangle 134">
            <a:extLst>
              <a:ext uri="{FF2B5EF4-FFF2-40B4-BE49-F238E27FC236}">
                <a16:creationId xmlns:a16="http://schemas.microsoft.com/office/drawing/2014/main" id="{C021D197-8685-7B0D-F5B3-210168855F99}"/>
              </a:ext>
            </a:extLst>
          </p:cNvPr>
          <p:cNvSpPr>
            <a:spLocks noChangeArrowheads="1"/>
          </p:cNvSpPr>
          <p:nvPr/>
        </p:nvSpPr>
        <p:spPr bwMode="auto">
          <a:xfrm>
            <a:off x="3770313" y="3346450"/>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48" name="Rectangle 135">
            <a:extLst>
              <a:ext uri="{FF2B5EF4-FFF2-40B4-BE49-F238E27FC236}">
                <a16:creationId xmlns:a16="http://schemas.microsoft.com/office/drawing/2014/main" id="{D4DC33A4-6984-61C5-68F2-B03CF7F23F96}"/>
              </a:ext>
            </a:extLst>
          </p:cNvPr>
          <p:cNvSpPr>
            <a:spLocks noChangeArrowheads="1"/>
          </p:cNvSpPr>
          <p:nvPr/>
        </p:nvSpPr>
        <p:spPr bwMode="auto">
          <a:xfrm>
            <a:off x="5103813" y="3335338"/>
            <a:ext cx="2778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Increment (count up)</a:t>
            </a:r>
            <a:endParaRPr lang="en-US" altLang="es-ES" sz="2400" b="0" i="0" baseline="0"/>
          </a:p>
        </p:txBody>
      </p:sp>
      <p:sp>
        <p:nvSpPr>
          <p:cNvPr id="13449" name="Rectangle 136">
            <a:extLst>
              <a:ext uri="{FF2B5EF4-FFF2-40B4-BE49-F238E27FC236}">
                <a16:creationId xmlns:a16="http://schemas.microsoft.com/office/drawing/2014/main" id="{5F7FA772-F16B-D299-F815-86CA22B5C000}"/>
              </a:ext>
            </a:extLst>
          </p:cNvPr>
          <p:cNvSpPr>
            <a:spLocks noChangeArrowheads="1"/>
          </p:cNvSpPr>
          <p:nvPr/>
        </p:nvSpPr>
        <p:spPr bwMode="auto">
          <a:xfrm>
            <a:off x="7808913" y="3335338"/>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50" name="Line 137">
            <a:extLst>
              <a:ext uri="{FF2B5EF4-FFF2-40B4-BE49-F238E27FC236}">
                <a16:creationId xmlns:a16="http://schemas.microsoft.com/office/drawing/2014/main" id="{F76DCCB0-788E-B5A3-8926-40480E46E4E7}"/>
              </a:ext>
            </a:extLst>
          </p:cNvPr>
          <p:cNvSpPr>
            <a:spLocks noChangeShapeType="1"/>
          </p:cNvSpPr>
          <p:nvPr/>
        </p:nvSpPr>
        <p:spPr bwMode="auto">
          <a:xfrm>
            <a:off x="2057400" y="3314700"/>
            <a:ext cx="174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51" name="Line 138">
            <a:extLst>
              <a:ext uri="{FF2B5EF4-FFF2-40B4-BE49-F238E27FC236}">
                <a16:creationId xmlns:a16="http://schemas.microsoft.com/office/drawing/2014/main" id="{87CF2403-AC92-8414-1F8F-BC54CFCEE193}"/>
              </a:ext>
            </a:extLst>
          </p:cNvPr>
          <p:cNvSpPr>
            <a:spLocks noChangeShapeType="1"/>
          </p:cNvSpPr>
          <p:nvPr/>
        </p:nvSpPr>
        <p:spPr bwMode="auto">
          <a:xfrm>
            <a:off x="2074863" y="3314700"/>
            <a:ext cx="29543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52" name="Line 139">
            <a:extLst>
              <a:ext uri="{FF2B5EF4-FFF2-40B4-BE49-F238E27FC236}">
                <a16:creationId xmlns:a16="http://schemas.microsoft.com/office/drawing/2014/main" id="{EB507CC7-3066-4582-7956-01EB0BF380E9}"/>
              </a:ext>
            </a:extLst>
          </p:cNvPr>
          <p:cNvSpPr>
            <a:spLocks noChangeShapeType="1"/>
          </p:cNvSpPr>
          <p:nvPr/>
        </p:nvSpPr>
        <p:spPr bwMode="auto">
          <a:xfrm>
            <a:off x="5029200" y="33147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53" name="Line 140">
            <a:extLst>
              <a:ext uri="{FF2B5EF4-FFF2-40B4-BE49-F238E27FC236}">
                <a16:creationId xmlns:a16="http://schemas.microsoft.com/office/drawing/2014/main" id="{C4C5C261-4DEB-556F-EF34-0F7E5B2974DB}"/>
              </a:ext>
            </a:extLst>
          </p:cNvPr>
          <p:cNvSpPr>
            <a:spLocks noChangeShapeType="1"/>
          </p:cNvSpPr>
          <p:nvPr/>
        </p:nvSpPr>
        <p:spPr bwMode="auto">
          <a:xfrm>
            <a:off x="5029200" y="3314700"/>
            <a:ext cx="1588" cy="79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54" name="Line 141">
            <a:extLst>
              <a:ext uri="{FF2B5EF4-FFF2-40B4-BE49-F238E27FC236}">
                <a16:creationId xmlns:a16="http://schemas.microsoft.com/office/drawing/2014/main" id="{685F7645-17D7-8C41-B333-2F302D70965E}"/>
              </a:ext>
            </a:extLst>
          </p:cNvPr>
          <p:cNvSpPr>
            <a:spLocks noChangeShapeType="1"/>
          </p:cNvSpPr>
          <p:nvPr/>
        </p:nvSpPr>
        <p:spPr bwMode="auto">
          <a:xfrm>
            <a:off x="5038725" y="3314700"/>
            <a:ext cx="36147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55" name="Line 142">
            <a:extLst>
              <a:ext uri="{FF2B5EF4-FFF2-40B4-BE49-F238E27FC236}">
                <a16:creationId xmlns:a16="http://schemas.microsoft.com/office/drawing/2014/main" id="{37C2CC6E-7BA0-886D-5D80-3719C8E23158}"/>
              </a:ext>
            </a:extLst>
          </p:cNvPr>
          <p:cNvSpPr>
            <a:spLocks noChangeShapeType="1"/>
          </p:cNvSpPr>
          <p:nvPr/>
        </p:nvSpPr>
        <p:spPr bwMode="auto">
          <a:xfrm>
            <a:off x="8653463" y="3314700"/>
            <a:ext cx="174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56" name="Rectangle 143">
            <a:extLst>
              <a:ext uri="{FF2B5EF4-FFF2-40B4-BE49-F238E27FC236}">
                <a16:creationId xmlns:a16="http://schemas.microsoft.com/office/drawing/2014/main" id="{015D32C2-C251-002B-323B-75A1A768EA71}"/>
              </a:ext>
            </a:extLst>
          </p:cNvPr>
          <p:cNvSpPr>
            <a:spLocks noChangeArrowheads="1"/>
          </p:cNvSpPr>
          <p:nvPr/>
        </p:nvSpPr>
        <p:spPr bwMode="auto">
          <a:xfrm>
            <a:off x="2057400" y="3322638"/>
            <a:ext cx="17463"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57" name="Line 144">
            <a:extLst>
              <a:ext uri="{FF2B5EF4-FFF2-40B4-BE49-F238E27FC236}">
                <a16:creationId xmlns:a16="http://schemas.microsoft.com/office/drawing/2014/main" id="{E7DE907A-0366-B627-DAEC-77486AED6585}"/>
              </a:ext>
            </a:extLst>
          </p:cNvPr>
          <p:cNvSpPr>
            <a:spLocks noChangeShapeType="1"/>
          </p:cNvSpPr>
          <p:nvPr/>
        </p:nvSpPr>
        <p:spPr bwMode="auto">
          <a:xfrm>
            <a:off x="2057400" y="3322638"/>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58" name="Rectangle 145">
            <a:extLst>
              <a:ext uri="{FF2B5EF4-FFF2-40B4-BE49-F238E27FC236}">
                <a16:creationId xmlns:a16="http://schemas.microsoft.com/office/drawing/2014/main" id="{2D02DD4A-B2AA-A6F0-F6D8-3EBE4E0A4701}"/>
              </a:ext>
            </a:extLst>
          </p:cNvPr>
          <p:cNvSpPr>
            <a:spLocks noChangeArrowheads="1"/>
          </p:cNvSpPr>
          <p:nvPr/>
        </p:nvSpPr>
        <p:spPr bwMode="auto">
          <a:xfrm>
            <a:off x="5029200" y="3322638"/>
            <a:ext cx="9525"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59" name="Line 146">
            <a:extLst>
              <a:ext uri="{FF2B5EF4-FFF2-40B4-BE49-F238E27FC236}">
                <a16:creationId xmlns:a16="http://schemas.microsoft.com/office/drawing/2014/main" id="{D68ED663-5221-A7D5-7B19-5AB571984CBE}"/>
              </a:ext>
            </a:extLst>
          </p:cNvPr>
          <p:cNvSpPr>
            <a:spLocks noChangeShapeType="1"/>
          </p:cNvSpPr>
          <p:nvPr/>
        </p:nvSpPr>
        <p:spPr bwMode="auto">
          <a:xfrm>
            <a:off x="5029200" y="3322638"/>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60" name="Rectangle 147">
            <a:extLst>
              <a:ext uri="{FF2B5EF4-FFF2-40B4-BE49-F238E27FC236}">
                <a16:creationId xmlns:a16="http://schemas.microsoft.com/office/drawing/2014/main" id="{A4EF9FAD-4CB1-0878-5073-A80683580791}"/>
              </a:ext>
            </a:extLst>
          </p:cNvPr>
          <p:cNvSpPr>
            <a:spLocks noChangeArrowheads="1"/>
          </p:cNvSpPr>
          <p:nvPr/>
        </p:nvSpPr>
        <p:spPr bwMode="auto">
          <a:xfrm>
            <a:off x="8653463" y="3322638"/>
            <a:ext cx="17462"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61" name="Line 148">
            <a:extLst>
              <a:ext uri="{FF2B5EF4-FFF2-40B4-BE49-F238E27FC236}">
                <a16:creationId xmlns:a16="http://schemas.microsoft.com/office/drawing/2014/main" id="{F84A6B27-BE08-7318-C89C-A8004F44A4DE}"/>
              </a:ext>
            </a:extLst>
          </p:cNvPr>
          <p:cNvSpPr>
            <a:spLocks noChangeShapeType="1"/>
          </p:cNvSpPr>
          <p:nvPr/>
        </p:nvSpPr>
        <p:spPr bwMode="auto">
          <a:xfrm>
            <a:off x="8653463" y="3322638"/>
            <a:ext cx="1587"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62" name="Rectangle 149">
            <a:extLst>
              <a:ext uri="{FF2B5EF4-FFF2-40B4-BE49-F238E27FC236}">
                <a16:creationId xmlns:a16="http://schemas.microsoft.com/office/drawing/2014/main" id="{9BE4C933-31C5-E9FD-B611-CAD11C89D2E7}"/>
              </a:ext>
            </a:extLst>
          </p:cNvPr>
          <p:cNvSpPr>
            <a:spLocks noChangeArrowheads="1"/>
          </p:cNvSpPr>
          <p:nvPr/>
        </p:nvSpPr>
        <p:spPr bwMode="auto">
          <a:xfrm>
            <a:off x="2135188" y="3721100"/>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R1 </a:t>
            </a:r>
            <a:endParaRPr lang="en-US" altLang="es-ES" sz="2400" b="0" i="0" baseline="0"/>
          </a:p>
        </p:txBody>
      </p:sp>
      <p:sp>
        <p:nvSpPr>
          <p:cNvPr id="13463" name="Rectangle 150">
            <a:extLst>
              <a:ext uri="{FF2B5EF4-FFF2-40B4-BE49-F238E27FC236}">
                <a16:creationId xmlns:a16="http://schemas.microsoft.com/office/drawing/2014/main" id="{059F03B0-1B2E-50B0-FE19-B02B4904E5FF}"/>
              </a:ext>
            </a:extLst>
          </p:cNvPr>
          <p:cNvSpPr>
            <a:spLocks noChangeArrowheads="1"/>
          </p:cNvSpPr>
          <p:nvPr/>
        </p:nvSpPr>
        <p:spPr bwMode="auto">
          <a:xfrm>
            <a:off x="2571750" y="3697288"/>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3464" name="Rectangle 151">
            <a:extLst>
              <a:ext uri="{FF2B5EF4-FFF2-40B4-BE49-F238E27FC236}">
                <a16:creationId xmlns:a16="http://schemas.microsoft.com/office/drawing/2014/main" id="{B6E3C862-C7ED-E940-FFAD-C2F176B9DE67}"/>
              </a:ext>
            </a:extLst>
          </p:cNvPr>
          <p:cNvSpPr>
            <a:spLocks noChangeArrowheads="1"/>
          </p:cNvSpPr>
          <p:nvPr/>
        </p:nvSpPr>
        <p:spPr bwMode="auto">
          <a:xfrm>
            <a:off x="2867025" y="3721100"/>
            <a:ext cx="5254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R1 </a:t>
            </a:r>
            <a:endParaRPr lang="en-US" altLang="es-ES" sz="2400" b="0" i="0" baseline="0"/>
          </a:p>
        </p:txBody>
      </p:sp>
      <p:sp>
        <p:nvSpPr>
          <p:cNvPr id="13465" name="Rectangle 152">
            <a:extLst>
              <a:ext uri="{FF2B5EF4-FFF2-40B4-BE49-F238E27FC236}">
                <a16:creationId xmlns:a16="http://schemas.microsoft.com/office/drawing/2014/main" id="{D13D9417-D6A5-FB06-F3DB-C7B13991987F}"/>
              </a:ext>
            </a:extLst>
          </p:cNvPr>
          <p:cNvSpPr>
            <a:spLocks noChangeArrowheads="1"/>
          </p:cNvSpPr>
          <p:nvPr/>
        </p:nvSpPr>
        <p:spPr bwMode="auto">
          <a:xfrm>
            <a:off x="3378200" y="3721100"/>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cs typeface="Times New Roman" panose="02020603050405020304" pitchFamily="18" charset="0"/>
              </a:rPr>
              <a:t>–</a:t>
            </a:r>
            <a:endParaRPr lang="en-US" altLang="es-ES" sz="2400" b="0" i="0" baseline="0"/>
          </a:p>
        </p:txBody>
      </p:sp>
      <p:sp>
        <p:nvSpPr>
          <p:cNvPr id="13466" name="Rectangle 153">
            <a:extLst>
              <a:ext uri="{FF2B5EF4-FFF2-40B4-BE49-F238E27FC236}">
                <a16:creationId xmlns:a16="http://schemas.microsoft.com/office/drawing/2014/main" id="{4E012379-C899-4E2E-514B-F328A9216500}"/>
              </a:ext>
            </a:extLst>
          </p:cNvPr>
          <p:cNvSpPr>
            <a:spLocks noChangeArrowheads="1"/>
          </p:cNvSpPr>
          <p:nvPr/>
        </p:nvSpPr>
        <p:spPr bwMode="auto">
          <a:xfrm>
            <a:off x="3476625" y="3721100"/>
            <a:ext cx="30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1</a:t>
            </a:r>
            <a:endParaRPr lang="en-US" altLang="es-ES" sz="2400" b="0" i="0" baseline="0"/>
          </a:p>
        </p:txBody>
      </p:sp>
      <p:sp>
        <p:nvSpPr>
          <p:cNvPr id="13467" name="Rectangle 154">
            <a:extLst>
              <a:ext uri="{FF2B5EF4-FFF2-40B4-BE49-F238E27FC236}">
                <a16:creationId xmlns:a16="http://schemas.microsoft.com/office/drawing/2014/main" id="{77ADB490-2445-36A2-976C-19BC5C4783D2}"/>
              </a:ext>
            </a:extLst>
          </p:cNvPr>
          <p:cNvSpPr>
            <a:spLocks noChangeArrowheads="1"/>
          </p:cNvSpPr>
          <p:nvPr/>
        </p:nvSpPr>
        <p:spPr bwMode="auto">
          <a:xfrm>
            <a:off x="3698875" y="3721100"/>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68" name="Rectangle 155">
            <a:extLst>
              <a:ext uri="{FF2B5EF4-FFF2-40B4-BE49-F238E27FC236}">
                <a16:creationId xmlns:a16="http://schemas.microsoft.com/office/drawing/2014/main" id="{8B62F9B4-BB75-3AC2-78F0-F1F7440193A4}"/>
              </a:ext>
            </a:extLst>
          </p:cNvPr>
          <p:cNvSpPr>
            <a:spLocks noChangeArrowheads="1"/>
          </p:cNvSpPr>
          <p:nvPr/>
        </p:nvSpPr>
        <p:spPr bwMode="auto">
          <a:xfrm>
            <a:off x="5103813" y="3708400"/>
            <a:ext cx="32178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Decrement (count down)</a:t>
            </a:r>
            <a:endParaRPr lang="en-US" altLang="es-ES" sz="2400" b="0" i="0" baseline="0"/>
          </a:p>
        </p:txBody>
      </p:sp>
      <p:sp>
        <p:nvSpPr>
          <p:cNvPr id="13469" name="Rectangle 156">
            <a:extLst>
              <a:ext uri="{FF2B5EF4-FFF2-40B4-BE49-F238E27FC236}">
                <a16:creationId xmlns:a16="http://schemas.microsoft.com/office/drawing/2014/main" id="{7E862DED-DD60-D74B-8CE5-F8949F3295C2}"/>
              </a:ext>
            </a:extLst>
          </p:cNvPr>
          <p:cNvSpPr>
            <a:spLocks noChangeArrowheads="1"/>
          </p:cNvSpPr>
          <p:nvPr/>
        </p:nvSpPr>
        <p:spPr bwMode="auto">
          <a:xfrm>
            <a:off x="8235950" y="3708400"/>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3470" name="Rectangle 157">
            <a:extLst>
              <a:ext uri="{FF2B5EF4-FFF2-40B4-BE49-F238E27FC236}">
                <a16:creationId xmlns:a16="http://schemas.microsoft.com/office/drawing/2014/main" id="{37AFF883-E9CA-F220-D27F-CA93207036BD}"/>
              </a:ext>
            </a:extLst>
          </p:cNvPr>
          <p:cNvSpPr>
            <a:spLocks noChangeArrowheads="1"/>
          </p:cNvSpPr>
          <p:nvPr/>
        </p:nvSpPr>
        <p:spPr bwMode="auto">
          <a:xfrm>
            <a:off x="2057400" y="3687763"/>
            <a:ext cx="17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71" name="Line 158">
            <a:extLst>
              <a:ext uri="{FF2B5EF4-FFF2-40B4-BE49-F238E27FC236}">
                <a16:creationId xmlns:a16="http://schemas.microsoft.com/office/drawing/2014/main" id="{CA1A6351-2F5B-51F7-E57E-2897B014D559}"/>
              </a:ext>
            </a:extLst>
          </p:cNvPr>
          <p:cNvSpPr>
            <a:spLocks noChangeShapeType="1"/>
          </p:cNvSpPr>
          <p:nvPr/>
        </p:nvSpPr>
        <p:spPr bwMode="auto">
          <a:xfrm>
            <a:off x="2057400" y="3687763"/>
            <a:ext cx="174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72" name="Rectangle 159">
            <a:extLst>
              <a:ext uri="{FF2B5EF4-FFF2-40B4-BE49-F238E27FC236}">
                <a16:creationId xmlns:a16="http://schemas.microsoft.com/office/drawing/2014/main" id="{92A6FDFE-FAFC-445E-7CDE-12094AD2BD15}"/>
              </a:ext>
            </a:extLst>
          </p:cNvPr>
          <p:cNvSpPr>
            <a:spLocks noChangeArrowheads="1"/>
          </p:cNvSpPr>
          <p:nvPr/>
        </p:nvSpPr>
        <p:spPr bwMode="auto">
          <a:xfrm>
            <a:off x="2074863" y="3687763"/>
            <a:ext cx="295433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73" name="Line 160">
            <a:extLst>
              <a:ext uri="{FF2B5EF4-FFF2-40B4-BE49-F238E27FC236}">
                <a16:creationId xmlns:a16="http://schemas.microsoft.com/office/drawing/2014/main" id="{922D4D91-E079-1BDE-3AC0-83765FF5FC00}"/>
              </a:ext>
            </a:extLst>
          </p:cNvPr>
          <p:cNvSpPr>
            <a:spLocks noChangeShapeType="1"/>
          </p:cNvSpPr>
          <p:nvPr/>
        </p:nvSpPr>
        <p:spPr bwMode="auto">
          <a:xfrm>
            <a:off x="2074863" y="3687763"/>
            <a:ext cx="29543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74" name="Rectangle 161">
            <a:extLst>
              <a:ext uri="{FF2B5EF4-FFF2-40B4-BE49-F238E27FC236}">
                <a16:creationId xmlns:a16="http://schemas.microsoft.com/office/drawing/2014/main" id="{7EB54094-4E5A-391A-854D-CDBCFC79EEE6}"/>
              </a:ext>
            </a:extLst>
          </p:cNvPr>
          <p:cNvSpPr>
            <a:spLocks noChangeArrowheads="1"/>
          </p:cNvSpPr>
          <p:nvPr/>
        </p:nvSpPr>
        <p:spPr bwMode="auto">
          <a:xfrm>
            <a:off x="5029200" y="3687763"/>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75" name="Line 162">
            <a:extLst>
              <a:ext uri="{FF2B5EF4-FFF2-40B4-BE49-F238E27FC236}">
                <a16:creationId xmlns:a16="http://schemas.microsoft.com/office/drawing/2014/main" id="{5802022B-20C0-CE4E-382B-C5C630BB0596}"/>
              </a:ext>
            </a:extLst>
          </p:cNvPr>
          <p:cNvSpPr>
            <a:spLocks noChangeShapeType="1"/>
          </p:cNvSpPr>
          <p:nvPr/>
        </p:nvSpPr>
        <p:spPr bwMode="auto">
          <a:xfrm>
            <a:off x="5029200" y="3687763"/>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76" name="Line 163">
            <a:extLst>
              <a:ext uri="{FF2B5EF4-FFF2-40B4-BE49-F238E27FC236}">
                <a16:creationId xmlns:a16="http://schemas.microsoft.com/office/drawing/2014/main" id="{2E3C6E91-855D-1C44-02E8-F3D8F97F5560}"/>
              </a:ext>
            </a:extLst>
          </p:cNvPr>
          <p:cNvSpPr>
            <a:spLocks noChangeShapeType="1"/>
          </p:cNvSpPr>
          <p:nvPr/>
        </p:nvSpPr>
        <p:spPr bwMode="auto">
          <a:xfrm>
            <a:off x="5029200" y="3687763"/>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77" name="Rectangle 164">
            <a:extLst>
              <a:ext uri="{FF2B5EF4-FFF2-40B4-BE49-F238E27FC236}">
                <a16:creationId xmlns:a16="http://schemas.microsoft.com/office/drawing/2014/main" id="{800FD39E-45AC-8C8B-431C-BA0117F91ADD}"/>
              </a:ext>
            </a:extLst>
          </p:cNvPr>
          <p:cNvSpPr>
            <a:spLocks noChangeArrowheads="1"/>
          </p:cNvSpPr>
          <p:nvPr/>
        </p:nvSpPr>
        <p:spPr bwMode="auto">
          <a:xfrm>
            <a:off x="5038725" y="3687763"/>
            <a:ext cx="361473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78" name="Line 165">
            <a:extLst>
              <a:ext uri="{FF2B5EF4-FFF2-40B4-BE49-F238E27FC236}">
                <a16:creationId xmlns:a16="http://schemas.microsoft.com/office/drawing/2014/main" id="{3A27A25A-9AF1-4A08-7CBD-B58BCA14174D}"/>
              </a:ext>
            </a:extLst>
          </p:cNvPr>
          <p:cNvSpPr>
            <a:spLocks noChangeShapeType="1"/>
          </p:cNvSpPr>
          <p:nvPr/>
        </p:nvSpPr>
        <p:spPr bwMode="auto">
          <a:xfrm>
            <a:off x="5038725" y="3687763"/>
            <a:ext cx="36147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79" name="Rectangle 166">
            <a:extLst>
              <a:ext uri="{FF2B5EF4-FFF2-40B4-BE49-F238E27FC236}">
                <a16:creationId xmlns:a16="http://schemas.microsoft.com/office/drawing/2014/main" id="{B65A77FC-C168-4885-11CB-7A0422C6A8BE}"/>
              </a:ext>
            </a:extLst>
          </p:cNvPr>
          <p:cNvSpPr>
            <a:spLocks noChangeArrowheads="1"/>
          </p:cNvSpPr>
          <p:nvPr/>
        </p:nvSpPr>
        <p:spPr bwMode="auto">
          <a:xfrm>
            <a:off x="8653463" y="3687763"/>
            <a:ext cx="174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80" name="Line 167">
            <a:extLst>
              <a:ext uri="{FF2B5EF4-FFF2-40B4-BE49-F238E27FC236}">
                <a16:creationId xmlns:a16="http://schemas.microsoft.com/office/drawing/2014/main" id="{0F781D7D-49F5-37D8-3C6F-F630E88BCEBA}"/>
              </a:ext>
            </a:extLst>
          </p:cNvPr>
          <p:cNvSpPr>
            <a:spLocks noChangeShapeType="1"/>
          </p:cNvSpPr>
          <p:nvPr/>
        </p:nvSpPr>
        <p:spPr bwMode="auto">
          <a:xfrm>
            <a:off x="8653463" y="3687763"/>
            <a:ext cx="174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81" name="Rectangle 168">
            <a:extLst>
              <a:ext uri="{FF2B5EF4-FFF2-40B4-BE49-F238E27FC236}">
                <a16:creationId xmlns:a16="http://schemas.microsoft.com/office/drawing/2014/main" id="{CD41C4EF-2D6D-2EFE-7D1C-C693C6764FEB}"/>
              </a:ext>
            </a:extLst>
          </p:cNvPr>
          <p:cNvSpPr>
            <a:spLocks noChangeArrowheads="1"/>
          </p:cNvSpPr>
          <p:nvPr/>
        </p:nvSpPr>
        <p:spPr bwMode="auto">
          <a:xfrm>
            <a:off x="2057400" y="3697288"/>
            <a:ext cx="17463"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82" name="Line 169">
            <a:extLst>
              <a:ext uri="{FF2B5EF4-FFF2-40B4-BE49-F238E27FC236}">
                <a16:creationId xmlns:a16="http://schemas.microsoft.com/office/drawing/2014/main" id="{3DFED460-8031-6EFF-C63E-F88600FCC3B3}"/>
              </a:ext>
            </a:extLst>
          </p:cNvPr>
          <p:cNvSpPr>
            <a:spLocks noChangeShapeType="1"/>
          </p:cNvSpPr>
          <p:nvPr/>
        </p:nvSpPr>
        <p:spPr bwMode="auto">
          <a:xfrm>
            <a:off x="2057400" y="3697288"/>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83" name="Rectangle 170">
            <a:extLst>
              <a:ext uri="{FF2B5EF4-FFF2-40B4-BE49-F238E27FC236}">
                <a16:creationId xmlns:a16="http://schemas.microsoft.com/office/drawing/2014/main" id="{B80BA5A5-3056-DD94-974E-1B0920808066}"/>
              </a:ext>
            </a:extLst>
          </p:cNvPr>
          <p:cNvSpPr>
            <a:spLocks noChangeArrowheads="1"/>
          </p:cNvSpPr>
          <p:nvPr/>
        </p:nvSpPr>
        <p:spPr bwMode="auto">
          <a:xfrm>
            <a:off x="2057400" y="4062413"/>
            <a:ext cx="174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84" name="Line 171">
            <a:extLst>
              <a:ext uri="{FF2B5EF4-FFF2-40B4-BE49-F238E27FC236}">
                <a16:creationId xmlns:a16="http://schemas.microsoft.com/office/drawing/2014/main" id="{13DA830A-9D4B-A6DD-2C7C-7C115AA37CD4}"/>
              </a:ext>
            </a:extLst>
          </p:cNvPr>
          <p:cNvSpPr>
            <a:spLocks noChangeShapeType="1"/>
          </p:cNvSpPr>
          <p:nvPr/>
        </p:nvSpPr>
        <p:spPr bwMode="auto">
          <a:xfrm>
            <a:off x="2057400" y="4062413"/>
            <a:ext cx="174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85" name="Line 172">
            <a:extLst>
              <a:ext uri="{FF2B5EF4-FFF2-40B4-BE49-F238E27FC236}">
                <a16:creationId xmlns:a16="http://schemas.microsoft.com/office/drawing/2014/main" id="{935037E0-06D6-2BEB-9AFC-81F830FA1D98}"/>
              </a:ext>
            </a:extLst>
          </p:cNvPr>
          <p:cNvSpPr>
            <a:spLocks noChangeShapeType="1"/>
          </p:cNvSpPr>
          <p:nvPr/>
        </p:nvSpPr>
        <p:spPr bwMode="auto">
          <a:xfrm>
            <a:off x="2057400" y="40624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86" name="Rectangle 173">
            <a:extLst>
              <a:ext uri="{FF2B5EF4-FFF2-40B4-BE49-F238E27FC236}">
                <a16:creationId xmlns:a16="http://schemas.microsoft.com/office/drawing/2014/main" id="{FC0BC1EA-9621-1577-0950-40582B194BDC}"/>
              </a:ext>
            </a:extLst>
          </p:cNvPr>
          <p:cNvSpPr>
            <a:spLocks noChangeArrowheads="1"/>
          </p:cNvSpPr>
          <p:nvPr/>
        </p:nvSpPr>
        <p:spPr bwMode="auto">
          <a:xfrm>
            <a:off x="2057400" y="4062413"/>
            <a:ext cx="174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87" name="Line 174">
            <a:extLst>
              <a:ext uri="{FF2B5EF4-FFF2-40B4-BE49-F238E27FC236}">
                <a16:creationId xmlns:a16="http://schemas.microsoft.com/office/drawing/2014/main" id="{0D1B92D7-D986-E1F4-6CAE-409643FF2BF7}"/>
              </a:ext>
            </a:extLst>
          </p:cNvPr>
          <p:cNvSpPr>
            <a:spLocks noChangeShapeType="1"/>
          </p:cNvSpPr>
          <p:nvPr/>
        </p:nvSpPr>
        <p:spPr bwMode="auto">
          <a:xfrm>
            <a:off x="2057400" y="4062413"/>
            <a:ext cx="174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88" name="Line 175">
            <a:extLst>
              <a:ext uri="{FF2B5EF4-FFF2-40B4-BE49-F238E27FC236}">
                <a16:creationId xmlns:a16="http://schemas.microsoft.com/office/drawing/2014/main" id="{B7B14A31-82CC-7FB5-1AB9-A0CAD690E75C}"/>
              </a:ext>
            </a:extLst>
          </p:cNvPr>
          <p:cNvSpPr>
            <a:spLocks noChangeShapeType="1"/>
          </p:cNvSpPr>
          <p:nvPr/>
        </p:nvSpPr>
        <p:spPr bwMode="auto">
          <a:xfrm>
            <a:off x="2057400" y="40624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89" name="Rectangle 176">
            <a:extLst>
              <a:ext uri="{FF2B5EF4-FFF2-40B4-BE49-F238E27FC236}">
                <a16:creationId xmlns:a16="http://schemas.microsoft.com/office/drawing/2014/main" id="{4B0642B2-2275-2BE2-3775-7471B0F73B81}"/>
              </a:ext>
            </a:extLst>
          </p:cNvPr>
          <p:cNvSpPr>
            <a:spLocks noChangeArrowheads="1"/>
          </p:cNvSpPr>
          <p:nvPr/>
        </p:nvSpPr>
        <p:spPr bwMode="auto">
          <a:xfrm>
            <a:off x="2074863" y="4062413"/>
            <a:ext cx="2954337"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90" name="Line 177">
            <a:extLst>
              <a:ext uri="{FF2B5EF4-FFF2-40B4-BE49-F238E27FC236}">
                <a16:creationId xmlns:a16="http://schemas.microsoft.com/office/drawing/2014/main" id="{FC4D0390-56D9-045B-0A75-E635ACADC959}"/>
              </a:ext>
            </a:extLst>
          </p:cNvPr>
          <p:cNvSpPr>
            <a:spLocks noChangeShapeType="1"/>
          </p:cNvSpPr>
          <p:nvPr/>
        </p:nvSpPr>
        <p:spPr bwMode="auto">
          <a:xfrm>
            <a:off x="2074863" y="4062413"/>
            <a:ext cx="29543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91" name="Rectangle 178">
            <a:extLst>
              <a:ext uri="{FF2B5EF4-FFF2-40B4-BE49-F238E27FC236}">
                <a16:creationId xmlns:a16="http://schemas.microsoft.com/office/drawing/2014/main" id="{22FD8D01-7A83-E32D-DF31-913B0BFA666E}"/>
              </a:ext>
            </a:extLst>
          </p:cNvPr>
          <p:cNvSpPr>
            <a:spLocks noChangeArrowheads="1"/>
          </p:cNvSpPr>
          <p:nvPr/>
        </p:nvSpPr>
        <p:spPr bwMode="auto">
          <a:xfrm>
            <a:off x="5029200" y="3697288"/>
            <a:ext cx="9525"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92" name="Line 179">
            <a:extLst>
              <a:ext uri="{FF2B5EF4-FFF2-40B4-BE49-F238E27FC236}">
                <a16:creationId xmlns:a16="http://schemas.microsoft.com/office/drawing/2014/main" id="{EE3B4DC7-DEAE-82A0-59E6-53B1F4DBDBB4}"/>
              </a:ext>
            </a:extLst>
          </p:cNvPr>
          <p:cNvSpPr>
            <a:spLocks noChangeShapeType="1"/>
          </p:cNvSpPr>
          <p:nvPr/>
        </p:nvSpPr>
        <p:spPr bwMode="auto">
          <a:xfrm>
            <a:off x="5029200" y="3697288"/>
            <a:ext cx="1588"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93" name="Rectangle 180">
            <a:extLst>
              <a:ext uri="{FF2B5EF4-FFF2-40B4-BE49-F238E27FC236}">
                <a16:creationId xmlns:a16="http://schemas.microsoft.com/office/drawing/2014/main" id="{8728FC4F-BD85-F87A-AC14-E8C5D32D75AE}"/>
              </a:ext>
            </a:extLst>
          </p:cNvPr>
          <p:cNvSpPr>
            <a:spLocks noChangeArrowheads="1"/>
          </p:cNvSpPr>
          <p:nvPr/>
        </p:nvSpPr>
        <p:spPr bwMode="auto">
          <a:xfrm>
            <a:off x="5029200" y="4062413"/>
            <a:ext cx="174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94" name="Line 181">
            <a:extLst>
              <a:ext uri="{FF2B5EF4-FFF2-40B4-BE49-F238E27FC236}">
                <a16:creationId xmlns:a16="http://schemas.microsoft.com/office/drawing/2014/main" id="{B7EC3952-ECEA-97F8-D42F-A9A33D66AB5A}"/>
              </a:ext>
            </a:extLst>
          </p:cNvPr>
          <p:cNvSpPr>
            <a:spLocks noChangeShapeType="1"/>
          </p:cNvSpPr>
          <p:nvPr/>
        </p:nvSpPr>
        <p:spPr bwMode="auto">
          <a:xfrm>
            <a:off x="5029200" y="4062413"/>
            <a:ext cx="174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95" name="Line 182">
            <a:extLst>
              <a:ext uri="{FF2B5EF4-FFF2-40B4-BE49-F238E27FC236}">
                <a16:creationId xmlns:a16="http://schemas.microsoft.com/office/drawing/2014/main" id="{2B9762D4-DB8D-21D4-8821-1D1973D9EBED}"/>
              </a:ext>
            </a:extLst>
          </p:cNvPr>
          <p:cNvSpPr>
            <a:spLocks noChangeShapeType="1"/>
          </p:cNvSpPr>
          <p:nvPr/>
        </p:nvSpPr>
        <p:spPr bwMode="auto">
          <a:xfrm>
            <a:off x="5029200" y="40624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96" name="Rectangle 183">
            <a:extLst>
              <a:ext uri="{FF2B5EF4-FFF2-40B4-BE49-F238E27FC236}">
                <a16:creationId xmlns:a16="http://schemas.microsoft.com/office/drawing/2014/main" id="{A7929DBC-589E-4AC5-590B-12A0DE00078A}"/>
              </a:ext>
            </a:extLst>
          </p:cNvPr>
          <p:cNvSpPr>
            <a:spLocks noChangeArrowheads="1"/>
          </p:cNvSpPr>
          <p:nvPr/>
        </p:nvSpPr>
        <p:spPr bwMode="auto">
          <a:xfrm>
            <a:off x="5046663" y="4062413"/>
            <a:ext cx="360680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97" name="Line 184">
            <a:extLst>
              <a:ext uri="{FF2B5EF4-FFF2-40B4-BE49-F238E27FC236}">
                <a16:creationId xmlns:a16="http://schemas.microsoft.com/office/drawing/2014/main" id="{3AFC2525-B0A1-B57E-2B47-7D6A1FFD7981}"/>
              </a:ext>
            </a:extLst>
          </p:cNvPr>
          <p:cNvSpPr>
            <a:spLocks noChangeShapeType="1"/>
          </p:cNvSpPr>
          <p:nvPr/>
        </p:nvSpPr>
        <p:spPr bwMode="auto">
          <a:xfrm>
            <a:off x="5046663" y="4062413"/>
            <a:ext cx="36068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98" name="Rectangle 185">
            <a:extLst>
              <a:ext uri="{FF2B5EF4-FFF2-40B4-BE49-F238E27FC236}">
                <a16:creationId xmlns:a16="http://schemas.microsoft.com/office/drawing/2014/main" id="{8FF9B84E-C4DA-0621-8991-398605CCD235}"/>
              </a:ext>
            </a:extLst>
          </p:cNvPr>
          <p:cNvSpPr>
            <a:spLocks noChangeArrowheads="1"/>
          </p:cNvSpPr>
          <p:nvPr/>
        </p:nvSpPr>
        <p:spPr bwMode="auto">
          <a:xfrm>
            <a:off x="8653463" y="3697288"/>
            <a:ext cx="17462" cy="365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499" name="Line 186">
            <a:extLst>
              <a:ext uri="{FF2B5EF4-FFF2-40B4-BE49-F238E27FC236}">
                <a16:creationId xmlns:a16="http://schemas.microsoft.com/office/drawing/2014/main" id="{FF5687A5-A825-201C-33B6-EB07B98788C2}"/>
              </a:ext>
            </a:extLst>
          </p:cNvPr>
          <p:cNvSpPr>
            <a:spLocks noChangeShapeType="1"/>
          </p:cNvSpPr>
          <p:nvPr/>
        </p:nvSpPr>
        <p:spPr bwMode="auto">
          <a:xfrm>
            <a:off x="8653463" y="3697288"/>
            <a:ext cx="1587" cy="365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500" name="Rectangle 187">
            <a:extLst>
              <a:ext uri="{FF2B5EF4-FFF2-40B4-BE49-F238E27FC236}">
                <a16:creationId xmlns:a16="http://schemas.microsoft.com/office/drawing/2014/main" id="{88FEF9FC-1014-4B68-69C4-B7EAB908A284}"/>
              </a:ext>
            </a:extLst>
          </p:cNvPr>
          <p:cNvSpPr>
            <a:spLocks noChangeArrowheads="1"/>
          </p:cNvSpPr>
          <p:nvPr/>
        </p:nvSpPr>
        <p:spPr bwMode="auto">
          <a:xfrm>
            <a:off x="8653463" y="4062413"/>
            <a:ext cx="174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501" name="Line 188">
            <a:extLst>
              <a:ext uri="{FF2B5EF4-FFF2-40B4-BE49-F238E27FC236}">
                <a16:creationId xmlns:a16="http://schemas.microsoft.com/office/drawing/2014/main" id="{0C034BFB-B998-80A2-1221-B5A9E9CF7AF9}"/>
              </a:ext>
            </a:extLst>
          </p:cNvPr>
          <p:cNvSpPr>
            <a:spLocks noChangeShapeType="1"/>
          </p:cNvSpPr>
          <p:nvPr/>
        </p:nvSpPr>
        <p:spPr bwMode="auto">
          <a:xfrm>
            <a:off x="8653463" y="4062413"/>
            <a:ext cx="174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502" name="Line 189">
            <a:extLst>
              <a:ext uri="{FF2B5EF4-FFF2-40B4-BE49-F238E27FC236}">
                <a16:creationId xmlns:a16="http://schemas.microsoft.com/office/drawing/2014/main" id="{119CB744-B160-3D8E-A2BD-CAFC3005A0F7}"/>
              </a:ext>
            </a:extLst>
          </p:cNvPr>
          <p:cNvSpPr>
            <a:spLocks noChangeShapeType="1"/>
          </p:cNvSpPr>
          <p:nvPr/>
        </p:nvSpPr>
        <p:spPr bwMode="auto">
          <a:xfrm>
            <a:off x="8653463" y="40624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503" name="Rectangle 190">
            <a:extLst>
              <a:ext uri="{FF2B5EF4-FFF2-40B4-BE49-F238E27FC236}">
                <a16:creationId xmlns:a16="http://schemas.microsoft.com/office/drawing/2014/main" id="{C5B03BAC-98E3-70F8-9C8F-7CF2D63C306D}"/>
              </a:ext>
            </a:extLst>
          </p:cNvPr>
          <p:cNvSpPr>
            <a:spLocks noChangeArrowheads="1"/>
          </p:cNvSpPr>
          <p:nvPr/>
        </p:nvSpPr>
        <p:spPr bwMode="auto">
          <a:xfrm>
            <a:off x="8653463" y="4062413"/>
            <a:ext cx="174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3504" name="Line 191">
            <a:extLst>
              <a:ext uri="{FF2B5EF4-FFF2-40B4-BE49-F238E27FC236}">
                <a16:creationId xmlns:a16="http://schemas.microsoft.com/office/drawing/2014/main" id="{5D77D70E-B59E-C46B-51C3-C9AE772FB4B1}"/>
              </a:ext>
            </a:extLst>
          </p:cNvPr>
          <p:cNvSpPr>
            <a:spLocks noChangeShapeType="1"/>
          </p:cNvSpPr>
          <p:nvPr/>
        </p:nvSpPr>
        <p:spPr bwMode="auto">
          <a:xfrm>
            <a:off x="8653463" y="4062413"/>
            <a:ext cx="174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505" name="Line 192">
            <a:extLst>
              <a:ext uri="{FF2B5EF4-FFF2-40B4-BE49-F238E27FC236}">
                <a16:creationId xmlns:a16="http://schemas.microsoft.com/office/drawing/2014/main" id="{620702D6-D756-9108-9BF1-3C19226DF36B}"/>
              </a:ext>
            </a:extLst>
          </p:cNvPr>
          <p:cNvSpPr>
            <a:spLocks noChangeShapeType="1"/>
          </p:cNvSpPr>
          <p:nvPr/>
        </p:nvSpPr>
        <p:spPr bwMode="auto">
          <a:xfrm>
            <a:off x="8653463" y="40624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506" name="Line 193">
            <a:extLst>
              <a:ext uri="{FF2B5EF4-FFF2-40B4-BE49-F238E27FC236}">
                <a16:creationId xmlns:a16="http://schemas.microsoft.com/office/drawing/2014/main" id="{4936EA7C-3C78-E74A-C216-AE3F79C95537}"/>
              </a:ext>
            </a:extLst>
          </p:cNvPr>
          <p:cNvSpPr>
            <a:spLocks noChangeShapeType="1"/>
          </p:cNvSpPr>
          <p:nvPr/>
        </p:nvSpPr>
        <p:spPr bwMode="auto">
          <a:xfrm>
            <a:off x="2984500" y="2247900"/>
            <a:ext cx="26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507" name="Line 194">
            <a:extLst>
              <a:ext uri="{FF2B5EF4-FFF2-40B4-BE49-F238E27FC236}">
                <a16:creationId xmlns:a16="http://schemas.microsoft.com/office/drawing/2014/main" id="{3DA3D651-3F2E-5A1D-CD61-45F6146340C7}"/>
              </a:ext>
            </a:extLst>
          </p:cNvPr>
          <p:cNvSpPr>
            <a:spLocks noChangeShapeType="1"/>
          </p:cNvSpPr>
          <p:nvPr/>
        </p:nvSpPr>
        <p:spPr bwMode="auto">
          <a:xfrm>
            <a:off x="3708400" y="3009900"/>
            <a:ext cx="26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508" name="Line 195">
            <a:extLst>
              <a:ext uri="{FF2B5EF4-FFF2-40B4-BE49-F238E27FC236}">
                <a16:creationId xmlns:a16="http://schemas.microsoft.com/office/drawing/2014/main" id="{EB6B2081-8452-D8F6-0A62-1A48952C89B1}"/>
              </a:ext>
            </a:extLst>
          </p:cNvPr>
          <p:cNvSpPr>
            <a:spLocks noChangeShapeType="1"/>
          </p:cNvSpPr>
          <p:nvPr/>
        </p:nvSpPr>
        <p:spPr bwMode="auto">
          <a:xfrm>
            <a:off x="2971800" y="2628900"/>
            <a:ext cx="26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3 Marcador de número de diapositiva">
            <a:extLst>
              <a:ext uri="{FF2B5EF4-FFF2-40B4-BE49-F238E27FC236}">
                <a16:creationId xmlns:a16="http://schemas.microsoft.com/office/drawing/2014/main" id="{C8BD3EA6-A682-7CE7-3969-65C151ECB3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C98D2AE7-F63A-41EA-8D3C-427ACE9FF78D}" type="slidenum">
              <a:rPr lang="en-US" altLang="es-ES" sz="1600" b="0" i="0" baseline="0"/>
              <a:pPr/>
              <a:t>9</a:t>
            </a:fld>
            <a:endParaRPr lang="en-US" altLang="es-ES" sz="1600" b="0" i="0" baseline="0"/>
          </a:p>
        </p:txBody>
      </p:sp>
      <p:sp>
        <p:nvSpPr>
          <p:cNvPr id="14339" name="Rectangle 2">
            <a:extLst>
              <a:ext uri="{FF2B5EF4-FFF2-40B4-BE49-F238E27FC236}">
                <a16:creationId xmlns:a16="http://schemas.microsoft.com/office/drawing/2014/main" id="{8BD4547B-151A-DF1A-30A4-EDC8F9EEC7F8}"/>
              </a:ext>
            </a:extLst>
          </p:cNvPr>
          <p:cNvSpPr>
            <a:spLocks noGrp="1" noChangeArrowheads="1"/>
          </p:cNvSpPr>
          <p:nvPr>
            <p:ph type="title"/>
          </p:nvPr>
        </p:nvSpPr>
        <p:spPr/>
        <p:txBody>
          <a:bodyPr/>
          <a:lstStyle/>
          <a:p>
            <a:r>
              <a:rPr lang="en-US" altLang="es-ES">
                <a:solidFill>
                  <a:schemeClr val="tx1"/>
                </a:solidFill>
              </a:rPr>
              <a:t>Logical Microoperations</a:t>
            </a:r>
          </a:p>
        </p:txBody>
      </p:sp>
      <p:sp>
        <p:nvSpPr>
          <p:cNvPr id="14340" name="Rectangle 3">
            <a:extLst>
              <a:ext uri="{FF2B5EF4-FFF2-40B4-BE49-F238E27FC236}">
                <a16:creationId xmlns:a16="http://schemas.microsoft.com/office/drawing/2014/main" id="{119DF474-4BDA-78EA-B6EE-7A84F1058E08}"/>
              </a:ext>
            </a:extLst>
          </p:cNvPr>
          <p:cNvSpPr>
            <a:spLocks noGrp="1" noChangeArrowheads="1"/>
          </p:cNvSpPr>
          <p:nvPr>
            <p:ph type="body" idx="1"/>
          </p:nvPr>
        </p:nvSpPr>
        <p:spPr/>
        <p:txBody>
          <a:bodyPr/>
          <a:lstStyle/>
          <a:p>
            <a:r>
              <a:rPr lang="en-US" altLang="es-ES">
                <a:cs typeface="Times New Roman" panose="02020603050405020304" pitchFamily="18" charset="0"/>
              </a:rPr>
              <a:t>From Table 7-4:</a:t>
            </a:r>
            <a:r>
              <a:rPr lang="en-US" altLang="es-ES"/>
              <a:t> </a:t>
            </a:r>
          </a:p>
        </p:txBody>
      </p:sp>
      <p:sp>
        <p:nvSpPr>
          <p:cNvPr id="14341" name="Rectangle 4">
            <a:extLst>
              <a:ext uri="{FF2B5EF4-FFF2-40B4-BE49-F238E27FC236}">
                <a16:creationId xmlns:a16="http://schemas.microsoft.com/office/drawing/2014/main" id="{59433733-39E8-685F-E4F7-DD5F46172957}"/>
              </a:ext>
            </a:extLst>
          </p:cNvPr>
          <p:cNvSpPr>
            <a:spLocks noChangeArrowheads="1"/>
          </p:cNvSpPr>
          <p:nvPr/>
        </p:nvSpPr>
        <p:spPr bwMode="auto">
          <a:xfrm>
            <a:off x="992188" y="3556000"/>
            <a:ext cx="19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42" name="Rectangle 5">
            <a:extLst>
              <a:ext uri="{FF2B5EF4-FFF2-40B4-BE49-F238E27FC236}">
                <a16:creationId xmlns:a16="http://schemas.microsoft.com/office/drawing/2014/main" id="{480E675F-C795-1117-C57F-CB5F2FBBDABF}"/>
              </a:ext>
            </a:extLst>
          </p:cNvPr>
          <p:cNvSpPr>
            <a:spLocks noChangeArrowheads="1"/>
          </p:cNvSpPr>
          <p:nvPr/>
        </p:nvSpPr>
        <p:spPr bwMode="auto">
          <a:xfrm>
            <a:off x="1011238" y="3556000"/>
            <a:ext cx="24415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43" name="Rectangle 6">
            <a:extLst>
              <a:ext uri="{FF2B5EF4-FFF2-40B4-BE49-F238E27FC236}">
                <a16:creationId xmlns:a16="http://schemas.microsoft.com/office/drawing/2014/main" id="{7EDE293E-7B67-3D53-FCB6-3A24E947EADF}"/>
              </a:ext>
            </a:extLst>
          </p:cNvPr>
          <p:cNvSpPr>
            <a:spLocks noChangeArrowheads="1"/>
          </p:cNvSpPr>
          <p:nvPr/>
        </p:nvSpPr>
        <p:spPr bwMode="auto">
          <a:xfrm>
            <a:off x="3452813" y="35560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44" name="Rectangle 7">
            <a:extLst>
              <a:ext uri="{FF2B5EF4-FFF2-40B4-BE49-F238E27FC236}">
                <a16:creationId xmlns:a16="http://schemas.microsoft.com/office/drawing/2014/main" id="{5E3F32E9-19FB-8164-63AE-956277253756}"/>
              </a:ext>
            </a:extLst>
          </p:cNvPr>
          <p:cNvSpPr>
            <a:spLocks noChangeArrowheads="1"/>
          </p:cNvSpPr>
          <p:nvPr/>
        </p:nvSpPr>
        <p:spPr bwMode="auto">
          <a:xfrm>
            <a:off x="3462338" y="3556000"/>
            <a:ext cx="52736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45" name="Rectangle 8">
            <a:extLst>
              <a:ext uri="{FF2B5EF4-FFF2-40B4-BE49-F238E27FC236}">
                <a16:creationId xmlns:a16="http://schemas.microsoft.com/office/drawing/2014/main" id="{B8321C6E-773F-F508-836E-A5C17571A4E6}"/>
              </a:ext>
            </a:extLst>
          </p:cNvPr>
          <p:cNvSpPr>
            <a:spLocks noChangeArrowheads="1"/>
          </p:cNvSpPr>
          <p:nvPr/>
        </p:nvSpPr>
        <p:spPr bwMode="auto">
          <a:xfrm>
            <a:off x="8736013" y="3556000"/>
            <a:ext cx="19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46" name="Rectangle 9">
            <a:extLst>
              <a:ext uri="{FF2B5EF4-FFF2-40B4-BE49-F238E27FC236}">
                <a16:creationId xmlns:a16="http://schemas.microsoft.com/office/drawing/2014/main" id="{EC7F9893-FFDB-6380-25B5-83DA618E5505}"/>
              </a:ext>
            </a:extLst>
          </p:cNvPr>
          <p:cNvSpPr>
            <a:spLocks noChangeArrowheads="1"/>
          </p:cNvSpPr>
          <p:nvPr/>
        </p:nvSpPr>
        <p:spPr bwMode="auto">
          <a:xfrm>
            <a:off x="992188" y="4470400"/>
            <a:ext cx="19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47" name="Rectangle 10">
            <a:extLst>
              <a:ext uri="{FF2B5EF4-FFF2-40B4-BE49-F238E27FC236}">
                <a16:creationId xmlns:a16="http://schemas.microsoft.com/office/drawing/2014/main" id="{56A2A499-0705-7714-F55E-97C500244D93}"/>
              </a:ext>
            </a:extLst>
          </p:cNvPr>
          <p:cNvSpPr>
            <a:spLocks noChangeArrowheads="1"/>
          </p:cNvSpPr>
          <p:nvPr/>
        </p:nvSpPr>
        <p:spPr bwMode="auto">
          <a:xfrm>
            <a:off x="1011238" y="4470400"/>
            <a:ext cx="24415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48" name="Rectangle 11">
            <a:extLst>
              <a:ext uri="{FF2B5EF4-FFF2-40B4-BE49-F238E27FC236}">
                <a16:creationId xmlns:a16="http://schemas.microsoft.com/office/drawing/2014/main" id="{43A6D8DC-ECB0-FF5C-4FAA-D7C630DC3B93}"/>
              </a:ext>
            </a:extLst>
          </p:cNvPr>
          <p:cNvSpPr>
            <a:spLocks noChangeArrowheads="1"/>
          </p:cNvSpPr>
          <p:nvPr/>
        </p:nvSpPr>
        <p:spPr bwMode="auto">
          <a:xfrm>
            <a:off x="3452813" y="44704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49" name="Rectangle 12">
            <a:extLst>
              <a:ext uri="{FF2B5EF4-FFF2-40B4-BE49-F238E27FC236}">
                <a16:creationId xmlns:a16="http://schemas.microsoft.com/office/drawing/2014/main" id="{955758E4-D87B-071D-A841-3EDDA5F4B685}"/>
              </a:ext>
            </a:extLst>
          </p:cNvPr>
          <p:cNvSpPr>
            <a:spLocks noChangeArrowheads="1"/>
          </p:cNvSpPr>
          <p:nvPr/>
        </p:nvSpPr>
        <p:spPr bwMode="auto">
          <a:xfrm>
            <a:off x="3462338" y="4470400"/>
            <a:ext cx="52736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50" name="Rectangle 13">
            <a:extLst>
              <a:ext uri="{FF2B5EF4-FFF2-40B4-BE49-F238E27FC236}">
                <a16:creationId xmlns:a16="http://schemas.microsoft.com/office/drawing/2014/main" id="{A8C1F9FD-D4DE-DE5E-E6F7-CA7F3CF349D3}"/>
              </a:ext>
            </a:extLst>
          </p:cNvPr>
          <p:cNvSpPr>
            <a:spLocks noChangeArrowheads="1"/>
          </p:cNvSpPr>
          <p:nvPr/>
        </p:nvSpPr>
        <p:spPr bwMode="auto">
          <a:xfrm>
            <a:off x="8736013" y="4470400"/>
            <a:ext cx="19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51" name="Rectangle 14">
            <a:extLst>
              <a:ext uri="{FF2B5EF4-FFF2-40B4-BE49-F238E27FC236}">
                <a16:creationId xmlns:a16="http://schemas.microsoft.com/office/drawing/2014/main" id="{44DBFA9F-6509-BA91-429C-9FFE72F8C5F2}"/>
              </a:ext>
            </a:extLst>
          </p:cNvPr>
          <p:cNvSpPr>
            <a:spLocks noChangeArrowheads="1"/>
          </p:cNvSpPr>
          <p:nvPr/>
        </p:nvSpPr>
        <p:spPr bwMode="auto">
          <a:xfrm>
            <a:off x="1584325" y="2316163"/>
            <a:ext cx="12779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Symbolic </a:t>
            </a:r>
            <a:endParaRPr lang="en-US" altLang="es-ES" sz="2400" b="0" i="0" baseline="0"/>
          </a:p>
        </p:txBody>
      </p:sp>
      <p:sp>
        <p:nvSpPr>
          <p:cNvPr id="14352" name="Rectangle 15">
            <a:extLst>
              <a:ext uri="{FF2B5EF4-FFF2-40B4-BE49-F238E27FC236}">
                <a16:creationId xmlns:a16="http://schemas.microsoft.com/office/drawing/2014/main" id="{53DEA998-AFA3-EEC8-B20C-6CFE692DB153}"/>
              </a:ext>
            </a:extLst>
          </p:cNvPr>
          <p:cNvSpPr>
            <a:spLocks noChangeArrowheads="1"/>
          </p:cNvSpPr>
          <p:nvPr/>
        </p:nvSpPr>
        <p:spPr bwMode="auto">
          <a:xfrm>
            <a:off x="2954338" y="2316163"/>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353" name="Rectangle 16">
            <a:extLst>
              <a:ext uri="{FF2B5EF4-FFF2-40B4-BE49-F238E27FC236}">
                <a16:creationId xmlns:a16="http://schemas.microsoft.com/office/drawing/2014/main" id="{D922535A-B20A-E526-BDD5-59BD76C6CA52}"/>
              </a:ext>
            </a:extLst>
          </p:cNvPr>
          <p:cNvSpPr>
            <a:spLocks noChangeArrowheads="1"/>
          </p:cNvSpPr>
          <p:nvPr/>
        </p:nvSpPr>
        <p:spPr bwMode="auto">
          <a:xfrm>
            <a:off x="1401763" y="2676525"/>
            <a:ext cx="15414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Designation</a:t>
            </a:r>
            <a:endParaRPr lang="en-US" altLang="es-ES" sz="2400" b="0" i="0" baseline="0"/>
          </a:p>
        </p:txBody>
      </p:sp>
      <p:sp>
        <p:nvSpPr>
          <p:cNvPr id="14354" name="Rectangle 17">
            <a:extLst>
              <a:ext uri="{FF2B5EF4-FFF2-40B4-BE49-F238E27FC236}">
                <a16:creationId xmlns:a16="http://schemas.microsoft.com/office/drawing/2014/main" id="{080F65CE-6EA1-5B5B-D76A-5F5D0591F114}"/>
              </a:ext>
            </a:extLst>
          </p:cNvPr>
          <p:cNvSpPr>
            <a:spLocks noChangeArrowheads="1"/>
          </p:cNvSpPr>
          <p:nvPr/>
        </p:nvSpPr>
        <p:spPr bwMode="auto">
          <a:xfrm>
            <a:off x="3055938" y="26765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355" name="Rectangle 18">
            <a:extLst>
              <a:ext uri="{FF2B5EF4-FFF2-40B4-BE49-F238E27FC236}">
                <a16:creationId xmlns:a16="http://schemas.microsoft.com/office/drawing/2014/main" id="{0BBB59E1-C9F4-43BF-D19F-4D61B5226621}"/>
              </a:ext>
            </a:extLst>
          </p:cNvPr>
          <p:cNvSpPr>
            <a:spLocks noChangeArrowheads="1"/>
          </p:cNvSpPr>
          <p:nvPr/>
        </p:nvSpPr>
        <p:spPr bwMode="auto">
          <a:xfrm>
            <a:off x="3530600" y="2316163"/>
            <a:ext cx="15065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Description</a:t>
            </a:r>
            <a:endParaRPr lang="en-US" altLang="es-ES" sz="2400" b="0" i="0" baseline="0"/>
          </a:p>
        </p:txBody>
      </p:sp>
      <p:sp>
        <p:nvSpPr>
          <p:cNvPr id="14356" name="Rectangle 19">
            <a:extLst>
              <a:ext uri="{FF2B5EF4-FFF2-40B4-BE49-F238E27FC236}">
                <a16:creationId xmlns:a16="http://schemas.microsoft.com/office/drawing/2014/main" id="{67217E33-EFA7-7626-7B36-FFD0A1A96EE8}"/>
              </a:ext>
            </a:extLst>
          </p:cNvPr>
          <p:cNvSpPr>
            <a:spLocks noChangeArrowheads="1"/>
          </p:cNvSpPr>
          <p:nvPr/>
        </p:nvSpPr>
        <p:spPr bwMode="auto">
          <a:xfrm>
            <a:off x="5146675" y="2316163"/>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357" name="Rectangle 20">
            <a:extLst>
              <a:ext uri="{FF2B5EF4-FFF2-40B4-BE49-F238E27FC236}">
                <a16:creationId xmlns:a16="http://schemas.microsoft.com/office/drawing/2014/main" id="{D6E93BDE-AA5D-76DE-3D85-8291FC79ACAB}"/>
              </a:ext>
            </a:extLst>
          </p:cNvPr>
          <p:cNvSpPr>
            <a:spLocks noChangeArrowheads="1"/>
          </p:cNvSpPr>
          <p:nvPr/>
        </p:nvSpPr>
        <p:spPr bwMode="auto">
          <a:xfrm>
            <a:off x="992188" y="2286000"/>
            <a:ext cx="190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58" name="Line 21">
            <a:extLst>
              <a:ext uri="{FF2B5EF4-FFF2-40B4-BE49-F238E27FC236}">
                <a16:creationId xmlns:a16="http://schemas.microsoft.com/office/drawing/2014/main" id="{5577A412-0876-9BE5-37EE-AB658872B00D}"/>
              </a:ext>
            </a:extLst>
          </p:cNvPr>
          <p:cNvSpPr>
            <a:spLocks noChangeShapeType="1"/>
          </p:cNvSpPr>
          <p:nvPr/>
        </p:nvSpPr>
        <p:spPr bwMode="auto">
          <a:xfrm>
            <a:off x="992188" y="22860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59" name="Line 22">
            <a:extLst>
              <a:ext uri="{FF2B5EF4-FFF2-40B4-BE49-F238E27FC236}">
                <a16:creationId xmlns:a16="http://schemas.microsoft.com/office/drawing/2014/main" id="{BE7BAE41-5130-0953-3652-14F64FB0C1EC}"/>
              </a:ext>
            </a:extLst>
          </p:cNvPr>
          <p:cNvSpPr>
            <a:spLocks noChangeShapeType="1"/>
          </p:cNvSpPr>
          <p:nvPr/>
        </p:nvSpPr>
        <p:spPr bwMode="auto">
          <a:xfrm>
            <a:off x="992188" y="2286000"/>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60" name="Rectangle 23">
            <a:extLst>
              <a:ext uri="{FF2B5EF4-FFF2-40B4-BE49-F238E27FC236}">
                <a16:creationId xmlns:a16="http://schemas.microsoft.com/office/drawing/2014/main" id="{705FBC58-7BC8-7498-746C-3B6E2231EFBA}"/>
              </a:ext>
            </a:extLst>
          </p:cNvPr>
          <p:cNvSpPr>
            <a:spLocks noChangeArrowheads="1"/>
          </p:cNvSpPr>
          <p:nvPr/>
        </p:nvSpPr>
        <p:spPr bwMode="auto">
          <a:xfrm>
            <a:off x="992188" y="2286000"/>
            <a:ext cx="190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61" name="Line 24">
            <a:extLst>
              <a:ext uri="{FF2B5EF4-FFF2-40B4-BE49-F238E27FC236}">
                <a16:creationId xmlns:a16="http://schemas.microsoft.com/office/drawing/2014/main" id="{FC992AD1-2093-0225-2D41-D7BF6F2B86DC}"/>
              </a:ext>
            </a:extLst>
          </p:cNvPr>
          <p:cNvSpPr>
            <a:spLocks noChangeShapeType="1"/>
          </p:cNvSpPr>
          <p:nvPr/>
        </p:nvSpPr>
        <p:spPr bwMode="auto">
          <a:xfrm>
            <a:off x="992188" y="22860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62" name="Line 25">
            <a:extLst>
              <a:ext uri="{FF2B5EF4-FFF2-40B4-BE49-F238E27FC236}">
                <a16:creationId xmlns:a16="http://schemas.microsoft.com/office/drawing/2014/main" id="{45613A5B-2A48-BA89-779E-22C9A7F63CC0}"/>
              </a:ext>
            </a:extLst>
          </p:cNvPr>
          <p:cNvSpPr>
            <a:spLocks noChangeShapeType="1"/>
          </p:cNvSpPr>
          <p:nvPr/>
        </p:nvSpPr>
        <p:spPr bwMode="auto">
          <a:xfrm>
            <a:off x="992188" y="2286000"/>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63" name="Rectangle 26">
            <a:extLst>
              <a:ext uri="{FF2B5EF4-FFF2-40B4-BE49-F238E27FC236}">
                <a16:creationId xmlns:a16="http://schemas.microsoft.com/office/drawing/2014/main" id="{CDBD36FE-2EDA-D6D6-E7E1-5DE254726CDB}"/>
              </a:ext>
            </a:extLst>
          </p:cNvPr>
          <p:cNvSpPr>
            <a:spLocks noChangeArrowheads="1"/>
          </p:cNvSpPr>
          <p:nvPr/>
        </p:nvSpPr>
        <p:spPr bwMode="auto">
          <a:xfrm>
            <a:off x="1011238" y="2286000"/>
            <a:ext cx="2441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64" name="Rectangle 27">
            <a:extLst>
              <a:ext uri="{FF2B5EF4-FFF2-40B4-BE49-F238E27FC236}">
                <a16:creationId xmlns:a16="http://schemas.microsoft.com/office/drawing/2014/main" id="{03A9F77A-781A-F708-665D-F6129E53B7A8}"/>
              </a:ext>
            </a:extLst>
          </p:cNvPr>
          <p:cNvSpPr>
            <a:spLocks noChangeArrowheads="1"/>
          </p:cNvSpPr>
          <p:nvPr/>
        </p:nvSpPr>
        <p:spPr bwMode="auto">
          <a:xfrm>
            <a:off x="3452813" y="2286000"/>
            <a:ext cx="190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65" name="Line 28">
            <a:extLst>
              <a:ext uri="{FF2B5EF4-FFF2-40B4-BE49-F238E27FC236}">
                <a16:creationId xmlns:a16="http://schemas.microsoft.com/office/drawing/2014/main" id="{54175EA7-A843-2FB4-F961-EC97ED43F8DA}"/>
              </a:ext>
            </a:extLst>
          </p:cNvPr>
          <p:cNvSpPr>
            <a:spLocks noChangeShapeType="1"/>
          </p:cNvSpPr>
          <p:nvPr/>
        </p:nvSpPr>
        <p:spPr bwMode="auto">
          <a:xfrm>
            <a:off x="3452813" y="22860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66" name="Line 29">
            <a:extLst>
              <a:ext uri="{FF2B5EF4-FFF2-40B4-BE49-F238E27FC236}">
                <a16:creationId xmlns:a16="http://schemas.microsoft.com/office/drawing/2014/main" id="{303B8F97-45B4-4E20-307D-FDBC201DFE5D}"/>
              </a:ext>
            </a:extLst>
          </p:cNvPr>
          <p:cNvSpPr>
            <a:spLocks noChangeShapeType="1"/>
          </p:cNvSpPr>
          <p:nvPr/>
        </p:nvSpPr>
        <p:spPr bwMode="auto">
          <a:xfrm>
            <a:off x="3452813" y="2286000"/>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67" name="Rectangle 30">
            <a:extLst>
              <a:ext uri="{FF2B5EF4-FFF2-40B4-BE49-F238E27FC236}">
                <a16:creationId xmlns:a16="http://schemas.microsoft.com/office/drawing/2014/main" id="{C973AAA5-8926-48C9-23F1-E707059B4037}"/>
              </a:ext>
            </a:extLst>
          </p:cNvPr>
          <p:cNvSpPr>
            <a:spLocks noChangeArrowheads="1"/>
          </p:cNvSpPr>
          <p:nvPr/>
        </p:nvSpPr>
        <p:spPr bwMode="auto">
          <a:xfrm>
            <a:off x="3471863" y="2286000"/>
            <a:ext cx="52641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68" name="Rectangle 31">
            <a:extLst>
              <a:ext uri="{FF2B5EF4-FFF2-40B4-BE49-F238E27FC236}">
                <a16:creationId xmlns:a16="http://schemas.microsoft.com/office/drawing/2014/main" id="{8AA0BEA2-3C6D-0C66-AA4B-E9C7952E8F80}"/>
              </a:ext>
            </a:extLst>
          </p:cNvPr>
          <p:cNvSpPr>
            <a:spLocks noChangeArrowheads="1"/>
          </p:cNvSpPr>
          <p:nvPr/>
        </p:nvSpPr>
        <p:spPr bwMode="auto">
          <a:xfrm>
            <a:off x="8736013" y="2286000"/>
            <a:ext cx="190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69" name="Line 32">
            <a:extLst>
              <a:ext uri="{FF2B5EF4-FFF2-40B4-BE49-F238E27FC236}">
                <a16:creationId xmlns:a16="http://schemas.microsoft.com/office/drawing/2014/main" id="{564B8741-76D2-056E-48E3-63F42AF77F72}"/>
              </a:ext>
            </a:extLst>
          </p:cNvPr>
          <p:cNvSpPr>
            <a:spLocks noChangeShapeType="1"/>
          </p:cNvSpPr>
          <p:nvPr/>
        </p:nvSpPr>
        <p:spPr bwMode="auto">
          <a:xfrm>
            <a:off x="8736013" y="22860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70" name="Line 33">
            <a:extLst>
              <a:ext uri="{FF2B5EF4-FFF2-40B4-BE49-F238E27FC236}">
                <a16:creationId xmlns:a16="http://schemas.microsoft.com/office/drawing/2014/main" id="{7ED39C42-512E-257C-367B-1ED071B784B5}"/>
              </a:ext>
            </a:extLst>
          </p:cNvPr>
          <p:cNvSpPr>
            <a:spLocks noChangeShapeType="1"/>
          </p:cNvSpPr>
          <p:nvPr/>
        </p:nvSpPr>
        <p:spPr bwMode="auto">
          <a:xfrm>
            <a:off x="8736013" y="2286000"/>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71" name="Rectangle 34">
            <a:extLst>
              <a:ext uri="{FF2B5EF4-FFF2-40B4-BE49-F238E27FC236}">
                <a16:creationId xmlns:a16="http://schemas.microsoft.com/office/drawing/2014/main" id="{8F3BDE6D-04B8-08F9-C5E8-2FA0EFDEB082}"/>
              </a:ext>
            </a:extLst>
          </p:cNvPr>
          <p:cNvSpPr>
            <a:spLocks noChangeArrowheads="1"/>
          </p:cNvSpPr>
          <p:nvPr/>
        </p:nvSpPr>
        <p:spPr bwMode="auto">
          <a:xfrm>
            <a:off x="8736013" y="2286000"/>
            <a:ext cx="190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72" name="Line 35">
            <a:extLst>
              <a:ext uri="{FF2B5EF4-FFF2-40B4-BE49-F238E27FC236}">
                <a16:creationId xmlns:a16="http://schemas.microsoft.com/office/drawing/2014/main" id="{0C7E4817-317D-8CD9-497D-82B629D92329}"/>
              </a:ext>
            </a:extLst>
          </p:cNvPr>
          <p:cNvSpPr>
            <a:spLocks noChangeShapeType="1"/>
          </p:cNvSpPr>
          <p:nvPr/>
        </p:nvSpPr>
        <p:spPr bwMode="auto">
          <a:xfrm>
            <a:off x="8736013" y="22860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73" name="Line 36">
            <a:extLst>
              <a:ext uri="{FF2B5EF4-FFF2-40B4-BE49-F238E27FC236}">
                <a16:creationId xmlns:a16="http://schemas.microsoft.com/office/drawing/2014/main" id="{BFF9BBCA-137E-83EB-29C2-9A1B575EEC67}"/>
              </a:ext>
            </a:extLst>
          </p:cNvPr>
          <p:cNvSpPr>
            <a:spLocks noChangeShapeType="1"/>
          </p:cNvSpPr>
          <p:nvPr/>
        </p:nvSpPr>
        <p:spPr bwMode="auto">
          <a:xfrm>
            <a:off x="8736013" y="2286000"/>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74" name="Rectangle 37">
            <a:extLst>
              <a:ext uri="{FF2B5EF4-FFF2-40B4-BE49-F238E27FC236}">
                <a16:creationId xmlns:a16="http://schemas.microsoft.com/office/drawing/2014/main" id="{DA3BCDE9-FD04-02E3-78FA-800F1D817FDB}"/>
              </a:ext>
            </a:extLst>
          </p:cNvPr>
          <p:cNvSpPr>
            <a:spLocks noChangeArrowheads="1"/>
          </p:cNvSpPr>
          <p:nvPr/>
        </p:nvSpPr>
        <p:spPr bwMode="auto">
          <a:xfrm>
            <a:off x="992188" y="2305050"/>
            <a:ext cx="19050" cy="7953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75" name="Line 38">
            <a:extLst>
              <a:ext uri="{FF2B5EF4-FFF2-40B4-BE49-F238E27FC236}">
                <a16:creationId xmlns:a16="http://schemas.microsoft.com/office/drawing/2014/main" id="{45611C9D-FAC2-EB9D-8FB9-964F02F52033}"/>
              </a:ext>
            </a:extLst>
          </p:cNvPr>
          <p:cNvSpPr>
            <a:spLocks noChangeShapeType="1"/>
          </p:cNvSpPr>
          <p:nvPr/>
        </p:nvSpPr>
        <p:spPr bwMode="auto">
          <a:xfrm>
            <a:off x="992188" y="2305050"/>
            <a:ext cx="1587" cy="795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76" name="Rectangle 39">
            <a:extLst>
              <a:ext uri="{FF2B5EF4-FFF2-40B4-BE49-F238E27FC236}">
                <a16:creationId xmlns:a16="http://schemas.microsoft.com/office/drawing/2014/main" id="{1B9564BE-A034-CD61-E367-327A1137131B}"/>
              </a:ext>
            </a:extLst>
          </p:cNvPr>
          <p:cNvSpPr>
            <a:spLocks noChangeArrowheads="1"/>
          </p:cNvSpPr>
          <p:nvPr/>
        </p:nvSpPr>
        <p:spPr bwMode="auto">
          <a:xfrm>
            <a:off x="3452813" y="2305050"/>
            <a:ext cx="9525" cy="7953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77" name="Line 40">
            <a:extLst>
              <a:ext uri="{FF2B5EF4-FFF2-40B4-BE49-F238E27FC236}">
                <a16:creationId xmlns:a16="http://schemas.microsoft.com/office/drawing/2014/main" id="{F8CFAAF6-2DB1-D461-0AED-DA8E398F9497}"/>
              </a:ext>
            </a:extLst>
          </p:cNvPr>
          <p:cNvSpPr>
            <a:spLocks noChangeShapeType="1"/>
          </p:cNvSpPr>
          <p:nvPr/>
        </p:nvSpPr>
        <p:spPr bwMode="auto">
          <a:xfrm>
            <a:off x="3452813" y="2305050"/>
            <a:ext cx="1587" cy="795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78" name="Rectangle 41">
            <a:extLst>
              <a:ext uri="{FF2B5EF4-FFF2-40B4-BE49-F238E27FC236}">
                <a16:creationId xmlns:a16="http://schemas.microsoft.com/office/drawing/2014/main" id="{C57D83F8-6458-F717-DE68-1B6156F6396F}"/>
              </a:ext>
            </a:extLst>
          </p:cNvPr>
          <p:cNvSpPr>
            <a:spLocks noChangeArrowheads="1"/>
          </p:cNvSpPr>
          <p:nvPr/>
        </p:nvSpPr>
        <p:spPr bwMode="auto">
          <a:xfrm>
            <a:off x="8736013" y="2305050"/>
            <a:ext cx="19050" cy="7953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79" name="Line 42">
            <a:extLst>
              <a:ext uri="{FF2B5EF4-FFF2-40B4-BE49-F238E27FC236}">
                <a16:creationId xmlns:a16="http://schemas.microsoft.com/office/drawing/2014/main" id="{D09DF325-4F8E-F96A-8C2A-33503E32F717}"/>
              </a:ext>
            </a:extLst>
          </p:cNvPr>
          <p:cNvSpPr>
            <a:spLocks noChangeShapeType="1"/>
          </p:cNvSpPr>
          <p:nvPr/>
        </p:nvSpPr>
        <p:spPr bwMode="auto">
          <a:xfrm>
            <a:off x="8736013" y="2305050"/>
            <a:ext cx="1587" cy="795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80" name="Rectangle 43">
            <a:extLst>
              <a:ext uri="{FF2B5EF4-FFF2-40B4-BE49-F238E27FC236}">
                <a16:creationId xmlns:a16="http://schemas.microsoft.com/office/drawing/2014/main" id="{E459A0A1-24DA-D92A-B0B0-AD1261C00869}"/>
              </a:ext>
            </a:extLst>
          </p:cNvPr>
          <p:cNvSpPr>
            <a:spLocks noChangeArrowheads="1"/>
          </p:cNvSpPr>
          <p:nvPr/>
        </p:nvSpPr>
        <p:spPr bwMode="auto">
          <a:xfrm>
            <a:off x="1077913" y="3133725"/>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R0 </a:t>
            </a:r>
            <a:endParaRPr lang="en-US" altLang="es-ES" sz="2400" b="0" i="0" baseline="0"/>
          </a:p>
        </p:txBody>
      </p:sp>
      <p:sp>
        <p:nvSpPr>
          <p:cNvPr id="14381" name="Rectangle 44">
            <a:extLst>
              <a:ext uri="{FF2B5EF4-FFF2-40B4-BE49-F238E27FC236}">
                <a16:creationId xmlns:a16="http://schemas.microsoft.com/office/drawing/2014/main" id="{62D688C8-98DD-9AA4-8767-2243013282C2}"/>
              </a:ext>
            </a:extLst>
          </p:cNvPr>
          <p:cNvSpPr>
            <a:spLocks noChangeArrowheads="1"/>
          </p:cNvSpPr>
          <p:nvPr/>
        </p:nvSpPr>
        <p:spPr bwMode="auto">
          <a:xfrm>
            <a:off x="1557338" y="3108325"/>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4382" name="Rectangle 45">
            <a:extLst>
              <a:ext uri="{FF2B5EF4-FFF2-40B4-BE49-F238E27FC236}">
                <a16:creationId xmlns:a16="http://schemas.microsoft.com/office/drawing/2014/main" id="{EF2BCE4D-E5AB-6B52-DFC3-C29167A524EA}"/>
              </a:ext>
            </a:extLst>
          </p:cNvPr>
          <p:cNvSpPr>
            <a:spLocks noChangeArrowheads="1"/>
          </p:cNvSpPr>
          <p:nvPr/>
        </p:nvSpPr>
        <p:spPr bwMode="auto">
          <a:xfrm>
            <a:off x="1882775" y="31337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383" name="Rectangle 46">
            <a:extLst>
              <a:ext uri="{FF2B5EF4-FFF2-40B4-BE49-F238E27FC236}">
                <a16:creationId xmlns:a16="http://schemas.microsoft.com/office/drawing/2014/main" id="{51355299-67E6-C7D8-0F87-4E59801EC8A4}"/>
              </a:ext>
            </a:extLst>
          </p:cNvPr>
          <p:cNvSpPr>
            <a:spLocks noChangeArrowheads="1"/>
          </p:cNvSpPr>
          <p:nvPr/>
        </p:nvSpPr>
        <p:spPr bwMode="auto">
          <a:xfrm>
            <a:off x="1963738" y="3133725"/>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R1 </a:t>
            </a:r>
            <a:endParaRPr lang="en-US" altLang="es-ES" sz="2400" b="0" i="0" baseline="0"/>
          </a:p>
        </p:txBody>
      </p:sp>
      <p:sp>
        <p:nvSpPr>
          <p:cNvPr id="14384" name="Rectangle 47">
            <a:extLst>
              <a:ext uri="{FF2B5EF4-FFF2-40B4-BE49-F238E27FC236}">
                <a16:creationId xmlns:a16="http://schemas.microsoft.com/office/drawing/2014/main" id="{10BC3AC5-9729-3541-8C80-149C0ABF0F16}"/>
              </a:ext>
            </a:extLst>
          </p:cNvPr>
          <p:cNvSpPr>
            <a:spLocks noChangeArrowheads="1"/>
          </p:cNvSpPr>
          <p:nvPr/>
        </p:nvSpPr>
        <p:spPr bwMode="auto">
          <a:xfrm>
            <a:off x="2444750" y="31337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385" name="Rectangle 48">
            <a:extLst>
              <a:ext uri="{FF2B5EF4-FFF2-40B4-BE49-F238E27FC236}">
                <a16:creationId xmlns:a16="http://schemas.microsoft.com/office/drawing/2014/main" id="{7A5125E2-604E-83F6-4617-1C65B490E5AE}"/>
              </a:ext>
            </a:extLst>
          </p:cNvPr>
          <p:cNvSpPr>
            <a:spLocks noChangeArrowheads="1"/>
          </p:cNvSpPr>
          <p:nvPr/>
        </p:nvSpPr>
        <p:spPr bwMode="auto">
          <a:xfrm>
            <a:off x="3530600" y="3121025"/>
            <a:ext cx="17605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Bitwise NOT </a:t>
            </a:r>
            <a:endParaRPr lang="en-US" altLang="es-ES" sz="2400" b="0" i="0" baseline="0"/>
          </a:p>
        </p:txBody>
      </p:sp>
      <p:sp>
        <p:nvSpPr>
          <p:cNvPr id="14386" name="Rectangle 49">
            <a:extLst>
              <a:ext uri="{FF2B5EF4-FFF2-40B4-BE49-F238E27FC236}">
                <a16:creationId xmlns:a16="http://schemas.microsoft.com/office/drawing/2014/main" id="{8A3BD64C-4647-4547-660F-669F0BFA2026}"/>
              </a:ext>
            </a:extLst>
          </p:cNvPr>
          <p:cNvSpPr>
            <a:spLocks noChangeArrowheads="1"/>
          </p:cNvSpPr>
          <p:nvPr/>
        </p:nvSpPr>
        <p:spPr bwMode="auto">
          <a:xfrm>
            <a:off x="5424488" y="31210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387" name="Rectangle 50">
            <a:extLst>
              <a:ext uri="{FF2B5EF4-FFF2-40B4-BE49-F238E27FC236}">
                <a16:creationId xmlns:a16="http://schemas.microsoft.com/office/drawing/2014/main" id="{51C3268F-E0CF-5C44-C5CC-5A234B636D03}"/>
              </a:ext>
            </a:extLst>
          </p:cNvPr>
          <p:cNvSpPr>
            <a:spLocks noChangeArrowheads="1"/>
          </p:cNvSpPr>
          <p:nvPr/>
        </p:nvSpPr>
        <p:spPr bwMode="auto">
          <a:xfrm>
            <a:off x="992188" y="3100388"/>
            <a:ext cx="19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88" name="Line 51">
            <a:extLst>
              <a:ext uri="{FF2B5EF4-FFF2-40B4-BE49-F238E27FC236}">
                <a16:creationId xmlns:a16="http://schemas.microsoft.com/office/drawing/2014/main" id="{EF7DE670-DBA0-3014-4402-9BE5C7FD597D}"/>
              </a:ext>
            </a:extLst>
          </p:cNvPr>
          <p:cNvSpPr>
            <a:spLocks noChangeShapeType="1"/>
          </p:cNvSpPr>
          <p:nvPr/>
        </p:nvSpPr>
        <p:spPr bwMode="auto">
          <a:xfrm>
            <a:off x="992188" y="31003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89" name="Rectangle 52">
            <a:extLst>
              <a:ext uri="{FF2B5EF4-FFF2-40B4-BE49-F238E27FC236}">
                <a16:creationId xmlns:a16="http://schemas.microsoft.com/office/drawing/2014/main" id="{B91F23ED-3386-18FF-2EEC-CFAA74366C91}"/>
              </a:ext>
            </a:extLst>
          </p:cNvPr>
          <p:cNvSpPr>
            <a:spLocks noChangeArrowheads="1"/>
          </p:cNvSpPr>
          <p:nvPr/>
        </p:nvSpPr>
        <p:spPr bwMode="auto">
          <a:xfrm>
            <a:off x="1011238" y="3100388"/>
            <a:ext cx="2441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90" name="Line 53">
            <a:extLst>
              <a:ext uri="{FF2B5EF4-FFF2-40B4-BE49-F238E27FC236}">
                <a16:creationId xmlns:a16="http://schemas.microsoft.com/office/drawing/2014/main" id="{732B262E-B8BA-FF41-EB0B-ACA2F34B864D}"/>
              </a:ext>
            </a:extLst>
          </p:cNvPr>
          <p:cNvSpPr>
            <a:spLocks noChangeShapeType="1"/>
          </p:cNvSpPr>
          <p:nvPr/>
        </p:nvSpPr>
        <p:spPr bwMode="auto">
          <a:xfrm>
            <a:off x="1011238" y="3100388"/>
            <a:ext cx="2441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91" name="Rectangle 54">
            <a:extLst>
              <a:ext uri="{FF2B5EF4-FFF2-40B4-BE49-F238E27FC236}">
                <a16:creationId xmlns:a16="http://schemas.microsoft.com/office/drawing/2014/main" id="{2C797773-6635-13E2-5CDA-30B2BC58D30F}"/>
              </a:ext>
            </a:extLst>
          </p:cNvPr>
          <p:cNvSpPr>
            <a:spLocks noChangeArrowheads="1"/>
          </p:cNvSpPr>
          <p:nvPr/>
        </p:nvSpPr>
        <p:spPr bwMode="auto">
          <a:xfrm>
            <a:off x="3452813" y="3100388"/>
            <a:ext cx="952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92" name="Line 55">
            <a:extLst>
              <a:ext uri="{FF2B5EF4-FFF2-40B4-BE49-F238E27FC236}">
                <a16:creationId xmlns:a16="http://schemas.microsoft.com/office/drawing/2014/main" id="{835CBD21-16D2-E0C7-87E4-98D166634DC7}"/>
              </a:ext>
            </a:extLst>
          </p:cNvPr>
          <p:cNvSpPr>
            <a:spLocks noChangeShapeType="1"/>
          </p:cNvSpPr>
          <p:nvPr/>
        </p:nvSpPr>
        <p:spPr bwMode="auto">
          <a:xfrm>
            <a:off x="3452813" y="3100388"/>
            <a:ext cx="95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93" name="Line 56">
            <a:extLst>
              <a:ext uri="{FF2B5EF4-FFF2-40B4-BE49-F238E27FC236}">
                <a16:creationId xmlns:a16="http://schemas.microsoft.com/office/drawing/2014/main" id="{32DEA396-9E18-76AF-5F5B-8ABC2F5F3152}"/>
              </a:ext>
            </a:extLst>
          </p:cNvPr>
          <p:cNvSpPr>
            <a:spLocks noChangeShapeType="1"/>
          </p:cNvSpPr>
          <p:nvPr/>
        </p:nvSpPr>
        <p:spPr bwMode="auto">
          <a:xfrm>
            <a:off x="3452813" y="3100388"/>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94" name="Rectangle 57">
            <a:extLst>
              <a:ext uri="{FF2B5EF4-FFF2-40B4-BE49-F238E27FC236}">
                <a16:creationId xmlns:a16="http://schemas.microsoft.com/office/drawing/2014/main" id="{45A5D0E3-31B4-CD12-820F-A58979130161}"/>
              </a:ext>
            </a:extLst>
          </p:cNvPr>
          <p:cNvSpPr>
            <a:spLocks noChangeArrowheads="1"/>
          </p:cNvSpPr>
          <p:nvPr/>
        </p:nvSpPr>
        <p:spPr bwMode="auto">
          <a:xfrm>
            <a:off x="3462338" y="3100388"/>
            <a:ext cx="52736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95" name="Line 58">
            <a:extLst>
              <a:ext uri="{FF2B5EF4-FFF2-40B4-BE49-F238E27FC236}">
                <a16:creationId xmlns:a16="http://schemas.microsoft.com/office/drawing/2014/main" id="{37B90C2B-7516-BA35-661F-7D806FE3F632}"/>
              </a:ext>
            </a:extLst>
          </p:cNvPr>
          <p:cNvSpPr>
            <a:spLocks noChangeShapeType="1"/>
          </p:cNvSpPr>
          <p:nvPr/>
        </p:nvSpPr>
        <p:spPr bwMode="auto">
          <a:xfrm>
            <a:off x="3462338" y="3100388"/>
            <a:ext cx="52736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96" name="Rectangle 59">
            <a:extLst>
              <a:ext uri="{FF2B5EF4-FFF2-40B4-BE49-F238E27FC236}">
                <a16:creationId xmlns:a16="http://schemas.microsoft.com/office/drawing/2014/main" id="{532BB390-0448-504B-980F-2829AA46BC32}"/>
              </a:ext>
            </a:extLst>
          </p:cNvPr>
          <p:cNvSpPr>
            <a:spLocks noChangeArrowheads="1"/>
          </p:cNvSpPr>
          <p:nvPr/>
        </p:nvSpPr>
        <p:spPr bwMode="auto">
          <a:xfrm>
            <a:off x="8736013" y="3100388"/>
            <a:ext cx="19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97" name="Line 60">
            <a:extLst>
              <a:ext uri="{FF2B5EF4-FFF2-40B4-BE49-F238E27FC236}">
                <a16:creationId xmlns:a16="http://schemas.microsoft.com/office/drawing/2014/main" id="{731FABFE-3186-2B51-8E51-CC0004365B64}"/>
              </a:ext>
            </a:extLst>
          </p:cNvPr>
          <p:cNvSpPr>
            <a:spLocks noChangeShapeType="1"/>
          </p:cNvSpPr>
          <p:nvPr/>
        </p:nvSpPr>
        <p:spPr bwMode="auto">
          <a:xfrm>
            <a:off x="8736013" y="31003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398" name="Rectangle 61">
            <a:extLst>
              <a:ext uri="{FF2B5EF4-FFF2-40B4-BE49-F238E27FC236}">
                <a16:creationId xmlns:a16="http://schemas.microsoft.com/office/drawing/2014/main" id="{2BCF675B-250A-553A-0AF6-10C728B3C5E6}"/>
              </a:ext>
            </a:extLst>
          </p:cNvPr>
          <p:cNvSpPr>
            <a:spLocks noChangeArrowheads="1"/>
          </p:cNvSpPr>
          <p:nvPr/>
        </p:nvSpPr>
        <p:spPr bwMode="auto">
          <a:xfrm>
            <a:off x="992188" y="3108325"/>
            <a:ext cx="19050"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399" name="Line 62">
            <a:extLst>
              <a:ext uri="{FF2B5EF4-FFF2-40B4-BE49-F238E27FC236}">
                <a16:creationId xmlns:a16="http://schemas.microsoft.com/office/drawing/2014/main" id="{33EC2C68-FC4A-CEAB-77F3-2C0419BB2A3C}"/>
              </a:ext>
            </a:extLst>
          </p:cNvPr>
          <p:cNvSpPr>
            <a:spLocks noChangeShapeType="1"/>
          </p:cNvSpPr>
          <p:nvPr/>
        </p:nvSpPr>
        <p:spPr bwMode="auto">
          <a:xfrm>
            <a:off x="992188" y="31083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00" name="Rectangle 63">
            <a:extLst>
              <a:ext uri="{FF2B5EF4-FFF2-40B4-BE49-F238E27FC236}">
                <a16:creationId xmlns:a16="http://schemas.microsoft.com/office/drawing/2014/main" id="{2CF1BB62-122E-8277-5F4E-5DDCB920D2F5}"/>
              </a:ext>
            </a:extLst>
          </p:cNvPr>
          <p:cNvSpPr>
            <a:spLocks noChangeArrowheads="1"/>
          </p:cNvSpPr>
          <p:nvPr/>
        </p:nvSpPr>
        <p:spPr bwMode="auto">
          <a:xfrm>
            <a:off x="3452813" y="3108325"/>
            <a:ext cx="9525"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01" name="Line 64">
            <a:extLst>
              <a:ext uri="{FF2B5EF4-FFF2-40B4-BE49-F238E27FC236}">
                <a16:creationId xmlns:a16="http://schemas.microsoft.com/office/drawing/2014/main" id="{E9EFFCB3-33D5-5484-AB53-7D759AB742FC}"/>
              </a:ext>
            </a:extLst>
          </p:cNvPr>
          <p:cNvSpPr>
            <a:spLocks noChangeShapeType="1"/>
          </p:cNvSpPr>
          <p:nvPr/>
        </p:nvSpPr>
        <p:spPr bwMode="auto">
          <a:xfrm>
            <a:off x="3452813" y="31083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02" name="Rectangle 65">
            <a:extLst>
              <a:ext uri="{FF2B5EF4-FFF2-40B4-BE49-F238E27FC236}">
                <a16:creationId xmlns:a16="http://schemas.microsoft.com/office/drawing/2014/main" id="{0A362E1E-44E9-D3F8-CB22-58C2AA75B424}"/>
              </a:ext>
            </a:extLst>
          </p:cNvPr>
          <p:cNvSpPr>
            <a:spLocks noChangeArrowheads="1"/>
          </p:cNvSpPr>
          <p:nvPr/>
        </p:nvSpPr>
        <p:spPr bwMode="auto">
          <a:xfrm>
            <a:off x="8736013" y="3108325"/>
            <a:ext cx="19050"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03" name="Line 66">
            <a:extLst>
              <a:ext uri="{FF2B5EF4-FFF2-40B4-BE49-F238E27FC236}">
                <a16:creationId xmlns:a16="http://schemas.microsoft.com/office/drawing/2014/main" id="{C657F91E-5221-105F-C5CF-3DBBFB020029}"/>
              </a:ext>
            </a:extLst>
          </p:cNvPr>
          <p:cNvSpPr>
            <a:spLocks noChangeShapeType="1"/>
          </p:cNvSpPr>
          <p:nvPr/>
        </p:nvSpPr>
        <p:spPr bwMode="auto">
          <a:xfrm>
            <a:off x="8736013" y="31083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04" name="Rectangle 67">
            <a:extLst>
              <a:ext uri="{FF2B5EF4-FFF2-40B4-BE49-F238E27FC236}">
                <a16:creationId xmlns:a16="http://schemas.microsoft.com/office/drawing/2014/main" id="{1BCF9AF4-B4F8-87FA-00E9-43C85E721CC7}"/>
              </a:ext>
            </a:extLst>
          </p:cNvPr>
          <p:cNvSpPr>
            <a:spLocks noChangeArrowheads="1"/>
          </p:cNvSpPr>
          <p:nvPr/>
        </p:nvSpPr>
        <p:spPr bwMode="auto">
          <a:xfrm>
            <a:off x="1077913" y="3590925"/>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R0 </a:t>
            </a:r>
            <a:endParaRPr lang="en-US" altLang="es-ES" sz="2400" b="0" i="0" baseline="0"/>
          </a:p>
        </p:txBody>
      </p:sp>
      <p:sp>
        <p:nvSpPr>
          <p:cNvPr id="14405" name="Rectangle 68">
            <a:extLst>
              <a:ext uri="{FF2B5EF4-FFF2-40B4-BE49-F238E27FC236}">
                <a16:creationId xmlns:a16="http://schemas.microsoft.com/office/drawing/2014/main" id="{80A93EE2-93B7-D355-C45B-C44C67B22A6B}"/>
              </a:ext>
            </a:extLst>
          </p:cNvPr>
          <p:cNvSpPr>
            <a:spLocks noChangeArrowheads="1"/>
          </p:cNvSpPr>
          <p:nvPr/>
        </p:nvSpPr>
        <p:spPr bwMode="auto">
          <a:xfrm>
            <a:off x="1557338" y="3565525"/>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4406" name="Rectangle 69">
            <a:extLst>
              <a:ext uri="{FF2B5EF4-FFF2-40B4-BE49-F238E27FC236}">
                <a16:creationId xmlns:a16="http://schemas.microsoft.com/office/drawing/2014/main" id="{798B6C2F-8284-2E75-298C-AA1C914A318B}"/>
              </a:ext>
            </a:extLst>
          </p:cNvPr>
          <p:cNvSpPr>
            <a:spLocks noChangeArrowheads="1"/>
          </p:cNvSpPr>
          <p:nvPr/>
        </p:nvSpPr>
        <p:spPr bwMode="auto">
          <a:xfrm>
            <a:off x="1882775" y="3590925"/>
            <a:ext cx="5254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R1 </a:t>
            </a:r>
            <a:endParaRPr lang="en-US" altLang="es-ES" sz="2400" b="0" i="0" baseline="0"/>
          </a:p>
        </p:txBody>
      </p:sp>
      <p:sp>
        <p:nvSpPr>
          <p:cNvPr id="14407" name="Rectangle 70">
            <a:extLst>
              <a:ext uri="{FF2B5EF4-FFF2-40B4-BE49-F238E27FC236}">
                <a16:creationId xmlns:a16="http://schemas.microsoft.com/office/drawing/2014/main" id="{644D6B2B-B114-21EE-E20F-215F1367A271}"/>
              </a:ext>
            </a:extLst>
          </p:cNvPr>
          <p:cNvSpPr>
            <a:spLocks noChangeArrowheads="1"/>
          </p:cNvSpPr>
          <p:nvPr/>
        </p:nvSpPr>
        <p:spPr bwMode="auto">
          <a:xfrm>
            <a:off x="2444750" y="3565525"/>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Ú</a:t>
            </a:r>
            <a:endParaRPr lang="en-US" altLang="es-ES" sz="2400" b="0" i="0" baseline="0"/>
          </a:p>
        </p:txBody>
      </p:sp>
      <p:sp>
        <p:nvSpPr>
          <p:cNvPr id="14408" name="Rectangle 71">
            <a:extLst>
              <a:ext uri="{FF2B5EF4-FFF2-40B4-BE49-F238E27FC236}">
                <a16:creationId xmlns:a16="http://schemas.microsoft.com/office/drawing/2014/main" id="{82591C27-2DC1-34B6-20E4-0D64716B1F34}"/>
              </a:ext>
            </a:extLst>
          </p:cNvPr>
          <p:cNvSpPr>
            <a:spLocks noChangeArrowheads="1"/>
          </p:cNvSpPr>
          <p:nvPr/>
        </p:nvSpPr>
        <p:spPr bwMode="auto">
          <a:xfrm>
            <a:off x="2641600" y="3590925"/>
            <a:ext cx="4492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R2</a:t>
            </a:r>
            <a:endParaRPr lang="en-US" altLang="es-ES" sz="2400" b="0" i="0" baseline="0"/>
          </a:p>
        </p:txBody>
      </p:sp>
      <p:sp>
        <p:nvSpPr>
          <p:cNvPr id="14409" name="Rectangle 72">
            <a:extLst>
              <a:ext uri="{FF2B5EF4-FFF2-40B4-BE49-F238E27FC236}">
                <a16:creationId xmlns:a16="http://schemas.microsoft.com/office/drawing/2014/main" id="{55326E5F-9343-98C7-1223-BC6BA1444C13}"/>
              </a:ext>
            </a:extLst>
          </p:cNvPr>
          <p:cNvSpPr>
            <a:spLocks noChangeArrowheads="1"/>
          </p:cNvSpPr>
          <p:nvPr/>
        </p:nvSpPr>
        <p:spPr bwMode="auto">
          <a:xfrm>
            <a:off x="3122613" y="35909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410" name="Rectangle 73">
            <a:extLst>
              <a:ext uri="{FF2B5EF4-FFF2-40B4-BE49-F238E27FC236}">
                <a16:creationId xmlns:a16="http://schemas.microsoft.com/office/drawing/2014/main" id="{2EDF9B3F-0E7B-4465-86C8-CAB67BB89F85}"/>
              </a:ext>
            </a:extLst>
          </p:cNvPr>
          <p:cNvSpPr>
            <a:spLocks noChangeArrowheads="1"/>
          </p:cNvSpPr>
          <p:nvPr/>
        </p:nvSpPr>
        <p:spPr bwMode="auto">
          <a:xfrm>
            <a:off x="3530600" y="3578225"/>
            <a:ext cx="27860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Bitwise OR (sets bits)</a:t>
            </a:r>
            <a:endParaRPr lang="en-US" altLang="es-ES" sz="2400" b="0" i="0" baseline="0"/>
          </a:p>
        </p:txBody>
      </p:sp>
      <p:sp>
        <p:nvSpPr>
          <p:cNvPr id="14411" name="Rectangle 74">
            <a:extLst>
              <a:ext uri="{FF2B5EF4-FFF2-40B4-BE49-F238E27FC236}">
                <a16:creationId xmlns:a16="http://schemas.microsoft.com/office/drawing/2014/main" id="{7E9B5D5F-204F-64DB-00F8-84E5DC7F329D}"/>
              </a:ext>
            </a:extLst>
          </p:cNvPr>
          <p:cNvSpPr>
            <a:spLocks noChangeArrowheads="1"/>
          </p:cNvSpPr>
          <p:nvPr/>
        </p:nvSpPr>
        <p:spPr bwMode="auto">
          <a:xfrm>
            <a:off x="6521450" y="35782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412" name="Line 75">
            <a:extLst>
              <a:ext uri="{FF2B5EF4-FFF2-40B4-BE49-F238E27FC236}">
                <a16:creationId xmlns:a16="http://schemas.microsoft.com/office/drawing/2014/main" id="{E975B338-4A68-FF13-A4BF-784E92A0C388}"/>
              </a:ext>
            </a:extLst>
          </p:cNvPr>
          <p:cNvSpPr>
            <a:spLocks noChangeShapeType="1"/>
          </p:cNvSpPr>
          <p:nvPr/>
        </p:nvSpPr>
        <p:spPr bwMode="auto">
          <a:xfrm>
            <a:off x="992188" y="35560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13" name="Line 76">
            <a:extLst>
              <a:ext uri="{FF2B5EF4-FFF2-40B4-BE49-F238E27FC236}">
                <a16:creationId xmlns:a16="http://schemas.microsoft.com/office/drawing/2014/main" id="{E6363135-B748-ACD3-45B1-C5E2CB89464F}"/>
              </a:ext>
            </a:extLst>
          </p:cNvPr>
          <p:cNvSpPr>
            <a:spLocks noChangeShapeType="1"/>
          </p:cNvSpPr>
          <p:nvPr/>
        </p:nvSpPr>
        <p:spPr bwMode="auto">
          <a:xfrm>
            <a:off x="1011238" y="3556000"/>
            <a:ext cx="2441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14" name="Line 77">
            <a:extLst>
              <a:ext uri="{FF2B5EF4-FFF2-40B4-BE49-F238E27FC236}">
                <a16:creationId xmlns:a16="http://schemas.microsoft.com/office/drawing/2014/main" id="{C014AA17-EB22-D7D2-D957-1F3DE37B6912}"/>
              </a:ext>
            </a:extLst>
          </p:cNvPr>
          <p:cNvSpPr>
            <a:spLocks noChangeShapeType="1"/>
          </p:cNvSpPr>
          <p:nvPr/>
        </p:nvSpPr>
        <p:spPr bwMode="auto">
          <a:xfrm>
            <a:off x="3452813" y="35560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15" name="Line 78">
            <a:extLst>
              <a:ext uri="{FF2B5EF4-FFF2-40B4-BE49-F238E27FC236}">
                <a16:creationId xmlns:a16="http://schemas.microsoft.com/office/drawing/2014/main" id="{D6D971D0-2734-DD84-BF93-A51B58D565D4}"/>
              </a:ext>
            </a:extLst>
          </p:cNvPr>
          <p:cNvSpPr>
            <a:spLocks noChangeShapeType="1"/>
          </p:cNvSpPr>
          <p:nvPr/>
        </p:nvSpPr>
        <p:spPr bwMode="auto">
          <a:xfrm>
            <a:off x="3452813" y="355600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16" name="Line 79">
            <a:extLst>
              <a:ext uri="{FF2B5EF4-FFF2-40B4-BE49-F238E27FC236}">
                <a16:creationId xmlns:a16="http://schemas.microsoft.com/office/drawing/2014/main" id="{9AC6D095-1A85-6891-8B13-4A9EC3665ABE}"/>
              </a:ext>
            </a:extLst>
          </p:cNvPr>
          <p:cNvSpPr>
            <a:spLocks noChangeShapeType="1"/>
          </p:cNvSpPr>
          <p:nvPr/>
        </p:nvSpPr>
        <p:spPr bwMode="auto">
          <a:xfrm>
            <a:off x="3462338" y="3556000"/>
            <a:ext cx="52736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17" name="Line 80">
            <a:extLst>
              <a:ext uri="{FF2B5EF4-FFF2-40B4-BE49-F238E27FC236}">
                <a16:creationId xmlns:a16="http://schemas.microsoft.com/office/drawing/2014/main" id="{A5912F51-B2C1-98DA-F28F-AB77EFE2DC0C}"/>
              </a:ext>
            </a:extLst>
          </p:cNvPr>
          <p:cNvSpPr>
            <a:spLocks noChangeShapeType="1"/>
          </p:cNvSpPr>
          <p:nvPr/>
        </p:nvSpPr>
        <p:spPr bwMode="auto">
          <a:xfrm>
            <a:off x="8736013" y="35560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18" name="Rectangle 81">
            <a:extLst>
              <a:ext uri="{FF2B5EF4-FFF2-40B4-BE49-F238E27FC236}">
                <a16:creationId xmlns:a16="http://schemas.microsoft.com/office/drawing/2014/main" id="{4E6DD331-BCE4-6166-2C60-CA8A576221BF}"/>
              </a:ext>
            </a:extLst>
          </p:cNvPr>
          <p:cNvSpPr>
            <a:spLocks noChangeArrowheads="1"/>
          </p:cNvSpPr>
          <p:nvPr/>
        </p:nvSpPr>
        <p:spPr bwMode="auto">
          <a:xfrm>
            <a:off x="992188" y="3565525"/>
            <a:ext cx="19050"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19" name="Line 82">
            <a:extLst>
              <a:ext uri="{FF2B5EF4-FFF2-40B4-BE49-F238E27FC236}">
                <a16:creationId xmlns:a16="http://schemas.microsoft.com/office/drawing/2014/main" id="{B839F8AC-8A03-C2DA-EE10-6CD85297E4C5}"/>
              </a:ext>
            </a:extLst>
          </p:cNvPr>
          <p:cNvSpPr>
            <a:spLocks noChangeShapeType="1"/>
          </p:cNvSpPr>
          <p:nvPr/>
        </p:nvSpPr>
        <p:spPr bwMode="auto">
          <a:xfrm>
            <a:off x="992188" y="35655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20" name="Rectangle 83">
            <a:extLst>
              <a:ext uri="{FF2B5EF4-FFF2-40B4-BE49-F238E27FC236}">
                <a16:creationId xmlns:a16="http://schemas.microsoft.com/office/drawing/2014/main" id="{9A74B37A-2707-B05D-97AF-A6B2A38F119D}"/>
              </a:ext>
            </a:extLst>
          </p:cNvPr>
          <p:cNvSpPr>
            <a:spLocks noChangeArrowheads="1"/>
          </p:cNvSpPr>
          <p:nvPr/>
        </p:nvSpPr>
        <p:spPr bwMode="auto">
          <a:xfrm>
            <a:off x="3452813" y="3565525"/>
            <a:ext cx="9525"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21" name="Line 84">
            <a:extLst>
              <a:ext uri="{FF2B5EF4-FFF2-40B4-BE49-F238E27FC236}">
                <a16:creationId xmlns:a16="http://schemas.microsoft.com/office/drawing/2014/main" id="{3DC7D616-9F63-31F6-7011-07329F029A31}"/>
              </a:ext>
            </a:extLst>
          </p:cNvPr>
          <p:cNvSpPr>
            <a:spLocks noChangeShapeType="1"/>
          </p:cNvSpPr>
          <p:nvPr/>
        </p:nvSpPr>
        <p:spPr bwMode="auto">
          <a:xfrm>
            <a:off x="3452813" y="35655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22" name="Rectangle 85">
            <a:extLst>
              <a:ext uri="{FF2B5EF4-FFF2-40B4-BE49-F238E27FC236}">
                <a16:creationId xmlns:a16="http://schemas.microsoft.com/office/drawing/2014/main" id="{B43F8198-01E6-610D-A9EE-4FCC9E07A56A}"/>
              </a:ext>
            </a:extLst>
          </p:cNvPr>
          <p:cNvSpPr>
            <a:spLocks noChangeArrowheads="1"/>
          </p:cNvSpPr>
          <p:nvPr/>
        </p:nvSpPr>
        <p:spPr bwMode="auto">
          <a:xfrm>
            <a:off x="8736013" y="3565525"/>
            <a:ext cx="19050"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23" name="Line 86">
            <a:extLst>
              <a:ext uri="{FF2B5EF4-FFF2-40B4-BE49-F238E27FC236}">
                <a16:creationId xmlns:a16="http://schemas.microsoft.com/office/drawing/2014/main" id="{8DAB80AC-0F91-7531-D029-258F76724A3A}"/>
              </a:ext>
            </a:extLst>
          </p:cNvPr>
          <p:cNvSpPr>
            <a:spLocks noChangeShapeType="1"/>
          </p:cNvSpPr>
          <p:nvPr/>
        </p:nvSpPr>
        <p:spPr bwMode="auto">
          <a:xfrm>
            <a:off x="8736013" y="35655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24" name="Rectangle 87">
            <a:extLst>
              <a:ext uri="{FF2B5EF4-FFF2-40B4-BE49-F238E27FC236}">
                <a16:creationId xmlns:a16="http://schemas.microsoft.com/office/drawing/2014/main" id="{80015982-BC6B-78F3-A8CE-5A25C3077DF5}"/>
              </a:ext>
            </a:extLst>
          </p:cNvPr>
          <p:cNvSpPr>
            <a:spLocks noChangeArrowheads="1"/>
          </p:cNvSpPr>
          <p:nvPr/>
        </p:nvSpPr>
        <p:spPr bwMode="auto">
          <a:xfrm>
            <a:off x="1077913" y="4048125"/>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R0 </a:t>
            </a:r>
            <a:endParaRPr lang="en-US" altLang="es-ES" sz="2400" b="0" i="0" baseline="0"/>
          </a:p>
        </p:txBody>
      </p:sp>
      <p:sp>
        <p:nvSpPr>
          <p:cNvPr id="14425" name="Rectangle 88">
            <a:extLst>
              <a:ext uri="{FF2B5EF4-FFF2-40B4-BE49-F238E27FC236}">
                <a16:creationId xmlns:a16="http://schemas.microsoft.com/office/drawing/2014/main" id="{72D949CE-464C-6E56-3A04-EADCE441AAA9}"/>
              </a:ext>
            </a:extLst>
          </p:cNvPr>
          <p:cNvSpPr>
            <a:spLocks noChangeArrowheads="1"/>
          </p:cNvSpPr>
          <p:nvPr/>
        </p:nvSpPr>
        <p:spPr bwMode="auto">
          <a:xfrm>
            <a:off x="1557338" y="4022725"/>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4426" name="Rectangle 89">
            <a:extLst>
              <a:ext uri="{FF2B5EF4-FFF2-40B4-BE49-F238E27FC236}">
                <a16:creationId xmlns:a16="http://schemas.microsoft.com/office/drawing/2014/main" id="{3BFD79C9-72EC-EA59-47AE-FA58FFC71D46}"/>
              </a:ext>
            </a:extLst>
          </p:cNvPr>
          <p:cNvSpPr>
            <a:spLocks noChangeArrowheads="1"/>
          </p:cNvSpPr>
          <p:nvPr/>
        </p:nvSpPr>
        <p:spPr bwMode="auto">
          <a:xfrm>
            <a:off x="1882775" y="4048125"/>
            <a:ext cx="5254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R1 </a:t>
            </a:r>
            <a:endParaRPr lang="en-US" altLang="es-ES" sz="2400" b="0" i="0" baseline="0"/>
          </a:p>
        </p:txBody>
      </p:sp>
      <p:sp>
        <p:nvSpPr>
          <p:cNvPr id="14427" name="Rectangle 90">
            <a:extLst>
              <a:ext uri="{FF2B5EF4-FFF2-40B4-BE49-F238E27FC236}">
                <a16:creationId xmlns:a16="http://schemas.microsoft.com/office/drawing/2014/main" id="{AE78F9F2-D3DF-6063-D07B-CD56C33D46EF}"/>
              </a:ext>
            </a:extLst>
          </p:cNvPr>
          <p:cNvSpPr>
            <a:spLocks noChangeArrowheads="1"/>
          </p:cNvSpPr>
          <p:nvPr/>
        </p:nvSpPr>
        <p:spPr bwMode="auto">
          <a:xfrm>
            <a:off x="2444750" y="4075113"/>
            <a:ext cx="153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ymbol" panose="05050102010706020507" pitchFamily="18" charset="2"/>
              </a:rPr>
              <a:t>Ù</a:t>
            </a:r>
            <a:endParaRPr lang="en-US" altLang="es-ES" sz="2400" b="0" i="0" baseline="0"/>
          </a:p>
        </p:txBody>
      </p:sp>
      <p:sp>
        <p:nvSpPr>
          <p:cNvPr id="14428" name="Rectangle 91">
            <a:extLst>
              <a:ext uri="{FF2B5EF4-FFF2-40B4-BE49-F238E27FC236}">
                <a16:creationId xmlns:a16="http://schemas.microsoft.com/office/drawing/2014/main" id="{233C80A6-1092-192C-BB9D-F33696B79B28}"/>
              </a:ext>
            </a:extLst>
          </p:cNvPr>
          <p:cNvSpPr>
            <a:spLocks noChangeArrowheads="1"/>
          </p:cNvSpPr>
          <p:nvPr/>
        </p:nvSpPr>
        <p:spPr bwMode="auto">
          <a:xfrm>
            <a:off x="2608263" y="4098925"/>
            <a:ext cx="63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rPr>
              <a:t> </a:t>
            </a:r>
            <a:endParaRPr lang="en-US" altLang="es-ES" sz="2400" b="0" i="0" baseline="0"/>
          </a:p>
        </p:txBody>
      </p:sp>
      <p:sp>
        <p:nvSpPr>
          <p:cNvPr id="14429" name="Rectangle 92">
            <a:extLst>
              <a:ext uri="{FF2B5EF4-FFF2-40B4-BE49-F238E27FC236}">
                <a16:creationId xmlns:a16="http://schemas.microsoft.com/office/drawing/2014/main" id="{D7C755D8-D069-0038-FFED-9EBA12910130}"/>
              </a:ext>
            </a:extLst>
          </p:cNvPr>
          <p:cNvSpPr>
            <a:spLocks noChangeArrowheads="1"/>
          </p:cNvSpPr>
          <p:nvPr/>
        </p:nvSpPr>
        <p:spPr bwMode="auto">
          <a:xfrm>
            <a:off x="2676525" y="4048125"/>
            <a:ext cx="3730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R2</a:t>
            </a:r>
            <a:endParaRPr lang="en-US" altLang="es-ES" sz="2400" b="0" i="0" baseline="0"/>
          </a:p>
        </p:txBody>
      </p:sp>
      <p:sp>
        <p:nvSpPr>
          <p:cNvPr id="14430" name="Rectangle 93">
            <a:extLst>
              <a:ext uri="{FF2B5EF4-FFF2-40B4-BE49-F238E27FC236}">
                <a16:creationId xmlns:a16="http://schemas.microsoft.com/office/drawing/2014/main" id="{6D132C62-CD66-B4DE-1C5A-79859D4A1644}"/>
              </a:ext>
            </a:extLst>
          </p:cNvPr>
          <p:cNvSpPr>
            <a:spLocks noChangeArrowheads="1"/>
          </p:cNvSpPr>
          <p:nvPr/>
        </p:nvSpPr>
        <p:spPr bwMode="auto">
          <a:xfrm>
            <a:off x="3076575" y="40481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431" name="Rectangle 94">
            <a:extLst>
              <a:ext uri="{FF2B5EF4-FFF2-40B4-BE49-F238E27FC236}">
                <a16:creationId xmlns:a16="http://schemas.microsoft.com/office/drawing/2014/main" id="{613BE9B2-500E-9E5F-D7A4-7AD8B1DC0F16}"/>
              </a:ext>
            </a:extLst>
          </p:cNvPr>
          <p:cNvSpPr>
            <a:spLocks noChangeArrowheads="1"/>
          </p:cNvSpPr>
          <p:nvPr/>
        </p:nvSpPr>
        <p:spPr bwMode="auto">
          <a:xfrm>
            <a:off x="3530600" y="4035425"/>
            <a:ext cx="3276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Bitwise AND (clears bits)</a:t>
            </a:r>
            <a:endParaRPr lang="en-US" altLang="es-ES" sz="2400" b="0" i="0" baseline="0"/>
          </a:p>
        </p:txBody>
      </p:sp>
      <p:sp>
        <p:nvSpPr>
          <p:cNvPr id="14432" name="Rectangle 95">
            <a:extLst>
              <a:ext uri="{FF2B5EF4-FFF2-40B4-BE49-F238E27FC236}">
                <a16:creationId xmlns:a16="http://schemas.microsoft.com/office/drawing/2014/main" id="{08D3D883-1830-8FC3-23F0-DA0FE698B095}"/>
              </a:ext>
            </a:extLst>
          </p:cNvPr>
          <p:cNvSpPr>
            <a:spLocks noChangeArrowheads="1"/>
          </p:cNvSpPr>
          <p:nvPr/>
        </p:nvSpPr>
        <p:spPr bwMode="auto">
          <a:xfrm>
            <a:off x="7043738" y="40354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433" name="Rectangle 96">
            <a:extLst>
              <a:ext uri="{FF2B5EF4-FFF2-40B4-BE49-F238E27FC236}">
                <a16:creationId xmlns:a16="http://schemas.microsoft.com/office/drawing/2014/main" id="{033BD1ED-C498-DACA-CC93-D30F4800636E}"/>
              </a:ext>
            </a:extLst>
          </p:cNvPr>
          <p:cNvSpPr>
            <a:spLocks noChangeArrowheads="1"/>
          </p:cNvSpPr>
          <p:nvPr/>
        </p:nvSpPr>
        <p:spPr bwMode="auto">
          <a:xfrm>
            <a:off x="992188" y="4013200"/>
            <a:ext cx="19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34" name="Line 97">
            <a:extLst>
              <a:ext uri="{FF2B5EF4-FFF2-40B4-BE49-F238E27FC236}">
                <a16:creationId xmlns:a16="http://schemas.microsoft.com/office/drawing/2014/main" id="{49C38822-955B-0BA2-326C-5C650E9F9F8A}"/>
              </a:ext>
            </a:extLst>
          </p:cNvPr>
          <p:cNvSpPr>
            <a:spLocks noChangeShapeType="1"/>
          </p:cNvSpPr>
          <p:nvPr/>
        </p:nvSpPr>
        <p:spPr bwMode="auto">
          <a:xfrm>
            <a:off x="992188" y="40132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35" name="Rectangle 98">
            <a:extLst>
              <a:ext uri="{FF2B5EF4-FFF2-40B4-BE49-F238E27FC236}">
                <a16:creationId xmlns:a16="http://schemas.microsoft.com/office/drawing/2014/main" id="{BA2C971F-4663-90B1-D030-1D5CDF4D9178}"/>
              </a:ext>
            </a:extLst>
          </p:cNvPr>
          <p:cNvSpPr>
            <a:spLocks noChangeArrowheads="1"/>
          </p:cNvSpPr>
          <p:nvPr/>
        </p:nvSpPr>
        <p:spPr bwMode="auto">
          <a:xfrm>
            <a:off x="1011238" y="4013200"/>
            <a:ext cx="24415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36" name="Line 99">
            <a:extLst>
              <a:ext uri="{FF2B5EF4-FFF2-40B4-BE49-F238E27FC236}">
                <a16:creationId xmlns:a16="http://schemas.microsoft.com/office/drawing/2014/main" id="{27C4E153-5CB3-3D30-FA27-E822A22DB45E}"/>
              </a:ext>
            </a:extLst>
          </p:cNvPr>
          <p:cNvSpPr>
            <a:spLocks noChangeShapeType="1"/>
          </p:cNvSpPr>
          <p:nvPr/>
        </p:nvSpPr>
        <p:spPr bwMode="auto">
          <a:xfrm>
            <a:off x="1011238" y="4013200"/>
            <a:ext cx="2441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37" name="Rectangle 100">
            <a:extLst>
              <a:ext uri="{FF2B5EF4-FFF2-40B4-BE49-F238E27FC236}">
                <a16:creationId xmlns:a16="http://schemas.microsoft.com/office/drawing/2014/main" id="{32BA508F-56DC-4DB0-BB9B-0AD5CDC09E3A}"/>
              </a:ext>
            </a:extLst>
          </p:cNvPr>
          <p:cNvSpPr>
            <a:spLocks noChangeArrowheads="1"/>
          </p:cNvSpPr>
          <p:nvPr/>
        </p:nvSpPr>
        <p:spPr bwMode="auto">
          <a:xfrm>
            <a:off x="3452813" y="40132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38" name="Line 101">
            <a:extLst>
              <a:ext uri="{FF2B5EF4-FFF2-40B4-BE49-F238E27FC236}">
                <a16:creationId xmlns:a16="http://schemas.microsoft.com/office/drawing/2014/main" id="{8E8E588D-88C2-4067-7953-E5C3AE7BC0F9}"/>
              </a:ext>
            </a:extLst>
          </p:cNvPr>
          <p:cNvSpPr>
            <a:spLocks noChangeShapeType="1"/>
          </p:cNvSpPr>
          <p:nvPr/>
        </p:nvSpPr>
        <p:spPr bwMode="auto">
          <a:xfrm>
            <a:off x="3452813" y="40132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39" name="Line 102">
            <a:extLst>
              <a:ext uri="{FF2B5EF4-FFF2-40B4-BE49-F238E27FC236}">
                <a16:creationId xmlns:a16="http://schemas.microsoft.com/office/drawing/2014/main" id="{38A725F9-8080-E958-4242-78586F60D020}"/>
              </a:ext>
            </a:extLst>
          </p:cNvPr>
          <p:cNvSpPr>
            <a:spLocks noChangeShapeType="1"/>
          </p:cNvSpPr>
          <p:nvPr/>
        </p:nvSpPr>
        <p:spPr bwMode="auto">
          <a:xfrm>
            <a:off x="3452813" y="401320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40" name="Rectangle 103">
            <a:extLst>
              <a:ext uri="{FF2B5EF4-FFF2-40B4-BE49-F238E27FC236}">
                <a16:creationId xmlns:a16="http://schemas.microsoft.com/office/drawing/2014/main" id="{43C21392-6703-761E-4A92-C967AF919E0B}"/>
              </a:ext>
            </a:extLst>
          </p:cNvPr>
          <p:cNvSpPr>
            <a:spLocks noChangeArrowheads="1"/>
          </p:cNvSpPr>
          <p:nvPr/>
        </p:nvSpPr>
        <p:spPr bwMode="auto">
          <a:xfrm>
            <a:off x="3462338" y="4013200"/>
            <a:ext cx="52736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41" name="Line 104">
            <a:extLst>
              <a:ext uri="{FF2B5EF4-FFF2-40B4-BE49-F238E27FC236}">
                <a16:creationId xmlns:a16="http://schemas.microsoft.com/office/drawing/2014/main" id="{0822AE8D-FDBE-0D8C-824F-3AAD81AE6CE8}"/>
              </a:ext>
            </a:extLst>
          </p:cNvPr>
          <p:cNvSpPr>
            <a:spLocks noChangeShapeType="1"/>
          </p:cNvSpPr>
          <p:nvPr/>
        </p:nvSpPr>
        <p:spPr bwMode="auto">
          <a:xfrm>
            <a:off x="3462338" y="4013200"/>
            <a:ext cx="52736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42" name="Rectangle 105">
            <a:extLst>
              <a:ext uri="{FF2B5EF4-FFF2-40B4-BE49-F238E27FC236}">
                <a16:creationId xmlns:a16="http://schemas.microsoft.com/office/drawing/2014/main" id="{CEEF2476-CEA9-4979-4C5B-8411693DAE19}"/>
              </a:ext>
            </a:extLst>
          </p:cNvPr>
          <p:cNvSpPr>
            <a:spLocks noChangeArrowheads="1"/>
          </p:cNvSpPr>
          <p:nvPr/>
        </p:nvSpPr>
        <p:spPr bwMode="auto">
          <a:xfrm>
            <a:off x="8736013" y="4013200"/>
            <a:ext cx="19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43" name="Line 106">
            <a:extLst>
              <a:ext uri="{FF2B5EF4-FFF2-40B4-BE49-F238E27FC236}">
                <a16:creationId xmlns:a16="http://schemas.microsoft.com/office/drawing/2014/main" id="{9EF78EF6-449D-041D-E763-968A93E7972F}"/>
              </a:ext>
            </a:extLst>
          </p:cNvPr>
          <p:cNvSpPr>
            <a:spLocks noChangeShapeType="1"/>
          </p:cNvSpPr>
          <p:nvPr/>
        </p:nvSpPr>
        <p:spPr bwMode="auto">
          <a:xfrm>
            <a:off x="8736013" y="40132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44" name="Rectangle 107">
            <a:extLst>
              <a:ext uri="{FF2B5EF4-FFF2-40B4-BE49-F238E27FC236}">
                <a16:creationId xmlns:a16="http://schemas.microsoft.com/office/drawing/2014/main" id="{26089158-B5A9-82C3-2852-F5A34F857776}"/>
              </a:ext>
            </a:extLst>
          </p:cNvPr>
          <p:cNvSpPr>
            <a:spLocks noChangeArrowheads="1"/>
          </p:cNvSpPr>
          <p:nvPr/>
        </p:nvSpPr>
        <p:spPr bwMode="auto">
          <a:xfrm>
            <a:off x="992188" y="4022725"/>
            <a:ext cx="19050"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45" name="Line 108">
            <a:extLst>
              <a:ext uri="{FF2B5EF4-FFF2-40B4-BE49-F238E27FC236}">
                <a16:creationId xmlns:a16="http://schemas.microsoft.com/office/drawing/2014/main" id="{D86C04F0-A600-B5B2-E0D7-5623BCE10D24}"/>
              </a:ext>
            </a:extLst>
          </p:cNvPr>
          <p:cNvSpPr>
            <a:spLocks noChangeShapeType="1"/>
          </p:cNvSpPr>
          <p:nvPr/>
        </p:nvSpPr>
        <p:spPr bwMode="auto">
          <a:xfrm>
            <a:off x="992188" y="40227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46" name="Rectangle 109">
            <a:extLst>
              <a:ext uri="{FF2B5EF4-FFF2-40B4-BE49-F238E27FC236}">
                <a16:creationId xmlns:a16="http://schemas.microsoft.com/office/drawing/2014/main" id="{4DA772AE-D075-1934-BD26-67D8113B7B08}"/>
              </a:ext>
            </a:extLst>
          </p:cNvPr>
          <p:cNvSpPr>
            <a:spLocks noChangeArrowheads="1"/>
          </p:cNvSpPr>
          <p:nvPr/>
        </p:nvSpPr>
        <p:spPr bwMode="auto">
          <a:xfrm>
            <a:off x="3452813" y="4022725"/>
            <a:ext cx="9525"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47" name="Line 110">
            <a:extLst>
              <a:ext uri="{FF2B5EF4-FFF2-40B4-BE49-F238E27FC236}">
                <a16:creationId xmlns:a16="http://schemas.microsoft.com/office/drawing/2014/main" id="{B1E67F89-60EC-23BD-A96A-BEF9F6853CE2}"/>
              </a:ext>
            </a:extLst>
          </p:cNvPr>
          <p:cNvSpPr>
            <a:spLocks noChangeShapeType="1"/>
          </p:cNvSpPr>
          <p:nvPr/>
        </p:nvSpPr>
        <p:spPr bwMode="auto">
          <a:xfrm>
            <a:off x="3452813" y="40227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48" name="Rectangle 111">
            <a:extLst>
              <a:ext uri="{FF2B5EF4-FFF2-40B4-BE49-F238E27FC236}">
                <a16:creationId xmlns:a16="http://schemas.microsoft.com/office/drawing/2014/main" id="{FE80C4EE-04C7-DBDC-4080-897E83890000}"/>
              </a:ext>
            </a:extLst>
          </p:cNvPr>
          <p:cNvSpPr>
            <a:spLocks noChangeArrowheads="1"/>
          </p:cNvSpPr>
          <p:nvPr/>
        </p:nvSpPr>
        <p:spPr bwMode="auto">
          <a:xfrm>
            <a:off x="8736013" y="4022725"/>
            <a:ext cx="19050"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49" name="Line 112">
            <a:extLst>
              <a:ext uri="{FF2B5EF4-FFF2-40B4-BE49-F238E27FC236}">
                <a16:creationId xmlns:a16="http://schemas.microsoft.com/office/drawing/2014/main" id="{8E3AD8A4-54DB-961D-CD2E-10EF26177076}"/>
              </a:ext>
            </a:extLst>
          </p:cNvPr>
          <p:cNvSpPr>
            <a:spLocks noChangeShapeType="1"/>
          </p:cNvSpPr>
          <p:nvPr/>
        </p:nvSpPr>
        <p:spPr bwMode="auto">
          <a:xfrm>
            <a:off x="8736013" y="40227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50" name="Rectangle 113">
            <a:extLst>
              <a:ext uri="{FF2B5EF4-FFF2-40B4-BE49-F238E27FC236}">
                <a16:creationId xmlns:a16="http://schemas.microsoft.com/office/drawing/2014/main" id="{499A0DF1-4325-91C8-A685-E32DC8973EAA}"/>
              </a:ext>
            </a:extLst>
          </p:cNvPr>
          <p:cNvSpPr>
            <a:spLocks noChangeArrowheads="1"/>
          </p:cNvSpPr>
          <p:nvPr/>
        </p:nvSpPr>
        <p:spPr bwMode="auto">
          <a:xfrm>
            <a:off x="1077913" y="4505325"/>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R0 </a:t>
            </a:r>
            <a:endParaRPr lang="en-US" altLang="es-ES" sz="2400" b="0" i="0" baseline="0"/>
          </a:p>
        </p:txBody>
      </p:sp>
      <p:sp>
        <p:nvSpPr>
          <p:cNvPr id="14451" name="Rectangle 114">
            <a:extLst>
              <a:ext uri="{FF2B5EF4-FFF2-40B4-BE49-F238E27FC236}">
                <a16:creationId xmlns:a16="http://schemas.microsoft.com/office/drawing/2014/main" id="{ECB44284-7E5F-A1CA-24E6-F1ED7C254C63}"/>
              </a:ext>
            </a:extLst>
          </p:cNvPr>
          <p:cNvSpPr>
            <a:spLocks noChangeArrowheads="1"/>
          </p:cNvSpPr>
          <p:nvPr/>
        </p:nvSpPr>
        <p:spPr bwMode="auto">
          <a:xfrm>
            <a:off x="1557338" y="4479925"/>
            <a:ext cx="30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a:t>
            </a:r>
            <a:endParaRPr lang="en-US" altLang="es-ES" sz="2400" b="0" i="0" baseline="0"/>
          </a:p>
        </p:txBody>
      </p:sp>
      <p:sp>
        <p:nvSpPr>
          <p:cNvPr id="14452" name="Rectangle 115">
            <a:extLst>
              <a:ext uri="{FF2B5EF4-FFF2-40B4-BE49-F238E27FC236}">
                <a16:creationId xmlns:a16="http://schemas.microsoft.com/office/drawing/2014/main" id="{FA45281E-CA69-307B-255C-70D38954FFBD}"/>
              </a:ext>
            </a:extLst>
          </p:cNvPr>
          <p:cNvSpPr>
            <a:spLocks noChangeArrowheads="1"/>
          </p:cNvSpPr>
          <p:nvPr/>
        </p:nvSpPr>
        <p:spPr bwMode="auto">
          <a:xfrm>
            <a:off x="1882775" y="4505325"/>
            <a:ext cx="5254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R1 </a:t>
            </a:r>
            <a:endParaRPr lang="en-US" altLang="es-ES" sz="2400" b="0" i="0" baseline="0"/>
          </a:p>
        </p:txBody>
      </p:sp>
      <p:sp>
        <p:nvSpPr>
          <p:cNvPr id="14453" name="Rectangle 116">
            <a:extLst>
              <a:ext uri="{FF2B5EF4-FFF2-40B4-BE49-F238E27FC236}">
                <a16:creationId xmlns:a16="http://schemas.microsoft.com/office/drawing/2014/main" id="{A3F01531-2E6B-F7CF-BC15-FCF00331711A}"/>
              </a:ext>
            </a:extLst>
          </p:cNvPr>
          <p:cNvSpPr>
            <a:spLocks noChangeArrowheads="1"/>
          </p:cNvSpPr>
          <p:nvPr/>
        </p:nvSpPr>
        <p:spPr bwMode="auto">
          <a:xfrm>
            <a:off x="2444750" y="4479925"/>
            <a:ext cx="2349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latin typeface="Symbol" panose="05050102010706020507" pitchFamily="18" charset="2"/>
              </a:rPr>
              <a:t>Å</a:t>
            </a:r>
            <a:endParaRPr lang="en-US" altLang="es-ES" sz="2400" b="0" i="0" baseline="0"/>
          </a:p>
        </p:txBody>
      </p:sp>
      <p:sp>
        <p:nvSpPr>
          <p:cNvPr id="14454" name="Rectangle 117">
            <a:extLst>
              <a:ext uri="{FF2B5EF4-FFF2-40B4-BE49-F238E27FC236}">
                <a16:creationId xmlns:a16="http://schemas.microsoft.com/office/drawing/2014/main" id="{D75F9759-5D13-8FDC-5A9C-DE5312DFAA53}"/>
              </a:ext>
            </a:extLst>
          </p:cNvPr>
          <p:cNvSpPr>
            <a:spLocks noChangeArrowheads="1"/>
          </p:cNvSpPr>
          <p:nvPr/>
        </p:nvSpPr>
        <p:spPr bwMode="auto">
          <a:xfrm>
            <a:off x="2697163" y="4505325"/>
            <a:ext cx="4492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R2</a:t>
            </a:r>
            <a:endParaRPr lang="en-US" altLang="es-ES" sz="2400" b="0" i="0" baseline="0"/>
          </a:p>
        </p:txBody>
      </p:sp>
      <p:sp>
        <p:nvSpPr>
          <p:cNvPr id="14455" name="Rectangle 118">
            <a:extLst>
              <a:ext uri="{FF2B5EF4-FFF2-40B4-BE49-F238E27FC236}">
                <a16:creationId xmlns:a16="http://schemas.microsoft.com/office/drawing/2014/main" id="{2D0A4649-531F-077D-0D00-2ED465525B32}"/>
              </a:ext>
            </a:extLst>
          </p:cNvPr>
          <p:cNvSpPr>
            <a:spLocks noChangeArrowheads="1"/>
          </p:cNvSpPr>
          <p:nvPr/>
        </p:nvSpPr>
        <p:spPr bwMode="auto">
          <a:xfrm>
            <a:off x="3178175" y="45053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456" name="Rectangle 119">
            <a:extLst>
              <a:ext uri="{FF2B5EF4-FFF2-40B4-BE49-F238E27FC236}">
                <a16:creationId xmlns:a16="http://schemas.microsoft.com/office/drawing/2014/main" id="{3D8C4D60-C923-C69A-1B38-6C8F8471EE37}"/>
              </a:ext>
            </a:extLst>
          </p:cNvPr>
          <p:cNvSpPr>
            <a:spLocks noChangeArrowheads="1"/>
          </p:cNvSpPr>
          <p:nvPr/>
        </p:nvSpPr>
        <p:spPr bwMode="auto">
          <a:xfrm>
            <a:off x="3530600" y="4492625"/>
            <a:ext cx="4445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Bitwise EXOR (complements bits)</a:t>
            </a:r>
            <a:endParaRPr lang="en-US" altLang="es-ES" sz="2400" b="0" i="0" baseline="0"/>
          </a:p>
        </p:txBody>
      </p:sp>
      <p:sp>
        <p:nvSpPr>
          <p:cNvPr id="14457" name="Rectangle 120">
            <a:extLst>
              <a:ext uri="{FF2B5EF4-FFF2-40B4-BE49-F238E27FC236}">
                <a16:creationId xmlns:a16="http://schemas.microsoft.com/office/drawing/2014/main" id="{6D0291F3-F239-F31A-8381-73F0658B8068}"/>
              </a:ext>
            </a:extLst>
          </p:cNvPr>
          <p:cNvSpPr>
            <a:spLocks noChangeArrowheads="1"/>
          </p:cNvSpPr>
          <p:nvPr/>
        </p:nvSpPr>
        <p:spPr bwMode="auto">
          <a:xfrm>
            <a:off x="8293100" y="4492625"/>
            <a:ext cx="76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400" i="0" baseline="0">
                <a:solidFill>
                  <a:srgbClr val="000000"/>
                </a:solidFill>
              </a:rPr>
              <a:t> </a:t>
            </a:r>
            <a:endParaRPr lang="en-US" altLang="es-ES" sz="2400" b="0" i="0" baseline="0"/>
          </a:p>
        </p:txBody>
      </p:sp>
      <p:sp>
        <p:nvSpPr>
          <p:cNvPr id="14458" name="Line 121">
            <a:extLst>
              <a:ext uri="{FF2B5EF4-FFF2-40B4-BE49-F238E27FC236}">
                <a16:creationId xmlns:a16="http://schemas.microsoft.com/office/drawing/2014/main" id="{059E78C9-6FA6-4DBC-0330-36BCB7B8C0EE}"/>
              </a:ext>
            </a:extLst>
          </p:cNvPr>
          <p:cNvSpPr>
            <a:spLocks noChangeShapeType="1"/>
          </p:cNvSpPr>
          <p:nvPr/>
        </p:nvSpPr>
        <p:spPr bwMode="auto">
          <a:xfrm>
            <a:off x="992188" y="44704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59" name="Line 122">
            <a:extLst>
              <a:ext uri="{FF2B5EF4-FFF2-40B4-BE49-F238E27FC236}">
                <a16:creationId xmlns:a16="http://schemas.microsoft.com/office/drawing/2014/main" id="{A6E51D47-2B7A-7E42-3A93-8FA272422CBF}"/>
              </a:ext>
            </a:extLst>
          </p:cNvPr>
          <p:cNvSpPr>
            <a:spLocks noChangeShapeType="1"/>
          </p:cNvSpPr>
          <p:nvPr/>
        </p:nvSpPr>
        <p:spPr bwMode="auto">
          <a:xfrm>
            <a:off x="1011238" y="4470400"/>
            <a:ext cx="2441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60" name="Line 123">
            <a:extLst>
              <a:ext uri="{FF2B5EF4-FFF2-40B4-BE49-F238E27FC236}">
                <a16:creationId xmlns:a16="http://schemas.microsoft.com/office/drawing/2014/main" id="{A420434E-84BB-82B8-AD2E-0CCC9EB952CF}"/>
              </a:ext>
            </a:extLst>
          </p:cNvPr>
          <p:cNvSpPr>
            <a:spLocks noChangeShapeType="1"/>
          </p:cNvSpPr>
          <p:nvPr/>
        </p:nvSpPr>
        <p:spPr bwMode="auto">
          <a:xfrm>
            <a:off x="3452813" y="44704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61" name="Line 124">
            <a:extLst>
              <a:ext uri="{FF2B5EF4-FFF2-40B4-BE49-F238E27FC236}">
                <a16:creationId xmlns:a16="http://schemas.microsoft.com/office/drawing/2014/main" id="{421B15BB-C3CE-822F-B136-52B7E8F2C5B6}"/>
              </a:ext>
            </a:extLst>
          </p:cNvPr>
          <p:cNvSpPr>
            <a:spLocks noChangeShapeType="1"/>
          </p:cNvSpPr>
          <p:nvPr/>
        </p:nvSpPr>
        <p:spPr bwMode="auto">
          <a:xfrm>
            <a:off x="3452813" y="447040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62" name="Line 125">
            <a:extLst>
              <a:ext uri="{FF2B5EF4-FFF2-40B4-BE49-F238E27FC236}">
                <a16:creationId xmlns:a16="http://schemas.microsoft.com/office/drawing/2014/main" id="{106EE510-F4CE-3343-062E-DE914E163901}"/>
              </a:ext>
            </a:extLst>
          </p:cNvPr>
          <p:cNvSpPr>
            <a:spLocks noChangeShapeType="1"/>
          </p:cNvSpPr>
          <p:nvPr/>
        </p:nvSpPr>
        <p:spPr bwMode="auto">
          <a:xfrm>
            <a:off x="3462338" y="4470400"/>
            <a:ext cx="52736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63" name="Line 126">
            <a:extLst>
              <a:ext uri="{FF2B5EF4-FFF2-40B4-BE49-F238E27FC236}">
                <a16:creationId xmlns:a16="http://schemas.microsoft.com/office/drawing/2014/main" id="{1DD29A8F-F504-855B-2342-6BF2A31CE531}"/>
              </a:ext>
            </a:extLst>
          </p:cNvPr>
          <p:cNvSpPr>
            <a:spLocks noChangeShapeType="1"/>
          </p:cNvSpPr>
          <p:nvPr/>
        </p:nvSpPr>
        <p:spPr bwMode="auto">
          <a:xfrm>
            <a:off x="8736013" y="44704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64" name="Rectangle 127">
            <a:extLst>
              <a:ext uri="{FF2B5EF4-FFF2-40B4-BE49-F238E27FC236}">
                <a16:creationId xmlns:a16="http://schemas.microsoft.com/office/drawing/2014/main" id="{2BD220AA-F54D-202E-1059-D369E3B66FD0}"/>
              </a:ext>
            </a:extLst>
          </p:cNvPr>
          <p:cNvSpPr>
            <a:spLocks noChangeArrowheads="1"/>
          </p:cNvSpPr>
          <p:nvPr/>
        </p:nvSpPr>
        <p:spPr bwMode="auto">
          <a:xfrm>
            <a:off x="992188" y="4479925"/>
            <a:ext cx="19050"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65" name="Line 128">
            <a:extLst>
              <a:ext uri="{FF2B5EF4-FFF2-40B4-BE49-F238E27FC236}">
                <a16:creationId xmlns:a16="http://schemas.microsoft.com/office/drawing/2014/main" id="{4CDB3499-484A-E30A-B67D-4C41C2868EF5}"/>
              </a:ext>
            </a:extLst>
          </p:cNvPr>
          <p:cNvSpPr>
            <a:spLocks noChangeShapeType="1"/>
          </p:cNvSpPr>
          <p:nvPr/>
        </p:nvSpPr>
        <p:spPr bwMode="auto">
          <a:xfrm>
            <a:off x="992188" y="44799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66" name="Rectangle 129">
            <a:extLst>
              <a:ext uri="{FF2B5EF4-FFF2-40B4-BE49-F238E27FC236}">
                <a16:creationId xmlns:a16="http://schemas.microsoft.com/office/drawing/2014/main" id="{67956A52-B871-1419-028F-E62DB6EE9C20}"/>
              </a:ext>
            </a:extLst>
          </p:cNvPr>
          <p:cNvSpPr>
            <a:spLocks noChangeArrowheads="1"/>
          </p:cNvSpPr>
          <p:nvPr/>
        </p:nvSpPr>
        <p:spPr bwMode="auto">
          <a:xfrm>
            <a:off x="992188" y="4927600"/>
            <a:ext cx="2460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67" name="Line 130">
            <a:extLst>
              <a:ext uri="{FF2B5EF4-FFF2-40B4-BE49-F238E27FC236}">
                <a16:creationId xmlns:a16="http://schemas.microsoft.com/office/drawing/2014/main" id="{7A07EE82-4C26-68A1-3FEA-47B4929F3037}"/>
              </a:ext>
            </a:extLst>
          </p:cNvPr>
          <p:cNvSpPr>
            <a:spLocks noChangeShapeType="1"/>
          </p:cNvSpPr>
          <p:nvPr/>
        </p:nvSpPr>
        <p:spPr bwMode="auto">
          <a:xfrm>
            <a:off x="992188" y="4927600"/>
            <a:ext cx="2460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68" name="Rectangle 131">
            <a:extLst>
              <a:ext uri="{FF2B5EF4-FFF2-40B4-BE49-F238E27FC236}">
                <a16:creationId xmlns:a16="http://schemas.microsoft.com/office/drawing/2014/main" id="{1936496C-B406-5AB7-1670-F2D9F89413D4}"/>
              </a:ext>
            </a:extLst>
          </p:cNvPr>
          <p:cNvSpPr>
            <a:spLocks noChangeArrowheads="1"/>
          </p:cNvSpPr>
          <p:nvPr/>
        </p:nvSpPr>
        <p:spPr bwMode="auto">
          <a:xfrm>
            <a:off x="3452813" y="4479925"/>
            <a:ext cx="9525"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69" name="Line 132">
            <a:extLst>
              <a:ext uri="{FF2B5EF4-FFF2-40B4-BE49-F238E27FC236}">
                <a16:creationId xmlns:a16="http://schemas.microsoft.com/office/drawing/2014/main" id="{A5373615-105E-ECC4-A68B-6711B70E7111}"/>
              </a:ext>
            </a:extLst>
          </p:cNvPr>
          <p:cNvSpPr>
            <a:spLocks noChangeShapeType="1"/>
          </p:cNvSpPr>
          <p:nvPr/>
        </p:nvSpPr>
        <p:spPr bwMode="auto">
          <a:xfrm>
            <a:off x="3452813" y="44799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70" name="Rectangle 133">
            <a:extLst>
              <a:ext uri="{FF2B5EF4-FFF2-40B4-BE49-F238E27FC236}">
                <a16:creationId xmlns:a16="http://schemas.microsoft.com/office/drawing/2014/main" id="{C9E78944-E698-0411-365B-99D118379C6F}"/>
              </a:ext>
            </a:extLst>
          </p:cNvPr>
          <p:cNvSpPr>
            <a:spLocks noChangeArrowheads="1"/>
          </p:cNvSpPr>
          <p:nvPr/>
        </p:nvSpPr>
        <p:spPr bwMode="auto">
          <a:xfrm>
            <a:off x="3452813" y="4927600"/>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71" name="Line 134">
            <a:extLst>
              <a:ext uri="{FF2B5EF4-FFF2-40B4-BE49-F238E27FC236}">
                <a16:creationId xmlns:a16="http://schemas.microsoft.com/office/drawing/2014/main" id="{32BAEF2B-7C83-97EA-00C8-4BEE31046FF0}"/>
              </a:ext>
            </a:extLst>
          </p:cNvPr>
          <p:cNvSpPr>
            <a:spLocks noChangeShapeType="1"/>
          </p:cNvSpPr>
          <p:nvPr/>
        </p:nvSpPr>
        <p:spPr bwMode="auto">
          <a:xfrm>
            <a:off x="3452813" y="4927600"/>
            <a:ext cx="95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72" name="Line 135">
            <a:extLst>
              <a:ext uri="{FF2B5EF4-FFF2-40B4-BE49-F238E27FC236}">
                <a16:creationId xmlns:a16="http://schemas.microsoft.com/office/drawing/2014/main" id="{F717D5A4-5923-3F0C-47D5-4D81013E60C4}"/>
              </a:ext>
            </a:extLst>
          </p:cNvPr>
          <p:cNvSpPr>
            <a:spLocks noChangeShapeType="1"/>
          </p:cNvSpPr>
          <p:nvPr/>
        </p:nvSpPr>
        <p:spPr bwMode="auto">
          <a:xfrm>
            <a:off x="3452813" y="492760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73" name="Rectangle 136">
            <a:extLst>
              <a:ext uri="{FF2B5EF4-FFF2-40B4-BE49-F238E27FC236}">
                <a16:creationId xmlns:a16="http://schemas.microsoft.com/office/drawing/2014/main" id="{36E3BF6E-A93A-2DF5-32CC-83E31790558C}"/>
              </a:ext>
            </a:extLst>
          </p:cNvPr>
          <p:cNvSpPr>
            <a:spLocks noChangeArrowheads="1"/>
          </p:cNvSpPr>
          <p:nvPr/>
        </p:nvSpPr>
        <p:spPr bwMode="auto">
          <a:xfrm>
            <a:off x="3462338" y="4927600"/>
            <a:ext cx="52736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74" name="Line 137">
            <a:extLst>
              <a:ext uri="{FF2B5EF4-FFF2-40B4-BE49-F238E27FC236}">
                <a16:creationId xmlns:a16="http://schemas.microsoft.com/office/drawing/2014/main" id="{44C3FDDC-D1D4-24E0-08DA-10D5707A34D8}"/>
              </a:ext>
            </a:extLst>
          </p:cNvPr>
          <p:cNvSpPr>
            <a:spLocks noChangeShapeType="1"/>
          </p:cNvSpPr>
          <p:nvPr/>
        </p:nvSpPr>
        <p:spPr bwMode="auto">
          <a:xfrm>
            <a:off x="3462338" y="4927600"/>
            <a:ext cx="52736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75" name="Rectangle 138">
            <a:extLst>
              <a:ext uri="{FF2B5EF4-FFF2-40B4-BE49-F238E27FC236}">
                <a16:creationId xmlns:a16="http://schemas.microsoft.com/office/drawing/2014/main" id="{7D22AADD-63B5-3864-58C1-B22C996E899A}"/>
              </a:ext>
            </a:extLst>
          </p:cNvPr>
          <p:cNvSpPr>
            <a:spLocks noChangeArrowheads="1"/>
          </p:cNvSpPr>
          <p:nvPr/>
        </p:nvSpPr>
        <p:spPr bwMode="auto">
          <a:xfrm>
            <a:off x="8736013" y="4479925"/>
            <a:ext cx="19050" cy="447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76" name="Line 139">
            <a:extLst>
              <a:ext uri="{FF2B5EF4-FFF2-40B4-BE49-F238E27FC236}">
                <a16:creationId xmlns:a16="http://schemas.microsoft.com/office/drawing/2014/main" id="{50D6EBA1-F2C1-CA4B-292F-1AABB850D5CA}"/>
              </a:ext>
            </a:extLst>
          </p:cNvPr>
          <p:cNvSpPr>
            <a:spLocks noChangeShapeType="1"/>
          </p:cNvSpPr>
          <p:nvPr/>
        </p:nvSpPr>
        <p:spPr bwMode="auto">
          <a:xfrm>
            <a:off x="8736013" y="4479925"/>
            <a:ext cx="1587" cy="447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77" name="Rectangle 140">
            <a:extLst>
              <a:ext uri="{FF2B5EF4-FFF2-40B4-BE49-F238E27FC236}">
                <a16:creationId xmlns:a16="http://schemas.microsoft.com/office/drawing/2014/main" id="{40ADBC47-B115-BDDD-EE25-88E26AC4700D}"/>
              </a:ext>
            </a:extLst>
          </p:cNvPr>
          <p:cNvSpPr>
            <a:spLocks noChangeArrowheads="1"/>
          </p:cNvSpPr>
          <p:nvPr/>
        </p:nvSpPr>
        <p:spPr bwMode="auto">
          <a:xfrm>
            <a:off x="8736013" y="4927600"/>
            <a:ext cx="19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4478" name="Line 141">
            <a:extLst>
              <a:ext uri="{FF2B5EF4-FFF2-40B4-BE49-F238E27FC236}">
                <a16:creationId xmlns:a16="http://schemas.microsoft.com/office/drawing/2014/main" id="{E9E029A8-6666-9FEC-7F48-80973DA25002}"/>
              </a:ext>
            </a:extLst>
          </p:cNvPr>
          <p:cNvSpPr>
            <a:spLocks noChangeShapeType="1"/>
          </p:cNvSpPr>
          <p:nvPr/>
        </p:nvSpPr>
        <p:spPr bwMode="auto">
          <a:xfrm>
            <a:off x="8736013" y="49276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479" name="Rectangle 142">
            <a:extLst>
              <a:ext uri="{FF2B5EF4-FFF2-40B4-BE49-F238E27FC236}">
                <a16:creationId xmlns:a16="http://schemas.microsoft.com/office/drawing/2014/main" id="{2B30CD96-B6BE-2EB0-22B0-07F074F09E16}"/>
              </a:ext>
            </a:extLst>
          </p:cNvPr>
          <p:cNvSpPr>
            <a:spLocks noChangeArrowheads="1"/>
          </p:cNvSpPr>
          <p:nvPr/>
        </p:nvSpPr>
        <p:spPr bwMode="auto">
          <a:xfrm>
            <a:off x="1077913" y="4943475"/>
            <a:ext cx="317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 </a:t>
            </a:r>
            <a:endParaRPr lang="en-US" altLang="es-ES" sz="2400" b="0" i="0" baseline="0"/>
          </a:p>
        </p:txBody>
      </p:sp>
      <p:sp>
        <p:nvSpPr>
          <p:cNvPr id="14480" name="Line 143">
            <a:extLst>
              <a:ext uri="{FF2B5EF4-FFF2-40B4-BE49-F238E27FC236}">
                <a16:creationId xmlns:a16="http://schemas.microsoft.com/office/drawing/2014/main" id="{343A975B-631B-2B94-BAA1-B8785FD489D8}"/>
              </a:ext>
            </a:extLst>
          </p:cNvPr>
          <p:cNvSpPr>
            <a:spLocks noChangeShapeType="1"/>
          </p:cNvSpPr>
          <p:nvPr/>
        </p:nvSpPr>
        <p:spPr bwMode="auto">
          <a:xfrm>
            <a:off x="1993900" y="3162300"/>
            <a:ext cx="26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3 Marcador de número de diapositiva">
            <a:extLst>
              <a:ext uri="{FF2B5EF4-FFF2-40B4-BE49-F238E27FC236}">
                <a16:creationId xmlns:a16="http://schemas.microsoft.com/office/drawing/2014/main" id="{5D28164C-FCED-7F3B-6DED-D70CDF2E298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0A1325AB-D603-4AAA-9962-13001F57DDFB}" type="slidenum">
              <a:rPr lang="en-US" altLang="es-ES" sz="1600" b="0" i="0" baseline="0"/>
              <a:pPr/>
              <a:t>10</a:t>
            </a:fld>
            <a:endParaRPr lang="en-US" altLang="es-ES" sz="1600" b="0" i="0" baseline="0"/>
          </a:p>
        </p:txBody>
      </p:sp>
      <p:sp>
        <p:nvSpPr>
          <p:cNvPr id="1028" name="Rectangle 2">
            <a:extLst>
              <a:ext uri="{FF2B5EF4-FFF2-40B4-BE49-F238E27FC236}">
                <a16:creationId xmlns:a16="http://schemas.microsoft.com/office/drawing/2014/main" id="{97791ACC-0E6B-2A99-A4AD-C923AC7DA4FF}"/>
              </a:ext>
            </a:extLst>
          </p:cNvPr>
          <p:cNvSpPr>
            <a:spLocks noGrp="1" noChangeArrowheads="1"/>
          </p:cNvSpPr>
          <p:nvPr>
            <p:ph type="title"/>
          </p:nvPr>
        </p:nvSpPr>
        <p:spPr/>
        <p:txBody>
          <a:bodyPr/>
          <a:lstStyle/>
          <a:p>
            <a:r>
              <a:rPr lang="en-US" altLang="es-ES" sz="3200">
                <a:solidFill>
                  <a:schemeClr val="tx1"/>
                </a:solidFill>
              </a:rPr>
              <a:t>Logical Microoperations </a:t>
            </a:r>
            <a:r>
              <a:rPr lang="en-US" altLang="es-ES" sz="3200" b="0">
                <a:solidFill>
                  <a:schemeClr val="tx1"/>
                </a:solidFill>
              </a:rPr>
              <a:t>(continued)</a:t>
            </a:r>
          </a:p>
        </p:txBody>
      </p:sp>
      <p:sp>
        <p:nvSpPr>
          <p:cNvPr id="1029" name="Rectangle 3">
            <a:extLst>
              <a:ext uri="{FF2B5EF4-FFF2-40B4-BE49-F238E27FC236}">
                <a16:creationId xmlns:a16="http://schemas.microsoft.com/office/drawing/2014/main" id="{01A2F431-1CB0-497A-40AE-C99B246EA433}"/>
              </a:ext>
            </a:extLst>
          </p:cNvPr>
          <p:cNvSpPr>
            <a:spLocks noGrp="1" noChangeArrowheads="1"/>
          </p:cNvSpPr>
          <p:nvPr>
            <p:ph type="body" idx="1"/>
          </p:nvPr>
        </p:nvSpPr>
        <p:spPr/>
        <p:txBody>
          <a:bodyPr/>
          <a:lstStyle/>
          <a:p>
            <a:r>
              <a:rPr lang="en-US" altLang="es-ES">
                <a:cs typeface="Times New Roman" panose="02020603050405020304" pitchFamily="18" charset="0"/>
              </a:rPr>
              <a:t>Let  R1  = 10101010, </a:t>
            </a:r>
            <a:br>
              <a:rPr lang="en-US" altLang="es-ES">
                <a:cs typeface="Times New Roman" panose="02020603050405020304" pitchFamily="18" charset="0"/>
              </a:rPr>
            </a:br>
            <a:r>
              <a:rPr lang="en-US" altLang="es-ES">
                <a:cs typeface="Times New Roman" panose="02020603050405020304" pitchFamily="18" charset="0"/>
              </a:rPr>
              <a:t>and  R2  = 11110000</a:t>
            </a:r>
          </a:p>
          <a:p>
            <a:r>
              <a:rPr lang="en-US" altLang="es-ES">
                <a:cs typeface="Times New Roman" panose="02020603050405020304" pitchFamily="18" charset="0"/>
              </a:rPr>
              <a:t>Then after the operation, R0 becomes:</a:t>
            </a:r>
          </a:p>
          <a:p>
            <a:endParaRPr lang="en-US" altLang="es-ES"/>
          </a:p>
        </p:txBody>
      </p:sp>
      <p:graphicFrame>
        <p:nvGraphicFramePr>
          <p:cNvPr id="1026" name="Object 4">
            <a:extLst>
              <a:ext uri="{FF2B5EF4-FFF2-40B4-BE49-F238E27FC236}">
                <a16:creationId xmlns:a16="http://schemas.microsoft.com/office/drawing/2014/main" id="{D9BADFAA-9131-C04F-5A34-3766040E5A50}"/>
              </a:ext>
            </a:extLst>
          </p:cNvPr>
          <p:cNvGraphicFramePr>
            <a:graphicFrameLocks noChangeAspect="1"/>
          </p:cNvGraphicFramePr>
          <p:nvPr/>
        </p:nvGraphicFramePr>
        <p:xfrm>
          <a:off x="1800225" y="3165475"/>
          <a:ext cx="5780088" cy="2760663"/>
        </p:xfrm>
        <a:graphic>
          <a:graphicData uri="http://schemas.openxmlformats.org/presentationml/2006/ole">
            <mc:AlternateContent xmlns:mc="http://schemas.openxmlformats.org/markup-compatibility/2006">
              <mc:Choice xmlns:v="urn:schemas-microsoft-com:vml" Requires="v">
                <p:oleObj name="Document" r:id="rId3" imgW="5785200" imgH="2773800" progId="Word.Document.8">
                  <p:embed/>
                </p:oleObj>
              </mc:Choice>
              <mc:Fallback>
                <p:oleObj name="Document" r:id="rId3" imgW="5785200" imgH="277380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0225" y="3165475"/>
                        <a:ext cx="5780088" cy="27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Line 5">
            <a:extLst>
              <a:ext uri="{FF2B5EF4-FFF2-40B4-BE49-F238E27FC236}">
                <a16:creationId xmlns:a16="http://schemas.microsoft.com/office/drawing/2014/main" id="{1B002A42-3F35-C7A0-20ED-FF4D141E1B24}"/>
              </a:ext>
            </a:extLst>
          </p:cNvPr>
          <p:cNvSpPr>
            <a:spLocks noChangeShapeType="1"/>
          </p:cNvSpPr>
          <p:nvPr/>
        </p:nvSpPr>
        <p:spPr bwMode="auto">
          <a:xfrm>
            <a:off x="4851400" y="3670300"/>
            <a:ext cx="330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3 Marcador de número de diapositiva">
            <a:extLst>
              <a:ext uri="{FF2B5EF4-FFF2-40B4-BE49-F238E27FC236}">
                <a16:creationId xmlns:a16="http://schemas.microsoft.com/office/drawing/2014/main" id="{9CC3E0A6-86DB-4136-314C-0E1EB1E5249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F1402DD2-7BC5-4677-9A50-6CF2F625C7D3}" type="slidenum">
              <a:rPr lang="en-US" altLang="es-ES" sz="1600" b="0" i="0" baseline="0"/>
              <a:pPr/>
              <a:t>11</a:t>
            </a:fld>
            <a:endParaRPr lang="en-US" altLang="es-ES" sz="1600" b="0" i="0" baseline="0"/>
          </a:p>
        </p:txBody>
      </p:sp>
      <p:sp>
        <p:nvSpPr>
          <p:cNvPr id="15363" name="Rectangle 2">
            <a:extLst>
              <a:ext uri="{FF2B5EF4-FFF2-40B4-BE49-F238E27FC236}">
                <a16:creationId xmlns:a16="http://schemas.microsoft.com/office/drawing/2014/main" id="{F5791458-3E32-97A3-82D1-948F1D39907E}"/>
              </a:ext>
            </a:extLst>
          </p:cNvPr>
          <p:cNvSpPr>
            <a:spLocks noGrp="1" noChangeArrowheads="1"/>
          </p:cNvSpPr>
          <p:nvPr>
            <p:ph type="title"/>
          </p:nvPr>
        </p:nvSpPr>
        <p:spPr/>
        <p:txBody>
          <a:bodyPr/>
          <a:lstStyle/>
          <a:p>
            <a:r>
              <a:rPr lang="en-US" altLang="es-ES">
                <a:solidFill>
                  <a:schemeClr val="tx1"/>
                </a:solidFill>
              </a:rPr>
              <a:t>Shift Microoperations</a:t>
            </a:r>
          </a:p>
        </p:txBody>
      </p:sp>
      <p:sp>
        <p:nvSpPr>
          <p:cNvPr id="15364" name="Rectangle 3">
            <a:extLst>
              <a:ext uri="{FF2B5EF4-FFF2-40B4-BE49-F238E27FC236}">
                <a16:creationId xmlns:a16="http://schemas.microsoft.com/office/drawing/2014/main" id="{522A308F-D502-BE2D-72DF-A62FF79EC498}"/>
              </a:ext>
            </a:extLst>
          </p:cNvPr>
          <p:cNvSpPr>
            <a:spLocks noGrp="1" noChangeArrowheads="1"/>
          </p:cNvSpPr>
          <p:nvPr>
            <p:ph type="body" idx="1"/>
          </p:nvPr>
        </p:nvSpPr>
        <p:spPr>
          <a:xfrm>
            <a:off x="719138" y="1314450"/>
            <a:ext cx="3105150" cy="3065463"/>
          </a:xfrm>
        </p:spPr>
        <p:txBody>
          <a:bodyPr/>
          <a:lstStyle/>
          <a:p>
            <a:r>
              <a:rPr lang="en-US" altLang="es-ES" sz="2400">
                <a:cs typeface="Times New Roman" panose="02020603050405020304" pitchFamily="18" charset="0"/>
              </a:rPr>
              <a:t>From Table 7-5:</a:t>
            </a:r>
          </a:p>
          <a:p>
            <a:r>
              <a:rPr lang="en-US" altLang="es-ES" sz="2400">
                <a:cs typeface="Times New Roman" panose="02020603050405020304" pitchFamily="18" charset="0"/>
              </a:rPr>
              <a:t>Let R2  = 11001001 </a:t>
            </a:r>
          </a:p>
          <a:p>
            <a:r>
              <a:rPr lang="en-US" altLang="es-ES" sz="2400">
                <a:cs typeface="Times New Roman" panose="02020603050405020304" pitchFamily="18" charset="0"/>
              </a:rPr>
              <a:t>Then after the operation, R1 becomes:</a:t>
            </a:r>
            <a:r>
              <a:rPr lang="en-US" altLang="es-ES"/>
              <a:t> </a:t>
            </a:r>
          </a:p>
        </p:txBody>
      </p:sp>
      <p:sp>
        <p:nvSpPr>
          <p:cNvPr id="15365" name="Rectangle 4">
            <a:extLst>
              <a:ext uri="{FF2B5EF4-FFF2-40B4-BE49-F238E27FC236}">
                <a16:creationId xmlns:a16="http://schemas.microsoft.com/office/drawing/2014/main" id="{037DF97D-F8EC-2EC4-24B5-69AA2092C519}"/>
              </a:ext>
            </a:extLst>
          </p:cNvPr>
          <p:cNvSpPr>
            <a:spLocks noChangeArrowheads="1"/>
          </p:cNvSpPr>
          <p:nvPr/>
        </p:nvSpPr>
        <p:spPr bwMode="auto">
          <a:xfrm>
            <a:off x="4000500" y="2138363"/>
            <a:ext cx="158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66" name="Rectangle 5">
            <a:extLst>
              <a:ext uri="{FF2B5EF4-FFF2-40B4-BE49-F238E27FC236}">
                <a16:creationId xmlns:a16="http://schemas.microsoft.com/office/drawing/2014/main" id="{D8AE50D1-5B98-9F1E-A68C-CAE00512F75E}"/>
              </a:ext>
            </a:extLst>
          </p:cNvPr>
          <p:cNvSpPr>
            <a:spLocks noChangeArrowheads="1"/>
          </p:cNvSpPr>
          <p:nvPr/>
        </p:nvSpPr>
        <p:spPr bwMode="auto">
          <a:xfrm>
            <a:off x="4016375" y="2138363"/>
            <a:ext cx="214153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67" name="Rectangle 6">
            <a:extLst>
              <a:ext uri="{FF2B5EF4-FFF2-40B4-BE49-F238E27FC236}">
                <a16:creationId xmlns:a16="http://schemas.microsoft.com/office/drawing/2014/main" id="{EFC17293-6289-5D6F-8F3E-A3C0154958F9}"/>
              </a:ext>
            </a:extLst>
          </p:cNvPr>
          <p:cNvSpPr>
            <a:spLocks noChangeArrowheads="1"/>
          </p:cNvSpPr>
          <p:nvPr/>
        </p:nvSpPr>
        <p:spPr bwMode="auto">
          <a:xfrm>
            <a:off x="6157913" y="2138363"/>
            <a:ext cx="952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68" name="Rectangle 7">
            <a:extLst>
              <a:ext uri="{FF2B5EF4-FFF2-40B4-BE49-F238E27FC236}">
                <a16:creationId xmlns:a16="http://schemas.microsoft.com/office/drawing/2014/main" id="{11932233-3ED3-7789-0871-5A0C5747F561}"/>
              </a:ext>
            </a:extLst>
          </p:cNvPr>
          <p:cNvSpPr>
            <a:spLocks noChangeArrowheads="1"/>
          </p:cNvSpPr>
          <p:nvPr/>
        </p:nvSpPr>
        <p:spPr bwMode="auto">
          <a:xfrm>
            <a:off x="6167438" y="2138363"/>
            <a:ext cx="23764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69" name="Rectangle 8">
            <a:extLst>
              <a:ext uri="{FF2B5EF4-FFF2-40B4-BE49-F238E27FC236}">
                <a16:creationId xmlns:a16="http://schemas.microsoft.com/office/drawing/2014/main" id="{0DE566AE-AB19-5A95-1334-DC0E7244A640}"/>
              </a:ext>
            </a:extLst>
          </p:cNvPr>
          <p:cNvSpPr>
            <a:spLocks noChangeArrowheads="1"/>
          </p:cNvSpPr>
          <p:nvPr/>
        </p:nvSpPr>
        <p:spPr bwMode="auto">
          <a:xfrm>
            <a:off x="8543925" y="2138363"/>
            <a:ext cx="17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70" name="Rectangle 9">
            <a:extLst>
              <a:ext uri="{FF2B5EF4-FFF2-40B4-BE49-F238E27FC236}">
                <a16:creationId xmlns:a16="http://schemas.microsoft.com/office/drawing/2014/main" id="{73CE60AD-02B1-E49C-59AF-7DFCCA35C53E}"/>
              </a:ext>
            </a:extLst>
          </p:cNvPr>
          <p:cNvSpPr>
            <a:spLocks noChangeArrowheads="1"/>
          </p:cNvSpPr>
          <p:nvPr/>
        </p:nvSpPr>
        <p:spPr bwMode="auto">
          <a:xfrm>
            <a:off x="4000500" y="2998788"/>
            <a:ext cx="215741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71" name="Rectangle 10">
            <a:extLst>
              <a:ext uri="{FF2B5EF4-FFF2-40B4-BE49-F238E27FC236}">
                <a16:creationId xmlns:a16="http://schemas.microsoft.com/office/drawing/2014/main" id="{684CD4AF-E170-75EF-A14C-CBBD09C063A0}"/>
              </a:ext>
            </a:extLst>
          </p:cNvPr>
          <p:cNvSpPr>
            <a:spLocks noChangeArrowheads="1"/>
          </p:cNvSpPr>
          <p:nvPr/>
        </p:nvSpPr>
        <p:spPr bwMode="auto">
          <a:xfrm>
            <a:off x="6157913" y="2998788"/>
            <a:ext cx="952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72" name="Rectangle 11">
            <a:extLst>
              <a:ext uri="{FF2B5EF4-FFF2-40B4-BE49-F238E27FC236}">
                <a16:creationId xmlns:a16="http://schemas.microsoft.com/office/drawing/2014/main" id="{A1CC2B87-0ACF-FC37-033E-228BC840CEDE}"/>
              </a:ext>
            </a:extLst>
          </p:cNvPr>
          <p:cNvSpPr>
            <a:spLocks noChangeArrowheads="1"/>
          </p:cNvSpPr>
          <p:nvPr/>
        </p:nvSpPr>
        <p:spPr bwMode="auto">
          <a:xfrm>
            <a:off x="6167438" y="2998788"/>
            <a:ext cx="23764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73" name="Rectangle 12">
            <a:extLst>
              <a:ext uri="{FF2B5EF4-FFF2-40B4-BE49-F238E27FC236}">
                <a16:creationId xmlns:a16="http://schemas.microsoft.com/office/drawing/2014/main" id="{20818125-27CD-A0AC-7468-24596DA71F5F}"/>
              </a:ext>
            </a:extLst>
          </p:cNvPr>
          <p:cNvSpPr>
            <a:spLocks noChangeArrowheads="1"/>
          </p:cNvSpPr>
          <p:nvPr/>
        </p:nvSpPr>
        <p:spPr bwMode="auto">
          <a:xfrm>
            <a:off x="8543925" y="2998788"/>
            <a:ext cx="17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nvGrpSpPr>
          <p:cNvPr id="15374" name="Group 13">
            <a:extLst>
              <a:ext uri="{FF2B5EF4-FFF2-40B4-BE49-F238E27FC236}">
                <a16:creationId xmlns:a16="http://schemas.microsoft.com/office/drawing/2014/main" id="{7770B88A-1639-5E9D-9794-E2A9D00287C5}"/>
              </a:ext>
            </a:extLst>
          </p:cNvPr>
          <p:cNvGrpSpPr>
            <a:grpSpLocks/>
          </p:cNvGrpSpPr>
          <p:nvPr/>
        </p:nvGrpSpPr>
        <p:grpSpPr bwMode="auto">
          <a:xfrm>
            <a:off x="4000500" y="1371600"/>
            <a:ext cx="4560888" cy="1793875"/>
            <a:chOff x="2520" y="864"/>
            <a:chExt cx="2873" cy="1130"/>
          </a:xfrm>
        </p:grpSpPr>
        <p:sp>
          <p:nvSpPr>
            <p:cNvPr id="15459" name="Rectangle 14">
              <a:extLst>
                <a:ext uri="{FF2B5EF4-FFF2-40B4-BE49-F238E27FC236}">
                  <a16:creationId xmlns:a16="http://schemas.microsoft.com/office/drawing/2014/main" id="{999F456B-1D0B-96FD-E4FC-2EB44430A212}"/>
                </a:ext>
              </a:extLst>
            </p:cNvPr>
            <p:cNvSpPr>
              <a:spLocks noChangeArrowheads="1"/>
            </p:cNvSpPr>
            <p:nvPr/>
          </p:nvSpPr>
          <p:spPr bwMode="auto">
            <a:xfrm>
              <a:off x="2847" y="882"/>
              <a:ext cx="77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Symbolic </a:t>
              </a:r>
              <a:endParaRPr lang="en-US" altLang="es-ES" sz="2400" b="0" i="0" baseline="0"/>
            </a:p>
          </p:txBody>
        </p:sp>
        <p:sp>
          <p:nvSpPr>
            <p:cNvPr id="15460" name="Rectangle 15">
              <a:extLst>
                <a:ext uri="{FF2B5EF4-FFF2-40B4-BE49-F238E27FC236}">
                  <a16:creationId xmlns:a16="http://schemas.microsoft.com/office/drawing/2014/main" id="{F2B89DF2-6CA1-6605-F21E-50C28297E587}"/>
                </a:ext>
              </a:extLst>
            </p:cNvPr>
            <p:cNvSpPr>
              <a:spLocks noChangeArrowheads="1"/>
            </p:cNvSpPr>
            <p:nvPr/>
          </p:nvSpPr>
          <p:spPr bwMode="auto">
            <a:xfrm>
              <a:off x="3606" y="882"/>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a:t>
              </a:r>
              <a:endParaRPr lang="en-US" altLang="es-ES" sz="2400" b="0" i="0" baseline="0"/>
            </a:p>
          </p:txBody>
        </p:sp>
        <p:sp>
          <p:nvSpPr>
            <p:cNvPr id="15461" name="Rectangle 16">
              <a:extLst>
                <a:ext uri="{FF2B5EF4-FFF2-40B4-BE49-F238E27FC236}">
                  <a16:creationId xmlns:a16="http://schemas.microsoft.com/office/drawing/2014/main" id="{9A740BF2-9A00-E330-00F7-C15638A4D256}"/>
                </a:ext>
              </a:extLst>
            </p:cNvPr>
            <p:cNvSpPr>
              <a:spLocks noChangeArrowheads="1"/>
            </p:cNvSpPr>
            <p:nvPr/>
          </p:nvSpPr>
          <p:spPr bwMode="auto">
            <a:xfrm>
              <a:off x="2746" y="1095"/>
              <a:ext cx="93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Designation</a:t>
              </a:r>
              <a:endParaRPr lang="en-US" altLang="es-ES" sz="2400" b="0" i="0" baseline="0"/>
            </a:p>
          </p:txBody>
        </p:sp>
        <p:sp>
          <p:nvSpPr>
            <p:cNvPr id="15462" name="Rectangle 17">
              <a:extLst>
                <a:ext uri="{FF2B5EF4-FFF2-40B4-BE49-F238E27FC236}">
                  <a16:creationId xmlns:a16="http://schemas.microsoft.com/office/drawing/2014/main" id="{856E46DD-AC0D-7E90-C828-BDCDCCB66CDA}"/>
                </a:ext>
              </a:extLst>
            </p:cNvPr>
            <p:cNvSpPr>
              <a:spLocks noChangeArrowheads="1"/>
            </p:cNvSpPr>
            <p:nvPr/>
          </p:nvSpPr>
          <p:spPr bwMode="auto">
            <a:xfrm>
              <a:off x="3662" y="1095"/>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a:t>
              </a:r>
              <a:endParaRPr lang="en-US" altLang="es-ES" sz="2400" b="0" i="0" baseline="0"/>
            </a:p>
          </p:txBody>
        </p:sp>
        <p:sp>
          <p:nvSpPr>
            <p:cNvPr id="15463" name="Rectangle 18">
              <a:extLst>
                <a:ext uri="{FF2B5EF4-FFF2-40B4-BE49-F238E27FC236}">
                  <a16:creationId xmlns:a16="http://schemas.microsoft.com/office/drawing/2014/main" id="{F2DFF79D-C1DF-D88E-CD71-04FE50894963}"/>
                </a:ext>
              </a:extLst>
            </p:cNvPr>
            <p:cNvSpPr>
              <a:spLocks noChangeArrowheads="1"/>
            </p:cNvSpPr>
            <p:nvPr/>
          </p:nvSpPr>
          <p:spPr bwMode="auto">
            <a:xfrm>
              <a:off x="3925" y="882"/>
              <a:ext cx="91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Description</a:t>
              </a:r>
              <a:endParaRPr lang="en-US" altLang="es-ES" sz="2400" b="0" i="0" baseline="0"/>
            </a:p>
          </p:txBody>
        </p:sp>
        <p:sp>
          <p:nvSpPr>
            <p:cNvPr id="15464" name="Rectangle 19">
              <a:extLst>
                <a:ext uri="{FF2B5EF4-FFF2-40B4-BE49-F238E27FC236}">
                  <a16:creationId xmlns:a16="http://schemas.microsoft.com/office/drawing/2014/main" id="{583E2E58-4D7E-A038-AFFD-C976CF917D9C}"/>
                </a:ext>
              </a:extLst>
            </p:cNvPr>
            <p:cNvSpPr>
              <a:spLocks noChangeArrowheads="1"/>
            </p:cNvSpPr>
            <p:nvPr/>
          </p:nvSpPr>
          <p:spPr bwMode="auto">
            <a:xfrm>
              <a:off x="4819" y="882"/>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a:t>
              </a:r>
              <a:endParaRPr lang="en-US" altLang="es-ES" sz="2400" b="0" i="0" baseline="0"/>
            </a:p>
          </p:txBody>
        </p:sp>
        <p:sp>
          <p:nvSpPr>
            <p:cNvPr id="15465" name="Rectangle 20">
              <a:extLst>
                <a:ext uri="{FF2B5EF4-FFF2-40B4-BE49-F238E27FC236}">
                  <a16:creationId xmlns:a16="http://schemas.microsoft.com/office/drawing/2014/main" id="{377287E2-35A6-2C71-6C06-EBA4D4DC72DB}"/>
                </a:ext>
              </a:extLst>
            </p:cNvPr>
            <p:cNvSpPr>
              <a:spLocks noChangeArrowheads="1"/>
            </p:cNvSpPr>
            <p:nvPr/>
          </p:nvSpPr>
          <p:spPr bwMode="auto">
            <a:xfrm>
              <a:off x="2520" y="864"/>
              <a:ext cx="1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66" name="Line 21">
              <a:extLst>
                <a:ext uri="{FF2B5EF4-FFF2-40B4-BE49-F238E27FC236}">
                  <a16:creationId xmlns:a16="http://schemas.microsoft.com/office/drawing/2014/main" id="{2661779A-5CF8-D45C-B826-0E5E12FF5F25}"/>
                </a:ext>
              </a:extLst>
            </p:cNvPr>
            <p:cNvSpPr>
              <a:spLocks noChangeShapeType="1"/>
            </p:cNvSpPr>
            <p:nvPr/>
          </p:nvSpPr>
          <p:spPr bwMode="auto">
            <a:xfrm>
              <a:off x="2520" y="86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67" name="Line 22">
              <a:extLst>
                <a:ext uri="{FF2B5EF4-FFF2-40B4-BE49-F238E27FC236}">
                  <a16:creationId xmlns:a16="http://schemas.microsoft.com/office/drawing/2014/main" id="{41AB94D4-2FEB-8745-ACCE-58CF42AAD3E1}"/>
                </a:ext>
              </a:extLst>
            </p:cNvPr>
            <p:cNvSpPr>
              <a:spLocks noChangeShapeType="1"/>
            </p:cNvSpPr>
            <p:nvPr/>
          </p:nvSpPr>
          <p:spPr bwMode="auto">
            <a:xfrm>
              <a:off x="2520" y="864"/>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68" name="Rectangle 23">
              <a:extLst>
                <a:ext uri="{FF2B5EF4-FFF2-40B4-BE49-F238E27FC236}">
                  <a16:creationId xmlns:a16="http://schemas.microsoft.com/office/drawing/2014/main" id="{1E5FBA8F-813F-4859-F094-A7F46087622F}"/>
                </a:ext>
              </a:extLst>
            </p:cNvPr>
            <p:cNvSpPr>
              <a:spLocks noChangeArrowheads="1"/>
            </p:cNvSpPr>
            <p:nvPr/>
          </p:nvSpPr>
          <p:spPr bwMode="auto">
            <a:xfrm>
              <a:off x="2520" y="864"/>
              <a:ext cx="1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69" name="Line 24">
              <a:extLst>
                <a:ext uri="{FF2B5EF4-FFF2-40B4-BE49-F238E27FC236}">
                  <a16:creationId xmlns:a16="http://schemas.microsoft.com/office/drawing/2014/main" id="{9BB3FBCF-68BF-2271-07BE-DC844AF944DC}"/>
                </a:ext>
              </a:extLst>
            </p:cNvPr>
            <p:cNvSpPr>
              <a:spLocks noChangeShapeType="1"/>
            </p:cNvSpPr>
            <p:nvPr/>
          </p:nvSpPr>
          <p:spPr bwMode="auto">
            <a:xfrm>
              <a:off x="2520" y="86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70" name="Line 25">
              <a:extLst>
                <a:ext uri="{FF2B5EF4-FFF2-40B4-BE49-F238E27FC236}">
                  <a16:creationId xmlns:a16="http://schemas.microsoft.com/office/drawing/2014/main" id="{5268EBB2-E1C8-35F3-97F7-D6FB5ED131EF}"/>
                </a:ext>
              </a:extLst>
            </p:cNvPr>
            <p:cNvSpPr>
              <a:spLocks noChangeShapeType="1"/>
            </p:cNvSpPr>
            <p:nvPr/>
          </p:nvSpPr>
          <p:spPr bwMode="auto">
            <a:xfrm>
              <a:off x="2520" y="864"/>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71" name="Rectangle 26">
              <a:extLst>
                <a:ext uri="{FF2B5EF4-FFF2-40B4-BE49-F238E27FC236}">
                  <a16:creationId xmlns:a16="http://schemas.microsoft.com/office/drawing/2014/main" id="{2F95912F-E664-8878-B505-EF4C635E9140}"/>
                </a:ext>
              </a:extLst>
            </p:cNvPr>
            <p:cNvSpPr>
              <a:spLocks noChangeArrowheads="1"/>
            </p:cNvSpPr>
            <p:nvPr/>
          </p:nvSpPr>
          <p:spPr bwMode="auto">
            <a:xfrm>
              <a:off x="2530" y="864"/>
              <a:ext cx="1349"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72" name="Rectangle 27">
              <a:extLst>
                <a:ext uri="{FF2B5EF4-FFF2-40B4-BE49-F238E27FC236}">
                  <a16:creationId xmlns:a16="http://schemas.microsoft.com/office/drawing/2014/main" id="{B55CA656-B984-8E94-02F8-A07B689CDA82}"/>
                </a:ext>
              </a:extLst>
            </p:cNvPr>
            <p:cNvSpPr>
              <a:spLocks noChangeArrowheads="1"/>
            </p:cNvSpPr>
            <p:nvPr/>
          </p:nvSpPr>
          <p:spPr bwMode="auto">
            <a:xfrm>
              <a:off x="3879" y="864"/>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73" name="Line 28">
              <a:extLst>
                <a:ext uri="{FF2B5EF4-FFF2-40B4-BE49-F238E27FC236}">
                  <a16:creationId xmlns:a16="http://schemas.microsoft.com/office/drawing/2014/main" id="{B02B5D1F-4A75-E6E3-BC8D-9E98140C6715}"/>
                </a:ext>
              </a:extLst>
            </p:cNvPr>
            <p:cNvSpPr>
              <a:spLocks noChangeShapeType="1"/>
            </p:cNvSpPr>
            <p:nvPr/>
          </p:nvSpPr>
          <p:spPr bwMode="auto">
            <a:xfrm>
              <a:off x="3879" y="8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74" name="Line 29">
              <a:extLst>
                <a:ext uri="{FF2B5EF4-FFF2-40B4-BE49-F238E27FC236}">
                  <a16:creationId xmlns:a16="http://schemas.microsoft.com/office/drawing/2014/main" id="{1A72052A-E9BF-08F6-D61A-9AFDFE5E60A7}"/>
                </a:ext>
              </a:extLst>
            </p:cNvPr>
            <p:cNvSpPr>
              <a:spLocks noChangeShapeType="1"/>
            </p:cNvSpPr>
            <p:nvPr/>
          </p:nvSpPr>
          <p:spPr bwMode="auto">
            <a:xfrm>
              <a:off x="3879" y="864"/>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75" name="Rectangle 30">
              <a:extLst>
                <a:ext uri="{FF2B5EF4-FFF2-40B4-BE49-F238E27FC236}">
                  <a16:creationId xmlns:a16="http://schemas.microsoft.com/office/drawing/2014/main" id="{D3C1794E-37E2-DAED-C9A1-D3D1CB40125E}"/>
                </a:ext>
              </a:extLst>
            </p:cNvPr>
            <p:cNvSpPr>
              <a:spLocks noChangeArrowheads="1"/>
            </p:cNvSpPr>
            <p:nvPr/>
          </p:nvSpPr>
          <p:spPr bwMode="auto">
            <a:xfrm>
              <a:off x="3890" y="864"/>
              <a:ext cx="149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76" name="Rectangle 31">
              <a:extLst>
                <a:ext uri="{FF2B5EF4-FFF2-40B4-BE49-F238E27FC236}">
                  <a16:creationId xmlns:a16="http://schemas.microsoft.com/office/drawing/2014/main" id="{550BCD19-EFD0-E359-5C76-F4163BCC0E09}"/>
                </a:ext>
              </a:extLst>
            </p:cNvPr>
            <p:cNvSpPr>
              <a:spLocks noChangeArrowheads="1"/>
            </p:cNvSpPr>
            <p:nvPr/>
          </p:nvSpPr>
          <p:spPr bwMode="auto">
            <a:xfrm>
              <a:off x="5382" y="864"/>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77" name="Line 32">
              <a:extLst>
                <a:ext uri="{FF2B5EF4-FFF2-40B4-BE49-F238E27FC236}">
                  <a16:creationId xmlns:a16="http://schemas.microsoft.com/office/drawing/2014/main" id="{2EE5A898-0EEA-88CE-3AFC-497A42C9EC4F}"/>
                </a:ext>
              </a:extLst>
            </p:cNvPr>
            <p:cNvSpPr>
              <a:spLocks noChangeShapeType="1"/>
            </p:cNvSpPr>
            <p:nvPr/>
          </p:nvSpPr>
          <p:spPr bwMode="auto">
            <a:xfrm>
              <a:off x="5382" y="8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78" name="Line 33">
              <a:extLst>
                <a:ext uri="{FF2B5EF4-FFF2-40B4-BE49-F238E27FC236}">
                  <a16:creationId xmlns:a16="http://schemas.microsoft.com/office/drawing/2014/main" id="{1C494EA3-ADC7-E6A3-5252-1539E2D425CB}"/>
                </a:ext>
              </a:extLst>
            </p:cNvPr>
            <p:cNvSpPr>
              <a:spLocks noChangeShapeType="1"/>
            </p:cNvSpPr>
            <p:nvPr/>
          </p:nvSpPr>
          <p:spPr bwMode="auto">
            <a:xfrm>
              <a:off x="5382" y="864"/>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79" name="Rectangle 34">
              <a:extLst>
                <a:ext uri="{FF2B5EF4-FFF2-40B4-BE49-F238E27FC236}">
                  <a16:creationId xmlns:a16="http://schemas.microsoft.com/office/drawing/2014/main" id="{F029B7BA-C282-6962-2C8D-172711ACE5E2}"/>
                </a:ext>
              </a:extLst>
            </p:cNvPr>
            <p:cNvSpPr>
              <a:spLocks noChangeArrowheads="1"/>
            </p:cNvSpPr>
            <p:nvPr/>
          </p:nvSpPr>
          <p:spPr bwMode="auto">
            <a:xfrm>
              <a:off x="5382" y="864"/>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80" name="Line 35">
              <a:extLst>
                <a:ext uri="{FF2B5EF4-FFF2-40B4-BE49-F238E27FC236}">
                  <a16:creationId xmlns:a16="http://schemas.microsoft.com/office/drawing/2014/main" id="{841D86D7-C33B-B0A9-B86F-F9E2F5B34D85}"/>
                </a:ext>
              </a:extLst>
            </p:cNvPr>
            <p:cNvSpPr>
              <a:spLocks noChangeShapeType="1"/>
            </p:cNvSpPr>
            <p:nvPr/>
          </p:nvSpPr>
          <p:spPr bwMode="auto">
            <a:xfrm>
              <a:off x="5382" y="864"/>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81" name="Line 36">
              <a:extLst>
                <a:ext uri="{FF2B5EF4-FFF2-40B4-BE49-F238E27FC236}">
                  <a16:creationId xmlns:a16="http://schemas.microsoft.com/office/drawing/2014/main" id="{4EF6F528-DB08-7238-6379-CC174AC45568}"/>
                </a:ext>
              </a:extLst>
            </p:cNvPr>
            <p:cNvSpPr>
              <a:spLocks noChangeShapeType="1"/>
            </p:cNvSpPr>
            <p:nvPr/>
          </p:nvSpPr>
          <p:spPr bwMode="auto">
            <a:xfrm>
              <a:off x="5382" y="864"/>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82" name="Rectangle 37">
              <a:extLst>
                <a:ext uri="{FF2B5EF4-FFF2-40B4-BE49-F238E27FC236}">
                  <a16:creationId xmlns:a16="http://schemas.microsoft.com/office/drawing/2014/main" id="{3BB38FE6-A425-54B3-38E5-AC95DDCE4B67}"/>
                </a:ext>
              </a:extLst>
            </p:cNvPr>
            <p:cNvSpPr>
              <a:spLocks noChangeArrowheads="1"/>
            </p:cNvSpPr>
            <p:nvPr/>
          </p:nvSpPr>
          <p:spPr bwMode="auto">
            <a:xfrm>
              <a:off x="2520" y="875"/>
              <a:ext cx="10" cy="4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83" name="Line 38">
              <a:extLst>
                <a:ext uri="{FF2B5EF4-FFF2-40B4-BE49-F238E27FC236}">
                  <a16:creationId xmlns:a16="http://schemas.microsoft.com/office/drawing/2014/main" id="{D946E387-E58C-7DB9-0008-7FBB76412F25}"/>
                </a:ext>
              </a:extLst>
            </p:cNvPr>
            <p:cNvSpPr>
              <a:spLocks noChangeShapeType="1"/>
            </p:cNvSpPr>
            <p:nvPr/>
          </p:nvSpPr>
          <p:spPr bwMode="auto">
            <a:xfrm>
              <a:off x="2520" y="875"/>
              <a:ext cx="1" cy="4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84" name="Rectangle 39">
              <a:extLst>
                <a:ext uri="{FF2B5EF4-FFF2-40B4-BE49-F238E27FC236}">
                  <a16:creationId xmlns:a16="http://schemas.microsoft.com/office/drawing/2014/main" id="{8D7782F6-24A5-7232-A92A-4A1A360DF58C}"/>
                </a:ext>
              </a:extLst>
            </p:cNvPr>
            <p:cNvSpPr>
              <a:spLocks noChangeArrowheads="1"/>
            </p:cNvSpPr>
            <p:nvPr/>
          </p:nvSpPr>
          <p:spPr bwMode="auto">
            <a:xfrm>
              <a:off x="3879" y="875"/>
              <a:ext cx="6" cy="4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85" name="Line 40">
              <a:extLst>
                <a:ext uri="{FF2B5EF4-FFF2-40B4-BE49-F238E27FC236}">
                  <a16:creationId xmlns:a16="http://schemas.microsoft.com/office/drawing/2014/main" id="{8FBCD05B-B275-DD75-B6D8-A835EEE1B7E5}"/>
                </a:ext>
              </a:extLst>
            </p:cNvPr>
            <p:cNvSpPr>
              <a:spLocks noChangeShapeType="1"/>
            </p:cNvSpPr>
            <p:nvPr/>
          </p:nvSpPr>
          <p:spPr bwMode="auto">
            <a:xfrm>
              <a:off x="3879" y="875"/>
              <a:ext cx="1" cy="4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86" name="Rectangle 41">
              <a:extLst>
                <a:ext uri="{FF2B5EF4-FFF2-40B4-BE49-F238E27FC236}">
                  <a16:creationId xmlns:a16="http://schemas.microsoft.com/office/drawing/2014/main" id="{EB8CA176-1981-6DEF-840E-3456ED921B26}"/>
                </a:ext>
              </a:extLst>
            </p:cNvPr>
            <p:cNvSpPr>
              <a:spLocks noChangeArrowheads="1"/>
            </p:cNvSpPr>
            <p:nvPr/>
          </p:nvSpPr>
          <p:spPr bwMode="auto">
            <a:xfrm>
              <a:off x="5382" y="875"/>
              <a:ext cx="11" cy="4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87" name="Line 42">
              <a:extLst>
                <a:ext uri="{FF2B5EF4-FFF2-40B4-BE49-F238E27FC236}">
                  <a16:creationId xmlns:a16="http://schemas.microsoft.com/office/drawing/2014/main" id="{1357377E-620B-A46B-12B1-976FF9BFA675}"/>
                </a:ext>
              </a:extLst>
            </p:cNvPr>
            <p:cNvSpPr>
              <a:spLocks noChangeShapeType="1"/>
            </p:cNvSpPr>
            <p:nvPr/>
          </p:nvSpPr>
          <p:spPr bwMode="auto">
            <a:xfrm>
              <a:off x="5382" y="875"/>
              <a:ext cx="1" cy="4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88" name="Rectangle 43">
              <a:extLst>
                <a:ext uri="{FF2B5EF4-FFF2-40B4-BE49-F238E27FC236}">
                  <a16:creationId xmlns:a16="http://schemas.microsoft.com/office/drawing/2014/main" id="{ACCCF816-9736-E7A5-26B2-DA1EA4DC1F3E}"/>
                </a:ext>
              </a:extLst>
            </p:cNvPr>
            <p:cNvSpPr>
              <a:spLocks noChangeArrowheads="1"/>
            </p:cNvSpPr>
            <p:nvPr/>
          </p:nvSpPr>
          <p:spPr bwMode="auto">
            <a:xfrm>
              <a:off x="2567" y="1367"/>
              <a:ext cx="27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R1 </a:t>
              </a:r>
              <a:endParaRPr lang="en-US" altLang="es-ES" sz="2400" b="0" i="0" baseline="0"/>
            </a:p>
          </p:txBody>
        </p:sp>
        <p:sp>
          <p:nvSpPr>
            <p:cNvPr id="15489" name="Rectangle 44">
              <a:extLst>
                <a:ext uri="{FF2B5EF4-FFF2-40B4-BE49-F238E27FC236}">
                  <a16:creationId xmlns:a16="http://schemas.microsoft.com/office/drawing/2014/main" id="{ACFDCDF6-C263-6489-CA79-A6168C0F3767}"/>
                </a:ext>
              </a:extLst>
            </p:cNvPr>
            <p:cNvSpPr>
              <a:spLocks noChangeArrowheads="1"/>
            </p:cNvSpPr>
            <p:nvPr/>
          </p:nvSpPr>
          <p:spPr bwMode="auto">
            <a:xfrm>
              <a:off x="2833" y="1352"/>
              <a:ext cx="1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latin typeface="Symbol" panose="05050102010706020507" pitchFamily="18" charset="2"/>
                </a:rPr>
                <a:t>¬</a:t>
              </a:r>
              <a:endParaRPr lang="en-US" altLang="es-ES" sz="2400" b="0" i="0" baseline="0"/>
            </a:p>
          </p:txBody>
        </p:sp>
        <p:sp>
          <p:nvSpPr>
            <p:cNvPr id="15490" name="Rectangle 45">
              <a:extLst>
                <a:ext uri="{FF2B5EF4-FFF2-40B4-BE49-F238E27FC236}">
                  <a16:creationId xmlns:a16="http://schemas.microsoft.com/office/drawing/2014/main" id="{A87418D4-B7B0-4132-D7DD-70367FFBBDA8}"/>
                </a:ext>
              </a:extLst>
            </p:cNvPr>
            <p:cNvSpPr>
              <a:spLocks noChangeArrowheads="1"/>
            </p:cNvSpPr>
            <p:nvPr/>
          </p:nvSpPr>
          <p:spPr bwMode="auto">
            <a:xfrm>
              <a:off x="3012" y="1367"/>
              <a:ext cx="48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sl R2 </a:t>
              </a:r>
              <a:endParaRPr lang="en-US" altLang="es-ES" sz="2400" b="0" i="0" baseline="0"/>
            </a:p>
          </p:txBody>
        </p:sp>
        <p:sp>
          <p:nvSpPr>
            <p:cNvPr id="15491" name="Rectangle 46">
              <a:extLst>
                <a:ext uri="{FF2B5EF4-FFF2-40B4-BE49-F238E27FC236}">
                  <a16:creationId xmlns:a16="http://schemas.microsoft.com/office/drawing/2014/main" id="{92EFB25C-1D3C-316A-FE19-40A7755E2EAC}"/>
                </a:ext>
              </a:extLst>
            </p:cNvPr>
            <p:cNvSpPr>
              <a:spLocks noChangeArrowheads="1"/>
            </p:cNvSpPr>
            <p:nvPr/>
          </p:nvSpPr>
          <p:spPr bwMode="auto">
            <a:xfrm>
              <a:off x="3490" y="1367"/>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a:t>
              </a:r>
              <a:endParaRPr lang="en-US" altLang="es-ES" sz="2400" b="0" i="0" baseline="0"/>
            </a:p>
          </p:txBody>
        </p:sp>
        <p:sp>
          <p:nvSpPr>
            <p:cNvPr id="15492" name="Rectangle 47">
              <a:extLst>
                <a:ext uri="{FF2B5EF4-FFF2-40B4-BE49-F238E27FC236}">
                  <a16:creationId xmlns:a16="http://schemas.microsoft.com/office/drawing/2014/main" id="{815A1987-B9AC-CE4B-6C57-4AE1EAE49794}"/>
                </a:ext>
              </a:extLst>
            </p:cNvPr>
            <p:cNvSpPr>
              <a:spLocks noChangeArrowheads="1"/>
            </p:cNvSpPr>
            <p:nvPr/>
          </p:nvSpPr>
          <p:spPr bwMode="auto">
            <a:xfrm>
              <a:off x="3925" y="1359"/>
              <a:ext cx="79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Shift Left </a:t>
              </a:r>
              <a:endParaRPr lang="en-US" altLang="es-ES" sz="2400" b="0" i="0" baseline="0"/>
            </a:p>
          </p:txBody>
        </p:sp>
        <p:sp>
          <p:nvSpPr>
            <p:cNvPr id="15493" name="Rectangle 48">
              <a:extLst>
                <a:ext uri="{FF2B5EF4-FFF2-40B4-BE49-F238E27FC236}">
                  <a16:creationId xmlns:a16="http://schemas.microsoft.com/office/drawing/2014/main" id="{180FC8F8-EE27-53C1-898A-9828F53C200E}"/>
                </a:ext>
              </a:extLst>
            </p:cNvPr>
            <p:cNvSpPr>
              <a:spLocks noChangeArrowheads="1"/>
            </p:cNvSpPr>
            <p:nvPr/>
          </p:nvSpPr>
          <p:spPr bwMode="auto">
            <a:xfrm>
              <a:off x="4712" y="1359"/>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a:t>
              </a:r>
              <a:endParaRPr lang="en-US" altLang="es-ES" sz="2400" b="0" i="0" baseline="0"/>
            </a:p>
          </p:txBody>
        </p:sp>
        <p:sp>
          <p:nvSpPr>
            <p:cNvPr id="15494" name="Line 49">
              <a:extLst>
                <a:ext uri="{FF2B5EF4-FFF2-40B4-BE49-F238E27FC236}">
                  <a16:creationId xmlns:a16="http://schemas.microsoft.com/office/drawing/2014/main" id="{05D211C1-F473-023E-5CB7-7C759F0B5E86}"/>
                </a:ext>
              </a:extLst>
            </p:cNvPr>
            <p:cNvSpPr>
              <a:spLocks noChangeShapeType="1"/>
            </p:cNvSpPr>
            <p:nvPr/>
          </p:nvSpPr>
          <p:spPr bwMode="auto">
            <a:xfrm>
              <a:off x="2520" y="1347"/>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95" name="Line 50">
              <a:extLst>
                <a:ext uri="{FF2B5EF4-FFF2-40B4-BE49-F238E27FC236}">
                  <a16:creationId xmlns:a16="http://schemas.microsoft.com/office/drawing/2014/main" id="{917D572B-463E-6A32-2E46-4890D9FE5BEC}"/>
                </a:ext>
              </a:extLst>
            </p:cNvPr>
            <p:cNvSpPr>
              <a:spLocks noChangeShapeType="1"/>
            </p:cNvSpPr>
            <p:nvPr/>
          </p:nvSpPr>
          <p:spPr bwMode="auto">
            <a:xfrm>
              <a:off x="2530" y="1347"/>
              <a:ext cx="134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96" name="Line 51">
              <a:extLst>
                <a:ext uri="{FF2B5EF4-FFF2-40B4-BE49-F238E27FC236}">
                  <a16:creationId xmlns:a16="http://schemas.microsoft.com/office/drawing/2014/main" id="{D013CCDC-87E1-FA57-B142-A974F7EB27A7}"/>
                </a:ext>
              </a:extLst>
            </p:cNvPr>
            <p:cNvSpPr>
              <a:spLocks noChangeShapeType="1"/>
            </p:cNvSpPr>
            <p:nvPr/>
          </p:nvSpPr>
          <p:spPr bwMode="auto">
            <a:xfrm>
              <a:off x="3879" y="1347"/>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97" name="Line 52">
              <a:extLst>
                <a:ext uri="{FF2B5EF4-FFF2-40B4-BE49-F238E27FC236}">
                  <a16:creationId xmlns:a16="http://schemas.microsoft.com/office/drawing/2014/main" id="{2D3BBF1B-9C90-26ED-4D4D-9A1F7C97AAD4}"/>
                </a:ext>
              </a:extLst>
            </p:cNvPr>
            <p:cNvSpPr>
              <a:spLocks noChangeShapeType="1"/>
            </p:cNvSpPr>
            <p:nvPr/>
          </p:nvSpPr>
          <p:spPr bwMode="auto">
            <a:xfrm>
              <a:off x="3879" y="134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98" name="Line 53">
              <a:extLst>
                <a:ext uri="{FF2B5EF4-FFF2-40B4-BE49-F238E27FC236}">
                  <a16:creationId xmlns:a16="http://schemas.microsoft.com/office/drawing/2014/main" id="{CAAEA8DD-ABEA-55E1-3C7C-4D5D4A1B082A}"/>
                </a:ext>
              </a:extLst>
            </p:cNvPr>
            <p:cNvSpPr>
              <a:spLocks noChangeShapeType="1"/>
            </p:cNvSpPr>
            <p:nvPr/>
          </p:nvSpPr>
          <p:spPr bwMode="auto">
            <a:xfrm>
              <a:off x="3885" y="1347"/>
              <a:ext cx="149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99" name="Line 54">
              <a:extLst>
                <a:ext uri="{FF2B5EF4-FFF2-40B4-BE49-F238E27FC236}">
                  <a16:creationId xmlns:a16="http://schemas.microsoft.com/office/drawing/2014/main" id="{224DD53A-9804-5114-2F1A-4BF49D23306F}"/>
                </a:ext>
              </a:extLst>
            </p:cNvPr>
            <p:cNvSpPr>
              <a:spLocks noChangeShapeType="1"/>
            </p:cNvSpPr>
            <p:nvPr/>
          </p:nvSpPr>
          <p:spPr bwMode="auto">
            <a:xfrm>
              <a:off x="5382" y="1347"/>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00" name="Rectangle 55">
              <a:extLst>
                <a:ext uri="{FF2B5EF4-FFF2-40B4-BE49-F238E27FC236}">
                  <a16:creationId xmlns:a16="http://schemas.microsoft.com/office/drawing/2014/main" id="{D228085F-93EF-3C48-F82A-72EAD38C50FD}"/>
                </a:ext>
              </a:extLst>
            </p:cNvPr>
            <p:cNvSpPr>
              <a:spLocks noChangeArrowheads="1"/>
            </p:cNvSpPr>
            <p:nvPr/>
          </p:nvSpPr>
          <p:spPr bwMode="auto">
            <a:xfrm>
              <a:off x="2520" y="1352"/>
              <a:ext cx="10"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01" name="Line 56">
              <a:extLst>
                <a:ext uri="{FF2B5EF4-FFF2-40B4-BE49-F238E27FC236}">
                  <a16:creationId xmlns:a16="http://schemas.microsoft.com/office/drawing/2014/main" id="{FD20A510-6EFD-228C-70BF-6305729D86BC}"/>
                </a:ext>
              </a:extLst>
            </p:cNvPr>
            <p:cNvSpPr>
              <a:spLocks noChangeShapeType="1"/>
            </p:cNvSpPr>
            <p:nvPr/>
          </p:nvSpPr>
          <p:spPr bwMode="auto">
            <a:xfrm>
              <a:off x="2520" y="1352"/>
              <a:ext cx="1"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02" name="Rectangle 57">
              <a:extLst>
                <a:ext uri="{FF2B5EF4-FFF2-40B4-BE49-F238E27FC236}">
                  <a16:creationId xmlns:a16="http://schemas.microsoft.com/office/drawing/2014/main" id="{AC50EFBC-E679-2895-88E8-50AC54ABFB17}"/>
                </a:ext>
              </a:extLst>
            </p:cNvPr>
            <p:cNvSpPr>
              <a:spLocks noChangeArrowheads="1"/>
            </p:cNvSpPr>
            <p:nvPr/>
          </p:nvSpPr>
          <p:spPr bwMode="auto">
            <a:xfrm>
              <a:off x="3879" y="1352"/>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03" name="Line 58">
              <a:extLst>
                <a:ext uri="{FF2B5EF4-FFF2-40B4-BE49-F238E27FC236}">
                  <a16:creationId xmlns:a16="http://schemas.microsoft.com/office/drawing/2014/main" id="{92681367-1B9E-3281-9AC0-3BEAB3F28588}"/>
                </a:ext>
              </a:extLst>
            </p:cNvPr>
            <p:cNvSpPr>
              <a:spLocks noChangeShapeType="1"/>
            </p:cNvSpPr>
            <p:nvPr/>
          </p:nvSpPr>
          <p:spPr bwMode="auto">
            <a:xfrm>
              <a:off x="3879" y="1352"/>
              <a:ext cx="1"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04" name="Rectangle 59">
              <a:extLst>
                <a:ext uri="{FF2B5EF4-FFF2-40B4-BE49-F238E27FC236}">
                  <a16:creationId xmlns:a16="http://schemas.microsoft.com/office/drawing/2014/main" id="{C1BE82F8-F4BA-E86A-2ED7-5E8ABC080AF5}"/>
                </a:ext>
              </a:extLst>
            </p:cNvPr>
            <p:cNvSpPr>
              <a:spLocks noChangeArrowheads="1"/>
            </p:cNvSpPr>
            <p:nvPr/>
          </p:nvSpPr>
          <p:spPr bwMode="auto">
            <a:xfrm>
              <a:off x="5382" y="1352"/>
              <a:ext cx="11"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05" name="Line 60">
              <a:extLst>
                <a:ext uri="{FF2B5EF4-FFF2-40B4-BE49-F238E27FC236}">
                  <a16:creationId xmlns:a16="http://schemas.microsoft.com/office/drawing/2014/main" id="{339CB8CA-39A1-2585-44BC-06F8F6DD6BCC}"/>
                </a:ext>
              </a:extLst>
            </p:cNvPr>
            <p:cNvSpPr>
              <a:spLocks noChangeShapeType="1"/>
            </p:cNvSpPr>
            <p:nvPr/>
          </p:nvSpPr>
          <p:spPr bwMode="auto">
            <a:xfrm>
              <a:off x="5382" y="1352"/>
              <a:ext cx="1"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06" name="Rectangle 61">
              <a:extLst>
                <a:ext uri="{FF2B5EF4-FFF2-40B4-BE49-F238E27FC236}">
                  <a16:creationId xmlns:a16="http://schemas.microsoft.com/office/drawing/2014/main" id="{719B9EFB-3F45-07CC-7D27-3AB7A9B3F6DC}"/>
                </a:ext>
              </a:extLst>
            </p:cNvPr>
            <p:cNvSpPr>
              <a:spLocks noChangeArrowheads="1"/>
            </p:cNvSpPr>
            <p:nvPr/>
          </p:nvSpPr>
          <p:spPr bwMode="auto">
            <a:xfrm>
              <a:off x="2567" y="1638"/>
              <a:ext cx="27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R1 </a:t>
              </a:r>
              <a:endParaRPr lang="en-US" altLang="es-ES" sz="2400" b="0" i="0" baseline="0"/>
            </a:p>
          </p:txBody>
        </p:sp>
        <p:sp>
          <p:nvSpPr>
            <p:cNvPr id="15507" name="Rectangle 62">
              <a:extLst>
                <a:ext uri="{FF2B5EF4-FFF2-40B4-BE49-F238E27FC236}">
                  <a16:creationId xmlns:a16="http://schemas.microsoft.com/office/drawing/2014/main" id="{256A9F88-F5FC-9128-5328-6D2AAF03D6DA}"/>
                </a:ext>
              </a:extLst>
            </p:cNvPr>
            <p:cNvSpPr>
              <a:spLocks noChangeArrowheads="1"/>
            </p:cNvSpPr>
            <p:nvPr/>
          </p:nvSpPr>
          <p:spPr bwMode="auto">
            <a:xfrm>
              <a:off x="2833" y="1623"/>
              <a:ext cx="1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latin typeface="Symbol" panose="05050102010706020507" pitchFamily="18" charset="2"/>
                </a:rPr>
                <a:t>¬</a:t>
              </a:r>
              <a:endParaRPr lang="en-US" altLang="es-ES" sz="2400" b="0" i="0" baseline="0"/>
            </a:p>
          </p:txBody>
        </p:sp>
        <p:sp>
          <p:nvSpPr>
            <p:cNvPr id="15508" name="Rectangle 63">
              <a:extLst>
                <a:ext uri="{FF2B5EF4-FFF2-40B4-BE49-F238E27FC236}">
                  <a16:creationId xmlns:a16="http://schemas.microsoft.com/office/drawing/2014/main" id="{0FF174C9-1050-C953-042D-1CA2FAD50883}"/>
                </a:ext>
              </a:extLst>
            </p:cNvPr>
            <p:cNvSpPr>
              <a:spLocks noChangeArrowheads="1"/>
            </p:cNvSpPr>
            <p:nvPr/>
          </p:nvSpPr>
          <p:spPr bwMode="auto">
            <a:xfrm>
              <a:off x="3012" y="1638"/>
              <a:ext cx="51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sr R2 </a:t>
              </a:r>
              <a:endParaRPr lang="en-US" altLang="es-ES" sz="2400" b="0" i="0" baseline="0"/>
            </a:p>
          </p:txBody>
        </p:sp>
        <p:sp>
          <p:nvSpPr>
            <p:cNvPr id="15509" name="Rectangle 64">
              <a:extLst>
                <a:ext uri="{FF2B5EF4-FFF2-40B4-BE49-F238E27FC236}">
                  <a16:creationId xmlns:a16="http://schemas.microsoft.com/office/drawing/2014/main" id="{CB66B5E8-54DD-54F1-4E0B-3ACEE7BF8E81}"/>
                </a:ext>
              </a:extLst>
            </p:cNvPr>
            <p:cNvSpPr>
              <a:spLocks noChangeArrowheads="1"/>
            </p:cNvSpPr>
            <p:nvPr/>
          </p:nvSpPr>
          <p:spPr bwMode="auto">
            <a:xfrm>
              <a:off x="3519" y="1638"/>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a:t>
              </a:r>
              <a:endParaRPr lang="en-US" altLang="es-ES" sz="2400" b="0" i="0" baseline="0"/>
            </a:p>
          </p:txBody>
        </p:sp>
        <p:sp>
          <p:nvSpPr>
            <p:cNvPr id="15510" name="Rectangle 65">
              <a:extLst>
                <a:ext uri="{FF2B5EF4-FFF2-40B4-BE49-F238E27FC236}">
                  <a16:creationId xmlns:a16="http://schemas.microsoft.com/office/drawing/2014/main" id="{F95742AF-4D1A-5B98-8A99-C0E983F37032}"/>
                </a:ext>
              </a:extLst>
            </p:cNvPr>
            <p:cNvSpPr>
              <a:spLocks noChangeArrowheads="1"/>
            </p:cNvSpPr>
            <p:nvPr/>
          </p:nvSpPr>
          <p:spPr bwMode="auto">
            <a:xfrm>
              <a:off x="3925" y="1631"/>
              <a:ext cx="86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Shift Right</a:t>
              </a:r>
              <a:endParaRPr lang="en-US" altLang="es-ES" sz="2400" b="0" i="0" baseline="0"/>
            </a:p>
          </p:txBody>
        </p:sp>
        <p:sp>
          <p:nvSpPr>
            <p:cNvPr id="15511" name="Rectangle 66">
              <a:extLst>
                <a:ext uri="{FF2B5EF4-FFF2-40B4-BE49-F238E27FC236}">
                  <a16:creationId xmlns:a16="http://schemas.microsoft.com/office/drawing/2014/main" id="{41E18898-5D6F-AA73-32B3-F9B3FF81338B}"/>
                </a:ext>
              </a:extLst>
            </p:cNvPr>
            <p:cNvSpPr>
              <a:spLocks noChangeArrowheads="1"/>
            </p:cNvSpPr>
            <p:nvPr/>
          </p:nvSpPr>
          <p:spPr bwMode="auto">
            <a:xfrm>
              <a:off x="4777" y="1631"/>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300" i="0" baseline="0">
                  <a:solidFill>
                    <a:srgbClr val="000000"/>
                  </a:solidFill>
                </a:rPr>
                <a:t> </a:t>
              </a:r>
              <a:endParaRPr lang="en-US" altLang="es-ES" sz="2400" b="0" i="0" baseline="0"/>
            </a:p>
          </p:txBody>
        </p:sp>
        <p:sp>
          <p:nvSpPr>
            <p:cNvPr id="15512" name="Rectangle 67">
              <a:extLst>
                <a:ext uri="{FF2B5EF4-FFF2-40B4-BE49-F238E27FC236}">
                  <a16:creationId xmlns:a16="http://schemas.microsoft.com/office/drawing/2014/main" id="{BE7F613A-75D1-6ACA-706C-6EF2E6BEA7C6}"/>
                </a:ext>
              </a:extLst>
            </p:cNvPr>
            <p:cNvSpPr>
              <a:spLocks noChangeArrowheads="1"/>
            </p:cNvSpPr>
            <p:nvPr/>
          </p:nvSpPr>
          <p:spPr bwMode="auto">
            <a:xfrm>
              <a:off x="2520" y="1618"/>
              <a:ext cx="1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13" name="Line 68">
              <a:extLst>
                <a:ext uri="{FF2B5EF4-FFF2-40B4-BE49-F238E27FC236}">
                  <a16:creationId xmlns:a16="http://schemas.microsoft.com/office/drawing/2014/main" id="{0E1A670B-4495-9948-A9B8-265D2C03BFFA}"/>
                </a:ext>
              </a:extLst>
            </p:cNvPr>
            <p:cNvSpPr>
              <a:spLocks noChangeShapeType="1"/>
            </p:cNvSpPr>
            <p:nvPr/>
          </p:nvSpPr>
          <p:spPr bwMode="auto">
            <a:xfrm>
              <a:off x="2520" y="1618"/>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14" name="Rectangle 69">
              <a:extLst>
                <a:ext uri="{FF2B5EF4-FFF2-40B4-BE49-F238E27FC236}">
                  <a16:creationId xmlns:a16="http://schemas.microsoft.com/office/drawing/2014/main" id="{0BDB638E-49C5-C58D-1E1D-D716D9C87A5A}"/>
                </a:ext>
              </a:extLst>
            </p:cNvPr>
            <p:cNvSpPr>
              <a:spLocks noChangeArrowheads="1"/>
            </p:cNvSpPr>
            <p:nvPr/>
          </p:nvSpPr>
          <p:spPr bwMode="auto">
            <a:xfrm>
              <a:off x="2530" y="1618"/>
              <a:ext cx="134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15" name="Line 70">
              <a:extLst>
                <a:ext uri="{FF2B5EF4-FFF2-40B4-BE49-F238E27FC236}">
                  <a16:creationId xmlns:a16="http://schemas.microsoft.com/office/drawing/2014/main" id="{13BD97C3-BEBE-4C06-1B83-D87CDE0E2FEA}"/>
                </a:ext>
              </a:extLst>
            </p:cNvPr>
            <p:cNvSpPr>
              <a:spLocks noChangeShapeType="1"/>
            </p:cNvSpPr>
            <p:nvPr/>
          </p:nvSpPr>
          <p:spPr bwMode="auto">
            <a:xfrm>
              <a:off x="2530" y="1618"/>
              <a:ext cx="134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16" name="Rectangle 71">
              <a:extLst>
                <a:ext uri="{FF2B5EF4-FFF2-40B4-BE49-F238E27FC236}">
                  <a16:creationId xmlns:a16="http://schemas.microsoft.com/office/drawing/2014/main" id="{199EB194-3603-3B84-51AE-F945239CFA05}"/>
                </a:ext>
              </a:extLst>
            </p:cNvPr>
            <p:cNvSpPr>
              <a:spLocks noChangeArrowheads="1"/>
            </p:cNvSpPr>
            <p:nvPr/>
          </p:nvSpPr>
          <p:spPr bwMode="auto">
            <a:xfrm>
              <a:off x="3879" y="1618"/>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17" name="Line 72">
              <a:extLst>
                <a:ext uri="{FF2B5EF4-FFF2-40B4-BE49-F238E27FC236}">
                  <a16:creationId xmlns:a16="http://schemas.microsoft.com/office/drawing/2014/main" id="{B28DD46C-43C1-6BE8-BD6C-DF1DEE6D72DE}"/>
                </a:ext>
              </a:extLst>
            </p:cNvPr>
            <p:cNvSpPr>
              <a:spLocks noChangeShapeType="1"/>
            </p:cNvSpPr>
            <p:nvPr/>
          </p:nvSpPr>
          <p:spPr bwMode="auto">
            <a:xfrm>
              <a:off x="3879" y="1618"/>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18" name="Line 73">
              <a:extLst>
                <a:ext uri="{FF2B5EF4-FFF2-40B4-BE49-F238E27FC236}">
                  <a16:creationId xmlns:a16="http://schemas.microsoft.com/office/drawing/2014/main" id="{67A1C21A-65E4-0457-4DCE-BD31FCFCF4FF}"/>
                </a:ext>
              </a:extLst>
            </p:cNvPr>
            <p:cNvSpPr>
              <a:spLocks noChangeShapeType="1"/>
            </p:cNvSpPr>
            <p:nvPr/>
          </p:nvSpPr>
          <p:spPr bwMode="auto">
            <a:xfrm>
              <a:off x="3879" y="1618"/>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19" name="Rectangle 74">
              <a:extLst>
                <a:ext uri="{FF2B5EF4-FFF2-40B4-BE49-F238E27FC236}">
                  <a16:creationId xmlns:a16="http://schemas.microsoft.com/office/drawing/2014/main" id="{893D23C6-F54D-3723-0423-FDCDA3B1BE7F}"/>
                </a:ext>
              </a:extLst>
            </p:cNvPr>
            <p:cNvSpPr>
              <a:spLocks noChangeArrowheads="1"/>
            </p:cNvSpPr>
            <p:nvPr/>
          </p:nvSpPr>
          <p:spPr bwMode="auto">
            <a:xfrm>
              <a:off x="3885" y="1618"/>
              <a:ext cx="149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20" name="Line 75">
              <a:extLst>
                <a:ext uri="{FF2B5EF4-FFF2-40B4-BE49-F238E27FC236}">
                  <a16:creationId xmlns:a16="http://schemas.microsoft.com/office/drawing/2014/main" id="{24C912C6-B694-885C-743F-94B7CB6C0276}"/>
                </a:ext>
              </a:extLst>
            </p:cNvPr>
            <p:cNvSpPr>
              <a:spLocks noChangeShapeType="1"/>
            </p:cNvSpPr>
            <p:nvPr/>
          </p:nvSpPr>
          <p:spPr bwMode="auto">
            <a:xfrm>
              <a:off x="3885" y="1618"/>
              <a:ext cx="149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1" name="Rectangle 76">
              <a:extLst>
                <a:ext uri="{FF2B5EF4-FFF2-40B4-BE49-F238E27FC236}">
                  <a16:creationId xmlns:a16="http://schemas.microsoft.com/office/drawing/2014/main" id="{4A9ED7CE-FFED-D907-C4A4-E54C594571B6}"/>
                </a:ext>
              </a:extLst>
            </p:cNvPr>
            <p:cNvSpPr>
              <a:spLocks noChangeArrowheads="1"/>
            </p:cNvSpPr>
            <p:nvPr/>
          </p:nvSpPr>
          <p:spPr bwMode="auto">
            <a:xfrm>
              <a:off x="5382" y="1618"/>
              <a:ext cx="1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22" name="Line 77">
              <a:extLst>
                <a:ext uri="{FF2B5EF4-FFF2-40B4-BE49-F238E27FC236}">
                  <a16:creationId xmlns:a16="http://schemas.microsoft.com/office/drawing/2014/main" id="{EDDCCC46-F833-6DEE-F774-C0F2BA807ED4}"/>
                </a:ext>
              </a:extLst>
            </p:cNvPr>
            <p:cNvSpPr>
              <a:spLocks noChangeShapeType="1"/>
            </p:cNvSpPr>
            <p:nvPr/>
          </p:nvSpPr>
          <p:spPr bwMode="auto">
            <a:xfrm>
              <a:off x="5382" y="1618"/>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3" name="Rectangle 78">
              <a:extLst>
                <a:ext uri="{FF2B5EF4-FFF2-40B4-BE49-F238E27FC236}">
                  <a16:creationId xmlns:a16="http://schemas.microsoft.com/office/drawing/2014/main" id="{253F3F51-22AC-3C70-AC7D-9AB501913DEA}"/>
                </a:ext>
              </a:extLst>
            </p:cNvPr>
            <p:cNvSpPr>
              <a:spLocks noChangeArrowheads="1"/>
            </p:cNvSpPr>
            <p:nvPr/>
          </p:nvSpPr>
          <p:spPr bwMode="auto">
            <a:xfrm>
              <a:off x="2520" y="1623"/>
              <a:ext cx="10"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24" name="Line 79">
              <a:extLst>
                <a:ext uri="{FF2B5EF4-FFF2-40B4-BE49-F238E27FC236}">
                  <a16:creationId xmlns:a16="http://schemas.microsoft.com/office/drawing/2014/main" id="{A948939B-C9A2-EF50-B406-37C1CF93D7E1}"/>
                </a:ext>
              </a:extLst>
            </p:cNvPr>
            <p:cNvSpPr>
              <a:spLocks noChangeShapeType="1"/>
            </p:cNvSpPr>
            <p:nvPr/>
          </p:nvSpPr>
          <p:spPr bwMode="auto">
            <a:xfrm>
              <a:off x="2520" y="1623"/>
              <a:ext cx="1"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5" name="Line 80">
              <a:extLst>
                <a:ext uri="{FF2B5EF4-FFF2-40B4-BE49-F238E27FC236}">
                  <a16:creationId xmlns:a16="http://schemas.microsoft.com/office/drawing/2014/main" id="{3C9E0889-F8E9-1E14-CD2C-E7F7513815E4}"/>
                </a:ext>
              </a:extLst>
            </p:cNvPr>
            <p:cNvSpPr>
              <a:spLocks noChangeShapeType="1"/>
            </p:cNvSpPr>
            <p:nvPr/>
          </p:nvSpPr>
          <p:spPr bwMode="auto">
            <a:xfrm>
              <a:off x="2520" y="1889"/>
              <a:ext cx="135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6" name="Rectangle 81">
              <a:extLst>
                <a:ext uri="{FF2B5EF4-FFF2-40B4-BE49-F238E27FC236}">
                  <a16:creationId xmlns:a16="http://schemas.microsoft.com/office/drawing/2014/main" id="{D71F6F5A-06D8-FB5A-7FE6-3CDC9D3A1B88}"/>
                </a:ext>
              </a:extLst>
            </p:cNvPr>
            <p:cNvSpPr>
              <a:spLocks noChangeArrowheads="1"/>
            </p:cNvSpPr>
            <p:nvPr/>
          </p:nvSpPr>
          <p:spPr bwMode="auto">
            <a:xfrm>
              <a:off x="3879" y="1623"/>
              <a:ext cx="6"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27" name="Line 82">
              <a:extLst>
                <a:ext uri="{FF2B5EF4-FFF2-40B4-BE49-F238E27FC236}">
                  <a16:creationId xmlns:a16="http://schemas.microsoft.com/office/drawing/2014/main" id="{806927AF-94E2-069C-A2C2-ED7DF95167F6}"/>
                </a:ext>
              </a:extLst>
            </p:cNvPr>
            <p:cNvSpPr>
              <a:spLocks noChangeShapeType="1"/>
            </p:cNvSpPr>
            <p:nvPr/>
          </p:nvSpPr>
          <p:spPr bwMode="auto">
            <a:xfrm>
              <a:off x="3879" y="1623"/>
              <a:ext cx="1"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8" name="Line 83">
              <a:extLst>
                <a:ext uri="{FF2B5EF4-FFF2-40B4-BE49-F238E27FC236}">
                  <a16:creationId xmlns:a16="http://schemas.microsoft.com/office/drawing/2014/main" id="{D7B94CD3-3491-5CDF-BD05-03B6CA1ECC1F}"/>
                </a:ext>
              </a:extLst>
            </p:cNvPr>
            <p:cNvSpPr>
              <a:spLocks noChangeShapeType="1"/>
            </p:cNvSpPr>
            <p:nvPr/>
          </p:nvSpPr>
          <p:spPr bwMode="auto">
            <a:xfrm>
              <a:off x="3879" y="1889"/>
              <a:ext cx="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9" name="Line 84">
              <a:extLst>
                <a:ext uri="{FF2B5EF4-FFF2-40B4-BE49-F238E27FC236}">
                  <a16:creationId xmlns:a16="http://schemas.microsoft.com/office/drawing/2014/main" id="{8731D0E3-35CD-6D78-D371-587D910F4DC1}"/>
                </a:ext>
              </a:extLst>
            </p:cNvPr>
            <p:cNvSpPr>
              <a:spLocks noChangeShapeType="1"/>
            </p:cNvSpPr>
            <p:nvPr/>
          </p:nvSpPr>
          <p:spPr bwMode="auto">
            <a:xfrm>
              <a:off x="3879" y="1889"/>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0" name="Line 85">
              <a:extLst>
                <a:ext uri="{FF2B5EF4-FFF2-40B4-BE49-F238E27FC236}">
                  <a16:creationId xmlns:a16="http://schemas.microsoft.com/office/drawing/2014/main" id="{0F923B7D-F8D2-0B15-2FAB-69010A61130E}"/>
                </a:ext>
              </a:extLst>
            </p:cNvPr>
            <p:cNvSpPr>
              <a:spLocks noChangeShapeType="1"/>
            </p:cNvSpPr>
            <p:nvPr/>
          </p:nvSpPr>
          <p:spPr bwMode="auto">
            <a:xfrm>
              <a:off x="3885" y="1889"/>
              <a:ext cx="149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1" name="Rectangle 86">
              <a:extLst>
                <a:ext uri="{FF2B5EF4-FFF2-40B4-BE49-F238E27FC236}">
                  <a16:creationId xmlns:a16="http://schemas.microsoft.com/office/drawing/2014/main" id="{A77DA2B9-B550-E0BC-D72A-1EE8F7AB56D6}"/>
                </a:ext>
              </a:extLst>
            </p:cNvPr>
            <p:cNvSpPr>
              <a:spLocks noChangeArrowheads="1"/>
            </p:cNvSpPr>
            <p:nvPr/>
          </p:nvSpPr>
          <p:spPr bwMode="auto">
            <a:xfrm>
              <a:off x="5382" y="1623"/>
              <a:ext cx="11"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532" name="Line 87">
              <a:extLst>
                <a:ext uri="{FF2B5EF4-FFF2-40B4-BE49-F238E27FC236}">
                  <a16:creationId xmlns:a16="http://schemas.microsoft.com/office/drawing/2014/main" id="{D1599D19-202E-8BFA-C8F9-43033A20928F}"/>
                </a:ext>
              </a:extLst>
            </p:cNvPr>
            <p:cNvSpPr>
              <a:spLocks noChangeShapeType="1"/>
            </p:cNvSpPr>
            <p:nvPr/>
          </p:nvSpPr>
          <p:spPr bwMode="auto">
            <a:xfrm>
              <a:off x="5382" y="1623"/>
              <a:ext cx="1"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3" name="Line 88">
              <a:extLst>
                <a:ext uri="{FF2B5EF4-FFF2-40B4-BE49-F238E27FC236}">
                  <a16:creationId xmlns:a16="http://schemas.microsoft.com/office/drawing/2014/main" id="{54BFA0BB-1E7C-7AB6-5085-3BC4820A81EE}"/>
                </a:ext>
              </a:extLst>
            </p:cNvPr>
            <p:cNvSpPr>
              <a:spLocks noChangeShapeType="1"/>
            </p:cNvSpPr>
            <p:nvPr/>
          </p:nvSpPr>
          <p:spPr bwMode="auto">
            <a:xfrm>
              <a:off x="5382" y="1889"/>
              <a:ext cx="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4" name="Rectangle 89">
              <a:extLst>
                <a:ext uri="{FF2B5EF4-FFF2-40B4-BE49-F238E27FC236}">
                  <a16:creationId xmlns:a16="http://schemas.microsoft.com/office/drawing/2014/main" id="{FC06E99C-1FEF-9686-4B9E-148656B8E1C3}"/>
                </a:ext>
              </a:extLst>
            </p:cNvPr>
            <p:cNvSpPr>
              <a:spLocks noChangeArrowheads="1"/>
            </p:cNvSpPr>
            <p:nvPr/>
          </p:nvSpPr>
          <p:spPr bwMode="auto">
            <a:xfrm>
              <a:off x="2543" y="1898"/>
              <a:ext cx="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 </a:t>
              </a:r>
              <a:endParaRPr lang="en-US" altLang="es-ES" sz="2400" b="0" i="0" baseline="0"/>
            </a:p>
          </p:txBody>
        </p:sp>
      </p:grpSp>
      <p:sp>
        <p:nvSpPr>
          <p:cNvPr id="15375" name="Rectangle 90">
            <a:extLst>
              <a:ext uri="{FF2B5EF4-FFF2-40B4-BE49-F238E27FC236}">
                <a16:creationId xmlns:a16="http://schemas.microsoft.com/office/drawing/2014/main" id="{80D5A6CE-6F1A-EB51-06F4-201F213870E8}"/>
              </a:ext>
            </a:extLst>
          </p:cNvPr>
          <p:cNvSpPr>
            <a:spLocks noChangeArrowheads="1"/>
          </p:cNvSpPr>
          <p:nvPr/>
        </p:nvSpPr>
        <p:spPr bwMode="auto">
          <a:xfrm>
            <a:off x="4003675" y="3530600"/>
            <a:ext cx="158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76" name="Rectangle 91">
            <a:extLst>
              <a:ext uri="{FF2B5EF4-FFF2-40B4-BE49-F238E27FC236}">
                <a16:creationId xmlns:a16="http://schemas.microsoft.com/office/drawing/2014/main" id="{A4FB4DE5-C62B-B170-1B64-1AF10503C8F7}"/>
              </a:ext>
            </a:extLst>
          </p:cNvPr>
          <p:cNvSpPr>
            <a:spLocks noChangeArrowheads="1"/>
          </p:cNvSpPr>
          <p:nvPr/>
        </p:nvSpPr>
        <p:spPr bwMode="auto">
          <a:xfrm>
            <a:off x="4019550" y="3530600"/>
            <a:ext cx="1827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77" name="Rectangle 92">
            <a:extLst>
              <a:ext uri="{FF2B5EF4-FFF2-40B4-BE49-F238E27FC236}">
                <a16:creationId xmlns:a16="http://schemas.microsoft.com/office/drawing/2014/main" id="{718B93EB-4BC5-482A-35DC-E148AEF39620}"/>
              </a:ext>
            </a:extLst>
          </p:cNvPr>
          <p:cNvSpPr>
            <a:spLocks noChangeArrowheads="1"/>
          </p:cNvSpPr>
          <p:nvPr/>
        </p:nvSpPr>
        <p:spPr bwMode="auto">
          <a:xfrm>
            <a:off x="5846763" y="3530600"/>
            <a:ext cx="793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78" name="Rectangle 93">
            <a:extLst>
              <a:ext uri="{FF2B5EF4-FFF2-40B4-BE49-F238E27FC236}">
                <a16:creationId xmlns:a16="http://schemas.microsoft.com/office/drawing/2014/main" id="{9A518BDB-F462-C2DD-F587-451568DB21D8}"/>
              </a:ext>
            </a:extLst>
          </p:cNvPr>
          <p:cNvSpPr>
            <a:spLocks noChangeArrowheads="1"/>
          </p:cNvSpPr>
          <p:nvPr/>
        </p:nvSpPr>
        <p:spPr bwMode="auto">
          <a:xfrm>
            <a:off x="5854700" y="3530600"/>
            <a:ext cx="27241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79" name="Rectangle 94">
            <a:extLst>
              <a:ext uri="{FF2B5EF4-FFF2-40B4-BE49-F238E27FC236}">
                <a16:creationId xmlns:a16="http://schemas.microsoft.com/office/drawing/2014/main" id="{0335FA63-AFC6-FAEB-91B3-680BF2A55940}"/>
              </a:ext>
            </a:extLst>
          </p:cNvPr>
          <p:cNvSpPr>
            <a:spLocks noChangeArrowheads="1"/>
          </p:cNvSpPr>
          <p:nvPr/>
        </p:nvSpPr>
        <p:spPr bwMode="auto">
          <a:xfrm>
            <a:off x="8578850" y="3530600"/>
            <a:ext cx="158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80" name="Rectangle 95">
            <a:extLst>
              <a:ext uri="{FF2B5EF4-FFF2-40B4-BE49-F238E27FC236}">
                <a16:creationId xmlns:a16="http://schemas.microsoft.com/office/drawing/2014/main" id="{769DA792-D2E0-2FB2-C4C9-316937F6DBAE}"/>
              </a:ext>
            </a:extLst>
          </p:cNvPr>
          <p:cNvSpPr>
            <a:spLocks noChangeArrowheads="1"/>
          </p:cNvSpPr>
          <p:nvPr/>
        </p:nvSpPr>
        <p:spPr bwMode="auto">
          <a:xfrm>
            <a:off x="4003675" y="4360863"/>
            <a:ext cx="184308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81" name="Rectangle 96">
            <a:extLst>
              <a:ext uri="{FF2B5EF4-FFF2-40B4-BE49-F238E27FC236}">
                <a16:creationId xmlns:a16="http://schemas.microsoft.com/office/drawing/2014/main" id="{86A3BEAD-C4CA-DB01-638F-750D77C30DD7}"/>
              </a:ext>
            </a:extLst>
          </p:cNvPr>
          <p:cNvSpPr>
            <a:spLocks noChangeArrowheads="1"/>
          </p:cNvSpPr>
          <p:nvPr/>
        </p:nvSpPr>
        <p:spPr bwMode="auto">
          <a:xfrm>
            <a:off x="5846763" y="4360863"/>
            <a:ext cx="793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82" name="Rectangle 97">
            <a:extLst>
              <a:ext uri="{FF2B5EF4-FFF2-40B4-BE49-F238E27FC236}">
                <a16:creationId xmlns:a16="http://schemas.microsoft.com/office/drawing/2014/main" id="{3CDB1340-C480-4D7A-ED6A-23713CCFA416}"/>
              </a:ext>
            </a:extLst>
          </p:cNvPr>
          <p:cNvSpPr>
            <a:spLocks noChangeArrowheads="1"/>
          </p:cNvSpPr>
          <p:nvPr/>
        </p:nvSpPr>
        <p:spPr bwMode="auto">
          <a:xfrm>
            <a:off x="5854700" y="4360863"/>
            <a:ext cx="27241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83" name="Rectangle 98">
            <a:extLst>
              <a:ext uri="{FF2B5EF4-FFF2-40B4-BE49-F238E27FC236}">
                <a16:creationId xmlns:a16="http://schemas.microsoft.com/office/drawing/2014/main" id="{9914C50F-1B4F-361E-07E8-8239C6A7441C}"/>
              </a:ext>
            </a:extLst>
          </p:cNvPr>
          <p:cNvSpPr>
            <a:spLocks noChangeArrowheads="1"/>
          </p:cNvSpPr>
          <p:nvPr/>
        </p:nvSpPr>
        <p:spPr bwMode="auto">
          <a:xfrm>
            <a:off x="8578850" y="4360863"/>
            <a:ext cx="158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nvGrpSpPr>
          <p:cNvPr id="15384" name="Group 99">
            <a:extLst>
              <a:ext uri="{FF2B5EF4-FFF2-40B4-BE49-F238E27FC236}">
                <a16:creationId xmlns:a16="http://schemas.microsoft.com/office/drawing/2014/main" id="{36C310BD-3CD5-2606-47E7-3501A9424EE7}"/>
              </a:ext>
            </a:extLst>
          </p:cNvPr>
          <p:cNvGrpSpPr>
            <a:grpSpLocks/>
          </p:cNvGrpSpPr>
          <p:nvPr/>
        </p:nvGrpSpPr>
        <p:grpSpPr bwMode="auto">
          <a:xfrm>
            <a:off x="3952875" y="3119438"/>
            <a:ext cx="4641850" cy="1390650"/>
            <a:chOff x="2490" y="1965"/>
            <a:chExt cx="2924" cy="876"/>
          </a:xfrm>
        </p:grpSpPr>
        <p:sp>
          <p:nvSpPr>
            <p:cNvPr id="15386" name="Rectangle 100">
              <a:extLst>
                <a:ext uri="{FF2B5EF4-FFF2-40B4-BE49-F238E27FC236}">
                  <a16:creationId xmlns:a16="http://schemas.microsoft.com/office/drawing/2014/main" id="{65895F8D-91CF-90B7-A264-90A0A378EB93}"/>
                </a:ext>
              </a:extLst>
            </p:cNvPr>
            <p:cNvSpPr>
              <a:spLocks noChangeArrowheads="1"/>
            </p:cNvSpPr>
            <p:nvPr/>
          </p:nvSpPr>
          <p:spPr bwMode="auto">
            <a:xfrm>
              <a:off x="3001" y="1982"/>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R1</a:t>
              </a:r>
              <a:endParaRPr lang="en-US" altLang="es-ES" sz="2400" b="0" i="0" baseline="0"/>
            </a:p>
          </p:txBody>
        </p:sp>
        <p:sp>
          <p:nvSpPr>
            <p:cNvPr id="15387" name="Rectangle 101">
              <a:extLst>
                <a:ext uri="{FF2B5EF4-FFF2-40B4-BE49-F238E27FC236}">
                  <a16:creationId xmlns:a16="http://schemas.microsoft.com/office/drawing/2014/main" id="{8DBBF41D-2DF4-753F-31E9-7CA571C84414}"/>
                </a:ext>
              </a:extLst>
            </p:cNvPr>
            <p:cNvSpPr>
              <a:spLocks noChangeArrowheads="1"/>
            </p:cNvSpPr>
            <p:nvPr/>
          </p:nvSpPr>
          <p:spPr bwMode="auto">
            <a:xfrm>
              <a:off x="3214" y="1982"/>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 </a:t>
              </a:r>
              <a:endParaRPr lang="en-US" altLang="es-ES" sz="2400" b="0" i="0" baseline="0"/>
            </a:p>
          </p:txBody>
        </p:sp>
        <p:sp>
          <p:nvSpPr>
            <p:cNvPr id="15388" name="Rectangle 102">
              <a:extLst>
                <a:ext uri="{FF2B5EF4-FFF2-40B4-BE49-F238E27FC236}">
                  <a16:creationId xmlns:a16="http://schemas.microsoft.com/office/drawing/2014/main" id="{42A7AB4E-50DA-9491-E068-EC319AD7555B}"/>
                </a:ext>
              </a:extLst>
            </p:cNvPr>
            <p:cNvSpPr>
              <a:spLocks noChangeArrowheads="1"/>
            </p:cNvSpPr>
            <p:nvPr/>
          </p:nvSpPr>
          <p:spPr bwMode="auto">
            <a:xfrm>
              <a:off x="4162" y="1982"/>
              <a:ext cx="77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Operation</a:t>
              </a:r>
              <a:endParaRPr lang="en-US" altLang="es-ES" sz="2400" b="0" i="0" baseline="0"/>
            </a:p>
          </p:txBody>
        </p:sp>
        <p:sp>
          <p:nvSpPr>
            <p:cNvPr id="15389" name="Rectangle 103">
              <a:extLst>
                <a:ext uri="{FF2B5EF4-FFF2-40B4-BE49-F238E27FC236}">
                  <a16:creationId xmlns:a16="http://schemas.microsoft.com/office/drawing/2014/main" id="{4761F087-5AD5-1E1C-2D40-6352F2296782}"/>
                </a:ext>
              </a:extLst>
            </p:cNvPr>
            <p:cNvSpPr>
              <a:spLocks noChangeArrowheads="1"/>
            </p:cNvSpPr>
            <p:nvPr/>
          </p:nvSpPr>
          <p:spPr bwMode="auto">
            <a:xfrm>
              <a:off x="4930" y="1982"/>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 </a:t>
              </a:r>
              <a:endParaRPr lang="en-US" altLang="es-ES" sz="2400" b="0" i="0" baseline="0"/>
            </a:p>
          </p:txBody>
        </p:sp>
        <p:sp>
          <p:nvSpPr>
            <p:cNvPr id="15390" name="Rectangle 104">
              <a:extLst>
                <a:ext uri="{FF2B5EF4-FFF2-40B4-BE49-F238E27FC236}">
                  <a16:creationId xmlns:a16="http://schemas.microsoft.com/office/drawing/2014/main" id="{1A7499E2-BA3B-6DBB-5B24-71FEAFA94D6D}"/>
                </a:ext>
              </a:extLst>
            </p:cNvPr>
            <p:cNvSpPr>
              <a:spLocks noChangeArrowheads="1"/>
            </p:cNvSpPr>
            <p:nvPr/>
          </p:nvSpPr>
          <p:spPr bwMode="auto">
            <a:xfrm>
              <a:off x="2522" y="196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91" name="Line 105">
              <a:extLst>
                <a:ext uri="{FF2B5EF4-FFF2-40B4-BE49-F238E27FC236}">
                  <a16:creationId xmlns:a16="http://schemas.microsoft.com/office/drawing/2014/main" id="{BED403E5-9838-8E95-A10E-276542B85DDC}"/>
                </a:ext>
              </a:extLst>
            </p:cNvPr>
            <p:cNvSpPr>
              <a:spLocks noChangeShapeType="1"/>
            </p:cNvSpPr>
            <p:nvPr/>
          </p:nvSpPr>
          <p:spPr bwMode="auto">
            <a:xfrm>
              <a:off x="2522" y="1965"/>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392" name="Line 106">
              <a:extLst>
                <a:ext uri="{FF2B5EF4-FFF2-40B4-BE49-F238E27FC236}">
                  <a16:creationId xmlns:a16="http://schemas.microsoft.com/office/drawing/2014/main" id="{2DA7F7F5-B9BC-7A23-1EC2-024EA326DC8B}"/>
                </a:ext>
              </a:extLst>
            </p:cNvPr>
            <p:cNvSpPr>
              <a:spLocks noChangeShapeType="1"/>
            </p:cNvSpPr>
            <p:nvPr/>
          </p:nvSpPr>
          <p:spPr bwMode="auto">
            <a:xfrm>
              <a:off x="2522" y="1965"/>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393" name="Rectangle 107">
              <a:extLst>
                <a:ext uri="{FF2B5EF4-FFF2-40B4-BE49-F238E27FC236}">
                  <a16:creationId xmlns:a16="http://schemas.microsoft.com/office/drawing/2014/main" id="{5FBC5E69-AAC7-203D-D9E3-63FB2BA29C30}"/>
                </a:ext>
              </a:extLst>
            </p:cNvPr>
            <p:cNvSpPr>
              <a:spLocks noChangeArrowheads="1"/>
            </p:cNvSpPr>
            <p:nvPr/>
          </p:nvSpPr>
          <p:spPr bwMode="auto">
            <a:xfrm>
              <a:off x="2522" y="196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94" name="Line 108">
              <a:extLst>
                <a:ext uri="{FF2B5EF4-FFF2-40B4-BE49-F238E27FC236}">
                  <a16:creationId xmlns:a16="http://schemas.microsoft.com/office/drawing/2014/main" id="{49882B50-4661-57E2-F17C-551AA9B008E0}"/>
                </a:ext>
              </a:extLst>
            </p:cNvPr>
            <p:cNvSpPr>
              <a:spLocks noChangeShapeType="1"/>
            </p:cNvSpPr>
            <p:nvPr/>
          </p:nvSpPr>
          <p:spPr bwMode="auto">
            <a:xfrm>
              <a:off x="2522" y="1965"/>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395" name="Line 109">
              <a:extLst>
                <a:ext uri="{FF2B5EF4-FFF2-40B4-BE49-F238E27FC236}">
                  <a16:creationId xmlns:a16="http://schemas.microsoft.com/office/drawing/2014/main" id="{7EC9B3BA-508F-D258-5395-25253F2C04DE}"/>
                </a:ext>
              </a:extLst>
            </p:cNvPr>
            <p:cNvSpPr>
              <a:spLocks noChangeShapeType="1"/>
            </p:cNvSpPr>
            <p:nvPr/>
          </p:nvSpPr>
          <p:spPr bwMode="auto">
            <a:xfrm>
              <a:off x="2522" y="1965"/>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396" name="Rectangle 110">
              <a:extLst>
                <a:ext uri="{FF2B5EF4-FFF2-40B4-BE49-F238E27FC236}">
                  <a16:creationId xmlns:a16="http://schemas.microsoft.com/office/drawing/2014/main" id="{024FAAD2-3C1F-C873-B971-584B2959FDDD}"/>
                </a:ext>
              </a:extLst>
            </p:cNvPr>
            <p:cNvSpPr>
              <a:spLocks noChangeArrowheads="1"/>
            </p:cNvSpPr>
            <p:nvPr/>
          </p:nvSpPr>
          <p:spPr bwMode="auto">
            <a:xfrm>
              <a:off x="2532" y="1965"/>
              <a:ext cx="1151"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97" name="Line 111">
              <a:extLst>
                <a:ext uri="{FF2B5EF4-FFF2-40B4-BE49-F238E27FC236}">
                  <a16:creationId xmlns:a16="http://schemas.microsoft.com/office/drawing/2014/main" id="{E1888980-1A0C-DE90-48DB-18504CC56ED1}"/>
                </a:ext>
              </a:extLst>
            </p:cNvPr>
            <p:cNvSpPr>
              <a:spLocks noChangeShapeType="1"/>
            </p:cNvSpPr>
            <p:nvPr/>
          </p:nvSpPr>
          <p:spPr bwMode="auto">
            <a:xfrm>
              <a:off x="2532" y="1965"/>
              <a:ext cx="11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398" name="Rectangle 112">
              <a:extLst>
                <a:ext uri="{FF2B5EF4-FFF2-40B4-BE49-F238E27FC236}">
                  <a16:creationId xmlns:a16="http://schemas.microsoft.com/office/drawing/2014/main" id="{DEBAE155-A214-1062-65A8-2B0BF0F7BF83}"/>
                </a:ext>
              </a:extLst>
            </p:cNvPr>
            <p:cNvSpPr>
              <a:spLocks noChangeArrowheads="1"/>
            </p:cNvSpPr>
            <p:nvPr/>
          </p:nvSpPr>
          <p:spPr bwMode="auto">
            <a:xfrm>
              <a:off x="3683" y="196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399" name="Line 113">
              <a:extLst>
                <a:ext uri="{FF2B5EF4-FFF2-40B4-BE49-F238E27FC236}">
                  <a16:creationId xmlns:a16="http://schemas.microsoft.com/office/drawing/2014/main" id="{FF7482A5-6D6D-91F4-8868-E113B6D0F543}"/>
                </a:ext>
              </a:extLst>
            </p:cNvPr>
            <p:cNvSpPr>
              <a:spLocks noChangeShapeType="1"/>
            </p:cNvSpPr>
            <p:nvPr/>
          </p:nvSpPr>
          <p:spPr bwMode="auto">
            <a:xfrm>
              <a:off x="3683" y="1965"/>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00" name="Line 114">
              <a:extLst>
                <a:ext uri="{FF2B5EF4-FFF2-40B4-BE49-F238E27FC236}">
                  <a16:creationId xmlns:a16="http://schemas.microsoft.com/office/drawing/2014/main" id="{E21C6F43-38FB-68CF-A777-31C76837287C}"/>
                </a:ext>
              </a:extLst>
            </p:cNvPr>
            <p:cNvSpPr>
              <a:spLocks noChangeShapeType="1"/>
            </p:cNvSpPr>
            <p:nvPr/>
          </p:nvSpPr>
          <p:spPr bwMode="auto">
            <a:xfrm>
              <a:off x="3683" y="1965"/>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01" name="Rectangle 115">
              <a:extLst>
                <a:ext uri="{FF2B5EF4-FFF2-40B4-BE49-F238E27FC236}">
                  <a16:creationId xmlns:a16="http://schemas.microsoft.com/office/drawing/2014/main" id="{16A01D47-3BE4-D199-2DF7-D4B0768EC979}"/>
                </a:ext>
              </a:extLst>
            </p:cNvPr>
            <p:cNvSpPr>
              <a:spLocks noChangeArrowheads="1"/>
            </p:cNvSpPr>
            <p:nvPr/>
          </p:nvSpPr>
          <p:spPr bwMode="auto">
            <a:xfrm>
              <a:off x="3693" y="1965"/>
              <a:ext cx="1711"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02" name="Line 116">
              <a:extLst>
                <a:ext uri="{FF2B5EF4-FFF2-40B4-BE49-F238E27FC236}">
                  <a16:creationId xmlns:a16="http://schemas.microsoft.com/office/drawing/2014/main" id="{57C46348-A31D-34DB-D127-2379F0D93250}"/>
                </a:ext>
              </a:extLst>
            </p:cNvPr>
            <p:cNvSpPr>
              <a:spLocks noChangeShapeType="1"/>
            </p:cNvSpPr>
            <p:nvPr/>
          </p:nvSpPr>
          <p:spPr bwMode="auto">
            <a:xfrm>
              <a:off x="3693" y="1965"/>
              <a:ext cx="171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03" name="Rectangle 117">
              <a:extLst>
                <a:ext uri="{FF2B5EF4-FFF2-40B4-BE49-F238E27FC236}">
                  <a16:creationId xmlns:a16="http://schemas.microsoft.com/office/drawing/2014/main" id="{B364BCD8-138A-CDE0-5B62-BC152FEEF51A}"/>
                </a:ext>
              </a:extLst>
            </p:cNvPr>
            <p:cNvSpPr>
              <a:spLocks noChangeArrowheads="1"/>
            </p:cNvSpPr>
            <p:nvPr/>
          </p:nvSpPr>
          <p:spPr bwMode="auto">
            <a:xfrm>
              <a:off x="5404" y="196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04" name="Line 118">
              <a:extLst>
                <a:ext uri="{FF2B5EF4-FFF2-40B4-BE49-F238E27FC236}">
                  <a16:creationId xmlns:a16="http://schemas.microsoft.com/office/drawing/2014/main" id="{AB495AD1-CF6D-6FF3-1E86-10F510667C03}"/>
                </a:ext>
              </a:extLst>
            </p:cNvPr>
            <p:cNvSpPr>
              <a:spLocks noChangeShapeType="1"/>
            </p:cNvSpPr>
            <p:nvPr/>
          </p:nvSpPr>
          <p:spPr bwMode="auto">
            <a:xfrm>
              <a:off x="5404" y="1965"/>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05" name="Line 119">
              <a:extLst>
                <a:ext uri="{FF2B5EF4-FFF2-40B4-BE49-F238E27FC236}">
                  <a16:creationId xmlns:a16="http://schemas.microsoft.com/office/drawing/2014/main" id="{A895764E-7176-F7FA-17B1-E68DEA2B21D7}"/>
                </a:ext>
              </a:extLst>
            </p:cNvPr>
            <p:cNvSpPr>
              <a:spLocks noChangeShapeType="1"/>
            </p:cNvSpPr>
            <p:nvPr/>
          </p:nvSpPr>
          <p:spPr bwMode="auto">
            <a:xfrm>
              <a:off x="5404" y="1965"/>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06" name="Rectangle 120">
              <a:extLst>
                <a:ext uri="{FF2B5EF4-FFF2-40B4-BE49-F238E27FC236}">
                  <a16:creationId xmlns:a16="http://schemas.microsoft.com/office/drawing/2014/main" id="{E47B604F-4825-F4C5-EDBA-624E562B6E22}"/>
                </a:ext>
              </a:extLst>
            </p:cNvPr>
            <p:cNvSpPr>
              <a:spLocks noChangeArrowheads="1"/>
            </p:cNvSpPr>
            <p:nvPr/>
          </p:nvSpPr>
          <p:spPr bwMode="auto">
            <a:xfrm>
              <a:off x="5404" y="1965"/>
              <a:ext cx="10" cy="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07" name="Line 121">
              <a:extLst>
                <a:ext uri="{FF2B5EF4-FFF2-40B4-BE49-F238E27FC236}">
                  <a16:creationId xmlns:a16="http://schemas.microsoft.com/office/drawing/2014/main" id="{3D457F62-50B3-1464-25A9-26A3F7DA901A}"/>
                </a:ext>
              </a:extLst>
            </p:cNvPr>
            <p:cNvSpPr>
              <a:spLocks noChangeShapeType="1"/>
            </p:cNvSpPr>
            <p:nvPr/>
          </p:nvSpPr>
          <p:spPr bwMode="auto">
            <a:xfrm>
              <a:off x="5404" y="1965"/>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08" name="Line 122">
              <a:extLst>
                <a:ext uri="{FF2B5EF4-FFF2-40B4-BE49-F238E27FC236}">
                  <a16:creationId xmlns:a16="http://schemas.microsoft.com/office/drawing/2014/main" id="{B98BA65C-F374-788B-80AA-73B8C7DDFF1C}"/>
                </a:ext>
              </a:extLst>
            </p:cNvPr>
            <p:cNvSpPr>
              <a:spLocks noChangeShapeType="1"/>
            </p:cNvSpPr>
            <p:nvPr/>
          </p:nvSpPr>
          <p:spPr bwMode="auto">
            <a:xfrm>
              <a:off x="5404" y="1965"/>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09" name="Rectangle 123">
              <a:extLst>
                <a:ext uri="{FF2B5EF4-FFF2-40B4-BE49-F238E27FC236}">
                  <a16:creationId xmlns:a16="http://schemas.microsoft.com/office/drawing/2014/main" id="{11B0E56A-9117-D42F-EB99-DE12956135B4}"/>
                </a:ext>
              </a:extLst>
            </p:cNvPr>
            <p:cNvSpPr>
              <a:spLocks noChangeArrowheads="1"/>
            </p:cNvSpPr>
            <p:nvPr/>
          </p:nvSpPr>
          <p:spPr bwMode="auto">
            <a:xfrm>
              <a:off x="2522" y="1975"/>
              <a:ext cx="10" cy="24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10" name="Line 124">
              <a:extLst>
                <a:ext uri="{FF2B5EF4-FFF2-40B4-BE49-F238E27FC236}">
                  <a16:creationId xmlns:a16="http://schemas.microsoft.com/office/drawing/2014/main" id="{D6104DF6-2712-6290-4A79-21BF5F58F7A0}"/>
                </a:ext>
              </a:extLst>
            </p:cNvPr>
            <p:cNvSpPr>
              <a:spLocks noChangeShapeType="1"/>
            </p:cNvSpPr>
            <p:nvPr/>
          </p:nvSpPr>
          <p:spPr bwMode="auto">
            <a:xfrm>
              <a:off x="2522" y="1975"/>
              <a:ext cx="1" cy="24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11" name="Rectangle 125">
              <a:extLst>
                <a:ext uri="{FF2B5EF4-FFF2-40B4-BE49-F238E27FC236}">
                  <a16:creationId xmlns:a16="http://schemas.microsoft.com/office/drawing/2014/main" id="{327F954C-8F85-A3E3-B156-AEA67B1B63B4}"/>
                </a:ext>
              </a:extLst>
            </p:cNvPr>
            <p:cNvSpPr>
              <a:spLocks noChangeArrowheads="1"/>
            </p:cNvSpPr>
            <p:nvPr/>
          </p:nvSpPr>
          <p:spPr bwMode="auto">
            <a:xfrm>
              <a:off x="3683" y="1975"/>
              <a:ext cx="5" cy="24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12" name="Rectangle 126">
              <a:extLst>
                <a:ext uri="{FF2B5EF4-FFF2-40B4-BE49-F238E27FC236}">
                  <a16:creationId xmlns:a16="http://schemas.microsoft.com/office/drawing/2014/main" id="{3B798937-C661-142A-0FA9-C173FB21D605}"/>
                </a:ext>
              </a:extLst>
            </p:cNvPr>
            <p:cNvSpPr>
              <a:spLocks noChangeArrowheads="1"/>
            </p:cNvSpPr>
            <p:nvPr/>
          </p:nvSpPr>
          <p:spPr bwMode="auto">
            <a:xfrm>
              <a:off x="5404" y="1975"/>
              <a:ext cx="10" cy="24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13" name="Line 127">
              <a:extLst>
                <a:ext uri="{FF2B5EF4-FFF2-40B4-BE49-F238E27FC236}">
                  <a16:creationId xmlns:a16="http://schemas.microsoft.com/office/drawing/2014/main" id="{4A05D5EE-E926-54E5-52AF-B44BEBD7C9E9}"/>
                </a:ext>
              </a:extLst>
            </p:cNvPr>
            <p:cNvSpPr>
              <a:spLocks noChangeShapeType="1"/>
            </p:cNvSpPr>
            <p:nvPr/>
          </p:nvSpPr>
          <p:spPr bwMode="auto">
            <a:xfrm>
              <a:off x="5404" y="1975"/>
              <a:ext cx="1" cy="24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14" name="Rectangle 128">
              <a:extLst>
                <a:ext uri="{FF2B5EF4-FFF2-40B4-BE49-F238E27FC236}">
                  <a16:creationId xmlns:a16="http://schemas.microsoft.com/office/drawing/2014/main" id="{96E2650C-C4DA-F073-63AE-2E39D1F8EC5F}"/>
                </a:ext>
              </a:extLst>
            </p:cNvPr>
            <p:cNvSpPr>
              <a:spLocks noChangeArrowheads="1"/>
            </p:cNvSpPr>
            <p:nvPr/>
          </p:nvSpPr>
          <p:spPr bwMode="auto">
            <a:xfrm>
              <a:off x="2758" y="2237"/>
              <a:ext cx="7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10010010</a:t>
              </a:r>
              <a:endParaRPr lang="en-US" altLang="es-ES" sz="2400" b="0" i="0" baseline="0"/>
            </a:p>
          </p:txBody>
        </p:sp>
        <p:sp>
          <p:nvSpPr>
            <p:cNvPr id="15415" name="Rectangle 129">
              <a:extLst>
                <a:ext uri="{FF2B5EF4-FFF2-40B4-BE49-F238E27FC236}">
                  <a16:creationId xmlns:a16="http://schemas.microsoft.com/office/drawing/2014/main" id="{6C42BC0B-9694-7FDE-CD3E-14A70BDF40F7}"/>
                </a:ext>
              </a:extLst>
            </p:cNvPr>
            <p:cNvSpPr>
              <a:spLocks noChangeArrowheads="1"/>
            </p:cNvSpPr>
            <p:nvPr/>
          </p:nvSpPr>
          <p:spPr bwMode="auto">
            <a:xfrm>
              <a:off x="3457" y="2237"/>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 </a:t>
              </a:r>
              <a:endParaRPr lang="en-US" altLang="es-ES" sz="2400" b="0" i="0" baseline="0"/>
            </a:p>
          </p:txBody>
        </p:sp>
        <p:sp>
          <p:nvSpPr>
            <p:cNvPr id="15416" name="Rectangle 130">
              <a:extLst>
                <a:ext uri="{FF2B5EF4-FFF2-40B4-BE49-F238E27FC236}">
                  <a16:creationId xmlns:a16="http://schemas.microsoft.com/office/drawing/2014/main" id="{08DCB7E1-0F1A-29C7-C1E2-3BDD7906CEB6}"/>
                </a:ext>
              </a:extLst>
            </p:cNvPr>
            <p:cNvSpPr>
              <a:spLocks noChangeArrowheads="1"/>
            </p:cNvSpPr>
            <p:nvPr/>
          </p:nvSpPr>
          <p:spPr bwMode="auto">
            <a:xfrm>
              <a:off x="3725" y="2243"/>
              <a:ext cx="2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R1 </a:t>
              </a:r>
              <a:endParaRPr lang="en-US" altLang="es-ES" sz="2400" b="0" i="0" baseline="0"/>
            </a:p>
          </p:txBody>
        </p:sp>
        <p:sp>
          <p:nvSpPr>
            <p:cNvPr id="15417" name="Rectangle 131">
              <a:extLst>
                <a:ext uri="{FF2B5EF4-FFF2-40B4-BE49-F238E27FC236}">
                  <a16:creationId xmlns:a16="http://schemas.microsoft.com/office/drawing/2014/main" id="{C5145926-28F2-C8E2-E2F1-945CF1A8EABA}"/>
                </a:ext>
              </a:extLst>
            </p:cNvPr>
            <p:cNvSpPr>
              <a:spLocks noChangeArrowheads="1"/>
            </p:cNvSpPr>
            <p:nvPr/>
          </p:nvSpPr>
          <p:spPr bwMode="auto">
            <a:xfrm>
              <a:off x="3982" y="2230"/>
              <a:ext cx="17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latin typeface="Symbol" panose="05050102010706020507" pitchFamily="18" charset="2"/>
                </a:rPr>
                <a:t>¬</a:t>
              </a:r>
              <a:endParaRPr lang="en-US" altLang="es-ES" sz="2400" b="0" i="0" baseline="0"/>
            </a:p>
          </p:txBody>
        </p:sp>
        <p:sp>
          <p:nvSpPr>
            <p:cNvPr id="15418" name="Rectangle 132">
              <a:extLst>
                <a:ext uri="{FF2B5EF4-FFF2-40B4-BE49-F238E27FC236}">
                  <a16:creationId xmlns:a16="http://schemas.microsoft.com/office/drawing/2014/main" id="{93BD1925-CB34-3AE2-28C6-02879D9A7F6F}"/>
                </a:ext>
              </a:extLst>
            </p:cNvPr>
            <p:cNvSpPr>
              <a:spLocks noChangeArrowheads="1"/>
            </p:cNvSpPr>
            <p:nvPr/>
          </p:nvSpPr>
          <p:spPr bwMode="auto">
            <a:xfrm>
              <a:off x="4155" y="2243"/>
              <a:ext cx="46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 sl R2 </a:t>
              </a:r>
              <a:endParaRPr lang="en-US" altLang="es-ES" sz="2400" b="0" i="0" baseline="0"/>
            </a:p>
          </p:txBody>
        </p:sp>
        <p:sp>
          <p:nvSpPr>
            <p:cNvPr id="15419" name="Rectangle 133">
              <a:extLst>
                <a:ext uri="{FF2B5EF4-FFF2-40B4-BE49-F238E27FC236}">
                  <a16:creationId xmlns:a16="http://schemas.microsoft.com/office/drawing/2014/main" id="{D6A2DABC-2990-EE23-E37E-4ABB680AACDF}"/>
                </a:ext>
              </a:extLst>
            </p:cNvPr>
            <p:cNvSpPr>
              <a:spLocks noChangeArrowheads="1"/>
            </p:cNvSpPr>
            <p:nvPr/>
          </p:nvSpPr>
          <p:spPr bwMode="auto">
            <a:xfrm>
              <a:off x="4617" y="2243"/>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 </a:t>
              </a:r>
              <a:endParaRPr lang="en-US" altLang="es-ES" sz="2400" b="0" i="0" baseline="0"/>
            </a:p>
          </p:txBody>
        </p:sp>
        <p:sp>
          <p:nvSpPr>
            <p:cNvPr id="15420" name="Line 134">
              <a:extLst>
                <a:ext uri="{FF2B5EF4-FFF2-40B4-BE49-F238E27FC236}">
                  <a16:creationId xmlns:a16="http://schemas.microsoft.com/office/drawing/2014/main" id="{F4211CC1-6A48-42B2-0389-17F94D876159}"/>
                </a:ext>
              </a:extLst>
            </p:cNvPr>
            <p:cNvSpPr>
              <a:spLocks noChangeShapeType="1"/>
            </p:cNvSpPr>
            <p:nvPr/>
          </p:nvSpPr>
          <p:spPr bwMode="auto">
            <a:xfrm>
              <a:off x="2522" y="222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21" name="Line 135">
              <a:extLst>
                <a:ext uri="{FF2B5EF4-FFF2-40B4-BE49-F238E27FC236}">
                  <a16:creationId xmlns:a16="http://schemas.microsoft.com/office/drawing/2014/main" id="{BCD2F545-3063-C99E-561B-B710C4A72DFA}"/>
                </a:ext>
              </a:extLst>
            </p:cNvPr>
            <p:cNvSpPr>
              <a:spLocks noChangeShapeType="1"/>
            </p:cNvSpPr>
            <p:nvPr/>
          </p:nvSpPr>
          <p:spPr bwMode="auto">
            <a:xfrm>
              <a:off x="2532" y="2224"/>
              <a:ext cx="11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22" name="Line 136">
              <a:extLst>
                <a:ext uri="{FF2B5EF4-FFF2-40B4-BE49-F238E27FC236}">
                  <a16:creationId xmlns:a16="http://schemas.microsoft.com/office/drawing/2014/main" id="{983E4280-93AF-A10E-D666-F82E55037E64}"/>
                </a:ext>
              </a:extLst>
            </p:cNvPr>
            <p:cNvSpPr>
              <a:spLocks noChangeShapeType="1"/>
            </p:cNvSpPr>
            <p:nvPr/>
          </p:nvSpPr>
          <p:spPr bwMode="auto">
            <a:xfrm>
              <a:off x="3683" y="2224"/>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23" name="Line 137">
              <a:extLst>
                <a:ext uri="{FF2B5EF4-FFF2-40B4-BE49-F238E27FC236}">
                  <a16:creationId xmlns:a16="http://schemas.microsoft.com/office/drawing/2014/main" id="{56EC1AF2-5693-06DC-B1F2-05F3A7886E64}"/>
                </a:ext>
              </a:extLst>
            </p:cNvPr>
            <p:cNvSpPr>
              <a:spLocks noChangeShapeType="1"/>
            </p:cNvSpPr>
            <p:nvPr/>
          </p:nvSpPr>
          <p:spPr bwMode="auto">
            <a:xfrm>
              <a:off x="3683" y="22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24" name="Line 138">
              <a:extLst>
                <a:ext uri="{FF2B5EF4-FFF2-40B4-BE49-F238E27FC236}">
                  <a16:creationId xmlns:a16="http://schemas.microsoft.com/office/drawing/2014/main" id="{78BA76E7-43B5-FFAB-1A1A-328CCBAD719A}"/>
                </a:ext>
              </a:extLst>
            </p:cNvPr>
            <p:cNvSpPr>
              <a:spLocks noChangeShapeType="1"/>
            </p:cNvSpPr>
            <p:nvPr/>
          </p:nvSpPr>
          <p:spPr bwMode="auto">
            <a:xfrm>
              <a:off x="3688" y="2224"/>
              <a:ext cx="171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25" name="Line 139">
              <a:extLst>
                <a:ext uri="{FF2B5EF4-FFF2-40B4-BE49-F238E27FC236}">
                  <a16:creationId xmlns:a16="http://schemas.microsoft.com/office/drawing/2014/main" id="{1A251106-2C0C-7372-C14B-8B873D3A81B3}"/>
                </a:ext>
              </a:extLst>
            </p:cNvPr>
            <p:cNvSpPr>
              <a:spLocks noChangeShapeType="1"/>
            </p:cNvSpPr>
            <p:nvPr/>
          </p:nvSpPr>
          <p:spPr bwMode="auto">
            <a:xfrm>
              <a:off x="5404" y="222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26" name="Rectangle 140">
              <a:extLst>
                <a:ext uri="{FF2B5EF4-FFF2-40B4-BE49-F238E27FC236}">
                  <a16:creationId xmlns:a16="http://schemas.microsoft.com/office/drawing/2014/main" id="{A2CF9818-B5DF-6CAB-0861-ABDC36068D77}"/>
                </a:ext>
              </a:extLst>
            </p:cNvPr>
            <p:cNvSpPr>
              <a:spLocks noChangeArrowheads="1"/>
            </p:cNvSpPr>
            <p:nvPr/>
          </p:nvSpPr>
          <p:spPr bwMode="auto">
            <a:xfrm>
              <a:off x="2522" y="2230"/>
              <a:ext cx="10" cy="25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27" name="Line 141">
              <a:extLst>
                <a:ext uri="{FF2B5EF4-FFF2-40B4-BE49-F238E27FC236}">
                  <a16:creationId xmlns:a16="http://schemas.microsoft.com/office/drawing/2014/main" id="{8A12681A-F12A-BC1F-8172-C100B9307225}"/>
                </a:ext>
              </a:extLst>
            </p:cNvPr>
            <p:cNvSpPr>
              <a:spLocks noChangeShapeType="1"/>
            </p:cNvSpPr>
            <p:nvPr/>
          </p:nvSpPr>
          <p:spPr bwMode="auto">
            <a:xfrm>
              <a:off x="2522" y="2230"/>
              <a:ext cx="1" cy="2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28" name="Rectangle 142">
              <a:extLst>
                <a:ext uri="{FF2B5EF4-FFF2-40B4-BE49-F238E27FC236}">
                  <a16:creationId xmlns:a16="http://schemas.microsoft.com/office/drawing/2014/main" id="{4780350A-EDE7-233D-0493-2AAB7B606C7C}"/>
                </a:ext>
              </a:extLst>
            </p:cNvPr>
            <p:cNvSpPr>
              <a:spLocks noChangeArrowheads="1"/>
            </p:cNvSpPr>
            <p:nvPr/>
          </p:nvSpPr>
          <p:spPr bwMode="auto">
            <a:xfrm>
              <a:off x="3683" y="2230"/>
              <a:ext cx="5" cy="25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29" name="Rectangle 143">
              <a:extLst>
                <a:ext uri="{FF2B5EF4-FFF2-40B4-BE49-F238E27FC236}">
                  <a16:creationId xmlns:a16="http://schemas.microsoft.com/office/drawing/2014/main" id="{729A434A-6D61-9387-8404-64ED6E3138E7}"/>
                </a:ext>
              </a:extLst>
            </p:cNvPr>
            <p:cNvSpPr>
              <a:spLocks noChangeArrowheads="1"/>
            </p:cNvSpPr>
            <p:nvPr/>
          </p:nvSpPr>
          <p:spPr bwMode="auto">
            <a:xfrm>
              <a:off x="5404" y="2230"/>
              <a:ext cx="10" cy="25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30" name="Line 144">
              <a:extLst>
                <a:ext uri="{FF2B5EF4-FFF2-40B4-BE49-F238E27FC236}">
                  <a16:creationId xmlns:a16="http://schemas.microsoft.com/office/drawing/2014/main" id="{CDFC2395-EE51-D32E-71E9-FCE976617F72}"/>
                </a:ext>
              </a:extLst>
            </p:cNvPr>
            <p:cNvSpPr>
              <a:spLocks noChangeShapeType="1"/>
            </p:cNvSpPr>
            <p:nvPr/>
          </p:nvSpPr>
          <p:spPr bwMode="auto">
            <a:xfrm>
              <a:off x="5404" y="2230"/>
              <a:ext cx="1" cy="2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31" name="Rectangle 145">
              <a:extLst>
                <a:ext uri="{FF2B5EF4-FFF2-40B4-BE49-F238E27FC236}">
                  <a16:creationId xmlns:a16="http://schemas.microsoft.com/office/drawing/2014/main" id="{80AFAFF6-5674-71E2-BE6D-F32CC1BBD938}"/>
                </a:ext>
              </a:extLst>
            </p:cNvPr>
            <p:cNvSpPr>
              <a:spLocks noChangeArrowheads="1"/>
            </p:cNvSpPr>
            <p:nvPr/>
          </p:nvSpPr>
          <p:spPr bwMode="auto">
            <a:xfrm>
              <a:off x="2758" y="2498"/>
              <a:ext cx="7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01100100</a:t>
              </a:r>
              <a:endParaRPr lang="en-US" altLang="es-ES" sz="2400" b="0" i="0" baseline="0"/>
            </a:p>
          </p:txBody>
        </p:sp>
        <p:sp>
          <p:nvSpPr>
            <p:cNvPr id="15432" name="Rectangle 146">
              <a:extLst>
                <a:ext uri="{FF2B5EF4-FFF2-40B4-BE49-F238E27FC236}">
                  <a16:creationId xmlns:a16="http://schemas.microsoft.com/office/drawing/2014/main" id="{005F7446-0ACB-5F9D-0F15-F48EA894DC87}"/>
                </a:ext>
              </a:extLst>
            </p:cNvPr>
            <p:cNvSpPr>
              <a:spLocks noChangeArrowheads="1"/>
            </p:cNvSpPr>
            <p:nvPr/>
          </p:nvSpPr>
          <p:spPr bwMode="auto">
            <a:xfrm>
              <a:off x="3457" y="2498"/>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 </a:t>
              </a:r>
              <a:endParaRPr lang="en-US" altLang="es-ES" sz="2400" b="0" i="0" baseline="0"/>
            </a:p>
          </p:txBody>
        </p:sp>
        <p:sp>
          <p:nvSpPr>
            <p:cNvPr id="15433" name="Rectangle 147">
              <a:extLst>
                <a:ext uri="{FF2B5EF4-FFF2-40B4-BE49-F238E27FC236}">
                  <a16:creationId xmlns:a16="http://schemas.microsoft.com/office/drawing/2014/main" id="{E200D4BA-63D9-4844-A4ED-D894063DF0CD}"/>
                </a:ext>
              </a:extLst>
            </p:cNvPr>
            <p:cNvSpPr>
              <a:spLocks noChangeArrowheads="1"/>
            </p:cNvSpPr>
            <p:nvPr/>
          </p:nvSpPr>
          <p:spPr bwMode="auto">
            <a:xfrm>
              <a:off x="3725" y="2505"/>
              <a:ext cx="2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R1 </a:t>
              </a:r>
              <a:endParaRPr lang="en-US" altLang="es-ES" sz="2400" b="0" i="0" baseline="0"/>
            </a:p>
          </p:txBody>
        </p:sp>
        <p:sp>
          <p:nvSpPr>
            <p:cNvPr id="15434" name="Rectangle 148">
              <a:extLst>
                <a:ext uri="{FF2B5EF4-FFF2-40B4-BE49-F238E27FC236}">
                  <a16:creationId xmlns:a16="http://schemas.microsoft.com/office/drawing/2014/main" id="{6F395901-7B91-61A0-3903-5FA1A182E781}"/>
                </a:ext>
              </a:extLst>
            </p:cNvPr>
            <p:cNvSpPr>
              <a:spLocks noChangeArrowheads="1"/>
            </p:cNvSpPr>
            <p:nvPr/>
          </p:nvSpPr>
          <p:spPr bwMode="auto">
            <a:xfrm>
              <a:off x="3982" y="2491"/>
              <a:ext cx="17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latin typeface="Symbol" panose="05050102010706020507" pitchFamily="18" charset="2"/>
                </a:rPr>
                <a:t>¬</a:t>
              </a:r>
              <a:endParaRPr lang="en-US" altLang="es-ES" sz="2400" b="0" i="0" baseline="0"/>
            </a:p>
          </p:txBody>
        </p:sp>
        <p:sp>
          <p:nvSpPr>
            <p:cNvPr id="15435" name="Rectangle 149">
              <a:extLst>
                <a:ext uri="{FF2B5EF4-FFF2-40B4-BE49-F238E27FC236}">
                  <a16:creationId xmlns:a16="http://schemas.microsoft.com/office/drawing/2014/main" id="{72F078DC-73D8-4BCA-045E-3BD7E33C453A}"/>
                </a:ext>
              </a:extLst>
            </p:cNvPr>
            <p:cNvSpPr>
              <a:spLocks noChangeArrowheads="1"/>
            </p:cNvSpPr>
            <p:nvPr/>
          </p:nvSpPr>
          <p:spPr bwMode="auto">
            <a:xfrm>
              <a:off x="4155" y="2505"/>
              <a:ext cx="44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 sr R2</a:t>
              </a:r>
              <a:endParaRPr lang="en-US" altLang="es-ES" sz="2400" b="0" i="0" baseline="0"/>
            </a:p>
          </p:txBody>
        </p:sp>
        <p:sp>
          <p:nvSpPr>
            <p:cNvPr id="15436" name="Rectangle 150">
              <a:extLst>
                <a:ext uri="{FF2B5EF4-FFF2-40B4-BE49-F238E27FC236}">
                  <a16:creationId xmlns:a16="http://schemas.microsoft.com/office/drawing/2014/main" id="{E33A1640-9D3B-8A2C-E1C6-3B84078D389F}"/>
                </a:ext>
              </a:extLst>
            </p:cNvPr>
            <p:cNvSpPr>
              <a:spLocks noChangeArrowheads="1"/>
            </p:cNvSpPr>
            <p:nvPr/>
          </p:nvSpPr>
          <p:spPr bwMode="auto">
            <a:xfrm>
              <a:off x="4601" y="2505"/>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200" i="0" baseline="0">
                  <a:solidFill>
                    <a:srgbClr val="000000"/>
                  </a:solidFill>
                </a:rPr>
                <a:t> </a:t>
              </a:r>
              <a:endParaRPr lang="en-US" altLang="es-ES" sz="2400" b="0" i="0" baseline="0"/>
            </a:p>
          </p:txBody>
        </p:sp>
        <p:sp>
          <p:nvSpPr>
            <p:cNvPr id="15437" name="Rectangle 151">
              <a:extLst>
                <a:ext uri="{FF2B5EF4-FFF2-40B4-BE49-F238E27FC236}">
                  <a16:creationId xmlns:a16="http://schemas.microsoft.com/office/drawing/2014/main" id="{8A4A3B30-E467-07B1-53E0-4E6B4A2B1E33}"/>
                </a:ext>
              </a:extLst>
            </p:cNvPr>
            <p:cNvSpPr>
              <a:spLocks noChangeArrowheads="1"/>
            </p:cNvSpPr>
            <p:nvPr/>
          </p:nvSpPr>
          <p:spPr bwMode="auto">
            <a:xfrm>
              <a:off x="2522" y="2485"/>
              <a:ext cx="1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38" name="Line 152">
              <a:extLst>
                <a:ext uri="{FF2B5EF4-FFF2-40B4-BE49-F238E27FC236}">
                  <a16:creationId xmlns:a16="http://schemas.microsoft.com/office/drawing/2014/main" id="{9C828266-4589-CE88-FD65-F89F2F81B909}"/>
                </a:ext>
              </a:extLst>
            </p:cNvPr>
            <p:cNvSpPr>
              <a:spLocks noChangeShapeType="1"/>
            </p:cNvSpPr>
            <p:nvPr/>
          </p:nvSpPr>
          <p:spPr bwMode="auto">
            <a:xfrm>
              <a:off x="2522" y="2485"/>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39" name="Rectangle 153">
              <a:extLst>
                <a:ext uri="{FF2B5EF4-FFF2-40B4-BE49-F238E27FC236}">
                  <a16:creationId xmlns:a16="http://schemas.microsoft.com/office/drawing/2014/main" id="{7D5F1F6B-7484-9C35-C0E8-76AA90BFE047}"/>
                </a:ext>
              </a:extLst>
            </p:cNvPr>
            <p:cNvSpPr>
              <a:spLocks noChangeArrowheads="1"/>
            </p:cNvSpPr>
            <p:nvPr/>
          </p:nvSpPr>
          <p:spPr bwMode="auto">
            <a:xfrm>
              <a:off x="2532" y="2485"/>
              <a:ext cx="115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40" name="Line 154">
              <a:extLst>
                <a:ext uri="{FF2B5EF4-FFF2-40B4-BE49-F238E27FC236}">
                  <a16:creationId xmlns:a16="http://schemas.microsoft.com/office/drawing/2014/main" id="{C13467CA-F07C-3841-272C-3E3771538358}"/>
                </a:ext>
              </a:extLst>
            </p:cNvPr>
            <p:cNvSpPr>
              <a:spLocks noChangeShapeType="1"/>
            </p:cNvSpPr>
            <p:nvPr/>
          </p:nvSpPr>
          <p:spPr bwMode="auto">
            <a:xfrm>
              <a:off x="2532" y="2485"/>
              <a:ext cx="115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41" name="Rectangle 155">
              <a:extLst>
                <a:ext uri="{FF2B5EF4-FFF2-40B4-BE49-F238E27FC236}">
                  <a16:creationId xmlns:a16="http://schemas.microsoft.com/office/drawing/2014/main" id="{DF13AB0D-65A2-545A-3B2C-FC1061F54B9E}"/>
                </a:ext>
              </a:extLst>
            </p:cNvPr>
            <p:cNvSpPr>
              <a:spLocks noChangeArrowheads="1"/>
            </p:cNvSpPr>
            <p:nvPr/>
          </p:nvSpPr>
          <p:spPr bwMode="auto">
            <a:xfrm>
              <a:off x="3683" y="2485"/>
              <a:ext cx="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42" name="Line 156">
              <a:extLst>
                <a:ext uri="{FF2B5EF4-FFF2-40B4-BE49-F238E27FC236}">
                  <a16:creationId xmlns:a16="http://schemas.microsoft.com/office/drawing/2014/main" id="{4D87B021-51DC-BBD5-7AA9-3D4CD217C58C}"/>
                </a:ext>
              </a:extLst>
            </p:cNvPr>
            <p:cNvSpPr>
              <a:spLocks noChangeShapeType="1"/>
            </p:cNvSpPr>
            <p:nvPr/>
          </p:nvSpPr>
          <p:spPr bwMode="auto">
            <a:xfrm>
              <a:off x="3683" y="2485"/>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43" name="Line 157">
              <a:extLst>
                <a:ext uri="{FF2B5EF4-FFF2-40B4-BE49-F238E27FC236}">
                  <a16:creationId xmlns:a16="http://schemas.microsoft.com/office/drawing/2014/main" id="{13007DD0-9F96-0095-29A8-414D0307AB63}"/>
                </a:ext>
              </a:extLst>
            </p:cNvPr>
            <p:cNvSpPr>
              <a:spLocks noChangeShapeType="1"/>
            </p:cNvSpPr>
            <p:nvPr/>
          </p:nvSpPr>
          <p:spPr bwMode="auto">
            <a:xfrm>
              <a:off x="3683" y="2485"/>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44" name="Rectangle 158">
              <a:extLst>
                <a:ext uri="{FF2B5EF4-FFF2-40B4-BE49-F238E27FC236}">
                  <a16:creationId xmlns:a16="http://schemas.microsoft.com/office/drawing/2014/main" id="{721DB61A-485D-BA92-3C72-C1DCE5F7009C}"/>
                </a:ext>
              </a:extLst>
            </p:cNvPr>
            <p:cNvSpPr>
              <a:spLocks noChangeArrowheads="1"/>
            </p:cNvSpPr>
            <p:nvPr/>
          </p:nvSpPr>
          <p:spPr bwMode="auto">
            <a:xfrm>
              <a:off x="3688" y="2485"/>
              <a:ext cx="171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45" name="Line 159">
              <a:extLst>
                <a:ext uri="{FF2B5EF4-FFF2-40B4-BE49-F238E27FC236}">
                  <a16:creationId xmlns:a16="http://schemas.microsoft.com/office/drawing/2014/main" id="{4D968948-2C09-1F20-920E-4841DF88B20F}"/>
                </a:ext>
              </a:extLst>
            </p:cNvPr>
            <p:cNvSpPr>
              <a:spLocks noChangeShapeType="1"/>
            </p:cNvSpPr>
            <p:nvPr/>
          </p:nvSpPr>
          <p:spPr bwMode="auto">
            <a:xfrm>
              <a:off x="3688" y="2485"/>
              <a:ext cx="171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46" name="Rectangle 160">
              <a:extLst>
                <a:ext uri="{FF2B5EF4-FFF2-40B4-BE49-F238E27FC236}">
                  <a16:creationId xmlns:a16="http://schemas.microsoft.com/office/drawing/2014/main" id="{BD878BFE-9F22-97E1-5817-0EABE94460B4}"/>
                </a:ext>
              </a:extLst>
            </p:cNvPr>
            <p:cNvSpPr>
              <a:spLocks noChangeArrowheads="1"/>
            </p:cNvSpPr>
            <p:nvPr/>
          </p:nvSpPr>
          <p:spPr bwMode="auto">
            <a:xfrm>
              <a:off x="5404" y="2485"/>
              <a:ext cx="1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47" name="Line 161">
              <a:extLst>
                <a:ext uri="{FF2B5EF4-FFF2-40B4-BE49-F238E27FC236}">
                  <a16:creationId xmlns:a16="http://schemas.microsoft.com/office/drawing/2014/main" id="{B567A8E2-9713-C0AE-7323-ACF5AC09FAE1}"/>
                </a:ext>
              </a:extLst>
            </p:cNvPr>
            <p:cNvSpPr>
              <a:spLocks noChangeShapeType="1"/>
            </p:cNvSpPr>
            <p:nvPr/>
          </p:nvSpPr>
          <p:spPr bwMode="auto">
            <a:xfrm>
              <a:off x="5404" y="2485"/>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48" name="Rectangle 162">
              <a:extLst>
                <a:ext uri="{FF2B5EF4-FFF2-40B4-BE49-F238E27FC236}">
                  <a16:creationId xmlns:a16="http://schemas.microsoft.com/office/drawing/2014/main" id="{3137120A-36D5-75BA-D9D7-504C349030BE}"/>
                </a:ext>
              </a:extLst>
            </p:cNvPr>
            <p:cNvSpPr>
              <a:spLocks noChangeArrowheads="1"/>
            </p:cNvSpPr>
            <p:nvPr/>
          </p:nvSpPr>
          <p:spPr bwMode="auto">
            <a:xfrm>
              <a:off x="2522" y="2491"/>
              <a:ext cx="10" cy="2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49" name="Line 163">
              <a:extLst>
                <a:ext uri="{FF2B5EF4-FFF2-40B4-BE49-F238E27FC236}">
                  <a16:creationId xmlns:a16="http://schemas.microsoft.com/office/drawing/2014/main" id="{F60216D3-25E2-E8BF-4A7A-E1B34053EBCA}"/>
                </a:ext>
              </a:extLst>
            </p:cNvPr>
            <p:cNvSpPr>
              <a:spLocks noChangeShapeType="1"/>
            </p:cNvSpPr>
            <p:nvPr/>
          </p:nvSpPr>
          <p:spPr bwMode="auto">
            <a:xfrm>
              <a:off x="2522" y="2491"/>
              <a:ext cx="1" cy="2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50" name="Line 164">
              <a:extLst>
                <a:ext uri="{FF2B5EF4-FFF2-40B4-BE49-F238E27FC236}">
                  <a16:creationId xmlns:a16="http://schemas.microsoft.com/office/drawing/2014/main" id="{1D5C9CF9-775D-24EB-58F8-9CF40DA226A7}"/>
                </a:ext>
              </a:extLst>
            </p:cNvPr>
            <p:cNvSpPr>
              <a:spLocks noChangeShapeType="1"/>
            </p:cNvSpPr>
            <p:nvPr/>
          </p:nvSpPr>
          <p:spPr bwMode="auto">
            <a:xfrm>
              <a:off x="2522" y="2747"/>
              <a:ext cx="116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51" name="Rectangle 165">
              <a:extLst>
                <a:ext uri="{FF2B5EF4-FFF2-40B4-BE49-F238E27FC236}">
                  <a16:creationId xmlns:a16="http://schemas.microsoft.com/office/drawing/2014/main" id="{87D6E375-400F-9F30-1DFC-F72B7101A1F0}"/>
                </a:ext>
              </a:extLst>
            </p:cNvPr>
            <p:cNvSpPr>
              <a:spLocks noChangeArrowheads="1"/>
            </p:cNvSpPr>
            <p:nvPr/>
          </p:nvSpPr>
          <p:spPr bwMode="auto">
            <a:xfrm>
              <a:off x="3683" y="2491"/>
              <a:ext cx="5" cy="2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52" name="Line 166">
              <a:extLst>
                <a:ext uri="{FF2B5EF4-FFF2-40B4-BE49-F238E27FC236}">
                  <a16:creationId xmlns:a16="http://schemas.microsoft.com/office/drawing/2014/main" id="{84A12E28-3D14-7A1F-DBA2-7EF1DE4C780A}"/>
                </a:ext>
              </a:extLst>
            </p:cNvPr>
            <p:cNvSpPr>
              <a:spLocks noChangeShapeType="1"/>
            </p:cNvSpPr>
            <p:nvPr/>
          </p:nvSpPr>
          <p:spPr bwMode="auto">
            <a:xfrm>
              <a:off x="3683" y="2747"/>
              <a:ext cx="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53" name="Line 167">
              <a:extLst>
                <a:ext uri="{FF2B5EF4-FFF2-40B4-BE49-F238E27FC236}">
                  <a16:creationId xmlns:a16="http://schemas.microsoft.com/office/drawing/2014/main" id="{17204648-AC56-3D45-137F-3DE36CEBD03D}"/>
                </a:ext>
              </a:extLst>
            </p:cNvPr>
            <p:cNvSpPr>
              <a:spLocks noChangeShapeType="1"/>
            </p:cNvSpPr>
            <p:nvPr/>
          </p:nvSpPr>
          <p:spPr bwMode="auto">
            <a:xfrm>
              <a:off x="3683" y="274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54" name="Line 168">
              <a:extLst>
                <a:ext uri="{FF2B5EF4-FFF2-40B4-BE49-F238E27FC236}">
                  <a16:creationId xmlns:a16="http://schemas.microsoft.com/office/drawing/2014/main" id="{C3D541DB-6D00-33D4-034B-5C8A824580CD}"/>
                </a:ext>
              </a:extLst>
            </p:cNvPr>
            <p:cNvSpPr>
              <a:spLocks noChangeShapeType="1"/>
            </p:cNvSpPr>
            <p:nvPr/>
          </p:nvSpPr>
          <p:spPr bwMode="auto">
            <a:xfrm>
              <a:off x="3688" y="2747"/>
              <a:ext cx="171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55" name="Rectangle 169">
              <a:extLst>
                <a:ext uri="{FF2B5EF4-FFF2-40B4-BE49-F238E27FC236}">
                  <a16:creationId xmlns:a16="http://schemas.microsoft.com/office/drawing/2014/main" id="{A95A2E0D-BE56-AE15-5E07-144E29E6AE6B}"/>
                </a:ext>
              </a:extLst>
            </p:cNvPr>
            <p:cNvSpPr>
              <a:spLocks noChangeArrowheads="1"/>
            </p:cNvSpPr>
            <p:nvPr/>
          </p:nvSpPr>
          <p:spPr bwMode="auto">
            <a:xfrm>
              <a:off x="5404" y="2491"/>
              <a:ext cx="10" cy="2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5456" name="Line 170">
              <a:extLst>
                <a:ext uri="{FF2B5EF4-FFF2-40B4-BE49-F238E27FC236}">
                  <a16:creationId xmlns:a16="http://schemas.microsoft.com/office/drawing/2014/main" id="{A695AED2-8959-3307-B008-8DC69432C4EF}"/>
                </a:ext>
              </a:extLst>
            </p:cNvPr>
            <p:cNvSpPr>
              <a:spLocks noChangeShapeType="1"/>
            </p:cNvSpPr>
            <p:nvPr/>
          </p:nvSpPr>
          <p:spPr bwMode="auto">
            <a:xfrm>
              <a:off x="5404" y="2491"/>
              <a:ext cx="1" cy="2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57" name="Line 171">
              <a:extLst>
                <a:ext uri="{FF2B5EF4-FFF2-40B4-BE49-F238E27FC236}">
                  <a16:creationId xmlns:a16="http://schemas.microsoft.com/office/drawing/2014/main" id="{0231B83E-CCC8-FC7C-EFF8-6E48836AA669}"/>
                </a:ext>
              </a:extLst>
            </p:cNvPr>
            <p:cNvSpPr>
              <a:spLocks noChangeShapeType="1"/>
            </p:cNvSpPr>
            <p:nvPr/>
          </p:nvSpPr>
          <p:spPr bwMode="auto">
            <a:xfrm>
              <a:off x="5404" y="2747"/>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458" name="Rectangle 172">
              <a:extLst>
                <a:ext uri="{FF2B5EF4-FFF2-40B4-BE49-F238E27FC236}">
                  <a16:creationId xmlns:a16="http://schemas.microsoft.com/office/drawing/2014/main" id="{CC45E360-2FD5-55C7-05E5-3F97E4C7DA98}"/>
                </a:ext>
              </a:extLst>
            </p:cNvPr>
            <p:cNvSpPr>
              <a:spLocks noChangeArrowheads="1"/>
            </p:cNvSpPr>
            <p:nvPr/>
          </p:nvSpPr>
          <p:spPr bwMode="auto">
            <a:xfrm>
              <a:off x="2490" y="2755"/>
              <a:ext cx="1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 </a:t>
              </a:r>
              <a:endParaRPr lang="en-US" altLang="es-ES" sz="2400" b="0" i="0" baseline="0"/>
            </a:p>
          </p:txBody>
        </p:sp>
      </p:grpSp>
      <p:sp>
        <p:nvSpPr>
          <p:cNvPr id="15385" name="Rectangle 173">
            <a:extLst>
              <a:ext uri="{FF2B5EF4-FFF2-40B4-BE49-F238E27FC236}">
                <a16:creationId xmlns:a16="http://schemas.microsoft.com/office/drawing/2014/main" id="{0330EDD3-9429-2C95-95B8-BA7A18C5930D}"/>
              </a:ext>
            </a:extLst>
          </p:cNvPr>
          <p:cNvSpPr>
            <a:spLocks noChangeArrowheads="1"/>
          </p:cNvSpPr>
          <p:nvPr/>
        </p:nvSpPr>
        <p:spPr bwMode="auto">
          <a:xfrm>
            <a:off x="708025" y="4370388"/>
            <a:ext cx="7637463"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20000"/>
              </a:spcBef>
              <a:buClr>
                <a:schemeClr val="hlink"/>
              </a:buClr>
              <a:buFont typeface="Wingdings" panose="05000000000000000000" pitchFamily="2" charset="2"/>
              <a:buChar char="§"/>
            </a:pPr>
            <a:r>
              <a:rPr lang="en-US" altLang="es-ES" sz="2400" i="0" baseline="0">
                <a:cs typeface="Times New Roman" panose="02020603050405020304" pitchFamily="18" charset="0"/>
              </a:rPr>
              <a:t>Note:  These shifts "zero fill".   Sometimes a separate flip-flop is used to provide the data shifted in, or to “catch” the data shifted out.</a:t>
            </a:r>
          </a:p>
          <a:p>
            <a:pPr>
              <a:spcBef>
                <a:spcPct val="20000"/>
              </a:spcBef>
              <a:buClr>
                <a:schemeClr val="hlink"/>
              </a:buClr>
              <a:buFont typeface="Wingdings" panose="05000000000000000000" pitchFamily="2" charset="2"/>
              <a:buChar char="§"/>
            </a:pPr>
            <a:r>
              <a:rPr lang="en-US" altLang="es-ES" sz="2400" i="0" baseline="0">
                <a:cs typeface="Times New Roman" panose="02020603050405020304" pitchFamily="18" charset="0"/>
              </a:rPr>
              <a:t>Other shifts are possible (rotates, arithmetic) (see Chapter 10).</a:t>
            </a:r>
          </a:p>
          <a:p>
            <a:pPr>
              <a:spcBef>
                <a:spcPct val="20000"/>
              </a:spcBef>
              <a:buClr>
                <a:schemeClr val="accent1"/>
              </a:buClr>
              <a:buFont typeface="Wingdings" panose="05000000000000000000" pitchFamily="2" charset="2"/>
              <a:buChar char="§"/>
            </a:pPr>
            <a:endParaRPr lang="en-US" altLang="es-ES" sz="2400" b="0" i="0" baseline="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3 Marcador de número de diapositiva">
            <a:extLst>
              <a:ext uri="{FF2B5EF4-FFF2-40B4-BE49-F238E27FC236}">
                <a16:creationId xmlns:a16="http://schemas.microsoft.com/office/drawing/2014/main" id="{EAC5DA23-0B4D-3DF1-B1DF-BC488DBB3B9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D646DE2E-DBB5-4054-95C2-8C223941DC9E}" type="slidenum">
              <a:rPr lang="en-US" altLang="es-ES" sz="1600" b="0" i="0" baseline="0"/>
              <a:pPr/>
              <a:t>12</a:t>
            </a:fld>
            <a:endParaRPr lang="en-US" altLang="es-ES" sz="1600" b="0" i="0" baseline="0"/>
          </a:p>
        </p:txBody>
      </p:sp>
      <p:sp>
        <p:nvSpPr>
          <p:cNvPr id="16387" name="Rectangle 2">
            <a:extLst>
              <a:ext uri="{FF2B5EF4-FFF2-40B4-BE49-F238E27FC236}">
                <a16:creationId xmlns:a16="http://schemas.microsoft.com/office/drawing/2014/main" id="{84222FBB-57B0-9B73-FCCB-FF731E43F97B}"/>
              </a:ext>
            </a:extLst>
          </p:cNvPr>
          <p:cNvSpPr>
            <a:spLocks noGrp="1" noChangeArrowheads="1"/>
          </p:cNvSpPr>
          <p:nvPr>
            <p:ph type="title"/>
          </p:nvPr>
        </p:nvSpPr>
        <p:spPr/>
        <p:txBody>
          <a:bodyPr/>
          <a:lstStyle/>
          <a:p>
            <a:r>
              <a:rPr lang="en-US" altLang="es-ES">
                <a:solidFill>
                  <a:schemeClr val="tx1"/>
                </a:solidFill>
              </a:rPr>
              <a:t>Register Transfer Structures</a:t>
            </a:r>
          </a:p>
        </p:txBody>
      </p:sp>
      <p:sp>
        <p:nvSpPr>
          <p:cNvPr id="16388" name="Rectangle 3">
            <a:extLst>
              <a:ext uri="{FF2B5EF4-FFF2-40B4-BE49-F238E27FC236}">
                <a16:creationId xmlns:a16="http://schemas.microsoft.com/office/drawing/2014/main" id="{4D2F2561-077C-C763-C186-C0BA63F4809C}"/>
              </a:ext>
            </a:extLst>
          </p:cNvPr>
          <p:cNvSpPr>
            <a:spLocks noGrp="1" noChangeArrowheads="1"/>
          </p:cNvSpPr>
          <p:nvPr>
            <p:ph type="body" idx="1"/>
          </p:nvPr>
        </p:nvSpPr>
        <p:spPr/>
        <p:txBody>
          <a:bodyPr/>
          <a:lstStyle/>
          <a:p>
            <a:pPr marL="342900" indent="-342900"/>
            <a:r>
              <a:rPr lang="en-US" altLang="es-ES" sz="2400" u="sng">
                <a:cs typeface="Times New Roman" panose="02020603050405020304" pitchFamily="18" charset="0"/>
              </a:rPr>
              <a:t>Multiplexer-Based Transfers</a:t>
            </a:r>
            <a:r>
              <a:rPr lang="en-US" altLang="es-ES" sz="2400">
                <a:cs typeface="Times New Roman" panose="02020603050405020304" pitchFamily="18" charset="0"/>
              </a:rPr>
              <a:t> - Multiple inputs are selected by a multiplexer dedicated to the register</a:t>
            </a:r>
          </a:p>
          <a:p>
            <a:pPr marL="342900" indent="-342900"/>
            <a:r>
              <a:rPr lang="en-US" altLang="es-ES" sz="2400" u="sng">
                <a:cs typeface="Times New Roman" panose="02020603050405020304" pitchFamily="18" charset="0"/>
              </a:rPr>
              <a:t>Bus-Based Transfers</a:t>
            </a:r>
            <a:r>
              <a:rPr lang="en-US" altLang="es-ES" sz="2400">
                <a:cs typeface="Times New Roman" panose="02020603050405020304" pitchFamily="18" charset="0"/>
              </a:rPr>
              <a:t> - Multiple inputs are selected by a shared multiplexer driving a bus that feeds inputs to multiple registers</a:t>
            </a:r>
          </a:p>
          <a:p>
            <a:pPr marL="342900" indent="-342900"/>
            <a:r>
              <a:rPr lang="en-US" altLang="es-ES" sz="2400" u="sng">
                <a:cs typeface="Times New Roman" panose="02020603050405020304" pitchFamily="18" charset="0"/>
              </a:rPr>
              <a:t>Three-State Bus</a:t>
            </a:r>
            <a:r>
              <a:rPr lang="en-US" altLang="es-ES" sz="2400">
                <a:cs typeface="Times New Roman" panose="02020603050405020304" pitchFamily="18" charset="0"/>
              </a:rPr>
              <a:t>  - Multiple inputs are selected by</a:t>
            </a:r>
            <a:br>
              <a:rPr lang="en-US" altLang="es-ES" sz="2400">
                <a:cs typeface="Times New Roman" panose="02020603050405020304" pitchFamily="18" charset="0"/>
              </a:rPr>
            </a:br>
            <a:r>
              <a:rPr lang="en-US" altLang="es-ES" sz="2400">
                <a:cs typeface="Times New Roman" panose="02020603050405020304" pitchFamily="18" charset="0"/>
              </a:rPr>
              <a:t>3-state drivers with outputs connected to a bus that feeds multiple registers</a:t>
            </a:r>
          </a:p>
          <a:p>
            <a:pPr marL="342900" indent="-342900"/>
            <a:r>
              <a:rPr lang="en-US" altLang="es-ES" sz="2400" u="sng">
                <a:cs typeface="Times New Roman" panose="02020603050405020304" pitchFamily="18" charset="0"/>
              </a:rPr>
              <a:t>Other Transfer Structures</a:t>
            </a:r>
            <a:r>
              <a:rPr lang="en-US" altLang="es-ES" sz="2400">
                <a:cs typeface="Times New Roman" panose="02020603050405020304" pitchFamily="18" charset="0"/>
              </a:rPr>
              <a:t> -  Use multiple multiplexers, multiple buses, and combinations of all the above</a:t>
            </a:r>
            <a:endParaRPr lang="en-US" altLang="es-E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3 Marcador de número de diapositiva">
            <a:extLst>
              <a:ext uri="{FF2B5EF4-FFF2-40B4-BE49-F238E27FC236}">
                <a16:creationId xmlns:a16="http://schemas.microsoft.com/office/drawing/2014/main" id="{D49D7138-85D5-454A-638F-FDE3C5F9229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BDC95E4F-126C-47EB-A78A-97F1B1A7326C}" type="slidenum">
              <a:rPr lang="en-US" altLang="es-ES" sz="1600" b="0" i="0" baseline="0"/>
              <a:pPr/>
              <a:t>13</a:t>
            </a:fld>
            <a:endParaRPr lang="en-US" altLang="es-ES" sz="1600" b="0" i="0" baseline="0"/>
          </a:p>
        </p:txBody>
      </p:sp>
      <p:sp>
        <p:nvSpPr>
          <p:cNvPr id="17411" name="Rectangle 2">
            <a:extLst>
              <a:ext uri="{FF2B5EF4-FFF2-40B4-BE49-F238E27FC236}">
                <a16:creationId xmlns:a16="http://schemas.microsoft.com/office/drawing/2014/main" id="{8F840E52-8236-4252-34A4-B3CF1212E2C0}"/>
              </a:ext>
            </a:extLst>
          </p:cNvPr>
          <p:cNvSpPr>
            <a:spLocks noGrp="1" noChangeArrowheads="1"/>
          </p:cNvSpPr>
          <p:nvPr>
            <p:ph type="title"/>
          </p:nvPr>
        </p:nvSpPr>
        <p:spPr/>
        <p:txBody>
          <a:bodyPr/>
          <a:lstStyle/>
          <a:p>
            <a:r>
              <a:rPr lang="en-US" altLang="es-ES">
                <a:solidFill>
                  <a:schemeClr val="tx1"/>
                </a:solidFill>
              </a:rPr>
              <a:t>Multiplexer-Based Transfers</a:t>
            </a:r>
          </a:p>
        </p:txBody>
      </p:sp>
      <p:sp>
        <p:nvSpPr>
          <p:cNvPr id="17412" name="Rectangle 3">
            <a:extLst>
              <a:ext uri="{FF2B5EF4-FFF2-40B4-BE49-F238E27FC236}">
                <a16:creationId xmlns:a16="http://schemas.microsoft.com/office/drawing/2014/main" id="{3D883670-0FFB-393D-8ABA-E6A0A9A4C1B0}"/>
              </a:ext>
            </a:extLst>
          </p:cNvPr>
          <p:cNvSpPr>
            <a:spLocks noGrp="1" noChangeArrowheads="1"/>
          </p:cNvSpPr>
          <p:nvPr>
            <p:ph type="body" idx="1"/>
          </p:nvPr>
        </p:nvSpPr>
        <p:spPr/>
        <p:txBody>
          <a:bodyPr/>
          <a:lstStyle/>
          <a:p>
            <a:r>
              <a:rPr lang="en-US" altLang="es-ES" sz="2400">
                <a:cs typeface="Times New Roman" panose="02020603050405020304" pitchFamily="18" charset="0"/>
              </a:rPr>
              <a:t>Multiplexers connected to register inputs produce flexible transfer structures (Note: Clocks are omitted for clarity)</a:t>
            </a:r>
          </a:p>
          <a:p>
            <a:r>
              <a:rPr lang="en-US" altLang="es-ES" sz="2400">
                <a:cs typeface="Times New Roman" panose="02020603050405020304" pitchFamily="18" charset="0"/>
              </a:rPr>
              <a:t>The transfers are:       K1: R0 </a:t>
            </a:r>
            <a:r>
              <a:rPr lang="en-US" altLang="es-ES">
                <a:cs typeface="Times New Roman" panose="02020603050405020304" pitchFamily="18" charset="0"/>
                <a:sym typeface="Symbol" panose="05050102010706020507" pitchFamily="18" charset="2"/>
              </a:rPr>
              <a:t></a:t>
            </a:r>
            <a:r>
              <a:rPr lang="en-US" altLang="es-ES" sz="2400">
                <a:cs typeface="Times New Roman" panose="02020603050405020304" pitchFamily="18" charset="0"/>
              </a:rPr>
              <a:t> R1</a:t>
            </a:r>
            <a:br>
              <a:rPr lang="en-US" altLang="es-ES" sz="2400">
                <a:cs typeface="Times New Roman" panose="02020603050405020304" pitchFamily="18" charset="0"/>
              </a:rPr>
            </a:br>
            <a:r>
              <a:rPr lang="en-US" altLang="es-ES" sz="2400">
                <a:cs typeface="Times New Roman" panose="02020603050405020304" pitchFamily="18" charset="0"/>
              </a:rPr>
              <a:t>                                      K2</a:t>
            </a:r>
            <a:r>
              <a:rPr lang="en-US" altLang="es-ES">
                <a:latin typeface="Symbol" panose="05050102010706020507" pitchFamily="18" charset="2"/>
              </a:rPr>
              <a:t>×</a:t>
            </a:r>
            <a:r>
              <a:rPr lang="en-US" altLang="es-ES" sz="2400">
                <a:cs typeface="Times New Roman" panose="02020603050405020304" pitchFamily="18" charset="0"/>
              </a:rPr>
              <a:t>K1: R0 </a:t>
            </a:r>
            <a:r>
              <a:rPr lang="en-US" altLang="es-ES">
                <a:cs typeface="Times New Roman" panose="02020603050405020304" pitchFamily="18" charset="0"/>
                <a:sym typeface="Symbol" panose="05050102010706020507" pitchFamily="18" charset="2"/>
              </a:rPr>
              <a:t></a:t>
            </a:r>
            <a:r>
              <a:rPr lang="en-US" altLang="es-ES" sz="2400">
                <a:cs typeface="Times New Roman" panose="02020603050405020304" pitchFamily="18" charset="0"/>
              </a:rPr>
              <a:t> R2</a:t>
            </a:r>
          </a:p>
          <a:p>
            <a:endParaRPr lang="en-US" altLang="es-ES" sz="2400">
              <a:cs typeface="Times New Roman" panose="02020603050405020304" pitchFamily="18" charset="0"/>
            </a:endParaRPr>
          </a:p>
          <a:p>
            <a:endParaRPr lang="en-US" altLang="es-ES" sz="2400"/>
          </a:p>
        </p:txBody>
      </p:sp>
      <p:grpSp>
        <p:nvGrpSpPr>
          <p:cNvPr id="17413" name="Group 4">
            <a:extLst>
              <a:ext uri="{FF2B5EF4-FFF2-40B4-BE49-F238E27FC236}">
                <a16:creationId xmlns:a16="http://schemas.microsoft.com/office/drawing/2014/main" id="{984D526A-B51D-298E-3597-5BD265C87E4B}"/>
              </a:ext>
            </a:extLst>
          </p:cNvPr>
          <p:cNvGrpSpPr>
            <a:grpSpLocks/>
          </p:cNvGrpSpPr>
          <p:nvPr/>
        </p:nvGrpSpPr>
        <p:grpSpPr bwMode="auto">
          <a:xfrm>
            <a:off x="1187450" y="3100388"/>
            <a:ext cx="4346575" cy="3152775"/>
            <a:chOff x="748" y="2049"/>
            <a:chExt cx="2738" cy="1986"/>
          </a:xfrm>
        </p:grpSpPr>
        <p:grpSp>
          <p:nvGrpSpPr>
            <p:cNvPr id="17415" name="Group 5">
              <a:extLst>
                <a:ext uri="{FF2B5EF4-FFF2-40B4-BE49-F238E27FC236}">
                  <a16:creationId xmlns:a16="http://schemas.microsoft.com/office/drawing/2014/main" id="{28E84D2F-8D9E-1819-CA7A-A2780AEB0505}"/>
                </a:ext>
              </a:extLst>
            </p:cNvPr>
            <p:cNvGrpSpPr>
              <a:grpSpLocks/>
            </p:cNvGrpSpPr>
            <p:nvPr/>
          </p:nvGrpSpPr>
          <p:grpSpPr bwMode="auto">
            <a:xfrm>
              <a:off x="2462" y="2462"/>
              <a:ext cx="1024" cy="1050"/>
              <a:chOff x="2462" y="2462"/>
              <a:chExt cx="1024" cy="1050"/>
            </a:xfrm>
          </p:grpSpPr>
          <p:sp>
            <p:nvSpPr>
              <p:cNvPr id="17464" name="Freeform 6">
                <a:extLst>
                  <a:ext uri="{FF2B5EF4-FFF2-40B4-BE49-F238E27FC236}">
                    <a16:creationId xmlns:a16="http://schemas.microsoft.com/office/drawing/2014/main" id="{15E33F26-016D-6D5D-71DB-2B3440A20867}"/>
                  </a:ext>
                </a:extLst>
              </p:cNvPr>
              <p:cNvSpPr>
                <a:spLocks/>
              </p:cNvSpPr>
              <p:nvPr/>
            </p:nvSpPr>
            <p:spPr bwMode="auto">
              <a:xfrm>
                <a:off x="2996" y="2739"/>
                <a:ext cx="490" cy="773"/>
              </a:xfrm>
              <a:custGeom>
                <a:avLst/>
                <a:gdLst>
                  <a:gd name="T0" fmla="*/ 10 w 490"/>
                  <a:gd name="T1" fmla="*/ 0 h 773"/>
                  <a:gd name="T2" fmla="*/ 6 w 490"/>
                  <a:gd name="T3" fmla="*/ 0 h 773"/>
                  <a:gd name="T4" fmla="*/ 3 w 490"/>
                  <a:gd name="T5" fmla="*/ 4 h 773"/>
                  <a:gd name="T6" fmla="*/ 0 w 490"/>
                  <a:gd name="T7" fmla="*/ 7 h 773"/>
                  <a:gd name="T8" fmla="*/ 0 w 490"/>
                  <a:gd name="T9" fmla="*/ 766 h 773"/>
                  <a:gd name="T10" fmla="*/ 3 w 490"/>
                  <a:gd name="T11" fmla="*/ 769 h 773"/>
                  <a:gd name="T12" fmla="*/ 6 w 490"/>
                  <a:gd name="T13" fmla="*/ 773 h 773"/>
                  <a:gd name="T14" fmla="*/ 483 w 490"/>
                  <a:gd name="T15" fmla="*/ 773 h 773"/>
                  <a:gd name="T16" fmla="*/ 486 w 490"/>
                  <a:gd name="T17" fmla="*/ 769 h 773"/>
                  <a:gd name="T18" fmla="*/ 490 w 490"/>
                  <a:gd name="T19" fmla="*/ 766 h 773"/>
                  <a:gd name="T20" fmla="*/ 490 w 490"/>
                  <a:gd name="T21" fmla="*/ 7 h 773"/>
                  <a:gd name="T22" fmla="*/ 486 w 490"/>
                  <a:gd name="T23" fmla="*/ 4 h 773"/>
                  <a:gd name="T24" fmla="*/ 483 w 490"/>
                  <a:gd name="T25" fmla="*/ 0 h 773"/>
                  <a:gd name="T26" fmla="*/ 480 w 490"/>
                  <a:gd name="T27" fmla="*/ 0 h 773"/>
                  <a:gd name="T28" fmla="*/ 10 w 490"/>
                  <a:gd name="T29" fmla="*/ 0 h 773"/>
                  <a:gd name="T30" fmla="*/ 10 w 490"/>
                  <a:gd name="T31" fmla="*/ 20 h 773"/>
                  <a:gd name="T32" fmla="*/ 480 w 490"/>
                  <a:gd name="T33" fmla="*/ 20 h 773"/>
                  <a:gd name="T34" fmla="*/ 470 w 490"/>
                  <a:gd name="T35" fmla="*/ 10 h 773"/>
                  <a:gd name="T36" fmla="*/ 470 w 490"/>
                  <a:gd name="T37" fmla="*/ 762 h 773"/>
                  <a:gd name="T38" fmla="*/ 480 w 490"/>
                  <a:gd name="T39" fmla="*/ 752 h 773"/>
                  <a:gd name="T40" fmla="*/ 10 w 490"/>
                  <a:gd name="T41" fmla="*/ 752 h 773"/>
                  <a:gd name="T42" fmla="*/ 20 w 490"/>
                  <a:gd name="T43" fmla="*/ 762 h 773"/>
                  <a:gd name="T44" fmla="*/ 20 w 490"/>
                  <a:gd name="T45" fmla="*/ 10 h 773"/>
                  <a:gd name="T46" fmla="*/ 10 w 490"/>
                  <a:gd name="T47" fmla="*/ 20 h 773"/>
                  <a:gd name="T48" fmla="*/ 10 w 490"/>
                  <a:gd name="T49" fmla="*/ 0 h 7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0"/>
                  <a:gd name="T76" fmla="*/ 0 h 773"/>
                  <a:gd name="T77" fmla="*/ 490 w 490"/>
                  <a:gd name="T78" fmla="*/ 773 h 7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0" h="773">
                    <a:moveTo>
                      <a:pt x="10" y="0"/>
                    </a:moveTo>
                    <a:lnTo>
                      <a:pt x="6" y="0"/>
                    </a:lnTo>
                    <a:lnTo>
                      <a:pt x="3" y="4"/>
                    </a:lnTo>
                    <a:lnTo>
                      <a:pt x="0" y="7"/>
                    </a:lnTo>
                    <a:lnTo>
                      <a:pt x="0" y="766"/>
                    </a:lnTo>
                    <a:lnTo>
                      <a:pt x="3" y="769"/>
                    </a:lnTo>
                    <a:lnTo>
                      <a:pt x="6" y="773"/>
                    </a:lnTo>
                    <a:lnTo>
                      <a:pt x="483" y="773"/>
                    </a:lnTo>
                    <a:lnTo>
                      <a:pt x="486" y="769"/>
                    </a:lnTo>
                    <a:lnTo>
                      <a:pt x="490" y="766"/>
                    </a:lnTo>
                    <a:lnTo>
                      <a:pt x="490" y="7"/>
                    </a:lnTo>
                    <a:lnTo>
                      <a:pt x="486" y="4"/>
                    </a:lnTo>
                    <a:lnTo>
                      <a:pt x="483" y="0"/>
                    </a:lnTo>
                    <a:lnTo>
                      <a:pt x="480" y="0"/>
                    </a:lnTo>
                    <a:lnTo>
                      <a:pt x="10" y="0"/>
                    </a:lnTo>
                    <a:lnTo>
                      <a:pt x="10" y="20"/>
                    </a:lnTo>
                    <a:lnTo>
                      <a:pt x="480" y="20"/>
                    </a:lnTo>
                    <a:lnTo>
                      <a:pt x="470" y="10"/>
                    </a:lnTo>
                    <a:lnTo>
                      <a:pt x="470" y="762"/>
                    </a:lnTo>
                    <a:lnTo>
                      <a:pt x="480" y="752"/>
                    </a:lnTo>
                    <a:lnTo>
                      <a:pt x="10" y="752"/>
                    </a:lnTo>
                    <a:lnTo>
                      <a:pt x="20" y="762"/>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65" name="Freeform 7">
                <a:extLst>
                  <a:ext uri="{FF2B5EF4-FFF2-40B4-BE49-F238E27FC236}">
                    <a16:creationId xmlns:a16="http://schemas.microsoft.com/office/drawing/2014/main" id="{320AC1D6-25A7-F68C-062B-9B60B3451DBE}"/>
                  </a:ext>
                </a:extLst>
              </p:cNvPr>
              <p:cNvSpPr>
                <a:spLocks/>
              </p:cNvSpPr>
              <p:nvPr/>
            </p:nvSpPr>
            <p:spPr bwMode="auto">
              <a:xfrm>
                <a:off x="3185" y="3398"/>
                <a:ext cx="82" cy="114"/>
              </a:xfrm>
              <a:custGeom>
                <a:avLst/>
                <a:gdLst>
                  <a:gd name="T0" fmla="*/ 80 w 82"/>
                  <a:gd name="T1" fmla="*/ 15 h 114"/>
                  <a:gd name="T2" fmla="*/ 82 w 82"/>
                  <a:gd name="T3" fmla="*/ 13 h 114"/>
                  <a:gd name="T4" fmla="*/ 82 w 82"/>
                  <a:gd name="T5" fmla="*/ 8 h 114"/>
                  <a:gd name="T6" fmla="*/ 80 w 82"/>
                  <a:gd name="T7" fmla="*/ 5 h 114"/>
                  <a:gd name="T8" fmla="*/ 77 w 82"/>
                  <a:gd name="T9" fmla="*/ 2 h 114"/>
                  <a:gd name="T10" fmla="*/ 75 w 82"/>
                  <a:gd name="T11" fmla="*/ 0 h 114"/>
                  <a:gd name="T12" fmla="*/ 70 w 82"/>
                  <a:gd name="T13" fmla="*/ 0 h 114"/>
                  <a:gd name="T14" fmla="*/ 67 w 82"/>
                  <a:gd name="T15" fmla="*/ 2 h 114"/>
                  <a:gd name="T16" fmla="*/ 63 w 82"/>
                  <a:gd name="T17" fmla="*/ 5 h 114"/>
                  <a:gd name="T18" fmla="*/ 1 w 82"/>
                  <a:gd name="T19" fmla="*/ 98 h 114"/>
                  <a:gd name="T20" fmla="*/ 0 w 82"/>
                  <a:gd name="T21" fmla="*/ 100 h 114"/>
                  <a:gd name="T22" fmla="*/ 0 w 82"/>
                  <a:gd name="T23" fmla="*/ 105 h 114"/>
                  <a:gd name="T24" fmla="*/ 1 w 82"/>
                  <a:gd name="T25" fmla="*/ 108 h 114"/>
                  <a:gd name="T26" fmla="*/ 5 w 82"/>
                  <a:gd name="T27" fmla="*/ 112 h 114"/>
                  <a:gd name="T28" fmla="*/ 6 w 82"/>
                  <a:gd name="T29" fmla="*/ 114 h 114"/>
                  <a:gd name="T30" fmla="*/ 11 w 82"/>
                  <a:gd name="T31" fmla="*/ 114 h 114"/>
                  <a:gd name="T32" fmla="*/ 15 w 82"/>
                  <a:gd name="T33" fmla="*/ 112 h 114"/>
                  <a:gd name="T34" fmla="*/ 18 w 82"/>
                  <a:gd name="T35" fmla="*/ 108 h 114"/>
                  <a:gd name="T36" fmla="*/ 80 w 82"/>
                  <a:gd name="T37" fmla="*/ 15 h 1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114"/>
                  <a:gd name="T59" fmla="*/ 82 w 82"/>
                  <a:gd name="T60" fmla="*/ 114 h 1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114">
                    <a:moveTo>
                      <a:pt x="80" y="15"/>
                    </a:moveTo>
                    <a:lnTo>
                      <a:pt x="82" y="13"/>
                    </a:lnTo>
                    <a:lnTo>
                      <a:pt x="82" y="8"/>
                    </a:lnTo>
                    <a:lnTo>
                      <a:pt x="80" y="5"/>
                    </a:lnTo>
                    <a:lnTo>
                      <a:pt x="77" y="2"/>
                    </a:lnTo>
                    <a:lnTo>
                      <a:pt x="75" y="0"/>
                    </a:lnTo>
                    <a:lnTo>
                      <a:pt x="70" y="0"/>
                    </a:lnTo>
                    <a:lnTo>
                      <a:pt x="67" y="2"/>
                    </a:lnTo>
                    <a:lnTo>
                      <a:pt x="63" y="5"/>
                    </a:lnTo>
                    <a:lnTo>
                      <a:pt x="1" y="98"/>
                    </a:lnTo>
                    <a:lnTo>
                      <a:pt x="0" y="100"/>
                    </a:lnTo>
                    <a:lnTo>
                      <a:pt x="0" y="105"/>
                    </a:lnTo>
                    <a:lnTo>
                      <a:pt x="1" y="108"/>
                    </a:lnTo>
                    <a:lnTo>
                      <a:pt x="5" y="112"/>
                    </a:lnTo>
                    <a:lnTo>
                      <a:pt x="6" y="114"/>
                    </a:lnTo>
                    <a:lnTo>
                      <a:pt x="11" y="114"/>
                    </a:lnTo>
                    <a:lnTo>
                      <a:pt x="15" y="112"/>
                    </a:lnTo>
                    <a:lnTo>
                      <a:pt x="18" y="108"/>
                    </a:lnTo>
                    <a:lnTo>
                      <a:pt x="8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66" name="Freeform 8">
                <a:extLst>
                  <a:ext uri="{FF2B5EF4-FFF2-40B4-BE49-F238E27FC236}">
                    <a16:creationId xmlns:a16="http://schemas.microsoft.com/office/drawing/2014/main" id="{096F77A6-D666-D138-2F47-048630ADAA07}"/>
                  </a:ext>
                </a:extLst>
              </p:cNvPr>
              <p:cNvSpPr>
                <a:spLocks/>
              </p:cNvSpPr>
              <p:nvPr/>
            </p:nvSpPr>
            <p:spPr bwMode="auto">
              <a:xfrm>
                <a:off x="3247" y="3398"/>
                <a:ext cx="83" cy="114"/>
              </a:xfrm>
              <a:custGeom>
                <a:avLst/>
                <a:gdLst>
                  <a:gd name="T0" fmla="*/ 18 w 83"/>
                  <a:gd name="T1" fmla="*/ 5 h 114"/>
                  <a:gd name="T2" fmla="*/ 16 w 83"/>
                  <a:gd name="T3" fmla="*/ 2 h 114"/>
                  <a:gd name="T4" fmla="*/ 15 w 83"/>
                  <a:gd name="T5" fmla="*/ 2 h 114"/>
                  <a:gd name="T6" fmla="*/ 11 w 83"/>
                  <a:gd name="T7" fmla="*/ 0 h 114"/>
                  <a:gd name="T8" fmla="*/ 6 w 83"/>
                  <a:gd name="T9" fmla="*/ 0 h 114"/>
                  <a:gd name="T10" fmla="*/ 5 w 83"/>
                  <a:gd name="T11" fmla="*/ 2 h 114"/>
                  <a:gd name="T12" fmla="*/ 1 w 83"/>
                  <a:gd name="T13" fmla="*/ 3 h 114"/>
                  <a:gd name="T14" fmla="*/ 1 w 83"/>
                  <a:gd name="T15" fmla="*/ 5 h 114"/>
                  <a:gd name="T16" fmla="*/ 0 w 83"/>
                  <a:gd name="T17" fmla="*/ 8 h 114"/>
                  <a:gd name="T18" fmla="*/ 0 w 83"/>
                  <a:gd name="T19" fmla="*/ 13 h 114"/>
                  <a:gd name="T20" fmla="*/ 1 w 83"/>
                  <a:gd name="T21" fmla="*/ 15 h 114"/>
                  <a:gd name="T22" fmla="*/ 65 w 83"/>
                  <a:gd name="T23" fmla="*/ 108 h 114"/>
                  <a:gd name="T24" fmla="*/ 66 w 83"/>
                  <a:gd name="T25" fmla="*/ 112 h 114"/>
                  <a:gd name="T26" fmla="*/ 68 w 83"/>
                  <a:gd name="T27" fmla="*/ 112 h 114"/>
                  <a:gd name="T28" fmla="*/ 71 w 83"/>
                  <a:gd name="T29" fmla="*/ 114 h 114"/>
                  <a:gd name="T30" fmla="*/ 76 w 83"/>
                  <a:gd name="T31" fmla="*/ 114 h 114"/>
                  <a:gd name="T32" fmla="*/ 78 w 83"/>
                  <a:gd name="T33" fmla="*/ 112 h 114"/>
                  <a:gd name="T34" fmla="*/ 81 w 83"/>
                  <a:gd name="T35" fmla="*/ 110 h 114"/>
                  <a:gd name="T36" fmla="*/ 81 w 83"/>
                  <a:gd name="T37" fmla="*/ 108 h 114"/>
                  <a:gd name="T38" fmla="*/ 83 w 83"/>
                  <a:gd name="T39" fmla="*/ 105 h 114"/>
                  <a:gd name="T40" fmla="*/ 83 w 83"/>
                  <a:gd name="T41" fmla="*/ 100 h 114"/>
                  <a:gd name="T42" fmla="*/ 81 w 83"/>
                  <a:gd name="T43" fmla="*/ 98 h 114"/>
                  <a:gd name="T44" fmla="*/ 18 w 83"/>
                  <a:gd name="T45" fmla="*/ 5 h 1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3"/>
                  <a:gd name="T70" fmla="*/ 0 h 114"/>
                  <a:gd name="T71" fmla="*/ 83 w 83"/>
                  <a:gd name="T72" fmla="*/ 114 h 1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3" h="114">
                    <a:moveTo>
                      <a:pt x="18" y="5"/>
                    </a:moveTo>
                    <a:lnTo>
                      <a:pt x="16" y="2"/>
                    </a:lnTo>
                    <a:lnTo>
                      <a:pt x="15" y="2"/>
                    </a:lnTo>
                    <a:lnTo>
                      <a:pt x="11" y="0"/>
                    </a:lnTo>
                    <a:lnTo>
                      <a:pt x="6" y="0"/>
                    </a:lnTo>
                    <a:lnTo>
                      <a:pt x="5" y="2"/>
                    </a:lnTo>
                    <a:lnTo>
                      <a:pt x="1" y="3"/>
                    </a:lnTo>
                    <a:lnTo>
                      <a:pt x="1" y="5"/>
                    </a:lnTo>
                    <a:lnTo>
                      <a:pt x="0" y="8"/>
                    </a:lnTo>
                    <a:lnTo>
                      <a:pt x="0" y="13"/>
                    </a:lnTo>
                    <a:lnTo>
                      <a:pt x="1" y="15"/>
                    </a:lnTo>
                    <a:lnTo>
                      <a:pt x="65" y="108"/>
                    </a:lnTo>
                    <a:lnTo>
                      <a:pt x="66" y="112"/>
                    </a:lnTo>
                    <a:lnTo>
                      <a:pt x="68" y="112"/>
                    </a:lnTo>
                    <a:lnTo>
                      <a:pt x="71" y="114"/>
                    </a:lnTo>
                    <a:lnTo>
                      <a:pt x="76" y="114"/>
                    </a:lnTo>
                    <a:lnTo>
                      <a:pt x="78" y="112"/>
                    </a:lnTo>
                    <a:lnTo>
                      <a:pt x="81" y="110"/>
                    </a:lnTo>
                    <a:lnTo>
                      <a:pt x="81" y="108"/>
                    </a:lnTo>
                    <a:lnTo>
                      <a:pt x="83" y="105"/>
                    </a:lnTo>
                    <a:lnTo>
                      <a:pt x="83" y="100"/>
                    </a:lnTo>
                    <a:lnTo>
                      <a:pt x="81" y="98"/>
                    </a:lnTo>
                    <a:lnTo>
                      <a:pt x="1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67" name="Rectangle 9">
                <a:extLst>
                  <a:ext uri="{FF2B5EF4-FFF2-40B4-BE49-F238E27FC236}">
                    <a16:creationId xmlns:a16="http://schemas.microsoft.com/office/drawing/2014/main" id="{1679BD20-F802-103F-4102-97DA2B8F3783}"/>
                  </a:ext>
                </a:extLst>
              </p:cNvPr>
              <p:cNvSpPr>
                <a:spLocks noChangeArrowheads="1"/>
              </p:cNvSpPr>
              <p:nvPr/>
            </p:nvSpPr>
            <p:spPr bwMode="auto">
              <a:xfrm>
                <a:off x="3099" y="2761"/>
                <a:ext cx="3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Load</a:t>
                </a:r>
                <a:endParaRPr lang="en-US" altLang="es-ES" sz="2800" b="0" i="0" baseline="0"/>
              </a:p>
            </p:txBody>
          </p:sp>
          <p:sp>
            <p:nvSpPr>
              <p:cNvPr id="17468" name="Freeform 10">
                <a:extLst>
                  <a:ext uri="{FF2B5EF4-FFF2-40B4-BE49-F238E27FC236}">
                    <a16:creationId xmlns:a16="http://schemas.microsoft.com/office/drawing/2014/main" id="{CD213089-1348-0BD4-50EE-B3365697B393}"/>
                  </a:ext>
                </a:extLst>
              </p:cNvPr>
              <p:cNvSpPr>
                <a:spLocks/>
              </p:cNvSpPr>
              <p:nvPr/>
            </p:nvSpPr>
            <p:spPr bwMode="auto">
              <a:xfrm>
                <a:off x="2462" y="3147"/>
                <a:ext cx="554" cy="20"/>
              </a:xfrm>
              <a:custGeom>
                <a:avLst/>
                <a:gdLst>
                  <a:gd name="T0" fmla="*/ 10 w 554"/>
                  <a:gd name="T1" fmla="*/ 0 h 20"/>
                  <a:gd name="T2" fmla="*/ 7 w 554"/>
                  <a:gd name="T3" fmla="*/ 0 h 20"/>
                  <a:gd name="T4" fmla="*/ 4 w 554"/>
                  <a:gd name="T5" fmla="*/ 3 h 20"/>
                  <a:gd name="T6" fmla="*/ 0 w 554"/>
                  <a:gd name="T7" fmla="*/ 7 h 20"/>
                  <a:gd name="T8" fmla="*/ 0 w 554"/>
                  <a:gd name="T9" fmla="*/ 14 h 20"/>
                  <a:gd name="T10" fmla="*/ 4 w 554"/>
                  <a:gd name="T11" fmla="*/ 17 h 20"/>
                  <a:gd name="T12" fmla="*/ 7 w 554"/>
                  <a:gd name="T13" fmla="*/ 20 h 20"/>
                  <a:gd name="T14" fmla="*/ 547 w 554"/>
                  <a:gd name="T15" fmla="*/ 20 h 20"/>
                  <a:gd name="T16" fmla="*/ 550 w 554"/>
                  <a:gd name="T17" fmla="*/ 17 h 20"/>
                  <a:gd name="T18" fmla="*/ 554 w 554"/>
                  <a:gd name="T19" fmla="*/ 14 h 20"/>
                  <a:gd name="T20" fmla="*/ 554 w 554"/>
                  <a:gd name="T21" fmla="*/ 7 h 20"/>
                  <a:gd name="T22" fmla="*/ 550 w 554"/>
                  <a:gd name="T23" fmla="*/ 3 h 20"/>
                  <a:gd name="T24" fmla="*/ 547 w 554"/>
                  <a:gd name="T25" fmla="*/ 0 h 20"/>
                  <a:gd name="T26" fmla="*/ 544 w 554"/>
                  <a:gd name="T27" fmla="*/ 0 h 20"/>
                  <a:gd name="T28" fmla="*/ 10 w 554"/>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54"/>
                  <a:gd name="T46" fmla="*/ 0 h 20"/>
                  <a:gd name="T47" fmla="*/ 554 w 554"/>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54" h="20">
                    <a:moveTo>
                      <a:pt x="10" y="0"/>
                    </a:moveTo>
                    <a:lnTo>
                      <a:pt x="7" y="0"/>
                    </a:lnTo>
                    <a:lnTo>
                      <a:pt x="4" y="3"/>
                    </a:lnTo>
                    <a:lnTo>
                      <a:pt x="0" y="7"/>
                    </a:lnTo>
                    <a:lnTo>
                      <a:pt x="0" y="14"/>
                    </a:lnTo>
                    <a:lnTo>
                      <a:pt x="4" y="17"/>
                    </a:lnTo>
                    <a:lnTo>
                      <a:pt x="7" y="20"/>
                    </a:lnTo>
                    <a:lnTo>
                      <a:pt x="547" y="20"/>
                    </a:lnTo>
                    <a:lnTo>
                      <a:pt x="550" y="17"/>
                    </a:lnTo>
                    <a:lnTo>
                      <a:pt x="554" y="14"/>
                    </a:lnTo>
                    <a:lnTo>
                      <a:pt x="554" y="7"/>
                    </a:lnTo>
                    <a:lnTo>
                      <a:pt x="550" y="3"/>
                    </a:lnTo>
                    <a:lnTo>
                      <a:pt x="547" y="0"/>
                    </a:lnTo>
                    <a:lnTo>
                      <a:pt x="544"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69" name="Freeform 11">
                <a:extLst>
                  <a:ext uri="{FF2B5EF4-FFF2-40B4-BE49-F238E27FC236}">
                    <a16:creationId xmlns:a16="http://schemas.microsoft.com/office/drawing/2014/main" id="{1121BCAA-B2DF-DE7A-B859-4F552230CDBC}"/>
                  </a:ext>
                </a:extLst>
              </p:cNvPr>
              <p:cNvSpPr>
                <a:spLocks/>
              </p:cNvSpPr>
              <p:nvPr/>
            </p:nvSpPr>
            <p:spPr bwMode="auto">
              <a:xfrm>
                <a:off x="2870" y="3147"/>
                <a:ext cx="146" cy="52"/>
              </a:xfrm>
              <a:custGeom>
                <a:avLst/>
                <a:gdLst>
                  <a:gd name="T0" fmla="*/ 137 w 146"/>
                  <a:gd name="T1" fmla="*/ 20 h 52"/>
                  <a:gd name="T2" fmla="*/ 141 w 146"/>
                  <a:gd name="T3" fmla="*/ 19 h 52"/>
                  <a:gd name="T4" fmla="*/ 144 w 146"/>
                  <a:gd name="T5" fmla="*/ 15 h 52"/>
                  <a:gd name="T6" fmla="*/ 146 w 146"/>
                  <a:gd name="T7" fmla="*/ 14 h 52"/>
                  <a:gd name="T8" fmla="*/ 146 w 146"/>
                  <a:gd name="T9" fmla="*/ 8 h 52"/>
                  <a:gd name="T10" fmla="*/ 144 w 146"/>
                  <a:gd name="T11" fmla="*/ 5 h 52"/>
                  <a:gd name="T12" fmla="*/ 141 w 146"/>
                  <a:gd name="T13" fmla="*/ 2 h 52"/>
                  <a:gd name="T14" fmla="*/ 139 w 146"/>
                  <a:gd name="T15" fmla="*/ 0 h 52"/>
                  <a:gd name="T16" fmla="*/ 134 w 146"/>
                  <a:gd name="T17" fmla="*/ 0 h 52"/>
                  <a:gd name="T18" fmla="*/ 9 w 146"/>
                  <a:gd name="T19" fmla="*/ 32 h 52"/>
                  <a:gd name="T20" fmla="*/ 5 w 146"/>
                  <a:gd name="T21" fmla="*/ 34 h 52"/>
                  <a:gd name="T22" fmla="*/ 2 w 146"/>
                  <a:gd name="T23" fmla="*/ 37 h 52"/>
                  <a:gd name="T24" fmla="*/ 0 w 146"/>
                  <a:gd name="T25" fmla="*/ 39 h 52"/>
                  <a:gd name="T26" fmla="*/ 0 w 146"/>
                  <a:gd name="T27" fmla="*/ 44 h 52"/>
                  <a:gd name="T28" fmla="*/ 2 w 146"/>
                  <a:gd name="T29" fmla="*/ 47 h 52"/>
                  <a:gd name="T30" fmla="*/ 5 w 146"/>
                  <a:gd name="T31" fmla="*/ 50 h 52"/>
                  <a:gd name="T32" fmla="*/ 7 w 146"/>
                  <a:gd name="T33" fmla="*/ 52 h 52"/>
                  <a:gd name="T34" fmla="*/ 12 w 146"/>
                  <a:gd name="T35" fmla="*/ 52 h 52"/>
                  <a:gd name="T36" fmla="*/ 137 w 146"/>
                  <a:gd name="T37" fmla="*/ 2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6"/>
                  <a:gd name="T58" fmla="*/ 0 h 52"/>
                  <a:gd name="T59" fmla="*/ 146 w 14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6" h="52">
                    <a:moveTo>
                      <a:pt x="137" y="20"/>
                    </a:moveTo>
                    <a:lnTo>
                      <a:pt x="141" y="19"/>
                    </a:lnTo>
                    <a:lnTo>
                      <a:pt x="144" y="15"/>
                    </a:lnTo>
                    <a:lnTo>
                      <a:pt x="146" y="14"/>
                    </a:lnTo>
                    <a:lnTo>
                      <a:pt x="146" y="8"/>
                    </a:lnTo>
                    <a:lnTo>
                      <a:pt x="144" y="5"/>
                    </a:lnTo>
                    <a:lnTo>
                      <a:pt x="141" y="2"/>
                    </a:lnTo>
                    <a:lnTo>
                      <a:pt x="139" y="0"/>
                    </a:lnTo>
                    <a:lnTo>
                      <a:pt x="134" y="0"/>
                    </a:lnTo>
                    <a:lnTo>
                      <a:pt x="9" y="32"/>
                    </a:lnTo>
                    <a:lnTo>
                      <a:pt x="5" y="34"/>
                    </a:lnTo>
                    <a:lnTo>
                      <a:pt x="2" y="37"/>
                    </a:lnTo>
                    <a:lnTo>
                      <a:pt x="0" y="39"/>
                    </a:lnTo>
                    <a:lnTo>
                      <a:pt x="0" y="44"/>
                    </a:lnTo>
                    <a:lnTo>
                      <a:pt x="2" y="47"/>
                    </a:lnTo>
                    <a:lnTo>
                      <a:pt x="5" y="50"/>
                    </a:lnTo>
                    <a:lnTo>
                      <a:pt x="7" y="52"/>
                    </a:lnTo>
                    <a:lnTo>
                      <a:pt x="12" y="52"/>
                    </a:lnTo>
                    <a:lnTo>
                      <a:pt x="137"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70" name="Freeform 12">
                <a:extLst>
                  <a:ext uri="{FF2B5EF4-FFF2-40B4-BE49-F238E27FC236}">
                    <a16:creationId xmlns:a16="http://schemas.microsoft.com/office/drawing/2014/main" id="{A4E5AC1B-2AF2-DE70-B8BB-12EFAE42B16F}"/>
                  </a:ext>
                </a:extLst>
              </p:cNvPr>
              <p:cNvSpPr>
                <a:spLocks/>
              </p:cNvSpPr>
              <p:nvPr/>
            </p:nvSpPr>
            <p:spPr bwMode="auto">
              <a:xfrm>
                <a:off x="2870" y="3115"/>
                <a:ext cx="146" cy="52"/>
              </a:xfrm>
              <a:custGeom>
                <a:avLst/>
                <a:gdLst>
                  <a:gd name="T0" fmla="*/ 134 w 146"/>
                  <a:gd name="T1" fmla="*/ 52 h 52"/>
                  <a:gd name="T2" fmla="*/ 139 w 146"/>
                  <a:gd name="T3" fmla="*/ 52 h 52"/>
                  <a:gd name="T4" fmla="*/ 142 w 146"/>
                  <a:gd name="T5" fmla="*/ 49 h 52"/>
                  <a:gd name="T6" fmla="*/ 144 w 146"/>
                  <a:gd name="T7" fmla="*/ 47 h 52"/>
                  <a:gd name="T8" fmla="*/ 146 w 146"/>
                  <a:gd name="T9" fmla="*/ 44 h 52"/>
                  <a:gd name="T10" fmla="*/ 146 w 146"/>
                  <a:gd name="T11" fmla="*/ 39 h 52"/>
                  <a:gd name="T12" fmla="*/ 142 w 146"/>
                  <a:gd name="T13" fmla="*/ 35 h 52"/>
                  <a:gd name="T14" fmla="*/ 141 w 146"/>
                  <a:gd name="T15" fmla="*/ 34 h 52"/>
                  <a:gd name="T16" fmla="*/ 137 w 146"/>
                  <a:gd name="T17" fmla="*/ 32 h 52"/>
                  <a:gd name="T18" fmla="*/ 12 w 146"/>
                  <a:gd name="T19" fmla="*/ 0 h 52"/>
                  <a:gd name="T20" fmla="*/ 7 w 146"/>
                  <a:gd name="T21" fmla="*/ 0 h 52"/>
                  <a:gd name="T22" fmla="*/ 4 w 146"/>
                  <a:gd name="T23" fmla="*/ 4 h 52"/>
                  <a:gd name="T24" fmla="*/ 2 w 146"/>
                  <a:gd name="T25" fmla="*/ 5 h 52"/>
                  <a:gd name="T26" fmla="*/ 0 w 146"/>
                  <a:gd name="T27" fmla="*/ 9 h 52"/>
                  <a:gd name="T28" fmla="*/ 0 w 146"/>
                  <a:gd name="T29" fmla="*/ 14 h 52"/>
                  <a:gd name="T30" fmla="*/ 4 w 146"/>
                  <a:gd name="T31" fmla="*/ 17 h 52"/>
                  <a:gd name="T32" fmla="*/ 5 w 146"/>
                  <a:gd name="T33" fmla="*/ 19 h 52"/>
                  <a:gd name="T34" fmla="*/ 9 w 146"/>
                  <a:gd name="T35" fmla="*/ 20 h 52"/>
                  <a:gd name="T36" fmla="*/ 134 w 146"/>
                  <a:gd name="T37" fmla="*/ 52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6"/>
                  <a:gd name="T58" fmla="*/ 0 h 52"/>
                  <a:gd name="T59" fmla="*/ 146 w 14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6" h="52">
                    <a:moveTo>
                      <a:pt x="134" y="52"/>
                    </a:moveTo>
                    <a:lnTo>
                      <a:pt x="139" y="52"/>
                    </a:lnTo>
                    <a:lnTo>
                      <a:pt x="142" y="49"/>
                    </a:lnTo>
                    <a:lnTo>
                      <a:pt x="144" y="47"/>
                    </a:lnTo>
                    <a:lnTo>
                      <a:pt x="146" y="44"/>
                    </a:lnTo>
                    <a:lnTo>
                      <a:pt x="146" y="39"/>
                    </a:lnTo>
                    <a:lnTo>
                      <a:pt x="142" y="35"/>
                    </a:lnTo>
                    <a:lnTo>
                      <a:pt x="141" y="34"/>
                    </a:lnTo>
                    <a:lnTo>
                      <a:pt x="137" y="32"/>
                    </a:lnTo>
                    <a:lnTo>
                      <a:pt x="12" y="0"/>
                    </a:lnTo>
                    <a:lnTo>
                      <a:pt x="7" y="0"/>
                    </a:lnTo>
                    <a:lnTo>
                      <a:pt x="4" y="4"/>
                    </a:lnTo>
                    <a:lnTo>
                      <a:pt x="2" y="5"/>
                    </a:lnTo>
                    <a:lnTo>
                      <a:pt x="0" y="9"/>
                    </a:lnTo>
                    <a:lnTo>
                      <a:pt x="0" y="14"/>
                    </a:lnTo>
                    <a:lnTo>
                      <a:pt x="4" y="17"/>
                    </a:lnTo>
                    <a:lnTo>
                      <a:pt x="5" y="19"/>
                    </a:lnTo>
                    <a:lnTo>
                      <a:pt x="9" y="20"/>
                    </a:lnTo>
                    <a:lnTo>
                      <a:pt x="134"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71" name="Freeform 13">
                <a:extLst>
                  <a:ext uri="{FF2B5EF4-FFF2-40B4-BE49-F238E27FC236}">
                    <a16:creationId xmlns:a16="http://schemas.microsoft.com/office/drawing/2014/main" id="{6B0ED176-D477-ECBA-4DCB-F438C6FB0795}"/>
                  </a:ext>
                </a:extLst>
              </p:cNvPr>
              <p:cNvSpPr>
                <a:spLocks/>
              </p:cNvSpPr>
              <p:nvPr/>
            </p:nvSpPr>
            <p:spPr bwMode="auto">
              <a:xfrm>
                <a:off x="3211" y="2472"/>
                <a:ext cx="20" cy="291"/>
              </a:xfrm>
              <a:custGeom>
                <a:avLst/>
                <a:gdLst>
                  <a:gd name="T0" fmla="*/ 0 w 20"/>
                  <a:gd name="T1" fmla="*/ 281 h 291"/>
                  <a:gd name="T2" fmla="*/ 0 w 20"/>
                  <a:gd name="T3" fmla="*/ 284 h 291"/>
                  <a:gd name="T4" fmla="*/ 4 w 20"/>
                  <a:gd name="T5" fmla="*/ 287 h 291"/>
                  <a:gd name="T6" fmla="*/ 7 w 20"/>
                  <a:gd name="T7" fmla="*/ 291 h 291"/>
                  <a:gd name="T8" fmla="*/ 14 w 20"/>
                  <a:gd name="T9" fmla="*/ 291 h 291"/>
                  <a:gd name="T10" fmla="*/ 17 w 20"/>
                  <a:gd name="T11" fmla="*/ 287 h 291"/>
                  <a:gd name="T12" fmla="*/ 20 w 20"/>
                  <a:gd name="T13" fmla="*/ 284 h 291"/>
                  <a:gd name="T14" fmla="*/ 20 w 20"/>
                  <a:gd name="T15" fmla="*/ 7 h 291"/>
                  <a:gd name="T16" fmla="*/ 17 w 20"/>
                  <a:gd name="T17" fmla="*/ 3 h 291"/>
                  <a:gd name="T18" fmla="*/ 14 w 20"/>
                  <a:gd name="T19" fmla="*/ 0 h 291"/>
                  <a:gd name="T20" fmla="*/ 7 w 20"/>
                  <a:gd name="T21" fmla="*/ 0 h 291"/>
                  <a:gd name="T22" fmla="*/ 4 w 20"/>
                  <a:gd name="T23" fmla="*/ 3 h 291"/>
                  <a:gd name="T24" fmla="*/ 0 w 20"/>
                  <a:gd name="T25" fmla="*/ 7 h 291"/>
                  <a:gd name="T26" fmla="*/ 0 w 20"/>
                  <a:gd name="T27" fmla="*/ 10 h 291"/>
                  <a:gd name="T28" fmla="*/ 0 w 20"/>
                  <a:gd name="T29" fmla="*/ 281 h 2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291"/>
                  <a:gd name="T47" fmla="*/ 20 w 20"/>
                  <a:gd name="T48" fmla="*/ 291 h 2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291">
                    <a:moveTo>
                      <a:pt x="0" y="281"/>
                    </a:moveTo>
                    <a:lnTo>
                      <a:pt x="0" y="284"/>
                    </a:lnTo>
                    <a:lnTo>
                      <a:pt x="4" y="287"/>
                    </a:lnTo>
                    <a:lnTo>
                      <a:pt x="7" y="291"/>
                    </a:lnTo>
                    <a:lnTo>
                      <a:pt x="14" y="291"/>
                    </a:lnTo>
                    <a:lnTo>
                      <a:pt x="17" y="287"/>
                    </a:lnTo>
                    <a:lnTo>
                      <a:pt x="20" y="284"/>
                    </a:lnTo>
                    <a:lnTo>
                      <a:pt x="20" y="7"/>
                    </a:lnTo>
                    <a:lnTo>
                      <a:pt x="17" y="3"/>
                    </a:lnTo>
                    <a:lnTo>
                      <a:pt x="14" y="0"/>
                    </a:lnTo>
                    <a:lnTo>
                      <a:pt x="7" y="0"/>
                    </a:lnTo>
                    <a:lnTo>
                      <a:pt x="4" y="3"/>
                    </a:lnTo>
                    <a:lnTo>
                      <a:pt x="0" y="7"/>
                    </a:lnTo>
                    <a:lnTo>
                      <a:pt x="0" y="10"/>
                    </a:lnTo>
                    <a:lnTo>
                      <a:pt x="0" y="2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72" name="Freeform 14">
                <a:extLst>
                  <a:ext uri="{FF2B5EF4-FFF2-40B4-BE49-F238E27FC236}">
                    <a16:creationId xmlns:a16="http://schemas.microsoft.com/office/drawing/2014/main" id="{0561EEC6-4496-9F8A-93D5-DD16C1AB25CA}"/>
                  </a:ext>
                </a:extLst>
              </p:cNvPr>
              <p:cNvSpPr>
                <a:spLocks/>
              </p:cNvSpPr>
              <p:nvPr/>
            </p:nvSpPr>
            <p:spPr bwMode="auto">
              <a:xfrm>
                <a:off x="2738" y="2462"/>
                <a:ext cx="483" cy="20"/>
              </a:xfrm>
              <a:custGeom>
                <a:avLst/>
                <a:gdLst>
                  <a:gd name="T0" fmla="*/ 473 w 483"/>
                  <a:gd name="T1" fmla="*/ 20 h 20"/>
                  <a:gd name="T2" fmla="*/ 477 w 483"/>
                  <a:gd name="T3" fmla="*/ 20 h 20"/>
                  <a:gd name="T4" fmla="*/ 480 w 483"/>
                  <a:gd name="T5" fmla="*/ 17 h 20"/>
                  <a:gd name="T6" fmla="*/ 483 w 483"/>
                  <a:gd name="T7" fmla="*/ 13 h 20"/>
                  <a:gd name="T8" fmla="*/ 483 w 483"/>
                  <a:gd name="T9" fmla="*/ 7 h 20"/>
                  <a:gd name="T10" fmla="*/ 480 w 483"/>
                  <a:gd name="T11" fmla="*/ 3 h 20"/>
                  <a:gd name="T12" fmla="*/ 477 w 483"/>
                  <a:gd name="T13" fmla="*/ 0 h 20"/>
                  <a:gd name="T14" fmla="*/ 7 w 483"/>
                  <a:gd name="T15" fmla="*/ 0 h 20"/>
                  <a:gd name="T16" fmla="*/ 3 w 483"/>
                  <a:gd name="T17" fmla="*/ 3 h 20"/>
                  <a:gd name="T18" fmla="*/ 0 w 483"/>
                  <a:gd name="T19" fmla="*/ 7 h 20"/>
                  <a:gd name="T20" fmla="*/ 0 w 483"/>
                  <a:gd name="T21" fmla="*/ 13 h 20"/>
                  <a:gd name="T22" fmla="*/ 3 w 483"/>
                  <a:gd name="T23" fmla="*/ 17 h 20"/>
                  <a:gd name="T24" fmla="*/ 7 w 483"/>
                  <a:gd name="T25" fmla="*/ 20 h 20"/>
                  <a:gd name="T26" fmla="*/ 10 w 483"/>
                  <a:gd name="T27" fmla="*/ 20 h 20"/>
                  <a:gd name="T28" fmla="*/ 473 w 483"/>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3"/>
                  <a:gd name="T46" fmla="*/ 0 h 20"/>
                  <a:gd name="T47" fmla="*/ 483 w 483"/>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3" h="20">
                    <a:moveTo>
                      <a:pt x="473" y="20"/>
                    </a:moveTo>
                    <a:lnTo>
                      <a:pt x="477" y="20"/>
                    </a:lnTo>
                    <a:lnTo>
                      <a:pt x="480" y="17"/>
                    </a:lnTo>
                    <a:lnTo>
                      <a:pt x="483" y="13"/>
                    </a:lnTo>
                    <a:lnTo>
                      <a:pt x="483" y="7"/>
                    </a:lnTo>
                    <a:lnTo>
                      <a:pt x="480" y="3"/>
                    </a:lnTo>
                    <a:lnTo>
                      <a:pt x="477" y="0"/>
                    </a:lnTo>
                    <a:lnTo>
                      <a:pt x="7" y="0"/>
                    </a:lnTo>
                    <a:lnTo>
                      <a:pt x="3" y="3"/>
                    </a:lnTo>
                    <a:lnTo>
                      <a:pt x="0" y="7"/>
                    </a:lnTo>
                    <a:lnTo>
                      <a:pt x="0" y="13"/>
                    </a:lnTo>
                    <a:lnTo>
                      <a:pt x="3" y="17"/>
                    </a:lnTo>
                    <a:lnTo>
                      <a:pt x="7" y="20"/>
                    </a:lnTo>
                    <a:lnTo>
                      <a:pt x="10" y="20"/>
                    </a:lnTo>
                    <a:lnTo>
                      <a:pt x="473"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73" name="Rectangle 15">
                <a:extLst>
                  <a:ext uri="{FF2B5EF4-FFF2-40B4-BE49-F238E27FC236}">
                    <a16:creationId xmlns:a16="http://schemas.microsoft.com/office/drawing/2014/main" id="{5937A376-AABF-9FD6-947E-2A3C8586F527}"/>
                  </a:ext>
                </a:extLst>
              </p:cNvPr>
              <p:cNvSpPr>
                <a:spLocks noChangeArrowheads="1"/>
              </p:cNvSpPr>
              <p:nvPr/>
            </p:nvSpPr>
            <p:spPr bwMode="auto">
              <a:xfrm>
                <a:off x="3168" y="3080"/>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R0</a:t>
                </a:r>
                <a:endParaRPr lang="en-US" altLang="es-ES" sz="2800" b="0" i="0" baseline="0"/>
              </a:p>
            </p:txBody>
          </p:sp>
        </p:grpSp>
        <p:grpSp>
          <p:nvGrpSpPr>
            <p:cNvPr id="17416" name="Group 16">
              <a:extLst>
                <a:ext uri="{FF2B5EF4-FFF2-40B4-BE49-F238E27FC236}">
                  <a16:creationId xmlns:a16="http://schemas.microsoft.com/office/drawing/2014/main" id="{92C07503-5087-B4F3-A37D-6AC8D241B093}"/>
                </a:ext>
              </a:extLst>
            </p:cNvPr>
            <p:cNvGrpSpPr>
              <a:grpSpLocks/>
            </p:cNvGrpSpPr>
            <p:nvPr/>
          </p:nvGrpSpPr>
          <p:grpSpPr bwMode="auto">
            <a:xfrm>
              <a:off x="748" y="2049"/>
              <a:ext cx="2012" cy="1986"/>
              <a:chOff x="748" y="2049"/>
              <a:chExt cx="2012" cy="1986"/>
            </a:xfrm>
          </p:grpSpPr>
          <p:sp>
            <p:nvSpPr>
              <p:cNvPr id="17417" name="Freeform 17">
                <a:extLst>
                  <a:ext uri="{FF2B5EF4-FFF2-40B4-BE49-F238E27FC236}">
                    <a16:creationId xmlns:a16="http://schemas.microsoft.com/office/drawing/2014/main" id="{A1D44A49-1778-6322-951C-7B7572788AE4}"/>
                  </a:ext>
                </a:extLst>
              </p:cNvPr>
              <p:cNvSpPr>
                <a:spLocks/>
              </p:cNvSpPr>
              <p:nvPr/>
            </p:nvSpPr>
            <p:spPr bwMode="auto">
              <a:xfrm>
                <a:off x="2624" y="3090"/>
                <a:ext cx="136" cy="136"/>
              </a:xfrm>
              <a:custGeom>
                <a:avLst/>
                <a:gdLst>
                  <a:gd name="T0" fmla="*/ 134 w 136"/>
                  <a:gd name="T1" fmla="*/ 9 h 136"/>
                  <a:gd name="T2" fmla="*/ 136 w 136"/>
                  <a:gd name="T3" fmla="*/ 9 h 136"/>
                  <a:gd name="T4" fmla="*/ 136 w 136"/>
                  <a:gd name="T5" fmla="*/ 4 h 136"/>
                  <a:gd name="T6" fmla="*/ 134 w 136"/>
                  <a:gd name="T7" fmla="*/ 2 h 136"/>
                  <a:gd name="T8" fmla="*/ 134 w 136"/>
                  <a:gd name="T9" fmla="*/ 0 h 136"/>
                  <a:gd name="T10" fmla="*/ 129 w 136"/>
                  <a:gd name="T11" fmla="*/ 0 h 136"/>
                  <a:gd name="T12" fmla="*/ 127 w 136"/>
                  <a:gd name="T13" fmla="*/ 2 h 136"/>
                  <a:gd name="T14" fmla="*/ 2 w 136"/>
                  <a:gd name="T15" fmla="*/ 127 h 136"/>
                  <a:gd name="T16" fmla="*/ 0 w 136"/>
                  <a:gd name="T17" fmla="*/ 129 h 136"/>
                  <a:gd name="T18" fmla="*/ 0 w 136"/>
                  <a:gd name="T19" fmla="*/ 134 h 136"/>
                  <a:gd name="T20" fmla="*/ 2 w 136"/>
                  <a:gd name="T21" fmla="*/ 134 h 136"/>
                  <a:gd name="T22" fmla="*/ 4 w 136"/>
                  <a:gd name="T23" fmla="*/ 136 h 136"/>
                  <a:gd name="T24" fmla="*/ 9 w 136"/>
                  <a:gd name="T25" fmla="*/ 136 h 136"/>
                  <a:gd name="T26" fmla="*/ 9 w 136"/>
                  <a:gd name="T27" fmla="*/ 134 h 136"/>
                  <a:gd name="T28" fmla="*/ 134 w 136"/>
                  <a:gd name="T29" fmla="*/ 9 h 1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6"/>
                  <a:gd name="T46" fmla="*/ 0 h 136"/>
                  <a:gd name="T47" fmla="*/ 136 w 136"/>
                  <a:gd name="T48" fmla="*/ 136 h 1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6" h="136">
                    <a:moveTo>
                      <a:pt x="134" y="9"/>
                    </a:moveTo>
                    <a:lnTo>
                      <a:pt x="136" y="9"/>
                    </a:lnTo>
                    <a:lnTo>
                      <a:pt x="136" y="4"/>
                    </a:lnTo>
                    <a:lnTo>
                      <a:pt x="134" y="2"/>
                    </a:lnTo>
                    <a:lnTo>
                      <a:pt x="134" y="0"/>
                    </a:lnTo>
                    <a:lnTo>
                      <a:pt x="129" y="0"/>
                    </a:lnTo>
                    <a:lnTo>
                      <a:pt x="127" y="2"/>
                    </a:lnTo>
                    <a:lnTo>
                      <a:pt x="2" y="127"/>
                    </a:lnTo>
                    <a:lnTo>
                      <a:pt x="0" y="129"/>
                    </a:lnTo>
                    <a:lnTo>
                      <a:pt x="0" y="134"/>
                    </a:lnTo>
                    <a:lnTo>
                      <a:pt x="2" y="134"/>
                    </a:lnTo>
                    <a:lnTo>
                      <a:pt x="4" y="136"/>
                    </a:lnTo>
                    <a:lnTo>
                      <a:pt x="9" y="136"/>
                    </a:lnTo>
                    <a:lnTo>
                      <a:pt x="9" y="134"/>
                    </a:lnTo>
                    <a:lnTo>
                      <a:pt x="13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18" name="Rectangle 18">
                <a:extLst>
                  <a:ext uri="{FF2B5EF4-FFF2-40B4-BE49-F238E27FC236}">
                    <a16:creationId xmlns:a16="http://schemas.microsoft.com/office/drawing/2014/main" id="{3C2262D9-A736-3EAB-52AB-768D1A5DEF5F}"/>
                  </a:ext>
                </a:extLst>
              </p:cNvPr>
              <p:cNvSpPr>
                <a:spLocks noChangeArrowheads="1"/>
              </p:cNvSpPr>
              <p:nvPr/>
            </p:nvSpPr>
            <p:spPr bwMode="auto">
              <a:xfrm>
                <a:off x="2611" y="296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n</a:t>
                </a:r>
                <a:endParaRPr lang="en-US" altLang="es-ES" sz="2800" b="0" i="0" baseline="0"/>
              </a:p>
            </p:txBody>
          </p:sp>
          <p:sp>
            <p:nvSpPr>
              <p:cNvPr id="17419" name="Freeform 19">
                <a:extLst>
                  <a:ext uri="{FF2B5EF4-FFF2-40B4-BE49-F238E27FC236}">
                    <a16:creationId xmlns:a16="http://schemas.microsoft.com/office/drawing/2014/main" id="{4299C898-5DC8-D9B1-FCF1-C4104B1BDF27}"/>
                  </a:ext>
                </a:extLst>
              </p:cNvPr>
              <p:cNvSpPr>
                <a:spLocks/>
              </p:cNvSpPr>
              <p:nvPr/>
            </p:nvSpPr>
            <p:spPr bwMode="auto">
              <a:xfrm>
                <a:off x="1981" y="2773"/>
                <a:ext cx="490" cy="772"/>
              </a:xfrm>
              <a:custGeom>
                <a:avLst/>
                <a:gdLst>
                  <a:gd name="T0" fmla="*/ 10 w 490"/>
                  <a:gd name="T1" fmla="*/ 0 h 772"/>
                  <a:gd name="T2" fmla="*/ 6 w 490"/>
                  <a:gd name="T3" fmla="*/ 0 h 772"/>
                  <a:gd name="T4" fmla="*/ 3 w 490"/>
                  <a:gd name="T5" fmla="*/ 3 h 772"/>
                  <a:gd name="T6" fmla="*/ 0 w 490"/>
                  <a:gd name="T7" fmla="*/ 6 h 772"/>
                  <a:gd name="T8" fmla="*/ 0 w 490"/>
                  <a:gd name="T9" fmla="*/ 765 h 772"/>
                  <a:gd name="T10" fmla="*/ 3 w 490"/>
                  <a:gd name="T11" fmla="*/ 769 h 772"/>
                  <a:gd name="T12" fmla="*/ 6 w 490"/>
                  <a:gd name="T13" fmla="*/ 772 h 772"/>
                  <a:gd name="T14" fmla="*/ 483 w 490"/>
                  <a:gd name="T15" fmla="*/ 772 h 772"/>
                  <a:gd name="T16" fmla="*/ 486 w 490"/>
                  <a:gd name="T17" fmla="*/ 769 h 772"/>
                  <a:gd name="T18" fmla="*/ 490 w 490"/>
                  <a:gd name="T19" fmla="*/ 765 h 772"/>
                  <a:gd name="T20" fmla="*/ 490 w 490"/>
                  <a:gd name="T21" fmla="*/ 6 h 772"/>
                  <a:gd name="T22" fmla="*/ 486 w 490"/>
                  <a:gd name="T23" fmla="*/ 3 h 772"/>
                  <a:gd name="T24" fmla="*/ 483 w 490"/>
                  <a:gd name="T25" fmla="*/ 0 h 772"/>
                  <a:gd name="T26" fmla="*/ 479 w 490"/>
                  <a:gd name="T27" fmla="*/ 0 h 772"/>
                  <a:gd name="T28" fmla="*/ 10 w 490"/>
                  <a:gd name="T29" fmla="*/ 0 h 772"/>
                  <a:gd name="T30" fmla="*/ 10 w 490"/>
                  <a:gd name="T31" fmla="*/ 20 h 772"/>
                  <a:gd name="T32" fmla="*/ 479 w 490"/>
                  <a:gd name="T33" fmla="*/ 20 h 772"/>
                  <a:gd name="T34" fmla="*/ 469 w 490"/>
                  <a:gd name="T35" fmla="*/ 10 h 772"/>
                  <a:gd name="T36" fmla="*/ 469 w 490"/>
                  <a:gd name="T37" fmla="*/ 762 h 772"/>
                  <a:gd name="T38" fmla="*/ 479 w 490"/>
                  <a:gd name="T39" fmla="*/ 752 h 772"/>
                  <a:gd name="T40" fmla="*/ 10 w 490"/>
                  <a:gd name="T41" fmla="*/ 752 h 772"/>
                  <a:gd name="T42" fmla="*/ 20 w 490"/>
                  <a:gd name="T43" fmla="*/ 762 h 772"/>
                  <a:gd name="T44" fmla="*/ 20 w 490"/>
                  <a:gd name="T45" fmla="*/ 10 h 772"/>
                  <a:gd name="T46" fmla="*/ 10 w 490"/>
                  <a:gd name="T47" fmla="*/ 20 h 772"/>
                  <a:gd name="T48" fmla="*/ 10 w 490"/>
                  <a:gd name="T49" fmla="*/ 0 h 7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0"/>
                  <a:gd name="T76" fmla="*/ 0 h 772"/>
                  <a:gd name="T77" fmla="*/ 490 w 490"/>
                  <a:gd name="T78" fmla="*/ 772 h 7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0" h="772">
                    <a:moveTo>
                      <a:pt x="10" y="0"/>
                    </a:moveTo>
                    <a:lnTo>
                      <a:pt x="6" y="0"/>
                    </a:lnTo>
                    <a:lnTo>
                      <a:pt x="3" y="3"/>
                    </a:lnTo>
                    <a:lnTo>
                      <a:pt x="0" y="6"/>
                    </a:lnTo>
                    <a:lnTo>
                      <a:pt x="0" y="765"/>
                    </a:lnTo>
                    <a:lnTo>
                      <a:pt x="3" y="769"/>
                    </a:lnTo>
                    <a:lnTo>
                      <a:pt x="6" y="772"/>
                    </a:lnTo>
                    <a:lnTo>
                      <a:pt x="483" y="772"/>
                    </a:lnTo>
                    <a:lnTo>
                      <a:pt x="486" y="769"/>
                    </a:lnTo>
                    <a:lnTo>
                      <a:pt x="490" y="765"/>
                    </a:lnTo>
                    <a:lnTo>
                      <a:pt x="490" y="6"/>
                    </a:lnTo>
                    <a:lnTo>
                      <a:pt x="486" y="3"/>
                    </a:lnTo>
                    <a:lnTo>
                      <a:pt x="483" y="0"/>
                    </a:lnTo>
                    <a:lnTo>
                      <a:pt x="479" y="0"/>
                    </a:lnTo>
                    <a:lnTo>
                      <a:pt x="10" y="0"/>
                    </a:lnTo>
                    <a:lnTo>
                      <a:pt x="10" y="20"/>
                    </a:lnTo>
                    <a:lnTo>
                      <a:pt x="479" y="20"/>
                    </a:lnTo>
                    <a:lnTo>
                      <a:pt x="469" y="10"/>
                    </a:lnTo>
                    <a:lnTo>
                      <a:pt x="469" y="762"/>
                    </a:lnTo>
                    <a:lnTo>
                      <a:pt x="479" y="752"/>
                    </a:lnTo>
                    <a:lnTo>
                      <a:pt x="10" y="752"/>
                    </a:lnTo>
                    <a:lnTo>
                      <a:pt x="20" y="762"/>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20" name="Rectangle 20">
                <a:extLst>
                  <a:ext uri="{FF2B5EF4-FFF2-40B4-BE49-F238E27FC236}">
                    <a16:creationId xmlns:a16="http://schemas.microsoft.com/office/drawing/2014/main" id="{BA4D7DD5-0BEF-6C4C-0AE3-C2BF16F0D6B6}"/>
                  </a:ext>
                </a:extLst>
              </p:cNvPr>
              <p:cNvSpPr>
                <a:spLocks noChangeArrowheads="1"/>
              </p:cNvSpPr>
              <p:nvPr/>
            </p:nvSpPr>
            <p:spPr bwMode="auto">
              <a:xfrm>
                <a:off x="2063" y="3119"/>
                <a:ext cx="3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MUX</a:t>
                </a:r>
                <a:endParaRPr lang="en-US" altLang="es-ES" sz="2800" b="0" i="0" baseline="0"/>
              </a:p>
            </p:txBody>
          </p:sp>
          <p:sp>
            <p:nvSpPr>
              <p:cNvPr id="17421" name="Rectangle 21">
                <a:extLst>
                  <a:ext uri="{FF2B5EF4-FFF2-40B4-BE49-F238E27FC236}">
                    <a16:creationId xmlns:a16="http://schemas.microsoft.com/office/drawing/2014/main" id="{25AE58FE-BE3C-3752-E8D9-FF4B47546FD3}"/>
                  </a:ext>
                </a:extLst>
              </p:cNvPr>
              <p:cNvSpPr>
                <a:spLocks noChangeArrowheads="1"/>
              </p:cNvSpPr>
              <p:nvPr/>
            </p:nvSpPr>
            <p:spPr bwMode="auto">
              <a:xfrm>
                <a:off x="2188" y="2811"/>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S</a:t>
                </a:r>
                <a:endParaRPr lang="en-US" altLang="es-ES" sz="2800" b="0" i="0" baseline="0"/>
              </a:p>
            </p:txBody>
          </p:sp>
          <p:sp>
            <p:nvSpPr>
              <p:cNvPr id="17422" name="Freeform 22">
                <a:extLst>
                  <a:ext uri="{FF2B5EF4-FFF2-40B4-BE49-F238E27FC236}">
                    <a16:creationId xmlns:a16="http://schemas.microsoft.com/office/drawing/2014/main" id="{481B8E87-F46B-7DF6-37B6-106D5568908A}"/>
                  </a:ext>
                </a:extLst>
              </p:cNvPr>
              <p:cNvSpPr>
                <a:spLocks/>
              </p:cNvSpPr>
              <p:nvPr/>
            </p:nvSpPr>
            <p:spPr bwMode="auto">
              <a:xfrm>
                <a:off x="2509" y="2345"/>
                <a:ext cx="231" cy="147"/>
              </a:xfrm>
              <a:custGeom>
                <a:avLst/>
                <a:gdLst>
                  <a:gd name="T0" fmla="*/ 7 w 231"/>
                  <a:gd name="T1" fmla="*/ 0 h 147"/>
                  <a:gd name="T2" fmla="*/ 0 w 231"/>
                  <a:gd name="T3" fmla="*/ 7 h 147"/>
                  <a:gd name="T4" fmla="*/ 3 w 231"/>
                  <a:gd name="T5" fmla="*/ 17 h 147"/>
                  <a:gd name="T6" fmla="*/ 12 w 231"/>
                  <a:gd name="T7" fmla="*/ 20 h 147"/>
                  <a:gd name="T8" fmla="*/ 27 w 231"/>
                  <a:gd name="T9" fmla="*/ 23 h 147"/>
                  <a:gd name="T10" fmla="*/ 40 w 231"/>
                  <a:gd name="T11" fmla="*/ 28 h 147"/>
                  <a:gd name="T12" fmla="*/ 55 w 231"/>
                  <a:gd name="T13" fmla="*/ 32 h 147"/>
                  <a:gd name="T14" fmla="*/ 67 w 231"/>
                  <a:gd name="T15" fmla="*/ 35 h 147"/>
                  <a:gd name="T16" fmla="*/ 77 w 231"/>
                  <a:gd name="T17" fmla="*/ 38 h 147"/>
                  <a:gd name="T18" fmla="*/ 87 w 231"/>
                  <a:gd name="T19" fmla="*/ 42 h 147"/>
                  <a:gd name="T20" fmla="*/ 95 w 231"/>
                  <a:gd name="T21" fmla="*/ 45 h 147"/>
                  <a:gd name="T22" fmla="*/ 107 w 231"/>
                  <a:gd name="T23" fmla="*/ 50 h 147"/>
                  <a:gd name="T24" fmla="*/ 122 w 231"/>
                  <a:gd name="T25" fmla="*/ 57 h 147"/>
                  <a:gd name="T26" fmla="*/ 132 w 231"/>
                  <a:gd name="T27" fmla="*/ 63 h 147"/>
                  <a:gd name="T28" fmla="*/ 139 w 231"/>
                  <a:gd name="T29" fmla="*/ 67 h 147"/>
                  <a:gd name="T30" fmla="*/ 139 w 231"/>
                  <a:gd name="T31" fmla="*/ 68 h 147"/>
                  <a:gd name="T32" fmla="*/ 149 w 231"/>
                  <a:gd name="T33" fmla="*/ 75 h 147"/>
                  <a:gd name="T34" fmla="*/ 157 w 231"/>
                  <a:gd name="T35" fmla="*/ 80 h 147"/>
                  <a:gd name="T36" fmla="*/ 171 w 231"/>
                  <a:gd name="T37" fmla="*/ 92 h 147"/>
                  <a:gd name="T38" fmla="*/ 176 w 231"/>
                  <a:gd name="T39" fmla="*/ 95 h 147"/>
                  <a:gd name="T40" fmla="*/ 184 w 231"/>
                  <a:gd name="T41" fmla="*/ 103 h 147"/>
                  <a:gd name="T42" fmla="*/ 191 w 231"/>
                  <a:gd name="T43" fmla="*/ 108 h 147"/>
                  <a:gd name="T44" fmla="*/ 192 w 231"/>
                  <a:gd name="T45" fmla="*/ 114 h 147"/>
                  <a:gd name="T46" fmla="*/ 199 w 231"/>
                  <a:gd name="T47" fmla="*/ 119 h 147"/>
                  <a:gd name="T48" fmla="*/ 202 w 231"/>
                  <a:gd name="T49" fmla="*/ 127 h 147"/>
                  <a:gd name="T50" fmla="*/ 214 w 231"/>
                  <a:gd name="T51" fmla="*/ 144 h 147"/>
                  <a:gd name="T52" fmla="*/ 216 w 231"/>
                  <a:gd name="T53" fmla="*/ 145 h 147"/>
                  <a:gd name="T54" fmla="*/ 222 w 231"/>
                  <a:gd name="T55" fmla="*/ 147 h 147"/>
                  <a:gd name="T56" fmla="*/ 229 w 231"/>
                  <a:gd name="T57" fmla="*/ 142 h 147"/>
                  <a:gd name="T58" fmla="*/ 231 w 231"/>
                  <a:gd name="T59" fmla="*/ 135 h 147"/>
                  <a:gd name="T60" fmla="*/ 227 w 231"/>
                  <a:gd name="T61" fmla="*/ 130 h 147"/>
                  <a:gd name="T62" fmla="*/ 219 w 231"/>
                  <a:gd name="T63" fmla="*/ 114 h 147"/>
                  <a:gd name="T64" fmla="*/ 212 w 231"/>
                  <a:gd name="T65" fmla="*/ 105 h 147"/>
                  <a:gd name="T66" fmla="*/ 209 w 231"/>
                  <a:gd name="T67" fmla="*/ 100 h 147"/>
                  <a:gd name="T68" fmla="*/ 204 w 231"/>
                  <a:gd name="T69" fmla="*/ 95 h 147"/>
                  <a:gd name="T70" fmla="*/ 201 w 231"/>
                  <a:gd name="T71" fmla="*/ 90 h 147"/>
                  <a:gd name="T72" fmla="*/ 189 w 231"/>
                  <a:gd name="T73" fmla="*/ 82 h 147"/>
                  <a:gd name="T74" fmla="*/ 184 w 231"/>
                  <a:gd name="T75" fmla="*/ 75 h 147"/>
                  <a:gd name="T76" fmla="*/ 171 w 231"/>
                  <a:gd name="T77" fmla="*/ 67 h 147"/>
                  <a:gd name="T78" fmla="*/ 162 w 231"/>
                  <a:gd name="T79" fmla="*/ 58 h 147"/>
                  <a:gd name="T80" fmla="*/ 152 w 231"/>
                  <a:gd name="T81" fmla="*/ 52 h 147"/>
                  <a:gd name="T82" fmla="*/ 149 w 231"/>
                  <a:gd name="T83" fmla="*/ 50 h 147"/>
                  <a:gd name="T84" fmla="*/ 145 w 231"/>
                  <a:gd name="T85" fmla="*/ 47 h 147"/>
                  <a:gd name="T86" fmla="*/ 135 w 231"/>
                  <a:gd name="T87" fmla="*/ 40 h 147"/>
                  <a:gd name="T88" fmla="*/ 114 w 231"/>
                  <a:gd name="T89" fmla="*/ 30 h 147"/>
                  <a:gd name="T90" fmla="*/ 102 w 231"/>
                  <a:gd name="T91" fmla="*/ 25 h 147"/>
                  <a:gd name="T92" fmla="*/ 94 w 231"/>
                  <a:gd name="T93" fmla="*/ 22 h 147"/>
                  <a:gd name="T94" fmla="*/ 84 w 231"/>
                  <a:gd name="T95" fmla="*/ 18 h 147"/>
                  <a:gd name="T96" fmla="*/ 77 w 231"/>
                  <a:gd name="T97" fmla="*/ 17 h 147"/>
                  <a:gd name="T98" fmla="*/ 62 w 231"/>
                  <a:gd name="T99" fmla="*/ 12 h 147"/>
                  <a:gd name="T100" fmla="*/ 48 w 231"/>
                  <a:gd name="T101" fmla="*/ 8 h 147"/>
                  <a:gd name="T102" fmla="*/ 42 w 231"/>
                  <a:gd name="T103" fmla="*/ 7 h 147"/>
                  <a:gd name="T104" fmla="*/ 25 w 231"/>
                  <a:gd name="T105" fmla="*/ 3 h 147"/>
                  <a:gd name="T106" fmla="*/ 10 w 231"/>
                  <a:gd name="T107" fmla="*/ 0 h 14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1"/>
                  <a:gd name="T163" fmla="*/ 0 h 147"/>
                  <a:gd name="T164" fmla="*/ 231 w 231"/>
                  <a:gd name="T165" fmla="*/ 147 h 14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1" h="147">
                    <a:moveTo>
                      <a:pt x="13" y="0"/>
                    </a:moveTo>
                    <a:lnTo>
                      <a:pt x="7" y="0"/>
                    </a:lnTo>
                    <a:lnTo>
                      <a:pt x="3" y="3"/>
                    </a:lnTo>
                    <a:lnTo>
                      <a:pt x="0" y="7"/>
                    </a:lnTo>
                    <a:lnTo>
                      <a:pt x="0" y="13"/>
                    </a:lnTo>
                    <a:lnTo>
                      <a:pt x="3" y="17"/>
                    </a:lnTo>
                    <a:lnTo>
                      <a:pt x="7" y="20"/>
                    </a:lnTo>
                    <a:lnTo>
                      <a:pt x="12" y="20"/>
                    </a:lnTo>
                    <a:lnTo>
                      <a:pt x="22" y="23"/>
                    </a:lnTo>
                    <a:lnTo>
                      <a:pt x="27" y="23"/>
                    </a:lnTo>
                    <a:lnTo>
                      <a:pt x="35" y="27"/>
                    </a:lnTo>
                    <a:lnTo>
                      <a:pt x="40" y="28"/>
                    </a:lnTo>
                    <a:lnTo>
                      <a:pt x="45" y="28"/>
                    </a:lnTo>
                    <a:lnTo>
                      <a:pt x="55" y="32"/>
                    </a:lnTo>
                    <a:lnTo>
                      <a:pt x="59" y="32"/>
                    </a:lnTo>
                    <a:lnTo>
                      <a:pt x="67" y="35"/>
                    </a:lnTo>
                    <a:lnTo>
                      <a:pt x="70" y="37"/>
                    </a:lnTo>
                    <a:lnTo>
                      <a:pt x="77" y="38"/>
                    </a:lnTo>
                    <a:lnTo>
                      <a:pt x="80" y="38"/>
                    </a:lnTo>
                    <a:lnTo>
                      <a:pt x="87" y="42"/>
                    </a:lnTo>
                    <a:lnTo>
                      <a:pt x="92" y="43"/>
                    </a:lnTo>
                    <a:lnTo>
                      <a:pt x="95" y="45"/>
                    </a:lnTo>
                    <a:lnTo>
                      <a:pt x="100" y="47"/>
                    </a:lnTo>
                    <a:lnTo>
                      <a:pt x="107" y="50"/>
                    </a:lnTo>
                    <a:lnTo>
                      <a:pt x="112" y="52"/>
                    </a:lnTo>
                    <a:lnTo>
                      <a:pt x="122" y="57"/>
                    </a:lnTo>
                    <a:lnTo>
                      <a:pt x="125" y="60"/>
                    </a:lnTo>
                    <a:lnTo>
                      <a:pt x="132" y="63"/>
                    </a:lnTo>
                    <a:lnTo>
                      <a:pt x="135" y="63"/>
                    </a:lnTo>
                    <a:lnTo>
                      <a:pt x="139" y="67"/>
                    </a:lnTo>
                    <a:lnTo>
                      <a:pt x="137" y="65"/>
                    </a:lnTo>
                    <a:lnTo>
                      <a:pt x="139" y="68"/>
                    </a:lnTo>
                    <a:lnTo>
                      <a:pt x="145" y="72"/>
                    </a:lnTo>
                    <a:lnTo>
                      <a:pt x="149" y="75"/>
                    </a:lnTo>
                    <a:lnTo>
                      <a:pt x="156" y="77"/>
                    </a:lnTo>
                    <a:lnTo>
                      <a:pt x="157" y="80"/>
                    </a:lnTo>
                    <a:lnTo>
                      <a:pt x="164" y="85"/>
                    </a:lnTo>
                    <a:lnTo>
                      <a:pt x="171" y="92"/>
                    </a:lnTo>
                    <a:lnTo>
                      <a:pt x="174" y="92"/>
                    </a:lnTo>
                    <a:lnTo>
                      <a:pt x="176" y="95"/>
                    </a:lnTo>
                    <a:lnTo>
                      <a:pt x="179" y="98"/>
                    </a:lnTo>
                    <a:lnTo>
                      <a:pt x="184" y="103"/>
                    </a:lnTo>
                    <a:lnTo>
                      <a:pt x="187" y="107"/>
                    </a:lnTo>
                    <a:lnTo>
                      <a:pt x="191" y="108"/>
                    </a:lnTo>
                    <a:lnTo>
                      <a:pt x="191" y="112"/>
                    </a:lnTo>
                    <a:lnTo>
                      <a:pt x="192" y="114"/>
                    </a:lnTo>
                    <a:lnTo>
                      <a:pt x="196" y="117"/>
                    </a:lnTo>
                    <a:lnTo>
                      <a:pt x="199" y="119"/>
                    </a:lnTo>
                    <a:lnTo>
                      <a:pt x="201" y="125"/>
                    </a:lnTo>
                    <a:lnTo>
                      <a:pt x="202" y="127"/>
                    </a:lnTo>
                    <a:lnTo>
                      <a:pt x="209" y="140"/>
                    </a:lnTo>
                    <a:lnTo>
                      <a:pt x="214" y="144"/>
                    </a:lnTo>
                    <a:lnTo>
                      <a:pt x="212" y="142"/>
                    </a:lnTo>
                    <a:lnTo>
                      <a:pt x="216" y="145"/>
                    </a:lnTo>
                    <a:lnTo>
                      <a:pt x="217" y="147"/>
                    </a:lnTo>
                    <a:lnTo>
                      <a:pt x="222" y="147"/>
                    </a:lnTo>
                    <a:lnTo>
                      <a:pt x="226" y="145"/>
                    </a:lnTo>
                    <a:lnTo>
                      <a:pt x="229" y="142"/>
                    </a:lnTo>
                    <a:lnTo>
                      <a:pt x="231" y="140"/>
                    </a:lnTo>
                    <a:lnTo>
                      <a:pt x="231" y="135"/>
                    </a:lnTo>
                    <a:lnTo>
                      <a:pt x="229" y="132"/>
                    </a:lnTo>
                    <a:lnTo>
                      <a:pt x="227" y="130"/>
                    </a:lnTo>
                    <a:lnTo>
                      <a:pt x="226" y="127"/>
                    </a:lnTo>
                    <a:lnTo>
                      <a:pt x="219" y="114"/>
                    </a:lnTo>
                    <a:lnTo>
                      <a:pt x="217" y="112"/>
                    </a:lnTo>
                    <a:lnTo>
                      <a:pt x="212" y="105"/>
                    </a:lnTo>
                    <a:lnTo>
                      <a:pt x="209" y="103"/>
                    </a:lnTo>
                    <a:lnTo>
                      <a:pt x="209" y="100"/>
                    </a:lnTo>
                    <a:lnTo>
                      <a:pt x="207" y="98"/>
                    </a:lnTo>
                    <a:lnTo>
                      <a:pt x="204" y="95"/>
                    </a:lnTo>
                    <a:lnTo>
                      <a:pt x="201" y="93"/>
                    </a:lnTo>
                    <a:lnTo>
                      <a:pt x="201" y="90"/>
                    </a:lnTo>
                    <a:lnTo>
                      <a:pt x="192" y="82"/>
                    </a:lnTo>
                    <a:lnTo>
                      <a:pt x="189" y="82"/>
                    </a:lnTo>
                    <a:lnTo>
                      <a:pt x="187" y="78"/>
                    </a:lnTo>
                    <a:lnTo>
                      <a:pt x="184" y="75"/>
                    </a:lnTo>
                    <a:lnTo>
                      <a:pt x="177" y="68"/>
                    </a:lnTo>
                    <a:lnTo>
                      <a:pt x="171" y="67"/>
                    </a:lnTo>
                    <a:lnTo>
                      <a:pt x="169" y="63"/>
                    </a:lnTo>
                    <a:lnTo>
                      <a:pt x="162" y="58"/>
                    </a:lnTo>
                    <a:lnTo>
                      <a:pt x="159" y="55"/>
                    </a:lnTo>
                    <a:lnTo>
                      <a:pt x="152" y="52"/>
                    </a:lnTo>
                    <a:lnTo>
                      <a:pt x="151" y="52"/>
                    </a:lnTo>
                    <a:lnTo>
                      <a:pt x="149" y="50"/>
                    </a:lnTo>
                    <a:lnTo>
                      <a:pt x="151" y="52"/>
                    </a:lnTo>
                    <a:lnTo>
                      <a:pt x="145" y="47"/>
                    </a:lnTo>
                    <a:lnTo>
                      <a:pt x="139" y="43"/>
                    </a:lnTo>
                    <a:lnTo>
                      <a:pt x="135" y="40"/>
                    </a:lnTo>
                    <a:lnTo>
                      <a:pt x="119" y="32"/>
                    </a:lnTo>
                    <a:lnTo>
                      <a:pt x="114" y="30"/>
                    </a:lnTo>
                    <a:lnTo>
                      <a:pt x="107" y="27"/>
                    </a:lnTo>
                    <a:lnTo>
                      <a:pt x="102" y="25"/>
                    </a:lnTo>
                    <a:lnTo>
                      <a:pt x="99" y="23"/>
                    </a:lnTo>
                    <a:lnTo>
                      <a:pt x="94" y="22"/>
                    </a:lnTo>
                    <a:lnTo>
                      <a:pt x="90" y="20"/>
                    </a:lnTo>
                    <a:lnTo>
                      <a:pt x="84" y="18"/>
                    </a:lnTo>
                    <a:lnTo>
                      <a:pt x="80" y="18"/>
                    </a:lnTo>
                    <a:lnTo>
                      <a:pt x="77" y="17"/>
                    </a:lnTo>
                    <a:lnTo>
                      <a:pt x="74" y="15"/>
                    </a:lnTo>
                    <a:lnTo>
                      <a:pt x="62" y="12"/>
                    </a:lnTo>
                    <a:lnTo>
                      <a:pt x="59" y="12"/>
                    </a:lnTo>
                    <a:lnTo>
                      <a:pt x="48" y="8"/>
                    </a:lnTo>
                    <a:lnTo>
                      <a:pt x="43" y="8"/>
                    </a:lnTo>
                    <a:lnTo>
                      <a:pt x="42" y="7"/>
                    </a:lnTo>
                    <a:lnTo>
                      <a:pt x="30" y="3"/>
                    </a:lnTo>
                    <a:lnTo>
                      <a:pt x="25" y="3"/>
                    </a:lnTo>
                    <a:lnTo>
                      <a:pt x="15" y="0"/>
                    </a:lnTo>
                    <a:lnTo>
                      <a:pt x="10" y="0"/>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23" name="Freeform 23">
                <a:extLst>
                  <a:ext uri="{FF2B5EF4-FFF2-40B4-BE49-F238E27FC236}">
                    <a16:creationId xmlns:a16="http://schemas.microsoft.com/office/drawing/2014/main" id="{5761449A-4363-196C-4BD8-98205043DEB8}"/>
                  </a:ext>
                </a:extLst>
              </p:cNvPr>
              <p:cNvSpPr>
                <a:spLocks/>
              </p:cNvSpPr>
              <p:nvPr/>
            </p:nvSpPr>
            <p:spPr bwMode="auto">
              <a:xfrm>
                <a:off x="2409" y="2345"/>
                <a:ext cx="117" cy="20"/>
              </a:xfrm>
              <a:custGeom>
                <a:avLst/>
                <a:gdLst>
                  <a:gd name="T0" fmla="*/ 107 w 117"/>
                  <a:gd name="T1" fmla="*/ 20 h 20"/>
                  <a:gd name="T2" fmla="*/ 110 w 117"/>
                  <a:gd name="T3" fmla="*/ 20 h 20"/>
                  <a:gd name="T4" fmla="*/ 113 w 117"/>
                  <a:gd name="T5" fmla="*/ 17 h 20"/>
                  <a:gd name="T6" fmla="*/ 117 w 117"/>
                  <a:gd name="T7" fmla="*/ 13 h 20"/>
                  <a:gd name="T8" fmla="*/ 117 w 117"/>
                  <a:gd name="T9" fmla="*/ 7 h 20"/>
                  <a:gd name="T10" fmla="*/ 113 w 117"/>
                  <a:gd name="T11" fmla="*/ 3 h 20"/>
                  <a:gd name="T12" fmla="*/ 110 w 117"/>
                  <a:gd name="T13" fmla="*/ 0 h 20"/>
                  <a:gd name="T14" fmla="*/ 6 w 117"/>
                  <a:gd name="T15" fmla="*/ 0 h 20"/>
                  <a:gd name="T16" fmla="*/ 3 w 117"/>
                  <a:gd name="T17" fmla="*/ 3 h 20"/>
                  <a:gd name="T18" fmla="*/ 0 w 117"/>
                  <a:gd name="T19" fmla="*/ 7 h 20"/>
                  <a:gd name="T20" fmla="*/ 0 w 117"/>
                  <a:gd name="T21" fmla="*/ 13 h 20"/>
                  <a:gd name="T22" fmla="*/ 3 w 117"/>
                  <a:gd name="T23" fmla="*/ 17 h 20"/>
                  <a:gd name="T24" fmla="*/ 6 w 117"/>
                  <a:gd name="T25" fmla="*/ 20 h 20"/>
                  <a:gd name="T26" fmla="*/ 10 w 117"/>
                  <a:gd name="T27" fmla="*/ 20 h 20"/>
                  <a:gd name="T28" fmla="*/ 107 w 117"/>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
                  <a:gd name="T46" fmla="*/ 0 h 20"/>
                  <a:gd name="T47" fmla="*/ 117 w 117"/>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 h="20">
                    <a:moveTo>
                      <a:pt x="107" y="20"/>
                    </a:moveTo>
                    <a:lnTo>
                      <a:pt x="110" y="20"/>
                    </a:lnTo>
                    <a:lnTo>
                      <a:pt x="113" y="17"/>
                    </a:lnTo>
                    <a:lnTo>
                      <a:pt x="117" y="13"/>
                    </a:lnTo>
                    <a:lnTo>
                      <a:pt x="117" y="7"/>
                    </a:lnTo>
                    <a:lnTo>
                      <a:pt x="113" y="3"/>
                    </a:lnTo>
                    <a:lnTo>
                      <a:pt x="110" y="0"/>
                    </a:lnTo>
                    <a:lnTo>
                      <a:pt x="6" y="0"/>
                    </a:lnTo>
                    <a:lnTo>
                      <a:pt x="3" y="3"/>
                    </a:lnTo>
                    <a:lnTo>
                      <a:pt x="0" y="7"/>
                    </a:lnTo>
                    <a:lnTo>
                      <a:pt x="0" y="13"/>
                    </a:lnTo>
                    <a:lnTo>
                      <a:pt x="3" y="17"/>
                    </a:lnTo>
                    <a:lnTo>
                      <a:pt x="6" y="20"/>
                    </a:lnTo>
                    <a:lnTo>
                      <a:pt x="10" y="20"/>
                    </a:lnTo>
                    <a:lnTo>
                      <a:pt x="107"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24" name="Freeform 24">
                <a:extLst>
                  <a:ext uri="{FF2B5EF4-FFF2-40B4-BE49-F238E27FC236}">
                    <a16:creationId xmlns:a16="http://schemas.microsoft.com/office/drawing/2014/main" id="{FF4F00CC-643E-E5F0-533A-42F442BC5D7A}"/>
                  </a:ext>
                </a:extLst>
              </p:cNvPr>
              <p:cNvSpPr>
                <a:spLocks/>
              </p:cNvSpPr>
              <p:nvPr/>
            </p:nvSpPr>
            <p:spPr bwMode="auto">
              <a:xfrm>
                <a:off x="2509" y="2475"/>
                <a:ext cx="231" cy="147"/>
              </a:xfrm>
              <a:custGeom>
                <a:avLst/>
                <a:gdLst>
                  <a:gd name="T0" fmla="*/ 3 w 231"/>
                  <a:gd name="T1" fmla="*/ 131 h 147"/>
                  <a:gd name="T2" fmla="*/ 0 w 231"/>
                  <a:gd name="T3" fmla="*/ 136 h 147"/>
                  <a:gd name="T4" fmla="*/ 3 w 231"/>
                  <a:gd name="T5" fmla="*/ 144 h 147"/>
                  <a:gd name="T6" fmla="*/ 8 w 231"/>
                  <a:gd name="T7" fmla="*/ 147 h 147"/>
                  <a:gd name="T8" fmla="*/ 15 w 231"/>
                  <a:gd name="T9" fmla="*/ 146 h 147"/>
                  <a:gd name="T10" fmla="*/ 35 w 231"/>
                  <a:gd name="T11" fmla="*/ 139 h 147"/>
                  <a:gd name="T12" fmla="*/ 45 w 231"/>
                  <a:gd name="T13" fmla="*/ 137 h 147"/>
                  <a:gd name="T14" fmla="*/ 59 w 231"/>
                  <a:gd name="T15" fmla="*/ 134 h 147"/>
                  <a:gd name="T16" fmla="*/ 74 w 231"/>
                  <a:gd name="T17" fmla="*/ 129 h 147"/>
                  <a:gd name="T18" fmla="*/ 80 w 231"/>
                  <a:gd name="T19" fmla="*/ 127 h 147"/>
                  <a:gd name="T20" fmla="*/ 94 w 231"/>
                  <a:gd name="T21" fmla="*/ 122 h 147"/>
                  <a:gd name="T22" fmla="*/ 100 w 231"/>
                  <a:gd name="T23" fmla="*/ 119 h 147"/>
                  <a:gd name="T24" fmla="*/ 114 w 231"/>
                  <a:gd name="T25" fmla="*/ 116 h 147"/>
                  <a:gd name="T26" fmla="*/ 132 w 231"/>
                  <a:gd name="T27" fmla="*/ 107 h 147"/>
                  <a:gd name="T28" fmla="*/ 139 w 231"/>
                  <a:gd name="T29" fmla="*/ 102 h 147"/>
                  <a:gd name="T30" fmla="*/ 149 w 231"/>
                  <a:gd name="T31" fmla="*/ 97 h 147"/>
                  <a:gd name="T32" fmla="*/ 152 w 231"/>
                  <a:gd name="T33" fmla="*/ 92 h 147"/>
                  <a:gd name="T34" fmla="*/ 159 w 231"/>
                  <a:gd name="T35" fmla="*/ 89 h 147"/>
                  <a:gd name="T36" fmla="*/ 171 w 231"/>
                  <a:gd name="T37" fmla="*/ 80 h 147"/>
                  <a:gd name="T38" fmla="*/ 179 w 231"/>
                  <a:gd name="T39" fmla="*/ 74 h 147"/>
                  <a:gd name="T40" fmla="*/ 184 w 231"/>
                  <a:gd name="T41" fmla="*/ 67 h 147"/>
                  <a:gd name="T42" fmla="*/ 207 w 231"/>
                  <a:gd name="T43" fmla="*/ 47 h 147"/>
                  <a:gd name="T44" fmla="*/ 216 w 231"/>
                  <a:gd name="T45" fmla="*/ 37 h 147"/>
                  <a:gd name="T46" fmla="*/ 221 w 231"/>
                  <a:gd name="T47" fmla="*/ 29 h 147"/>
                  <a:gd name="T48" fmla="*/ 226 w 231"/>
                  <a:gd name="T49" fmla="*/ 19 h 147"/>
                  <a:gd name="T50" fmla="*/ 231 w 231"/>
                  <a:gd name="T51" fmla="*/ 12 h 147"/>
                  <a:gd name="T52" fmla="*/ 227 w 231"/>
                  <a:gd name="T53" fmla="*/ 4 h 147"/>
                  <a:gd name="T54" fmla="*/ 222 w 231"/>
                  <a:gd name="T55" fmla="*/ 0 h 147"/>
                  <a:gd name="T56" fmla="*/ 214 w 231"/>
                  <a:gd name="T57" fmla="*/ 4 h 147"/>
                  <a:gd name="T58" fmla="*/ 216 w 231"/>
                  <a:gd name="T59" fmla="*/ 2 h 147"/>
                  <a:gd name="T60" fmla="*/ 204 w 231"/>
                  <a:gd name="T61" fmla="*/ 15 h 147"/>
                  <a:gd name="T62" fmla="*/ 199 w 231"/>
                  <a:gd name="T63" fmla="*/ 24 h 147"/>
                  <a:gd name="T64" fmla="*/ 191 w 231"/>
                  <a:gd name="T65" fmla="*/ 34 h 147"/>
                  <a:gd name="T66" fmla="*/ 171 w 231"/>
                  <a:gd name="T67" fmla="*/ 54 h 147"/>
                  <a:gd name="T68" fmla="*/ 166 w 231"/>
                  <a:gd name="T69" fmla="*/ 57 h 147"/>
                  <a:gd name="T70" fmla="*/ 157 w 231"/>
                  <a:gd name="T71" fmla="*/ 64 h 147"/>
                  <a:gd name="T72" fmla="*/ 145 w 231"/>
                  <a:gd name="T73" fmla="*/ 72 h 147"/>
                  <a:gd name="T74" fmla="*/ 139 w 231"/>
                  <a:gd name="T75" fmla="*/ 79 h 147"/>
                  <a:gd name="T76" fmla="*/ 139 w 231"/>
                  <a:gd name="T77" fmla="*/ 80 h 147"/>
                  <a:gd name="T78" fmla="*/ 132 w 231"/>
                  <a:gd name="T79" fmla="*/ 82 h 147"/>
                  <a:gd name="T80" fmla="*/ 119 w 231"/>
                  <a:gd name="T81" fmla="*/ 90 h 147"/>
                  <a:gd name="T82" fmla="*/ 107 w 231"/>
                  <a:gd name="T83" fmla="*/ 95 h 147"/>
                  <a:gd name="T84" fmla="*/ 97 w 231"/>
                  <a:gd name="T85" fmla="*/ 99 h 147"/>
                  <a:gd name="T86" fmla="*/ 87 w 231"/>
                  <a:gd name="T87" fmla="*/ 102 h 147"/>
                  <a:gd name="T88" fmla="*/ 79 w 231"/>
                  <a:gd name="T89" fmla="*/ 106 h 147"/>
                  <a:gd name="T90" fmla="*/ 72 w 231"/>
                  <a:gd name="T91" fmla="*/ 107 h 147"/>
                  <a:gd name="T92" fmla="*/ 57 w 231"/>
                  <a:gd name="T93" fmla="*/ 112 h 147"/>
                  <a:gd name="T94" fmla="*/ 50 w 231"/>
                  <a:gd name="T95" fmla="*/ 114 h 147"/>
                  <a:gd name="T96" fmla="*/ 37 w 231"/>
                  <a:gd name="T97" fmla="*/ 119 h 147"/>
                  <a:gd name="T98" fmla="*/ 10 w 231"/>
                  <a:gd name="T99" fmla="*/ 126 h 147"/>
                  <a:gd name="T100" fmla="*/ 7 w 231"/>
                  <a:gd name="T101" fmla="*/ 127 h 14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1"/>
                  <a:gd name="T154" fmla="*/ 0 h 147"/>
                  <a:gd name="T155" fmla="*/ 231 w 231"/>
                  <a:gd name="T156" fmla="*/ 147 h 14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1" h="147">
                    <a:moveTo>
                      <a:pt x="7" y="127"/>
                    </a:moveTo>
                    <a:lnTo>
                      <a:pt x="3" y="131"/>
                    </a:lnTo>
                    <a:lnTo>
                      <a:pt x="2" y="132"/>
                    </a:lnTo>
                    <a:lnTo>
                      <a:pt x="0" y="136"/>
                    </a:lnTo>
                    <a:lnTo>
                      <a:pt x="0" y="141"/>
                    </a:lnTo>
                    <a:lnTo>
                      <a:pt x="3" y="144"/>
                    </a:lnTo>
                    <a:lnTo>
                      <a:pt x="5" y="146"/>
                    </a:lnTo>
                    <a:lnTo>
                      <a:pt x="8" y="147"/>
                    </a:lnTo>
                    <a:lnTo>
                      <a:pt x="13" y="147"/>
                    </a:lnTo>
                    <a:lnTo>
                      <a:pt x="15" y="146"/>
                    </a:lnTo>
                    <a:lnTo>
                      <a:pt x="17" y="146"/>
                    </a:lnTo>
                    <a:lnTo>
                      <a:pt x="35" y="139"/>
                    </a:lnTo>
                    <a:lnTo>
                      <a:pt x="40" y="139"/>
                    </a:lnTo>
                    <a:lnTo>
                      <a:pt x="45" y="137"/>
                    </a:lnTo>
                    <a:lnTo>
                      <a:pt x="54" y="134"/>
                    </a:lnTo>
                    <a:lnTo>
                      <a:pt x="59" y="134"/>
                    </a:lnTo>
                    <a:lnTo>
                      <a:pt x="64" y="132"/>
                    </a:lnTo>
                    <a:lnTo>
                      <a:pt x="74" y="129"/>
                    </a:lnTo>
                    <a:lnTo>
                      <a:pt x="75" y="127"/>
                    </a:lnTo>
                    <a:lnTo>
                      <a:pt x="80" y="127"/>
                    </a:lnTo>
                    <a:lnTo>
                      <a:pt x="90" y="124"/>
                    </a:lnTo>
                    <a:lnTo>
                      <a:pt x="94" y="122"/>
                    </a:lnTo>
                    <a:lnTo>
                      <a:pt x="99" y="121"/>
                    </a:lnTo>
                    <a:lnTo>
                      <a:pt x="100" y="119"/>
                    </a:lnTo>
                    <a:lnTo>
                      <a:pt x="105" y="119"/>
                    </a:lnTo>
                    <a:lnTo>
                      <a:pt x="114" y="116"/>
                    </a:lnTo>
                    <a:lnTo>
                      <a:pt x="119" y="114"/>
                    </a:lnTo>
                    <a:lnTo>
                      <a:pt x="132" y="107"/>
                    </a:lnTo>
                    <a:lnTo>
                      <a:pt x="135" y="104"/>
                    </a:lnTo>
                    <a:lnTo>
                      <a:pt x="139" y="102"/>
                    </a:lnTo>
                    <a:lnTo>
                      <a:pt x="144" y="101"/>
                    </a:lnTo>
                    <a:lnTo>
                      <a:pt x="149" y="97"/>
                    </a:lnTo>
                    <a:lnTo>
                      <a:pt x="152" y="94"/>
                    </a:lnTo>
                    <a:lnTo>
                      <a:pt x="152" y="92"/>
                    </a:lnTo>
                    <a:lnTo>
                      <a:pt x="156" y="92"/>
                    </a:lnTo>
                    <a:lnTo>
                      <a:pt x="159" y="89"/>
                    </a:lnTo>
                    <a:lnTo>
                      <a:pt x="166" y="85"/>
                    </a:lnTo>
                    <a:lnTo>
                      <a:pt x="171" y="80"/>
                    </a:lnTo>
                    <a:lnTo>
                      <a:pt x="174" y="79"/>
                    </a:lnTo>
                    <a:lnTo>
                      <a:pt x="179" y="74"/>
                    </a:lnTo>
                    <a:lnTo>
                      <a:pt x="182" y="70"/>
                    </a:lnTo>
                    <a:lnTo>
                      <a:pt x="184" y="67"/>
                    </a:lnTo>
                    <a:lnTo>
                      <a:pt x="187" y="67"/>
                    </a:lnTo>
                    <a:lnTo>
                      <a:pt x="207" y="47"/>
                    </a:lnTo>
                    <a:lnTo>
                      <a:pt x="209" y="44"/>
                    </a:lnTo>
                    <a:lnTo>
                      <a:pt x="216" y="37"/>
                    </a:lnTo>
                    <a:lnTo>
                      <a:pt x="219" y="30"/>
                    </a:lnTo>
                    <a:lnTo>
                      <a:pt x="221" y="29"/>
                    </a:lnTo>
                    <a:lnTo>
                      <a:pt x="224" y="19"/>
                    </a:lnTo>
                    <a:lnTo>
                      <a:pt x="226" y="19"/>
                    </a:lnTo>
                    <a:lnTo>
                      <a:pt x="229" y="15"/>
                    </a:lnTo>
                    <a:lnTo>
                      <a:pt x="231" y="12"/>
                    </a:lnTo>
                    <a:lnTo>
                      <a:pt x="231" y="7"/>
                    </a:lnTo>
                    <a:lnTo>
                      <a:pt x="227" y="4"/>
                    </a:lnTo>
                    <a:lnTo>
                      <a:pt x="226" y="2"/>
                    </a:lnTo>
                    <a:lnTo>
                      <a:pt x="222" y="0"/>
                    </a:lnTo>
                    <a:lnTo>
                      <a:pt x="217" y="0"/>
                    </a:lnTo>
                    <a:lnTo>
                      <a:pt x="214" y="4"/>
                    </a:lnTo>
                    <a:lnTo>
                      <a:pt x="212" y="5"/>
                    </a:lnTo>
                    <a:lnTo>
                      <a:pt x="216" y="2"/>
                    </a:lnTo>
                    <a:lnTo>
                      <a:pt x="211" y="5"/>
                    </a:lnTo>
                    <a:lnTo>
                      <a:pt x="204" y="15"/>
                    </a:lnTo>
                    <a:lnTo>
                      <a:pt x="202" y="17"/>
                    </a:lnTo>
                    <a:lnTo>
                      <a:pt x="199" y="24"/>
                    </a:lnTo>
                    <a:lnTo>
                      <a:pt x="192" y="30"/>
                    </a:lnTo>
                    <a:lnTo>
                      <a:pt x="191" y="34"/>
                    </a:lnTo>
                    <a:lnTo>
                      <a:pt x="174" y="50"/>
                    </a:lnTo>
                    <a:lnTo>
                      <a:pt x="171" y="54"/>
                    </a:lnTo>
                    <a:lnTo>
                      <a:pt x="169" y="57"/>
                    </a:lnTo>
                    <a:lnTo>
                      <a:pt x="166" y="57"/>
                    </a:lnTo>
                    <a:lnTo>
                      <a:pt x="161" y="62"/>
                    </a:lnTo>
                    <a:lnTo>
                      <a:pt x="157" y="64"/>
                    </a:lnTo>
                    <a:lnTo>
                      <a:pt x="152" y="69"/>
                    </a:lnTo>
                    <a:lnTo>
                      <a:pt x="145" y="72"/>
                    </a:lnTo>
                    <a:lnTo>
                      <a:pt x="142" y="75"/>
                    </a:lnTo>
                    <a:lnTo>
                      <a:pt x="139" y="79"/>
                    </a:lnTo>
                    <a:lnTo>
                      <a:pt x="135" y="84"/>
                    </a:lnTo>
                    <a:lnTo>
                      <a:pt x="139" y="80"/>
                    </a:lnTo>
                    <a:lnTo>
                      <a:pt x="137" y="80"/>
                    </a:lnTo>
                    <a:lnTo>
                      <a:pt x="132" y="82"/>
                    </a:lnTo>
                    <a:lnTo>
                      <a:pt x="122" y="87"/>
                    </a:lnTo>
                    <a:lnTo>
                      <a:pt x="119" y="90"/>
                    </a:lnTo>
                    <a:lnTo>
                      <a:pt x="112" y="94"/>
                    </a:lnTo>
                    <a:lnTo>
                      <a:pt x="107" y="95"/>
                    </a:lnTo>
                    <a:lnTo>
                      <a:pt x="102" y="99"/>
                    </a:lnTo>
                    <a:lnTo>
                      <a:pt x="97" y="99"/>
                    </a:lnTo>
                    <a:lnTo>
                      <a:pt x="92" y="101"/>
                    </a:lnTo>
                    <a:lnTo>
                      <a:pt x="87" y="102"/>
                    </a:lnTo>
                    <a:lnTo>
                      <a:pt x="84" y="104"/>
                    </a:lnTo>
                    <a:lnTo>
                      <a:pt x="79" y="106"/>
                    </a:lnTo>
                    <a:lnTo>
                      <a:pt x="77" y="107"/>
                    </a:lnTo>
                    <a:lnTo>
                      <a:pt x="72" y="107"/>
                    </a:lnTo>
                    <a:lnTo>
                      <a:pt x="67" y="109"/>
                    </a:lnTo>
                    <a:lnTo>
                      <a:pt x="57" y="112"/>
                    </a:lnTo>
                    <a:lnTo>
                      <a:pt x="55" y="114"/>
                    </a:lnTo>
                    <a:lnTo>
                      <a:pt x="50" y="114"/>
                    </a:lnTo>
                    <a:lnTo>
                      <a:pt x="38" y="117"/>
                    </a:lnTo>
                    <a:lnTo>
                      <a:pt x="37" y="119"/>
                    </a:lnTo>
                    <a:lnTo>
                      <a:pt x="32" y="119"/>
                    </a:lnTo>
                    <a:lnTo>
                      <a:pt x="10" y="126"/>
                    </a:lnTo>
                    <a:lnTo>
                      <a:pt x="5" y="129"/>
                    </a:lnTo>
                    <a:lnTo>
                      <a:pt x="7" y="1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25" name="Freeform 25">
                <a:extLst>
                  <a:ext uri="{FF2B5EF4-FFF2-40B4-BE49-F238E27FC236}">
                    <a16:creationId xmlns:a16="http://schemas.microsoft.com/office/drawing/2014/main" id="{4C2C8B2F-28E2-A4CB-C2E8-D60E9450637B}"/>
                  </a:ext>
                </a:extLst>
              </p:cNvPr>
              <p:cNvSpPr>
                <a:spLocks/>
              </p:cNvSpPr>
              <p:nvPr/>
            </p:nvSpPr>
            <p:spPr bwMode="auto">
              <a:xfrm>
                <a:off x="2409" y="2602"/>
                <a:ext cx="117" cy="20"/>
              </a:xfrm>
              <a:custGeom>
                <a:avLst/>
                <a:gdLst>
                  <a:gd name="T0" fmla="*/ 107 w 117"/>
                  <a:gd name="T1" fmla="*/ 20 h 20"/>
                  <a:gd name="T2" fmla="*/ 110 w 117"/>
                  <a:gd name="T3" fmla="*/ 20 h 20"/>
                  <a:gd name="T4" fmla="*/ 113 w 117"/>
                  <a:gd name="T5" fmla="*/ 17 h 20"/>
                  <a:gd name="T6" fmla="*/ 117 w 117"/>
                  <a:gd name="T7" fmla="*/ 14 h 20"/>
                  <a:gd name="T8" fmla="*/ 117 w 117"/>
                  <a:gd name="T9" fmla="*/ 7 h 20"/>
                  <a:gd name="T10" fmla="*/ 113 w 117"/>
                  <a:gd name="T11" fmla="*/ 4 h 20"/>
                  <a:gd name="T12" fmla="*/ 110 w 117"/>
                  <a:gd name="T13" fmla="*/ 0 h 20"/>
                  <a:gd name="T14" fmla="*/ 6 w 117"/>
                  <a:gd name="T15" fmla="*/ 0 h 20"/>
                  <a:gd name="T16" fmla="*/ 3 w 117"/>
                  <a:gd name="T17" fmla="*/ 4 h 20"/>
                  <a:gd name="T18" fmla="*/ 0 w 117"/>
                  <a:gd name="T19" fmla="*/ 7 h 20"/>
                  <a:gd name="T20" fmla="*/ 0 w 117"/>
                  <a:gd name="T21" fmla="*/ 14 h 20"/>
                  <a:gd name="T22" fmla="*/ 3 w 117"/>
                  <a:gd name="T23" fmla="*/ 17 h 20"/>
                  <a:gd name="T24" fmla="*/ 6 w 117"/>
                  <a:gd name="T25" fmla="*/ 20 h 20"/>
                  <a:gd name="T26" fmla="*/ 10 w 117"/>
                  <a:gd name="T27" fmla="*/ 20 h 20"/>
                  <a:gd name="T28" fmla="*/ 107 w 117"/>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
                  <a:gd name="T46" fmla="*/ 0 h 20"/>
                  <a:gd name="T47" fmla="*/ 117 w 117"/>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 h="20">
                    <a:moveTo>
                      <a:pt x="107" y="20"/>
                    </a:moveTo>
                    <a:lnTo>
                      <a:pt x="110" y="20"/>
                    </a:lnTo>
                    <a:lnTo>
                      <a:pt x="113" y="17"/>
                    </a:lnTo>
                    <a:lnTo>
                      <a:pt x="117" y="14"/>
                    </a:lnTo>
                    <a:lnTo>
                      <a:pt x="117" y="7"/>
                    </a:lnTo>
                    <a:lnTo>
                      <a:pt x="113" y="4"/>
                    </a:lnTo>
                    <a:lnTo>
                      <a:pt x="110" y="0"/>
                    </a:lnTo>
                    <a:lnTo>
                      <a:pt x="6" y="0"/>
                    </a:lnTo>
                    <a:lnTo>
                      <a:pt x="3" y="4"/>
                    </a:lnTo>
                    <a:lnTo>
                      <a:pt x="0" y="7"/>
                    </a:lnTo>
                    <a:lnTo>
                      <a:pt x="0" y="14"/>
                    </a:lnTo>
                    <a:lnTo>
                      <a:pt x="3" y="17"/>
                    </a:lnTo>
                    <a:lnTo>
                      <a:pt x="6" y="20"/>
                    </a:lnTo>
                    <a:lnTo>
                      <a:pt x="10" y="20"/>
                    </a:lnTo>
                    <a:lnTo>
                      <a:pt x="107"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26" name="Freeform 26">
                <a:extLst>
                  <a:ext uri="{FF2B5EF4-FFF2-40B4-BE49-F238E27FC236}">
                    <a16:creationId xmlns:a16="http://schemas.microsoft.com/office/drawing/2014/main" id="{8E8305F5-0AEA-6F58-9AB1-D15C8B004252}"/>
                  </a:ext>
                </a:extLst>
              </p:cNvPr>
              <p:cNvSpPr>
                <a:spLocks/>
              </p:cNvSpPr>
              <p:nvPr/>
            </p:nvSpPr>
            <p:spPr bwMode="auto">
              <a:xfrm>
                <a:off x="2407" y="2342"/>
                <a:ext cx="55" cy="274"/>
              </a:xfrm>
              <a:custGeom>
                <a:avLst/>
                <a:gdLst>
                  <a:gd name="T0" fmla="*/ 18 w 55"/>
                  <a:gd name="T1" fmla="*/ 3 h 274"/>
                  <a:gd name="T2" fmla="*/ 13 w 55"/>
                  <a:gd name="T3" fmla="*/ 0 h 274"/>
                  <a:gd name="T4" fmla="*/ 5 w 55"/>
                  <a:gd name="T5" fmla="*/ 1 h 274"/>
                  <a:gd name="T6" fmla="*/ 2 w 55"/>
                  <a:gd name="T7" fmla="*/ 5 h 274"/>
                  <a:gd name="T8" fmla="*/ 0 w 55"/>
                  <a:gd name="T9" fmla="*/ 11 h 274"/>
                  <a:gd name="T10" fmla="*/ 2 w 55"/>
                  <a:gd name="T11" fmla="*/ 16 h 274"/>
                  <a:gd name="T12" fmla="*/ 12 w 55"/>
                  <a:gd name="T13" fmla="*/ 36 h 274"/>
                  <a:gd name="T14" fmla="*/ 13 w 55"/>
                  <a:gd name="T15" fmla="*/ 43 h 274"/>
                  <a:gd name="T16" fmla="*/ 17 w 55"/>
                  <a:gd name="T17" fmla="*/ 51 h 274"/>
                  <a:gd name="T18" fmla="*/ 18 w 55"/>
                  <a:gd name="T19" fmla="*/ 58 h 274"/>
                  <a:gd name="T20" fmla="*/ 25 w 55"/>
                  <a:gd name="T21" fmla="*/ 75 h 274"/>
                  <a:gd name="T22" fmla="*/ 27 w 55"/>
                  <a:gd name="T23" fmla="*/ 83 h 274"/>
                  <a:gd name="T24" fmla="*/ 28 w 55"/>
                  <a:gd name="T25" fmla="*/ 93 h 274"/>
                  <a:gd name="T26" fmla="*/ 30 w 55"/>
                  <a:gd name="T27" fmla="*/ 103 h 274"/>
                  <a:gd name="T28" fmla="*/ 32 w 55"/>
                  <a:gd name="T29" fmla="*/ 115 h 274"/>
                  <a:gd name="T30" fmla="*/ 33 w 55"/>
                  <a:gd name="T31" fmla="*/ 140 h 274"/>
                  <a:gd name="T32" fmla="*/ 37 w 55"/>
                  <a:gd name="T33" fmla="*/ 138 h 274"/>
                  <a:gd name="T34" fmla="*/ 33 w 55"/>
                  <a:gd name="T35" fmla="*/ 163 h 274"/>
                  <a:gd name="T36" fmla="*/ 32 w 55"/>
                  <a:gd name="T37" fmla="*/ 175 h 274"/>
                  <a:gd name="T38" fmla="*/ 30 w 55"/>
                  <a:gd name="T39" fmla="*/ 187 h 274"/>
                  <a:gd name="T40" fmla="*/ 27 w 55"/>
                  <a:gd name="T41" fmla="*/ 195 h 274"/>
                  <a:gd name="T42" fmla="*/ 25 w 55"/>
                  <a:gd name="T43" fmla="*/ 202 h 274"/>
                  <a:gd name="T44" fmla="*/ 23 w 55"/>
                  <a:gd name="T45" fmla="*/ 208 h 274"/>
                  <a:gd name="T46" fmla="*/ 18 w 55"/>
                  <a:gd name="T47" fmla="*/ 225 h 274"/>
                  <a:gd name="T48" fmla="*/ 12 w 55"/>
                  <a:gd name="T49" fmla="*/ 240 h 274"/>
                  <a:gd name="T50" fmla="*/ 2 w 55"/>
                  <a:gd name="T51" fmla="*/ 255 h 274"/>
                  <a:gd name="T52" fmla="*/ 2 w 55"/>
                  <a:gd name="T53" fmla="*/ 259 h 274"/>
                  <a:gd name="T54" fmla="*/ 0 w 55"/>
                  <a:gd name="T55" fmla="*/ 265 h 274"/>
                  <a:gd name="T56" fmla="*/ 5 w 55"/>
                  <a:gd name="T57" fmla="*/ 272 h 274"/>
                  <a:gd name="T58" fmla="*/ 12 w 55"/>
                  <a:gd name="T59" fmla="*/ 274 h 274"/>
                  <a:gd name="T60" fmla="*/ 18 w 55"/>
                  <a:gd name="T61" fmla="*/ 269 h 274"/>
                  <a:gd name="T62" fmla="*/ 22 w 55"/>
                  <a:gd name="T63" fmla="*/ 262 h 274"/>
                  <a:gd name="T64" fmla="*/ 28 w 55"/>
                  <a:gd name="T65" fmla="*/ 250 h 274"/>
                  <a:gd name="T66" fmla="*/ 38 w 55"/>
                  <a:gd name="T67" fmla="*/ 228 h 274"/>
                  <a:gd name="T68" fmla="*/ 43 w 55"/>
                  <a:gd name="T69" fmla="*/ 215 h 274"/>
                  <a:gd name="T70" fmla="*/ 45 w 55"/>
                  <a:gd name="T71" fmla="*/ 205 h 274"/>
                  <a:gd name="T72" fmla="*/ 47 w 55"/>
                  <a:gd name="T73" fmla="*/ 198 h 274"/>
                  <a:gd name="T74" fmla="*/ 50 w 55"/>
                  <a:gd name="T75" fmla="*/ 190 h 274"/>
                  <a:gd name="T76" fmla="*/ 52 w 55"/>
                  <a:gd name="T77" fmla="*/ 178 h 274"/>
                  <a:gd name="T78" fmla="*/ 53 w 55"/>
                  <a:gd name="T79" fmla="*/ 167 h 274"/>
                  <a:gd name="T80" fmla="*/ 55 w 55"/>
                  <a:gd name="T81" fmla="*/ 140 h 274"/>
                  <a:gd name="T82" fmla="*/ 53 w 55"/>
                  <a:gd name="T83" fmla="*/ 117 h 274"/>
                  <a:gd name="T84" fmla="*/ 52 w 55"/>
                  <a:gd name="T85" fmla="*/ 103 h 274"/>
                  <a:gd name="T86" fmla="*/ 50 w 55"/>
                  <a:gd name="T87" fmla="*/ 91 h 274"/>
                  <a:gd name="T88" fmla="*/ 47 w 55"/>
                  <a:gd name="T89" fmla="*/ 83 h 274"/>
                  <a:gd name="T90" fmla="*/ 45 w 55"/>
                  <a:gd name="T91" fmla="*/ 75 h 274"/>
                  <a:gd name="T92" fmla="*/ 43 w 55"/>
                  <a:gd name="T93" fmla="*/ 65 h 274"/>
                  <a:gd name="T94" fmla="*/ 40 w 55"/>
                  <a:gd name="T95" fmla="*/ 56 h 274"/>
                  <a:gd name="T96" fmla="*/ 38 w 55"/>
                  <a:gd name="T97" fmla="*/ 50 h 274"/>
                  <a:gd name="T98" fmla="*/ 35 w 55"/>
                  <a:gd name="T99" fmla="*/ 40 h 274"/>
                  <a:gd name="T100" fmla="*/ 32 w 55"/>
                  <a:gd name="T101" fmla="*/ 31 h 274"/>
                  <a:gd name="T102" fmla="*/ 25 w 55"/>
                  <a:gd name="T103" fmla="*/ 21 h 274"/>
                  <a:gd name="T104" fmla="*/ 22 w 55"/>
                  <a:gd name="T105" fmla="*/ 10 h 27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5"/>
                  <a:gd name="T160" fmla="*/ 0 h 274"/>
                  <a:gd name="T161" fmla="*/ 55 w 55"/>
                  <a:gd name="T162" fmla="*/ 274 h 27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5" h="274">
                    <a:moveTo>
                      <a:pt x="18" y="5"/>
                    </a:moveTo>
                    <a:lnTo>
                      <a:pt x="18" y="3"/>
                    </a:lnTo>
                    <a:lnTo>
                      <a:pt x="15" y="1"/>
                    </a:lnTo>
                    <a:lnTo>
                      <a:pt x="13" y="0"/>
                    </a:lnTo>
                    <a:lnTo>
                      <a:pt x="8" y="0"/>
                    </a:lnTo>
                    <a:lnTo>
                      <a:pt x="5" y="1"/>
                    </a:lnTo>
                    <a:lnTo>
                      <a:pt x="3" y="1"/>
                    </a:lnTo>
                    <a:lnTo>
                      <a:pt x="2" y="5"/>
                    </a:lnTo>
                    <a:lnTo>
                      <a:pt x="0" y="6"/>
                    </a:lnTo>
                    <a:lnTo>
                      <a:pt x="0" y="11"/>
                    </a:lnTo>
                    <a:lnTo>
                      <a:pt x="2" y="15"/>
                    </a:lnTo>
                    <a:lnTo>
                      <a:pt x="2" y="16"/>
                    </a:lnTo>
                    <a:lnTo>
                      <a:pt x="5" y="26"/>
                    </a:lnTo>
                    <a:lnTo>
                      <a:pt x="12" y="36"/>
                    </a:lnTo>
                    <a:lnTo>
                      <a:pt x="12" y="38"/>
                    </a:lnTo>
                    <a:lnTo>
                      <a:pt x="13" y="43"/>
                    </a:lnTo>
                    <a:lnTo>
                      <a:pt x="15" y="46"/>
                    </a:lnTo>
                    <a:lnTo>
                      <a:pt x="17" y="51"/>
                    </a:lnTo>
                    <a:lnTo>
                      <a:pt x="18" y="53"/>
                    </a:lnTo>
                    <a:lnTo>
                      <a:pt x="18" y="58"/>
                    </a:lnTo>
                    <a:lnTo>
                      <a:pt x="22" y="68"/>
                    </a:lnTo>
                    <a:lnTo>
                      <a:pt x="25" y="75"/>
                    </a:lnTo>
                    <a:lnTo>
                      <a:pt x="25" y="78"/>
                    </a:lnTo>
                    <a:lnTo>
                      <a:pt x="27" y="83"/>
                    </a:lnTo>
                    <a:lnTo>
                      <a:pt x="27" y="86"/>
                    </a:lnTo>
                    <a:lnTo>
                      <a:pt x="28" y="93"/>
                    </a:lnTo>
                    <a:lnTo>
                      <a:pt x="30" y="95"/>
                    </a:lnTo>
                    <a:lnTo>
                      <a:pt x="30" y="103"/>
                    </a:lnTo>
                    <a:lnTo>
                      <a:pt x="32" y="106"/>
                    </a:lnTo>
                    <a:lnTo>
                      <a:pt x="32" y="115"/>
                    </a:lnTo>
                    <a:lnTo>
                      <a:pt x="33" y="120"/>
                    </a:lnTo>
                    <a:lnTo>
                      <a:pt x="33" y="140"/>
                    </a:lnTo>
                    <a:lnTo>
                      <a:pt x="35" y="147"/>
                    </a:lnTo>
                    <a:lnTo>
                      <a:pt x="37" y="138"/>
                    </a:lnTo>
                    <a:lnTo>
                      <a:pt x="33" y="145"/>
                    </a:lnTo>
                    <a:lnTo>
                      <a:pt x="33" y="163"/>
                    </a:lnTo>
                    <a:lnTo>
                      <a:pt x="32" y="168"/>
                    </a:lnTo>
                    <a:lnTo>
                      <a:pt x="32" y="175"/>
                    </a:lnTo>
                    <a:lnTo>
                      <a:pt x="30" y="180"/>
                    </a:lnTo>
                    <a:lnTo>
                      <a:pt x="30" y="187"/>
                    </a:lnTo>
                    <a:lnTo>
                      <a:pt x="28" y="188"/>
                    </a:lnTo>
                    <a:lnTo>
                      <a:pt x="27" y="195"/>
                    </a:lnTo>
                    <a:lnTo>
                      <a:pt x="27" y="198"/>
                    </a:lnTo>
                    <a:lnTo>
                      <a:pt x="25" y="202"/>
                    </a:lnTo>
                    <a:lnTo>
                      <a:pt x="25" y="205"/>
                    </a:lnTo>
                    <a:lnTo>
                      <a:pt x="23" y="208"/>
                    </a:lnTo>
                    <a:lnTo>
                      <a:pt x="18" y="220"/>
                    </a:lnTo>
                    <a:lnTo>
                      <a:pt x="18" y="225"/>
                    </a:lnTo>
                    <a:lnTo>
                      <a:pt x="12" y="237"/>
                    </a:lnTo>
                    <a:lnTo>
                      <a:pt x="12" y="240"/>
                    </a:lnTo>
                    <a:lnTo>
                      <a:pt x="8" y="242"/>
                    </a:lnTo>
                    <a:lnTo>
                      <a:pt x="2" y="255"/>
                    </a:lnTo>
                    <a:lnTo>
                      <a:pt x="0" y="260"/>
                    </a:lnTo>
                    <a:lnTo>
                      <a:pt x="2" y="259"/>
                    </a:lnTo>
                    <a:lnTo>
                      <a:pt x="0" y="260"/>
                    </a:lnTo>
                    <a:lnTo>
                      <a:pt x="0" y="265"/>
                    </a:lnTo>
                    <a:lnTo>
                      <a:pt x="2" y="269"/>
                    </a:lnTo>
                    <a:lnTo>
                      <a:pt x="5" y="272"/>
                    </a:lnTo>
                    <a:lnTo>
                      <a:pt x="7" y="274"/>
                    </a:lnTo>
                    <a:lnTo>
                      <a:pt x="12" y="274"/>
                    </a:lnTo>
                    <a:lnTo>
                      <a:pt x="15" y="272"/>
                    </a:lnTo>
                    <a:lnTo>
                      <a:pt x="18" y="269"/>
                    </a:lnTo>
                    <a:lnTo>
                      <a:pt x="20" y="267"/>
                    </a:lnTo>
                    <a:lnTo>
                      <a:pt x="22" y="262"/>
                    </a:lnTo>
                    <a:lnTo>
                      <a:pt x="25" y="255"/>
                    </a:lnTo>
                    <a:lnTo>
                      <a:pt x="28" y="250"/>
                    </a:lnTo>
                    <a:lnTo>
                      <a:pt x="32" y="244"/>
                    </a:lnTo>
                    <a:lnTo>
                      <a:pt x="38" y="228"/>
                    </a:lnTo>
                    <a:lnTo>
                      <a:pt x="38" y="223"/>
                    </a:lnTo>
                    <a:lnTo>
                      <a:pt x="43" y="215"/>
                    </a:lnTo>
                    <a:lnTo>
                      <a:pt x="45" y="208"/>
                    </a:lnTo>
                    <a:lnTo>
                      <a:pt x="45" y="205"/>
                    </a:lnTo>
                    <a:lnTo>
                      <a:pt x="47" y="202"/>
                    </a:lnTo>
                    <a:lnTo>
                      <a:pt x="47" y="198"/>
                    </a:lnTo>
                    <a:lnTo>
                      <a:pt x="48" y="195"/>
                    </a:lnTo>
                    <a:lnTo>
                      <a:pt x="50" y="190"/>
                    </a:lnTo>
                    <a:lnTo>
                      <a:pt x="50" y="183"/>
                    </a:lnTo>
                    <a:lnTo>
                      <a:pt x="52" y="178"/>
                    </a:lnTo>
                    <a:lnTo>
                      <a:pt x="52" y="172"/>
                    </a:lnTo>
                    <a:lnTo>
                      <a:pt x="53" y="167"/>
                    </a:lnTo>
                    <a:lnTo>
                      <a:pt x="53" y="148"/>
                    </a:lnTo>
                    <a:lnTo>
                      <a:pt x="55" y="140"/>
                    </a:lnTo>
                    <a:lnTo>
                      <a:pt x="53" y="137"/>
                    </a:lnTo>
                    <a:lnTo>
                      <a:pt x="53" y="117"/>
                    </a:lnTo>
                    <a:lnTo>
                      <a:pt x="52" y="111"/>
                    </a:lnTo>
                    <a:lnTo>
                      <a:pt x="52" y="103"/>
                    </a:lnTo>
                    <a:lnTo>
                      <a:pt x="50" y="100"/>
                    </a:lnTo>
                    <a:lnTo>
                      <a:pt x="50" y="91"/>
                    </a:lnTo>
                    <a:lnTo>
                      <a:pt x="48" y="86"/>
                    </a:lnTo>
                    <a:lnTo>
                      <a:pt x="47" y="83"/>
                    </a:lnTo>
                    <a:lnTo>
                      <a:pt x="47" y="80"/>
                    </a:lnTo>
                    <a:lnTo>
                      <a:pt x="45" y="75"/>
                    </a:lnTo>
                    <a:lnTo>
                      <a:pt x="45" y="71"/>
                    </a:lnTo>
                    <a:lnTo>
                      <a:pt x="43" y="65"/>
                    </a:lnTo>
                    <a:lnTo>
                      <a:pt x="42" y="61"/>
                    </a:lnTo>
                    <a:lnTo>
                      <a:pt x="40" y="56"/>
                    </a:lnTo>
                    <a:lnTo>
                      <a:pt x="38" y="55"/>
                    </a:lnTo>
                    <a:lnTo>
                      <a:pt x="38" y="50"/>
                    </a:lnTo>
                    <a:lnTo>
                      <a:pt x="37" y="45"/>
                    </a:lnTo>
                    <a:lnTo>
                      <a:pt x="35" y="40"/>
                    </a:lnTo>
                    <a:lnTo>
                      <a:pt x="33" y="36"/>
                    </a:lnTo>
                    <a:lnTo>
                      <a:pt x="32" y="31"/>
                    </a:lnTo>
                    <a:lnTo>
                      <a:pt x="28" y="26"/>
                    </a:lnTo>
                    <a:lnTo>
                      <a:pt x="25" y="21"/>
                    </a:lnTo>
                    <a:lnTo>
                      <a:pt x="25" y="20"/>
                    </a:lnTo>
                    <a:lnTo>
                      <a:pt x="22" y="10"/>
                    </a:lnTo>
                    <a:lnTo>
                      <a:pt x="1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27" name="Freeform 27">
                <a:extLst>
                  <a:ext uri="{FF2B5EF4-FFF2-40B4-BE49-F238E27FC236}">
                    <a16:creationId xmlns:a16="http://schemas.microsoft.com/office/drawing/2014/main" id="{8355C35D-C1B3-8250-0D3F-B02DBCF42815}"/>
                  </a:ext>
                </a:extLst>
              </p:cNvPr>
              <p:cNvSpPr>
                <a:spLocks/>
              </p:cNvSpPr>
              <p:nvPr/>
            </p:nvSpPr>
            <p:spPr bwMode="auto">
              <a:xfrm>
                <a:off x="1905" y="2383"/>
                <a:ext cx="537" cy="20"/>
              </a:xfrm>
              <a:custGeom>
                <a:avLst/>
                <a:gdLst>
                  <a:gd name="T0" fmla="*/ 527 w 537"/>
                  <a:gd name="T1" fmla="*/ 20 h 20"/>
                  <a:gd name="T2" fmla="*/ 530 w 537"/>
                  <a:gd name="T3" fmla="*/ 20 h 20"/>
                  <a:gd name="T4" fmla="*/ 534 w 537"/>
                  <a:gd name="T5" fmla="*/ 17 h 20"/>
                  <a:gd name="T6" fmla="*/ 537 w 537"/>
                  <a:gd name="T7" fmla="*/ 14 h 20"/>
                  <a:gd name="T8" fmla="*/ 537 w 537"/>
                  <a:gd name="T9" fmla="*/ 7 h 20"/>
                  <a:gd name="T10" fmla="*/ 534 w 537"/>
                  <a:gd name="T11" fmla="*/ 4 h 20"/>
                  <a:gd name="T12" fmla="*/ 530 w 537"/>
                  <a:gd name="T13" fmla="*/ 0 h 20"/>
                  <a:gd name="T14" fmla="*/ 7 w 537"/>
                  <a:gd name="T15" fmla="*/ 0 h 20"/>
                  <a:gd name="T16" fmla="*/ 4 w 537"/>
                  <a:gd name="T17" fmla="*/ 4 h 20"/>
                  <a:gd name="T18" fmla="*/ 0 w 537"/>
                  <a:gd name="T19" fmla="*/ 7 h 20"/>
                  <a:gd name="T20" fmla="*/ 0 w 537"/>
                  <a:gd name="T21" fmla="*/ 14 h 20"/>
                  <a:gd name="T22" fmla="*/ 4 w 537"/>
                  <a:gd name="T23" fmla="*/ 17 h 20"/>
                  <a:gd name="T24" fmla="*/ 7 w 537"/>
                  <a:gd name="T25" fmla="*/ 20 h 20"/>
                  <a:gd name="T26" fmla="*/ 10 w 537"/>
                  <a:gd name="T27" fmla="*/ 20 h 20"/>
                  <a:gd name="T28" fmla="*/ 527 w 537"/>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20"/>
                  <a:gd name="T47" fmla="*/ 537 w 537"/>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20">
                    <a:moveTo>
                      <a:pt x="527" y="20"/>
                    </a:moveTo>
                    <a:lnTo>
                      <a:pt x="530" y="20"/>
                    </a:lnTo>
                    <a:lnTo>
                      <a:pt x="534" y="17"/>
                    </a:lnTo>
                    <a:lnTo>
                      <a:pt x="537" y="14"/>
                    </a:lnTo>
                    <a:lnTo>
                      <a:pt x="537" y="7"/>
                    </a:lnTo>
                    <a:lnTo>
                      <a:pt x="534" y="4"/>
                    </a:lnTo>
                    <a:lnTo>
                      <a:pt x="530" y="0"/>
                    </a:lnTo>
                    <a:lnTo>
                      <a:pt x="7" y="0"/>
                    </a:lnTo>
                    <a:lnTo>
                      <a:pt x="4" y="4"/>
                    </a:lnTo>
                    <a:lnTo>
                      <a:pt x="0" y="7"/>
                    </a:lnTo>
                    <a:lnTo>
                      <a:pt x="0" y="14"/>
                    </a:lnTo>
                    <a:lnTo>
                      <a:pt x="4" y="17"/>
                    </a:lnTo>
                    <a:lnTo>
                      <a:pt x="7" y="20"/>
                    </a:lnTo>
                    <a:lnTo>
                      <a:pt x="10" y="20"/>
                    </a:lnTo>
                    <a:lnTo>
                      <a:pt x="527"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28" name="Freeform 28">
                <a:extLst>
                  <a:ext uri="{FF2B5EF4-FFF2-40B4-BE49-F238E27FC236}">
                    <a16:creationId xmlns:a16="http://schemas.microsoft.com/office/drawing/2014/main" id="{85C15A87-E807-99A3-E637-568ED71DF321}"/>
                  </a:ext>
                </a:extLst>
              </p:cNvPr>
              <p:cNvSpPr>
                <a:spLocks/>
              </p:cNvSpPr>
              <p:nvPr/>
            </p:nvSpPr>
            <p:spPr bwMode="auto">
              <a:xfrm>
                <a:off x="1897" y="2559"/>
                <a:ext cx="535" cy="20"/>
              </a:xfrm>
              <a:custGeom>
                <a:avLst/>
                <a:gdLst>
                  <a:gd name="T0" fmla="*/ 525 w 535"/>
                  <a:gd name="T1" fmla="*/ 20 h 20"/>
                  <a:gd name="T2" fmla="*/ 528 w 535"/>
                  <a:gd name="T3" fmla="*/ 20 h 20"/>
                  <a:gd name="T4" fmla="*/ 532 w 535"/>
                  <a:gd name="T5" fmla="*/ 17 h 20"/>
                  <a:gd name="T6" fmla="*/ 535 w 535"/>
                  <a:gd name="T7" fmla="*/ 13 h 20"/>
                  <a:gd name="T8" fmla="*/ 535 w 535"/>
                  <a:gd name="T9" fmla="*/ 6 h 20"/>
                  <a:gd name="T10" fmla="*/ 532 w 535"/>
                  <a:gd name="T11" fmla="*/ 3 h 20"/>
                  <a:gd name="T12" fmla="*/ 528 w 535"/>
                  <a:gd name="T13" fmla="*/ 0 h 20"/>
                  <a:gd name="T14" fmla="*/ 7 w 535"/>
                  <a:gd name="T15" fmla="*/ 0 h 20"/>
                  <a:gd name="T16" fmla="*/ 3 w 535"/>
                  <a:gd name="T17" fmla="*/ 3 h 20"/>
                  <a:gd name="T18" fmla="*/ 0 w 535"/>
                  <a:gd name="T19" fmla="*/ 6 h 20"/>
                  <a:gd name="T20" fmla="*/ 0 w 535"/>
                  <a:gd name="T21" fmla="*/ 13 h 20"/>
                  <a:gd name="T22" fmla="*/ 3 w 535"/>
                  <a:gd name="T23" fmla="*/ 17 h 20"/>
                  <a:gd name="T24" fmla="*/ 7 w 535"/>
                  <a:gd name="T25" fmla="*/ 20 h 20"/>
                  <a:gd name="T26" fmla="*/ 10 w 535"/>
                  <a:gd name="T27" fmla="*/ 20 h 20"/>
                  <a:gd name="T28" fmla="*/ 525 w 535"/>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5"/>
                  <a:gd name="T46" fmla="*/ 0 h 20"/>
                  <a:gd name="T47" fmla="*/ 535 w 535"/>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5" h="20">
                    <a:moveTo>
                      <a:pt x="525" y="20"/>
                    </a:moveTo>
                    <a:lnTo>
                      <a:pt x="528" y="20"/>
                    </a:lnTo>
                    <a:lnTo>
                      <a:pt x="532" y="17"/>
                    </a:lnTo>
                    <a:lnTo>
                      <a:pt x="535" y="13"/>
                    </a:lnTo>
                    <a:lnTo>
                      <a:pt x="535" y="6"/>
                    </a:lnTo>
                    <a:lnTo>
                      <a:pt x="532" y="3"/>
                    </a:lnTo>
                    <a:lnTo>
                      <a:pt x="528" y="0"/>
                    </a:lnTo>
                    <a:lnTo>
                      <a:pt x="7" y="0"/>
                    </a:lnTo>
                    <a:lnTo>
                      <a:pt x="3" y="3"/>
                    </a:lnTo>
                    <a:lnTo>
                      <a:pt x="0" y="6"/>
                    </a:lnTo>
                    <a:lnTo>
                      <a:pt x="0" y="13"/>
                    </a:lnTo>
                    <a:lnTo>
                      <a:pt x="3" y="17"/>
                    </a:lnTo>
                    <a:lnTo>
                      <a:pt x="7" y="20"/>
                    </a:lnTo>
                    <a:lnTo>
                      <a:pt x="10" y="20"/>
                    </a:lnTo>
                    <a:lnTo>
                      <a:pt x="525"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29" name="Freeform 29">
                <a:extLst>
                  <a:ext uri="{FF2B5EF4-FFF2-40B4-BE49-F238E27FC236}">
                    <a16:creationId xmlns:a16="http://schemas.microsoft.com/office/drawing/2014/main" id="{E4252C8E-B2CD-7FF1-6C26-0544683B87E8}"/>
                  </a:ext>
                </a:extLst>
              </p:cNvPr>
              <p:cNvSpPr>
                <a:spLocks/>
              </p:cNvSpPr>
              <p:nvPr/>
            </p:nvSpPr>
            <p:spPr bwMode="auto">
              <a:xfrm>
                <a:off x="2195" y="2559"/>
                <a:ext cx="20" cy="222"/>
              </a:xfrm>
              <a:custGeom>
                <a:avLst/>
                <a:gdLst>
                  <a:gd name="T0" fmla="*/ 20 w 20"/>
                  <a:gd name="T1" fmla="*/ 10 h 222"/>
                  <a:gd name="T2" fmla="*/ 20 w 20"/>
                  <a:gd name="T3" fmla="*/ 6 h 222"/>
                  <a:gd name="T4" fmla="*/ 16 w 20"/>
                  <a:gd name="T5" fmla="*/ 3 h 222"/>
                  <a:gd name="T6" fmla="*/ 13 w 20"/>
                  <a:gd name="T7" fmla="*/ 0 h 222"/>
                  <a:gd name="T8" fmla="*/ 6 w 20"/>
                  <a:gd name="T9" fmla="*/ 0 h 222"/>
                  <a:gd name="T10" fmla="*/ 3 w 20"/>
                  <a:gd name="T11" fmla="*/ 3 h 222"/>
                  <a:gd name="T12" fmla="*/ 0 w 20"/>
                  <a:gd name="T13" fmla="*/ 6 h 222"/>
                  <a:gd name="T14" fmla="*/ 0 w 20"/>
                  <a:gd name="T15" fmla="*/ 215 h 222"/>
                  <a:gd name="T16" fmla="*/ 3 w 20"/>
                  <a:gd name="T17" fmla="*/ 219 h 222"/>
                  <a:gd name="T18" fmla="*/ 6 w 20"/>
                  <a:gd name="T19" fmla="*/ 222 h 222"/>
                  <a:gd name="T20" fmla="*/ 13 w 20"/>
                  <a:gd name="T21" fmla="*/ 222 h 222"/>
                  <a:gd name="T22" fmla="*/ 16 w 20"/>
                  <a:gd name="T23" fmla="*/ 219 h 222"/>
                  <a:gd name="T24" fmla="*/ 20 w 20"/>
                  <a:gd name="T25" fmla="*/ 215 h 222"/>
                  <a:gd name="T26" fmla="*/ 20 w 20"/>
                  <a:gd name="T27" fmla="*/ 212 h 222"/>
                  <a:gd name="T28" fmla="*/ 20 w 20"/>
                  <a:gd name="T29" fmla="*/ 10 h 2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222"/>
                  <a:gd name="T47" fmla="*/ 20 w 20"/>
                  <a:gd name="T48" fmla="*/ 222 h 2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222">
                    <a:moveTo>
                      <a:pt x="20" y="10"/>
                    </a:moveTo>
                    <a:lnTo>
                      <a:pt x="20" y="6"/>
                    </a:lnTo>
                    <a:lnTo>
                      <a:pt x="16" y="3"/>
                    </a:lnTo>
                    <a:lnTo>
                      <a:pt x="13" y="0"/>
                    </a:lnTo>
                    <a:lnTo>
                      <a:pt x="6" y="0"/>
                    </a:lnTo>
                    <a:lnTo>
                      <a:pt x="3" y="3"/>
                    </a:lnTo>
                    <a:lnTo>
                      <a:pt x="0" y="6"/>
                    </a:lnTo>
                    <a:lnTo>
                      <a:pt x="0" y="215"/>
                    </a:lnTo>
                    <a:lnTo>
                      <a:pt x="3" y="219"/>
                    </a:lnTo>
                    <a:lnTo>
                      <a:pt x="6" y="222"/>
                    </a:lnTo>
                    <a:lnTo>
                      <a:pt x="13" y="222"/>
                    </a:lnTo>
                    <a:lnTo>
                      <a:pt x="16" y="219"/>
                    </a:lnTo>
                    <a:lnTo>
                      <a:pt x="20" y="215"/>
                    </a:lnTo>
                    <a:lnTo>
                      <a:pt x="20" y="212"/>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30" name="Freeform 30">
                <a:extLst>
                  <a:ext uri="{FF2B5EF4-FFF2-40B4-BE49-F238E27FC236}">
                    <a16:creationId xmlns:a16="http://schemas.microsoft.com/office/drawing/2014/main" id="{78774BC0-E1A6-68EE-2973-BBE897811110}"/>
                  </a:ext>
                </a:extLst>
              </p:cNvPr>
              <p:cNvSpPr>
                <a:spLocks/>
              </p:cNvSpPr>
              <p:nvPr/>
            </p:nvSpPr>
            <p:spPr bwMode="auto">
              <a:xfrm>
                <a:off x="2185" y="2681"/>
                <a:ext cx="55" cy="108"/>
              </a:xfrm>
              <a:custGeom>
                <a:avLst/>
                <a:gdLst>
                  <a:gd name="T0" fmla="*/ 0 w 55"/>
                  <a:gd name="T1" fmla="*/ 95 h 108"/>
                  <a:gd name="T2" fmla="*/ 0 w 55"/>
                  <a:gd name="T3" fmla="*/ 102 h 108"/>
                  <a:gd name="T4" fmla="*/ 1 w 55"/>
                  <a:gd name="T5" fmla="*/ 105 h 108"/>
                  <a:gd name="T6" fmla="*/ 3 w 55"/>
                  <a:gd name="T7" fmla="*/ 107 h 108"/>
                  <a:gd name="T8" fmla="*/ 6 w 55"/>
                  <a:gd name="T9" fmla="*/ 108 h 108"/>
                  <a:gd name="T10" fmla="*/ 13 w 55"/>
                  <a:gd name="T11" fmla="*/ 108 h 108"/>
                  <a:gd name="T12" fmla="*/ 16 w 55"/>
                  <a:gd name="T13" fmla="*/ 107 h 108"/>
                  <a:gd name="T14" fmla="*/ 18 w 55"/>
                  <a:gd name="T15" fmla="*/ 105 h 108"/>
                  <a:gd name="T16" fmla="*/ 20 w 55"/>
                  <a:gd name="T17" fmla="*/ 102 h 108"/>
                  <a:gd name="T18" fmla="*/ 55 w 55"/>
                  <a:gd name="T19" fmla="*/ 13 h 108"/>
                  <a:gd name="T20" fmla="*/ 55 w 55"/>
                  <a:gd name="T21" fmla="*/ 6 h 108"/>
                  <a:gd name="T22" fmla="*/ 53 w 55"/>
                  <a:gd name="T23" fmla="*/ 3 h 108"/>
                  <a:gd name="T24" fmla="*/ 51 w 55"/>
                  <a:gd name="T25" fmla="*/ 1 h 108"/>
                  <a:gd name="T26" fmla="*/ 48 w 55"/>
                  <a:gd name="T27" fmla="*/ 0 h 108"/>
                  <a:gd name="T28" fmla="*/ 41 w 55"/>
                  <a:gd name="T29" fmla="*/ 0 h 108"/>
                  <a:gd name="T30" fmla="*/ 38 w 55"/>
                  <a:gd name="T31" fmla="*/ 1 h 108"/>
                  <a:gd name="T32" fmla="*/ 36 w 55"/>
                  <a:gd name="T33" fmla="*/ 3 h 108"/>
                  <a:gd name="T34" fmla="*/ 35 w 55"/>
                  <a:gd name="T35" fmla="*/ 6 h 108"/>
                  <a:gd name="T36" fmla="*/ 0 w 55"/>
                  <a:gd name="T37" fmla="*/ 95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5"/>
                  <a:gd name="T58" fmla="*/ 0 h 108"/>
                  <a:gd name="T59" fmla="*/ 55 w 55"/>
                  <a:gd name="T60" fmla="*/ 108 h 10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5" h="108">
                    <a:moveTo>
                      <a:pt x="0" y="95"/>
                    </a:moveTo>
                    <a:lnTo>
                      <a:pt x="0" y="102"/>
                    </a:lnTo>
                    <a:lnTo>
                      <a:pt x="1" y="105"/>
                    </a:lnTo>
                    <a:lnTo>
                      <a:pt x="3" y="107"/>
                    </a:lnTo>
                    <a:lnTo>
                      <a:pt x="6" y="108"/>
                    </a:lnTo>
                    <a:lnTo>
                      <a:pt x="13" y="108"/>
                    </a:lnTo>
                    <a:lnTo>
                      <a:pt x="16" y="107"/>
                    </a:lnTo>
                    <a:lnTo>
                      <a:pt x="18" y="105"/>
                    </a:lnTo>
                    <a:lnTo>
                      <a:pt x="20" y="102"/>
                    </a:lnTo>
                    <a:lnTo>
                      <a:pt x="55" y="13"/>
                    </a:lnTo>
                    <a:lnTo>
                      <a:pt x="55" y="6"/>
                    </a:lnTo>
                    <a:lnTo>
                      <a:pt x="53" y="3"/>
                    </a:lnTo>
                    <a:lnTo>
                      <a:pt x="51" y="1"/>
                    </a:lnTo>
                    <a:lnTo>
                      <a:pt x="48" y="0"/>
                    </a:lnTo>
                    <a:lnTo>
                      <a:pt x="41" y="0"/>
                    </a:lnTo>
                    <a:lnTo>
                      <a:pt x="38" y="1"/>
                    </a:lnTo>
                    <a:lnTo>
                      <a:pt x="36" y="3"/>
                    </a:lnTo>
                    <a:lnTo>
                      <a:pt x="35" y="6"/>
                    </a:lnTo>
                    <a:lnTo>
                      <a:pt x="0"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31" name="Oval 31">
                <a:extLst>
                  <a:ext uri="{FF2B5EF4-FFF2-40B4-BE49-F238E27FC236}">
                    <a16:creationId xmlns:a16="http://schemas.microsoft.com/office/drawing/2014/main" id="{84470E92-F251-16C2-F9EA-4782A980D675}"/>
                  </a:ext>
                </a:extLst>
              </p:cNvPr>
              <p:cNvSpPr>
                <a:spLocks noChangeArrowheads="1"/>
              </p:cNvSpPr>
              <p:nvPr/>
            </p:nvSpPr>
            <p:spPr bwMode="auto">
              <a:xfrm>
                <a:off x="2168" y="2542"/>
                <a:ext cx="73" cy="7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32" name="Freeform 32">
                <a:extLst>
                  <a:ext uri="{FF2B5EF4-FFF2-40B4-BE49-F238E27FC236}">
                    <a16:creationId xmlns:a16="http://schemas.microsoft.com/office/drawing/2014/main" id="{04060856-ADCB-6E51-404E-B776F056E19C}"/>
                  </a:ext>
                </a:extLst>
              </p:cNvPr>
              <p:cNvSpPr>
                <a:spLocks/>
              </p:cNvSpPr>
              <p:nvPr/>
            </p:nvSpPr>
            <p:spPr bwMode="auto">
              <a:xfrm>
                <a:off x="2158" y="2532"/>
                <a:ext cx="90" cy="90"/>
              </a:xfrm>
              <a:custGeom>
                <a:avLst/>
                <a:gdLst>
                  <a:gd name="T0" fmla="*/ 1 w 90"/>
                  <a:gd name="T1" fmla="*/ 60 h 90"/>
                  <a:gd name="T2" fmla="*/ 3 w 90"/>
                  <a:gd name="T3" fmla="*/ 67 h 90"/>
                  <a:gd name="T4" fmla="*/ 18 w 90"/>
                  <a:gd name="T5" fmla="*/ 82 h 90"/>
                  <a:gd name="T6" fmla="*/ 27 w 90"/>
                  <a:gd name="T7" fmla="*/ 89 h 90"/>
                  <a:gd name="T8" fmla="*/ 40 w 90"/>
                  <a:gd name="T9" fmla="*/ 90 h 90"/>
                  <a:gd name="T10" fmla="*/ 57 w 90"/>
                  <a:gd name="T11" fmla="*/ 90 h 90"/>
                  <a:gd name="T12" fmla="*/ 63 w 90"/>
                  <a:gd name="T13" fmla="*/ 87 h 90"/>
                  <a:gd name="T14" fmla="*/ 68 w 90"/>
                  <a:gd name="T15" fmla="*/ 85 h 90"/>
                  <a:gd name="T16" fmla="*/ 72 w 90"/>
                  <a:gd name="T17" fmla="*/ 82 h 90"/>
                  <a:gd name="T18" fmla="*/ 77 w 90"/>
                  <a:gd name="T19" fmla="*/ 77 h 90"/>
                  <a:gd name="T20" fmla="*/ 87 w 90"/>
                  <a:gd name="T21" fmla="*/ 65 h 90"/>
                  <a:gd name="T22" fmla="*/ 88 w 90"/>
                  <a:gd name="T23" fmla="*/ 59 h 90"/>
                  <a:gd name="T24" fmla="*/ 88 w 90"/>
                  <a:gd name="T25" fmla="*/ 52 h 90"/>
                  <a:gd name="T26" fmla="*/ 88 w 90"/>
                  <a:gd name="T27" fmla="*/ 30 h 90"/>
                  <a:gd name="T28" fmla="*/ 87 w 90"/>
                  <a:gd name="T29" fmla="*/ 23 h 90"/>
                  <a:gd name="T30" fmla="*/ 73 w 90"/>
                  <a:gd name="T31" fmla="*/ 10 h 90"/>
                  <a:gd name="T32" fmla="*/ 62 w 90"/>
                  <a:gd name="T33" fmla="*/ 2 h 90"/>
                  <a:gd name="T34" fmla="*/ 30 w 90"/>
                  <a:gd name="T35" fmla="*/ 0 h 90"/>
                  <a:gd name="T36" fmla="*/ 25 w 90"/>
                  <a:gd name="T37" fmla="*/ 3 h 90"/>
                  <a:gd name="T38" fmla="*/ 20 w 90"/>
                  <a:gd name="T39" fmla="*/ 7 h 90"/>
                  <a:gd name="T40" fmla="*/ 13 w 90"/>
                  <a:gd name="T41" fmla="*/ 13 h 90"/>
                  <a:gd name="T42" fmla="*/ 6 w 90"/>
                  <a:gd name="T43" fmla="*/ 20 h 90"/>
                  <a:gd name="T44" fmla="*/ 3 w 90"/>
                  <a:gd name="T45" fmla="*/ 25 h 90"/>
                  <a:gd name="T46" fmla="*/ 0 w 90"/>
                  <a:gd name="T47" fmla="*/ 30 h 90"/>
                  <a:gd name="T48" fmla="*/ 20 w 90"/>
                  <a:gd name="T49" fmla="*/ 37 h 90"/>
                  <a:gd name="T50" fmla="*/ 23 w 90"/>
                  <a:gd name="T51" fmla="*/ 32 h 90"/>
                  <a:gd name="T52" fmla="*/ 27 w 90"/>
                  <a:gd name="T53" fmla="*/ 27 h 90"/>
                  <a:gd name="T54" fmla="*/ 27 w 90"/>
                  <a:gd name="T55" fmla="*/ 27 h 90"/>
                  <a:gd name="T56" fmla="*/ 27 w 90"/>
                  <a:gd name="T57" fmla="*/ 27 h 90"/>
                  <a:gd name="T58" fmla="*/ 32 w 90"/>
                  <a:gd name="T59" fmla="*/ 23 h 90"/>
                  <a:gd name="T60" fmla="*/ 37 w 90"/>
                  <a:gd name="T61" fmla="*/ 20 h 90"/>
                  <a:gd name="T62" fmla="*/ 53 w 90"/>
                  <a:gd name="T63" fmla="*/ 22 h 90"/>
                  <a:gd name="T64" fmla="*/ 60 w 90"/>
                  <a:gd name="T65" fmla="*/ 23 h 90"/>
                  <a:gd name="T66" fmla="*/ 62 w 90"/>
                  <a:gd name="T67" fmla="*/ 25 h 90"/>
                  <a:gd name="T68" fmla="*/ 68 w 90"/>
                  <a:gd name="T69" fmla="*/ 33 h 90"/>
                  <a:gd name="T70" fmla="*/ 70 w 90"/>
                  <a:gd name="T71" fmla="*/ 44 h 90"/>
                  <a:gd name="T72" fmla="*/ 70 w 90"/>
                  <a:gd name="T73" fmla="*/ 44 h 90"/>
                  <a:gd name="T74" fmla="*/ 68 w 90"/>
                  <a:gd name="T75" fmla="*/ 55 h 90"/>
                  <a:gd name="T76" fmla="*/ 65 w 90"/>
                  <a:gd name="T77" fmla="*/ 60 h 90"/>
                  <a:gd name="T78" fmla="*/ 65 w 90"/>
                  <a:gd name="T79" fmla="*/ 60 h 90"/>
                  <a:gd name="T80" fmla="*/ 60 w 90"/>
                  <a:gd name="T81" fmla="*/ 65 h 90"/>
                  <a:gd name="T82" fmla="*/ 60 w 90"/>
                  <a:gd name="T83" fmla="*/ 65 h 90"/>
                  <a:gd name="T84" fmla="*/ 55 w 90"/>
                  <a:gd name="T85" fmla="*/ 69 h 90"/>
                  <a:gd name="T86" fmla="*/ 43 w 90"/>
                  <a:gd name="T87" fmla="*/ 70 h 90"/>
                  <a:gd name="T88" fmla="*/ 43 w 90"/>
                  <a:gd name="T89" fmla="*/ 70 h 90"/>
                  <a:gd name="T90" fmla="*/ 33 w 90"/>
                  <a:gd name="T91" fmla="*/ 69 h 90"/>
                  <a:gd name="T92" fmla="*/ 25 w 90"/>
                  <a:gd name="T93" fmla="*/ 62 h 90"/>
                  <a:gd name="T94" fmla="*/ 23 w 90"/>
                  <a:gd name="T95" fmla="*/ 60 h 90"/>
                  <a:gd name="T96" fmla="*/ 22 w 90"/>
                  <a:gd name="T97" fmla="*/ 54 h 90"/>
                  <a:gd name="T98" fmla="*/ 0 w 90"/>
                  <a:gd name="T99" fmla="*/ 45 h 9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90"/>
                  <a:gd name="T151" fmla="*/ 0 h 90"/>
                  <a:gd name="T152" fmla="*/ 90 w 90"/>
                  <a:gd name="T153" fmla="*/ 90 h 9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90" h="90">
                    <a:moveTo>
                      <a:pt x="0" y="45"/>
                    </a:moveTo>
                    <a:lnTo>
                      <a:pt x="0" y="59"/>
                    </a:lnTo>
                    <a:lnTo>
                      <a:pt x="1" y="60"/>
                    </a:lnTo>
                    <a:lnTo>
                      <a:pt x="1" y="62"/>
                    </a:lnTo>
                    <a:lnTo>
                      <a:pt x="3" y="64"/>
                    </a:lnTo>
                    <a:lnTo>
                      <a:pt x="3" y="67"/>
                    </a:lnTo>
                    <a:lnTo>
                      <a:pt x="10" y="74"/>
                    </a:lnTo>
                    <a:lnTo>
                      <a:pt x="13" y="79"/>
                    </a:lnTo>
                    <a:lnTo>
                      <a:pt x="18" y="82"/>
                    </a:lnTo>
                    <a:lnTo>
                      <a:pt x="23" y="87"/>
                    </a:lnTo>
                    <a:lnTo>
                      <a:pt x="25" y="87"/>
                    </a:lnTo>
                    <a:lnTo>
                      <a:pt x="27" y="89"/>
                    </a:lnTo>
                    <a:lnTo>
                      <a:pt x="30" y="89"/>
                    </a:lnTo>
                    <a:lnTo>
                      <a:pt x="32" y="90"/>
                    </a:lnTo>
                    <a:lnTo>
                      <a:pt x="40" y="90"/>
                    </a:lnTo>
                    <a:lnTo>
                      <a:pt x="52" y="89"/>
                    </a:lnTo>
                    <a:lnTo>
                      <a:pt x="50" y="90"/>
                    </a:lnTo>
                    <a:lnTo>
                      <a:pt x="57" y="90"/>
                    </a:lnTo>
                    <a:lnTo>
                      <a:pt x="58" y="89"/>
                    </a:lnTo>
                    <a:lnTo>
                      <a:pt x="62" y="89"/>
                    </a:lnTo>
                    <a:lnTo>
                      <a:pt x="63" y="87"/>
                    </a:lnTo>
                    <a:lnTo>
                      <a:pt x="65" y="87"/>
                    </a:lnTo>
                    <a:lnTo>
                      <a:pt x="67" y="85"/>
                    </a:lnTo>
                    <a:lnTo>
                      <a:pt x="68" y="85"/>
                    </a:lnTo>
                    <a:lnTo>
                      <a:pt x="77" y="77"/>
                    </a:lnTo>
                    <a:lnTo>
                      <a:pt x="73" y="79"/>
                    </a:lnTo>
                    <a:lnTo>
                      <a:pt x="72" y="82"/>
                    </a:lnTo>
                    <a:lnTo>
                      <a:pt x="82" y="72"/>
                    </a:lnTo>
                    <a:lnTo>
                      <a:pt x="78" y="74"/>
                    </a:lnTo>
                    <a:lnTo>
                      <a:pt x="77" y="77"/>
                    </a:lnTo>
                    <a:lnTo>
                      <a:pt x="85" y="69"/>
                    </a:lnTo>
                    <a:lnTo>
                      <a:pt x="85" y="67"/>
                    </a:lnTo>
                    <a:lnTo>
                      <a:pt x="87" y="65"/>
                    </a:lnTo>
                    <a:lnTo>
                      <a:pt x="87" y="64"/>
                    </a:lnTo>
                    <a:lnTo>
                      <a:pt x="88" y="62"/>
                    </a:lnTo>
                    <a:lnTo>
                      <a:pt x="88" y="59"/>
                    </a:lnTo>
                    <a:lnTo>
                      <a:pt x="90" y="57"/>
                    </a:lnTo>
                    <a:lnTo>
                      <a:pt x="90" y="50"/>
                    </a:lnTo>
                    <a:lnTo>
                      <a:pt x="88" y="52"/>
                    </a:lnTo>
                    <a:lnTo>
                      <a:pt x="90" y="40"/>
                    </a:lnTo>
                    <a:lnTo>
                      <a:pt x="90" y="32"/>
                    </a:lnTo>
                    <a:lnTo>
                      <a:pt x="88" y="30"/>
                    </a:lnTo>
                    <a:lnTo>
                      <a:pt x="88" y="27"/>
                    </a:lnTo>
                    <a:lnTo>
                      <a:pt x="87" y="25"/>
                    </a:lnTo>
                    <a:lnTo>
                      <a:pt x="87" y="23"/>
                    </a:lnTo>
                    <a:lnTo>
                      <a:pt x="82" y="18"/>
                    </a:lnTo>
                    <a:lnTo>
                      <a:pt x="78" y="13"/>
                    </a:lnTo>
                    <a:lnTo>
                      <a:pt x="73" y="10"/>
                    </a:lnTo>
                    <a:lnTo>
                      <a:pt x="67" y="3"/>
                    </a:lnTo>
                    <a:lnTo>
                      <a:pt x="63" y="3"/>
                    </a:lnTo>
                    <a:lnTo>
                      <a:pt x="62" y="2"/>
                    </a:lnTo>
                    <a:lnTo>
                      <a:pt x="60" y="2"/>
                    </a:lnTo>
                    <a:lnTo>
                      <a:pt x="58" y="0"/>
                    </a:lnTo>
                    <a:lnTo>
                      <a:pt x="30" y="0"/>
                    </a:lnTo>
                    <a:lnTo>
                      <a:pt x="28" y="2"/>
                    </a:lnTo>
                    <a:lnTo>
                      <a:pt x="27" y="2"/>
                    </a:lnTo>
                    <a:lnTo>
                      <a:pt x="25" y="3"/>
                    </a:lnTo>
                    <a:lnTo>
                      <a:pt x="18" y="7"/>
                    </a:lnTo>
                    <a:lnTo>
                      <a:pt x="15" y="12"/>
                    </a:lnTo>
                    <a:lnTo>
                      <a:pt x="20" y="7"/>
                    </a:lnTo>
                    <a:lnTo>
                      <a:pt x="18" y="7"/>
                    </a:lnTo>
                    <a:lnTo>
                      <a:pt x="10" y="15"/>
                    </a:lnTo>
                    <a:lnTo>
                      <a:pt x="13" y="13"/>
                    </a:lnTo>
                    <a:lnTo>
                      <a:pt x="15" y="10"/>
                    </a:lnTo>
                    <a:lnTo>
                      <a:pt x="6" y="18"/>
                    </a:lnTo>
                    <a:lnTo>
                      <a:pt x="6" y="20"/>
                    </a:lnTo>
                    <a:lnTo>
                      <a:pt x="12" y="15"/>
                    </a:lnTo>
                    <a:lnTo>
                      <a:pt x="6" y="18"/>
                    </a:lnTo>
                    <a:lnTo>
                      <a:pt x="3" y="25"/>
                    </a:lnTo>
                    <a:lnTo>
                      <a:pt x="1" y="27"/>
                    </a:lnTo>
                    <a:lnTo>
                      <a:pt x="1" y="28"/>
                    </a:lnTo>
                    <a:lnTo>
                      <a:pt x="0" y="30"/>
                    </a:lnTo>
                    <a:lnTo>
                      <a:pt x="0" y="45"/>
                    </a:lnTo>
                    <a:lnTo>
                      <a:pt x="20" y="45"/>
                    </a:lnTo>
                    <a:lnTo>
                      <a:pt x="20" y="37"/>
                    </a:lnTo>
                    <a:lnTo>
                      <a:pt x="22" y="35"/>
                    </a:lnTo>
                    <a:lnTo>
                      <a:pt x="22" y="33"/>
                    </a:lnTo>
                    <a:lnTo>
                      <a:pt x="23" y="32"/>
                    </a:lnTo>
                    <a:lnTo>
                      <a:pt x="20" y="32"/>
                    </a:lnTo>
                    <a:lnTo>
                      <a:pt x="18" y="35"/>
                    </a:lnTo>
                    <a:lnTo>
                      <a:pt x="27" y="27"/>
                    </a:lnTo>
                    <a:lnTo>
                      <a:pt x="27" y="25"/>
                    </a:lnTo>
                    <a:lnTo>
                      <a:pt x="22" y="30"/>
                    </a:lnTo>
                    <a:lnTo>
                      <a:pt x="27" y="27"/>
                    </a:lnTo>
                    <a:lnTo>
                      <a:pt x="30" y="22"/>
                    </a:lnTo>
                    <a:lnTo>
                      <a:pt x="25" y="27"/>
                    </a:lnTo>
                    <a:lnTo>
                      <a:pt x="27" y="27"/>
                    </a:lnTo>
                    <a:lnTo>
                      <a:pt x="35" y="18"/>
                    </a:lnTo>
                    <a:lnTo>
                      <a:pt x="32" y="20"/>
                    </a:lnTo>
                    <a:lnTo>
                      <a:pt x="32" y="23"/>
                    </a:lnTo>
                    <a:lnTo>
                      <a:pt x="33" y="22"/>
                    </a:lnTo>
                    <a:lnTo>
                      <a:pt x="35" y="22"/>
                    </a:lnTo>
                    <a:lnTo>
                      <a:pt x="37" y="20"/>
                    </a:lnTo>
                    <a:lnTo>
                      <a:pt x="45" y="20"/>
                    </a:lnTo>
                    <a:lnTo>
                      <a:pt x="52" y="20"/>
                    </a:lnTo>
                    <a:lnTo>
                      <a:pt x="53" y="22"/>
                    </a:lnTo>
                    <a:lnTo>
                      <a:pt x="55" y="22"/>
                    </a:lnTo>
                    <a:lnTo>
                      <a:pt x="57" y="23"/>
                    </a:lnTo>
                    <a:lnTo>
                      <a:pt x="60" y="23"/>
                    </a:lnTo>
                    <a:lnTo>
                      <a:pt x="67" y="30"/>
                    </a:lnTo>
                    <a:lnTo>
                      <a:pt x="65" y="27"/>
                    </a:lnTo>
                    <a:lnTo>
                      <a:pt x="62" y="25"/>
                    </a:lnTo>
                    <a:lnTo>
                      <a:pt x="67" y="30"/>
                    </a:lnTo>
                    <a:lnTo>
                      <a:pt x="67" y="32"/>
                    </a:lnTo>
                    <a:lnTo>
                      <a:pt x="68" y="33"/>
                    </a:lnTo>
                    <a:lnTo>
                      <a:pt x="68" y="37"/>
                    </a:lnTo>
                    <a:lnTo>
                      <a:pt x="70" y="38"/>
                    </a:lnTo>
                    <a:lnTo>
                      <a:pt x="70" y="44"/>
                    </a:lnTo>
                    <a:lnTo>
                      <a:pt x="73" y="50"/>
                    </a:lnTo>
                    <a:lnTo>
                      <a:pt x="75" y="38"/>
                    </a:lnTo>
                    <a:lnTo>
                      <a:pt x="70" y="44"/>
                    </a:lnTo>
                    <a:lnTo>
                      <a:pt x="70" y="50"/>
                    </a:lnTo>
                    <a:lnTo>
                      <a:pt x="68" y="52"/>
                    </a:lnTo>
                    <a:lnTo>
                      <a:pt x="68" y="55"/>
                    </a:lnTo>
                    <a:lnTo>
                      <a:pt x="67" y="57"/>
                    </a:lnTo>
                    <a:lnTo>
                      <a:pt x="67" y="59"/>
                    </a:lnTo>
                    <a:lnTo>
                      <a:pt x="65" y="60"/>
                    </a:lnTo>
                    <a:lnTo>
                      <a:pt x="65" y="62"/>
                    </a:lnTo>
                    <a:lnTo>
                      <a:pt x="70" y="57"/>
                    </a:lnTo>
                    <a:lnTo>
                      <a:pt x="65" y="60"/>
                    </a:lnTo>
                    <a:lnTo>
                      <a:pt x="62" y="65"/>
                    </a:lnTo>
                    <a:lnTo>
                      <a:pt x="65" y="62"/>
                    </a:lnTo>
                    <a:lnTo>
                      <a:pt x="60" y="65"/>
                    </a:lnTo>
                    <a:lnTo>
                      <a:pt x="57" y="70"/>
                    </a:lnTo>
                    <a:lnTo>
                      <a:pt x="62" y="65"/>
                    </a:lnTo>
                    <a:lnTo>
                      <a:pt x="60" y="65"/>
                    </a:lnTo>
                    <a:lnTo>
                      <a:pt x="58" y="67"/>
                    </a:lnTo>
                    <a:lnTo>
                      <a:pt x="57" y="67"/>
                    </a:lnTo>
                    <a:lnTo>
                      <a:pt x="55" y="69"/>
                    </a:lnTo>
                    <a:lnTo>
                      <a:pt x="52" y="69"/>
                    </a:lnTo>
                    <a:lnTo>
                      <a:pt x="50" y="70"/>
                    </a:lnTo>
                    <a:lnTo>
                      <a:pt x="43" y="70"/>
                    </a:lnTo>
                    <a:lnTo>
                      <a:pt x="38" y="75"/>
                    </a:lnTo>
                    <a:lnTo>
                      <a:pt x="50" y="74"/>
                    </a:lnTo>
                    <a:lnTo>
                      <a:pt x="43" y="70"/>
                    </a:lnTo>
                    <a:lnTo>
                      <a:pt x="38" y="70"/>
                    </a:lnTo>
                    <a:lnTo>
                      <a:pt x="37" y="69"/>
                    </a:lnTo>
                    <a:lnTo>
                      <a:pt x="33" y="69"/>
                    </a:lnTo>
                    <a:lnTo>
                      <a:pt x="32" y="67"/>
                    </a:lnTo>
                    <a:lnTo>
                      <a:pt x="30" y="67"/>
                    </a:lnTo>
                    <a:lnTo>
                      <a:pt x="25" y="62"/>
                    </a:lnTo>
                    <a:lnTo>
                      <a:pt x="27" y="65"/>
                    </a:lnTo>
                    <a:lnTo>
                      <a:pt x="30" y="67"/>
                    </a:lnTo>
                    <a:lnTo>
                      <a:pt x="23" y="60"/>
                    </a:lnTo>
                    <a:lnTo>
                      <a:pt x="23" y="57"/>
                    </a:lnTo>
                    <a:lnTo>
                      <a:pt x="22" y="55"/>
                    </a:lnTo>
                    <a:lnTo>
                      <a:pt x="22" y="54"/>
                    </a:lnTo>
                    <a:lnTo>
                      <a:pt x="20" y="52"/>
                    </a:lnTo>
                    <a:lnTo>
                      <a:pt x="20" y="45"/>
                    </a:lnTo>
                    <a:lnTo>
                      <a:pt x="0"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33" name="Rectangle 33">
                <a:extLst>
                  <a:ext uri="{FF2B5EF4-FFF2-40B4-BE49-F238E27FC236}">
                    <a16:creationId xmlns:a16="http://schemas.microsoft.com/office/drawing/2014/main" id="{98B5B270-B828-8FF8-E56A-63D2B7184340}"/>
                  </a:ext>
                </a:extLst>
              </p:cNvPr>
              <p:cNvSpPr>
                <a:spLocks noChangeArrowheads="1"/>
              </p:cNvSpPr>
              <p:nvPr/>
            </p:nvSpPr>
            <p:spPr bwMode="auto">
              <a:xfrm>
                <a:off x="1656" y="2261"/>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K</a:t>
                </a:r>
                <a:endParaRPr lang="en-US" altLang="es-ES" sz="2800" b="0" i="0" baseline="0"/>
              </a:p>
            </p:txBody>
          </p:sp>
          <p:sp>
            <p:nvSpPr>
              <p:cNvPr id="17434" name="Rectangle 34">
                <a:extLst>
                  <a:ext uri="{FF2B5EF4-FFF2-40B4-BE49-F238E27FC236}">
                    <a16:creationId xmlns:a16="http://schemas.microsoft.com/office/drawing/2014/main" id="{8A36E931-7746-11BD-5C77-BEEF50232B80}"/>
                  </a:ext>
                </a:extLst>
              </p:cNvPr>
              <p:cNvSpPr>
                <a:spLocks noChangeArrowheads="1"/>
              </p:cNvSpPr>
              <p:nvPr/>
            </p:nvSpPr>
            <p:spPr bwMode="auto">
              <a:xfrm>
                <a:off x="1750" y="231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2</a:t>
                </a:r>
                <a:endParaRPr lang="en-US" altLang="es-ES" sz="2800" b="0" i="0" baseline="0"/>
              </a:p>
            </p:txBody>
          </p:sp>
          <p:sp>
            <p:nvSpPr>
              <p:cNvPr id="17435" name="Rectangle 35">
                <a:extLst>
                  <a:ext uri="{FF2B5EF4-FFF2-40B4-BE49-F238E27FC236}">
                    <a16:creationId xmlns:a16="http://schemas.microsoft.com/office/drawing/2014/main" id="{6C0586A7-07B4-C869-65B0-F72183C72527}"/>
                  </a:ext>
                </a:extLst>
              </p:cNvPr>
              <p:cNvSpPr>
                <a:spLocks noChangeArrowheads="1"/>
              </p:cNvSpPr>
              <p:nvPr/>
            </p:nvSpPr>
            <p:spPr bwMode="auto">
              <a:xfrm>
                <a:off x="2027" y="296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0</a:t>
                </a:r>
                <a:endParaRPr lang="en-US" altLang="es-ES" sz="2800" b="0" i="0" baseline="0"/>
              </a:p>
            </p:txBody>
          </p:sp>
          <p:sp>
            <p:nvSpPr>
              <p:cNvPr id="17436" name="Rectangle 36">
                <a:extLst>
                  <a:ext uri="{FF2B5EF4-FFF2-40B4-BE49-F238E27FC236}">
                    <a16:creationId xmlns:a16="http://schemas.microsoft.com/office/drawing/2014/main" id="{88A1A217-D088-E79C-8667-350BFD503274}"/>
                  </a:ext>
                </a:extLst>
              </p:cNvPr>
              <p:cNvSpPr>
                <a:spLocks noChangeArrowheads="1"/>
              </p:cNvSpPr>
              <p:nvPr/>
            </p:nvSpPr>
            <p:spPr bwMode="auto">
              <a:xfrm>
                <a:off x="2019" y="331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1</a:t>
                </a:r>
                <a:endParaRPr lang="en-US" altLang="es-ES" sz="2800" b="0" i="0" baseline="0"/>
              </a:p>
            </p:txBody>
          </p:sp>
          <p:sp>
            <p:nvSpPr>
              <p:cNvPr id="17437" name="Freeform 37">
                <a:extLst>
                  <a:ext uri="{FF2B5EF4-FFF2-40B4-BE49-F238E27FC236}">
                    <a16:creationId xmlns:a16="http://schemas.microsoft.com/office/drawing/2014/main" id="{C536986C-F2BF-0D6A-B295-F0E7FCFAEECD}"/>
                  </a:ext>
                </a:extLst>
              </p:cNvPr>
              <p:cNvSpPr>
                <a:spLocks/>
              </p:cNvSpPr>
              <p:nvPr/>
            </p:nvSpPr>
            <p:spPr bwMode="auto">
              <a:xfrm>
                <a:off x="753" y="2049"/>
                <a:ext cx="492" cy="772"/>
              </a:xfrm>
              <a:custGeom>
                <a:avLst/>
                <a:gdLst>
                  <a:gd name="T0" fmla="*/ 10 w 492"/>
                  <a:gd name="T1" fmla="*/ 0 h 772"/>
                  <a:gd name="T2" fmla="*/ 7 w 492"/>
                  <a:gd name="T3" fmla="*/ 0 h 772"/>
                  <a:gd name="T4" fmla="*/ 3 w 492"/>
                  <a:gd name="T5" fmla="*/ 3 h 772"/>
                  <a:gd name="T6" fmla="*/ 0 w 492"/>
                  <a:gd name="T7" fmla="*/ 7 h 772"/>
                  <a:gd name="T8" fmla="*/ 0 w 492"/>
                  <a:gd name="T9" fmla="*/ 766 h 772"/>
                  <a:gd name="T10" fmla="*/ 3 w 492"/>
                  <a:gd name="T11" fmla="*/ 769 h 772"/>
                  <a:gd name="T12" fmla="*/ 7 w 492"/>
                  <a:gd name="T13" fmla="*/ 772 h 772"/>
                  <a:gd name="T14" fmla="*/ 485 w 492"/>
                  <a:gd name="T15" fmla="*/ 772 h 772"/>
                  <a:gd name="T16" fmla="*/ 488 w 492"/>
                  <a:gd name="T17" fmla="*/ 769 h 772"/>
                  <a:gd name="T18" fmla="*/ 492 w 492"/>
                  <a:gd name="T19" fmla="*/ 766 h 772"/>
                  <a:gd name="T20" fmla="*/ 492 w 492"/>
                  <a:gd name="T21" fmla="*/ 7 h 772"/>
                  <a:gd name="T22" fmla="*/ 488 w 492"/>
                  <a:gd name="T23" fmla="*/ 3 h 772"/>
                  <a:gd name="T24" fmla="*/ 485 w 492"/>
                  <a:gd name="T25" fmla="*/ 0 h 772"/>
                  <a:gd name="T26" fmla="*/ 482 w 492"/>
                  <a:gd name="T27" fmla="*/ 0 h 772"/>
                  <a:gd name="T28" fmla="*/ 10 w 492"/>
                  <a:gd name="T29" fmla="*/ 0 h 772"/>
                  <a:gd name="T30" fmla="*/ 10 w 492"/>
                  <a:gd name="T31" fmla="*/ 20 h 772"/>
                  <a:gd name="T32" fmla="*/ 482 w 492"/>
                  <a:gd name="T33" fmla="*/ 20 h 772"/>
                  <a:gd name="T34" fmla="*/ 472 w 492"/>
                  <a:gd name="T35" fmla="*/ 10 h 772"/>
                  <a:gd name="T36" fmla="*/ 472 w 492"/>
                  <a:gd name="T37" fmla="*/ 762 h 772"/>
                  <a:gd name="T38" fmla="*/ 482 w 492"/>
                  <a:gd name="T39" fmla="*/ 752 h 772"/>
                  <a:gd name="T40" fmla="*/ 10 w 492"/>
                  <a:gd name="T41" fmla="*/ 752 h 772"/>
                  <a:gd name="T42" fmla="*/ 20 w 492"/>
                  <a:gd name="T43" fmla="*/ 762 h 772"/>
                  <a:gd name="T44" fmla="*/ 20 w 492"/>
                  <a:gd name="T45" fmla="*/ 10 h 772"/>
                  <a:gd name="T46" fmla="*/ 10 w 492"/>
                  <a:gd name="T47" fmla="*/ 20 h 772"/>
                  <a:gd name="T48" fmla="*/ 10 w 492"/>
                  <a:gd name="T49" fmla="*/ 0 h 7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2"/>
                  <a:gd name="T76" fmla="*/ 0 h 772"/>
                  <a:gd name="T77" fmla="*/ 492 w 492"/>
                  <a:gd name="T78" fmla="*/ 772 h 7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2" h="772">
                    <a:moveTo>
                      <a:pt x="10" y="0"/>
                    </a:moveTo>
                    <a:lnTo>
                      <a:pt x="7" y="0"/>
                    </a:lnTo>
                    <a:lnTo>
                      <a:pt x="3" y="3"/>
                    </a:lnTo>
                    <a:lnTo>
                      <a:pt x="0" y="7"/>
                    </a:lnTo>
                    <a:lnTo>
                      <a:pt x="0" y="766"/>
                    </a:lnTo>
                    <a:lnTo>
                      <a:pt x="3" y="769"/>
                    </a:lnTo>
                    <a:lnTo>
                      <a:pt x="7" y="772"/>
                    </a:lnTo>
                    <a:lnTo>
                      <a:pt x="485" y="772"/>
                    </a:lnTo>
                    <a:lnTo>
                      <a:pt x="488" y="769"/>
                    </a:lnTo>
                    <a:lnTo>
                      <a:pt x="492" y="766"/>
                    </a:lnTo>
                    <a:lnTo>
                      <a:pt x="492" y="7"/>
                    </a:lnTo>
                    <a:lnTo>
                      <a:pt x="488" y="3"/>
                    </a:lnTo>
                    <a:lnTo>
                      <a:pt x="485" y="0"/>
                    </a:lnTo>
                    <a:lnTo>
                      <a:pt x="482" y="0"/>
                    </a:lnTo>
                    <a:lnTo>
                      <a:pt x="10" y="0"/>
                    </a:lnTo>
                    <a:lnTo>
                      <a:pt x="10" y="20"/>
                    </a:lnTo>
                    <a:lnTo>
                      <a:pt x="482" y="20"/>
                    </a:lnTo>
                    <a:lnTo>
                      <a:pt x="472" y="10"/>
                    </a:lnTo>
                    <a:lnTo>
                      <a:pt x="472" y="762"/>
                    </a:lnTo>
                    <a:lnTo>
                      <a:pt x="482" y="752"/>
                    </a:lnTo>
                    <a:lnTo>
                      <a:pt x="10" y="752"/>
                    </a:lnTo>
                    <a:lnTo>
                      <a:pt x="20" y="762"/>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38" name="Freeform 38">
                <a:extLst>
                  <a:ext uri="{FF2B5EF4-FFF2-40B4-BE49-F238E27FC236}">
                    <a16:creationId xmlns:a16="http://schemas.microsoft.com/office/drawing/2014/main" id="{91573DC3-786B-8E8A-39DA-B1D99054E42C}"/>
                  </a:ext>
                </a:extLst>
              </p:cNvPr>
              <p:cNvSpPr>
                <a:spLocks/>
              </p:cNvSpPr>
              <p:nvPr/>
            </p:nvSpPr>
            <p:spPr bwMode="auto">
              <a:xfrm>
                <a:off x="942" y="2708"/>
                <a:ext cx="82" cy="113"/>
              </a:xfrm>
              <a:custGeom>
                <a:avLst/>
                <a:gdLst>
                  <a:gd name="T0" fmla="*/ 80 w 82"/>
                  <a:gd name="T1" fmla="*/ 15 h 113"/>
                  <a:gd name="T2" fmla="*/ 82 w 82"/>
                  <a:gd name="T3" fmla="*/ 13 h 113"/>
                  <a:gd name="T4" fmla="*/ 82 w 82"/>
                  <a:gd name="T5" fmla="*/ 8 h 113"/>
                  <a:gd name="T6" fmla="*/ 80 w 82"/>
                  <a:gd name="T7" fmla="*/ 5 h 113"/>
                  <a:gd name="T8" fmla="*/ 77 w 82"/>
                  <a:gd name="T9" fmla="*/ 1 h 113"/>
                  <a:gd name="T10" fmla="*/ 75 w 82"/>
                  <a:gd name="T11" fmla="*/ 0 h 113"/>
                  <a:gd name="T12" fmla="*/ 70 w 82"/>
                  <a:gd name="T13" fmla="*/ 0 h 113"/>
                  <a:gd name="T14" fmla="*/ 67 w 82"/>
                  <a:gd name="T15" fmla="*/ 1 h 113"/>
                  <a:gd name="T16" fmla="*/ 64 w 82"/>
                  <a:gd name="T17" fmla="*/ 5 h 113"/>
                  <a:gd name="T18" fmla="*/ 2 w 82"/>
                  <a:gd name="T19" fmla="*/ 98 h 113"/>
                  <a:gd name="T20" fmla="*/ 0 w 82"/>
                  <a:gd name="T21" fmla="*/ 100 h 113"/>
                  <a:gd name="T22" fmla="*/ 0 w 82"/>
                  <a:gd name="T23" fmla="*/ 105 h 113"/>
                  <a:gd name="T24" fmla="*/ 2 w 82"/>
                  <a:gd name="T25" fmla="*/ 108 h 113"/>
                  <a:gd name="T26" fmla="*/ 5 w 82"/>
                  <a:gd name="T27" fmla="*/ 112 h 113"/>
                  <a:gd name="T28" fmla="*/ 7 w 82"/>
                  <a:gd name="T29" fmla="*/ 113 h 113"/>
                  <a:gd name="T30" fmla="*/ 12 w 82"/>
                  <a:gd name="T31" fmla="*/ 113 h 113"/>
                  <a:gd name="T32" fmla="*/ 15 w 82"/>
                  <a:gd name="T33" fmla="*/ 112 h 113"/>
                  <a:gd name="T34" fmla="*/ 18 w 82"/>
                  <a:gd name="T35" fmla="*/ 108 h 113"/>
                  <a:gd name="T36" fmla="*/ 80 w 82"/>
                  <a:gd name="T37" fmla="*/ 15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113"/>
                  <a:gd name="T59" fmla="*/ 82 w 82"/>
                  <a:gd name="T60" fmla="*/ 113 h 11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113">
                    <a:moveTo>
                      <a:pt x="80" y="15"/>
                    </a:moveTo>
                    <a:lnTo>
                      <a:pt x="82" y="13"/>
                    </a:lnTo>
                    <a:lnTo>
                      <a:pt x="82" y="8"/>
                    </a:lnTo>
                    <a:lnTo>
                      <a:pt x="80" y="5"/>
                    </a:lnTo>
                    <a:lnTo>
                      <a:pt x="77" y="1"/>
                    </a:lnTo>
                    <a:lnTo>
                      <a:pt x="75" y="0"/>
                    </a:lnTo>
                    <a:lnTo>
                      <a:pt x="70" y="0"/>
                    </a:lnTo>
                    <a:lnTo>
                      <a:pt x="67" y="1"/>
                    </a:lnTo>
                    <a:lnTo>
                      <a:pt x="64" y="5"/>
                    </a:lnTo>
                    <a:lnTo>
                      <a:pt x="2" y="98"/>
                    </a:lnTo>
                    <a:lnTo>
                      <a:pt x="0" y="100"/>
                    </a:lnTo>
                    <a:lnTo>
                      <a:pt x="0" y="105"/>
                    </a:lnTo>
                    <a:lnTo>
                      <a:pt x="2" y="108"/>
                    </a:lnTo>
                    <a:lnTo>
                      <a:pt x="5" y="112"/>
                    </a:lnTo>
                    <a:lnTo>
                      <a:pt x="7" y="113"/>
                    </a:lnTo>
                    <a:lnTo>
                      <a:pt x="12" y="113"/>
                    </a:lnTo>
                    <a:lnTo>
                      <a:pt x="15" y="112"/>
                    </a:lnTo>
                    <a:lnTo>
                      <a:pt x="18" y="108"/>
                    </a:lnTo>
                    <a:lnTo>
                      <a:pt x="8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39" name="Freeform 39">
                <a:extLst>
                  <a:ext uri="{FF2B5EF4-FFF2-40B4-BE49-F238E27FC236}">
                    <a16:creationId xmlns:a16="http://schemas.microsoft.com/office/drawing/2014/main" id="{52714F59-5B4E-5DA5-99B9-57FED63415FE}"/>
                  </a:ext>
                </a:extLst>
              </p:cNvPr>
              <p:cNvSpPr>
                <a:spLocks/>
              </p:cNvSpPr>
              <p:nvPr/>
            </p:nvSpPr>
            <p:spPr bwMode="auto">
              <a:xfrm>
                <a:off x="1004" y="2708"/>
                <a:ext cx="83" cy="113"/>
              </a:xfrm>
              <a:custGeom>
                <a:avLst/>
                <a:gdLst>
                  <a:gd name="T0" fmla="*/ 18 w 83"/>
                  <a:gd name="T1" fmla="*/ 5 h 113"/>
                  <a:gd name="T2" fmla="*/ 17 w 83"/>
                  <a:gd name="T3" fmla="*/ 1 h 113"/>
                  <a:gd name="T4" fmla="*/ 15 w 83"/>
                  <a:gd name="T5" fmla="*/ 1 h 113"/>
                  <a:gd name="T6" fmla="*/ 12 w 83"/>
                  <a:gd name="T7" fmla="*/ 0 h 113"/>
                  <a:gd name="T8" fmla="*/ 7 w 83"/>
                  <a:gd name="T9" fmla="*/ 0 h 113"/>
                  <a:gd name="T10" fmla="*/ 5 w 83"/>
                  <a:gd name="T11" fmla="*/ 1 h 113"/>
                  <a:gd name="T12" fmla="*/ 2 w 83"/>
                  <a:gd name="T13" fmla="*/ 3 h 113"/>
                  <a:gd name="T14" fmla="*/ 2 w 83"/>
                  <a:gd name="T15" fmla="*/ 5 h 113"/>
                  <a:gd name="T16" fmla="*/ 0 w 83"/>
                  <a:gd name="T17" fmla="*/ 8 h 113"/>
                  <a:gd name="T18" fmla="*/ 0 w 83"/>
                  <a:gd name="T19" fmla="*/ 13 h 113"/>
                  <a:gd name="T20" fmla="*/ 2 w 83"/>
                  <a:gd name="T21" fmla="*/ 15 h 113"/>
                  <a:gd name="T22" fmla="*/ 65 w 83"/>
                  <a:gd name="T23" fmla="*/ 108 h 113"/>
                  <a:gd name="T24" fmla="*/ 67 w 83"/>
                  <a:gd name="T25" fmla="*/ 112 h 113"/>
                  <a:gd name="T26" fmla="*/ 68 w 83"/>
                  <a:gd name="T27" fmla="*/ 112 h 113"/>
                  <a:gd name="T28" fmla="*/ 72 w 83"/>
                  <a:gd name="T29" fmla="*/ 113 h 113"/>
                  <a:gd name="T30" fmla="*/ 77 w 83"/>
                  <a:gd name="T31" fmla="*/ 113 h 113"/>
                  <a:gd name="T32" fmla="*/ 78 w 83"/>
                  <a:gd name="T33" fmla="*/ 112 h 113"/>
                  <a:gd name="T34" fmla="*/ 82 w 83"/>
                  <a:gd name="T35" fmla="*/ 110 h 113"/>
                  <a:gd name="T36" fmla="*/ 82 w 83"/>
                  <a:gd name="T37" fmla="*/ 108 h 113"/>
                  <a:gd name="T38" fmla="*/ 83 w 83"/>
                  <a:gd name="T39" fmla="*/ 105 h 113"/>
                  <a:gd name="T40" fmla="*/ 83 w 83"/>
                  <a:gd name="T41" fmla="*/ 100 h 113"/>
                  <a:gd name="T42" fmla="*/ 82 w 83"/>
                  <a:gd name="T43" fmla="*/ 98 h 113"/>
                  <a:gd name="T44" fmla="*/ 18 w 83"/>
                  <a:gd name="T45" fmla="*/ 5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3"/>
                  <a:gd name="T70" fmla="*/ 0 h 113"/>
                  <a:gd name="T71" fmla="*/ 83 w 83"/>
                  <a:gd name="T72" fmla="*/ 113 h 1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3" h="113">
                    <a:moveTo>
                      <a:pt x="18" y="5"/>
                    </a:moveTo>
                    <a:lnTo>
                      <a:pt x="17" y="1"/>
                    </a:lnTo>
                    <a:lnTo>
                      <a:pt x="15" y="1"/>
                    </a:lnTo>
                    <a:lnTo>
                      <a:pt x="12" y="0"/>
                    </a:lnTo>
                    <a:lnTo>
                      <a:pt x="7" y="0"/>
                    </a:lnTo>
                    <a:lnTo>
                      <a:pt x="5" y="1"/>
                    </a:lnTo>
                    <a:lnTo>
                      <a:pt x="2" y="3"/>
                    </a:lnTo>
                    <a:lnTo>
                      <a:pt x="2" y="5"/>
                    </a:lnTo>
                    <a:lnTo>
                      <a:pt x="0" y="8"/>
                    </a:lnTo>
                    <a:lnTo>
                      <a:pt x="0" y="13"/>
                    </a:lnTo>
                    <a:lnTo>
                      <a:pt x="2" y="15"/>
                    </a:lnTo>
                    <a:lnTo>
                      <a:pt x="65" y="108"/>
                    </a:lnTo>
                    <a:lnTo>
                      <a:pt x="67" y="112"/>
                    </a:lnTo>
                    <a:lnTo>
                      <a:pt x="68" y="112"/>
                    </a:lnTo>
                    <a:lnTo>
                      <a:pt x="72" y="113"/>
                    </a:lnTo>
                    <a:lnTo>
                      <a:pt x="77" y="113"/>
                    </a:lnTo>
                    <a:lnTo>
                      <a:pt x="78" y="112"/>
                    </a:lnTo>
                    <a:lnTo>
                      <a:pt x="82" y="110"/>
                    </a:lnTo>
                    <a:lnTo>
                      <a:pt x="82" y="108"/>
                    </a:lnTo>
                    <a:lnTo>
                      <a:pt x="83" y="105"/>
                    </a:lnTo>
                    <a:lnTo>
                      <a:pt x="83" y="100"/>
                    </a:lnTo>
                    <a:lnTo>
                      <a:pt x="82" y="98"/>
                    </a:lnTo>
                    <a:lnTo>
                      <a:pt x="1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40" name="Rectangle 40">
                <a:extLst>
                  <a:ext uri="{FF2B5EF4-FFF2-40B4-BE49-F238E27FC236}">
                    <a16:creationId xmlns:a16="http://schemas.microsoft.com/office/drawing/2014/main" id="{2198DDBE-E810-D081-F9D3-746F5B14E245}"/>
                  </a:ext>
                </a:extLst>
              </p:cNvPr>
              <p:cNvSpPr>
                <a:spLocks noChangeArrowheads="1"/>
              </p:cNvSpPr>
              <p:nvPr/>
            </p:nvSpPr>
            <p:spPr bwMode="auto">
              <a:xfrm>
                <a:off x="858" y="2071"/>
                <a:ext cx="3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Load</a:t>
                </a:r>
                <a:endParaRPr lang="en-US" altLang="es-ES" sz="2800" b="0" i="0" baseline="0"/>
              </a:p>
            </p:txBody>
          </p:sp>
          <p:sp>
            <p:nvSpPr>
              <p:cNvPr id="17441" name="Freeform 41">
                <a:extLst>
                  <a:ext uri="{FF2B5EF4-FFF2-40B4-BE49-F238E27FC236}">
                    <a16:creationId xmlns:a16="http://schemas.microsoft.com/office/drawing/2014/main" id="{CB47C2C6-5C8B-9F28-8047-594FEE0F96E4}"/>
                  </a:ext>
                </a:extLst>
              </p:cNvPr>
              <p:cNvSpPr>
                <a:spLocks/>
              </p:cNvSpPr>
              <p:nvPr/>
            </p:nvSpPr>
            <p:spPr bwMode="auto">
              <a:xfrm>
                <a:off x="748" y="3262"/>
                <a:ext cx="490" cy="773"/>
              </a:xfrm>
              <a:custGeom>
                <a:avLst/>
                <a:gdLst>
                  <a:gd name="T0" fmla="*/ 10 w 490"/>
                  <a:gd name="T1" fmla="*/ 0 h 773"/>
                  <a:gd name="T2" fmla="*/ 7 w 490"/>
                  <a:gd name="T3" fmla="*/ 0 h 773"/>
                  <a:gd name="T4" fmla="*/ 3 w 490"/>
                  <a:gd name="T5" fmla="*/ 4 h 773"/>
                  <a:gd name="T6" fmla="*/ 0 w 490"/>
                  <a:gd name="T7" fmla="*/ 7 h 773"/>
                  <a:gd name="T8" fmla="*/ 0 w 490"/>
                  <a:gd name="T9" fmla="*/ 766 h 773"/>
                  <a:gd name="T10" fmla="*/ 3 w 490"/>
                  <a:gd name="T11" fmla="*/ 769 h 773"/>
                  <a:gd name="T12" fmla="*/ 7 w 490"/>
                  <a:gd name="T13" fmla="*/ 773 h 773"/>
                  <a:gd name="T14" fmla="*/ 483 w 490"/>
                  <a:gd name="T15" fmla="*/ 773 h 773"/>
                  <a:gd name="T16" fmla="*/ 487 w 490"/>
                  <a:gd name="T17" fmla="*/ 769 h 773"/>
                  <a:gd name="T18" fmla="*/ 490 w 490"/>
                  <a:gd name="T19" fmla="*/ 766 h 773"/>
                  <a:gd name="T20" fmla="*/ 490 w 490"/>
                  <a:gd name="T21" fmla="*/ 7 h 773"/>
                  <a:gd name="T22" fmla="*/ 487 w 490"/>
                  <a:gd name="T23" fmla="*/ 4 h 773"/>
                  <a:gd name="T24" fmla="*/ 483 w 490"/>
                  <a:gd name="T25" fmla="*/ 0 h 773"/>
                  <a:gd name="T26" fmla="*/ 480 w 490"/>
                  <a:gd name="T27" fmla="*/ 0 h 773"/>
                  <a:gd name="T28" fmla="*/ 10 w 490"/>
                  <a:gd name="T29" fmla="*/ 0 h 773"/>
                  <a:gd name="T30" fmla="*/ 10 w 490"/>
                  <a:gd name="T31" fmla="*/ 21 h 773"/>
                  <a:gd name="T32" fmla="*/ 480 w 490"/>
                  <a:gd name="T33" fmla="*/ 21 h 773"/>
                  <a:gd name="T34" fmla="*/ 470 w 490"/>
                  <a:gd name="T35" fmla="*/ 10 h 773"/>
                  <a:gd name="T36" fmla="*/ 470 w 490"/>
                  <a:gd name="T37" fmla="*/ 763 h 773"/>
                  <a:gd name="T38" fmla="*/ 480 w 490"/>
                  <a:gd name="T39" fmla="*/ 753 h 773"/>
                  <a:gd name="T40" fmla="*/ 10 w 490"/>
                  <a:gd name="T41" fmla="*/ 753 h 773"/>
                  <a:gd name="T42" fmla="*/ 20 w 490"/>
                  <a:gd name="T43" fmla="*/ 763 h 773"/>
                  <a:gd name="T44" fmla="*/ 20 w 490"/>
                  <a:gd name="T45" fmla="*/ 10 h 773"/>
                  <a:gd name="T46" fmla="*/ 10 w 490"/>
                  <a:gd name="T47" fmla="*/ 21 h 773"/>
                  <a:gd name="T48" fmla="*/ 10 w 490"/>
                  <a:gd name="T49" fmla="*/ 0 h 7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0"/>
                  <a:gd name="T76" fmla="*/ 0 h 773"/>
                  <a:gd name="T77" fmla="*/ 490 w 490"/>
                  <a:gd name="T78" fmla="*/ 773 h 7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0" h="773">
                    <a:moveTo>
                      <a:pt x="10" y="0"/>
                    </a:moveTo>
                    <a:lnTo>
                      <a:pt x="7" y="0"/>
                    </a:lnTo>
                    <a:lnTo>
                      <a:pt x="3" y="4"/>
                    </a:lnTo>
                    <a:lnTo>
                      <a:pt x="0" y="7"/>
                    </a:lnTo>
                    <a:lnTo>
                      <a:pt x="0" y="766"/>
                    </a:lnTo>
                    <a:lnTo>
                      <a:pt x="3" y="769"/>
                    </a:lnTo>
                    <a:lnTo>
                      <a:pt x="7" y="773"/>
                    </a:lnTo>
                    <a:lnTo>
                      <a:pt x="483" y="773"/>
                    </a:lnTo>
                    <a:lnTo>
                      <a:pt x="487" y="769"/>
                    </a:lnTo>
                    <a:lnTo>
                      <a:pt x="490" y="766"/>
                    </a:lnTo>
                    <a:lnTo>
                      <a:pt x="490" y="7"/>
                    </a:lnTo>
                    <a:lnTo>
                      <a:pt x="487" y="4"/>
                    </a:lnTo>
                    <a:lnTo>
                      <a:pt x="483" y="0"/>
                    </a:lnTo>
                    <a:lnTo>
                      <a:pt x="480" y="0"/>
                    </a:lnTo>
                    <a:lnTo>
                      <a:pt x="10" y="0"/>
                    </a:lnTo>
                    <a:lnTo>
                      <a:pt x="10" y="21"/>
                    </a:lnTo>
                    <a:lnTo>
                      <a:pt x="480" y="21"/>
                    </a:lnTo>
                    <a:lnTo>
                      <a:pt x="470" y="10"/>
                    </a:lnTo>
                    <a:lnTo>
                      <a:pt x="470" y="763"/>
                    </a:lnTo>
                    <a:lnTo>
                      <a:pt x="480" y="753"/>
                    </a:lnTo>
                    <a:lnTo>
                      <a:pt x="10" y="753"/>
                    </a:lnTo>
                    <a:lnTo>
                      <a:pt x="20" y="763"/>
                    </a:lnTo>
                    <a:lnTo>
                      <a:pt x="20" y="10"/>
                    </a:lnTo>
                    <a:lnTo>
                      <a:pt x="10" y="21"/>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42" name="Freeform 42">
                <a:extLst>
                  <a:ext uri="{FF2B5EF4-FFF2-40B4-BE49-F238E27FC236}">
                    <a16:creationId xmlns:a16="http://schemas.microsoft.com/office/drawing/2014/main" id="{C343FF22-FE23-33FD-1ECB-37F7A856E295}"/>
                  </a:ext>
                </a:extLst>
              </p:cNvPr>
              <p:cNvSpPr>
                <a:spLocks/>
              </p:cNvSpPr>
              <p:nvPr/>
            </p:nvSpPr>
            <p:spPr bwMode="auto">
              <a:xfrm>
                <a:off x="937" y="3921"/>
                <a:ext cx="82" cy="114"/>
              </a:xfrm>
              <a:custGeom>
                <a:avLst/>
                <a:gdLst>
                  <a:gd name="T0" fmla="*/ 80 w 82"/>
                  <a:gd name="T1" fmla="*/ 15 h 114"/>
                  <a:gd name="T2" fmla="*/ 82 w 82"/>
                  <a:gd name="T3" fmla="*/ 13 h 114"/>
                  <a:gd name="T4" fmla="*/ 82 w 82"/>
                  <a:gd name="T5" fmla="*/ 8 h 114"/>
                  <a:gd name="T6" fmla="*/ 80 w 82"/>
                  <a:gd name="T7" fmla="*/ 5 h 114"/>
                  <a:gd name="T8" fmla="*/ 77 w 82"/>
                  <a:gd name="T9" fmla="*/ 2 h 114"/>
                  <a:gd name="T10" fmla="*/ 75 w 82"/>
                  <a:gd name="T11" fmla="*/ 0 h 114"/>
                  <a:gd name="T12" fmla="*/ 70 w 82"/>
                  <a:gd name="T13" fmla="*/ 0 h 114"/>
                  <a:gd name="T14" fmla="*/ 67 w 82"/>
                  <a:gd name="T15" fmla="*/ 2 h 114"/>
                  <a:gd name="T16" fmla="*/ 64 w 82"/>
                  <a:gd name="T17" fmla="*/ 5 h 114"/>
                  <a:gd name="T18" fmla="*/ 2 w 82"/>
                  <a:gd name="T19" fmla="*/ 99 h 114"/>
                  <a:gd name="T20" fmla="*/ 0 w 82"/>
                  <a:gd name="T21" fmla="*/ 100 h 114"/>
                  <a:gd name="T22" fmla="*/ 0 w 82"/>
                  <a:gd name="T23" fmla="*/ 105 h 114"/>
                  <a:gd name="T24" fmla="*/ 2 w 82"/>
                  <a:gd name="T25" fmla="*/ 109 h 114"/>
                  <a:gd name="T26" fmla="*/ 5 w 82"/>
                  <a:gd name="T27" fmla="*/ 112 h 114"/>
                  <a:gd name="T28" fmla="*/ 7 w 82"/>
                  <a:gd name="T29" fmla="*/ 114 h 114"/>
                  <a:gd name="T30" fmla="*/ 12 w 82"/>
                  <a:gd name="T31" fmla="*/ 114 h 114"/>
                  <a:gd name="T32" fmla="*/ 15 w 82"/>
                  <a:gd name="T33" fmla="*/ 112 h 114"/>
                  <a:gd name="T34" fmla="*/ 18 w 82"/>
                  <a:gd name="T35" fmla="*/ 109 h 114"/>
                  <a:gd name="T36" fmla="*/ 80 w 82"/>
                  <a:gd name="T37" fmla="*/ 15 h 1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114"/>
                  <a:gd name="T59" fmla="*/ 82 w 82"/>
                  <a:gd name="T60" fmla="*/ 114 h 1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114">
                    <a:moveTo>
                      <a:pt x="80" y="15"/>
                    </a:moveTo>
                    <a:lnTo>
                      <a:pt x="82" y="13"/>
                    </a:lnTo>
                    <a:lnTo>
                      <a:pt x="82" y="8"/>
                    </a:lnTo>
                    <a:lnTo>
                      <a:pt x="80" y="5"/>
                    </a:lnTo>
                    <a:lnTo>
                      <a:pt x="77" y="2"/>
                    </a:lnTo>
                    <a:lnTo>
                      <a:pt x="75" y="0"/>
                    </a:lnTo>
                    <a:lnTo>
                      <a:pt x="70" y="0"/>
                    </a:lnTo>
                    <a:lnTo>
                      <a:pt x="67" y="2"/>
                    </a:lnTo>
                    <a:lnTo>
                      <a:pt x="64" y="5"/>
                    </a:lnTo>
                    <a:lnTo>
                      <a:pt x="2" y="99"/>
                    </a:lnTo>
                    <a:lnTo>
                      <a:pt x="0" y="100"/>
                    </a:lnTo>
                    <a:lnTo>
                      <a:pt x="0" y="105"/>
                    </a:lnTo>
                    <a:lnTo>
                      <a:pt x="2" y="109"/>
                    </a:lnTo>
                    <a:lnTo>
                      <a:pt x="5" y="112"/>
                    </a:lnTo>
                    <a:lnTo>
                      <a:pt x="7" y="114"/>
                    </a:lnTo>
                    <a:lnTo>
                      <a:pt x="12" y="114"/>
                    </a:lnTo>
                    <a:lnTo>
                      <a:pt x="15" y="112"/>
                    </a:lnTo>
                    <a:lnTo>
                      <a:pt x="18" y="109"/>
                    </a:lnTo>
                    <a:lnTo>
                      <a:pt x="8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43" name="Freeform 43">
                <a:extLst>
                  <a:ext uri="{FF2B5EF4-FFF2-40B4-BE49-F238E27FC236}">
                    <a16:creationId xmlns:a16="http://schemas.microsoft.com/office/drawing/2014/main" id="{C0AC08BF-A014-7356-CB43-D74872203328}"/>
                  </a:ext>
                </a:extLst>
              </p:cNvPr>
              <p:cNvSpPr>
                <a:spLocks/>
              </p:cNvSpPr>
              <p:nvPr/>
            </p:nvSpPr>
            <p:spPr bwMode="auto">
              <a:xfrm>
                <a:off x="999" y="3921"/>
                <a:ext cx="83" cy="114"/>
              </a:xfrm>
              <a:custGeom>
                <a:avLst/>
                <a:gdLst>
                  <a:gd name="T0" fmla="*/ 18 w 83"/>
                  <a:gd name="T1" fmla="*/ 5 h 114"/>
                  <a:gd name="T2" fmla="*/ 17 w 83"/>
                  <a:gd name="T3" fmla="*/ 2 h 114"/>
                  <a:gd name="T4" fmla="*/ 15 w 83"/>
                  <a:gd name="T5" fmla="*/ 2 h 114"/>
                  <a:gd name="T6" fmla="*/ 12 w 83"/>
                  <a:gd name="T7" fmla="*/ 0 h 114"/>
                  <a:gd name="T8" fmla="*/ 7 w 83"/>
                  <a:gd name="T9" fmla="*/ 0 h 114"/>
                  <a:gd name="T10" fmla="*/ 5 w 83"/>
                  <a:gd name="T11" fmla="*/ 2 h 114"/>
                  <a:gd name="T12" fmla="*/ 2 w 83"/>
                  <a:gd name="T13" fmla="*/ 3 h 114"/>
                  <a:gd name="T14" fmla="*/ 2 w 83"/>
                  <a:gd name="T15" fmla="*/ 5 h 114"/>
                  <a:gd name="T16" fmla="*/ 0 w 83"/>
                  <a:gd name="T17" fmla="*/ 8 h 114"/>
                  <a:gd name="T18" fmla="*/ 0 w 83"/>
                  <a:gd name="T19" fmla="*/ 13 h 114"/>
                  <a:gd name="T20" fmla="*/ 2 w 83"/>
                  <a:gd name="T21" fmla="*/ 15 h 114"/>
                  <a:gd name="T22" fmla="*/ 65 w 83"/>
                  <a:gd name="T23" fmla="*/ 109 h 114"/>
                  <a:gd name="T24" fmla="*/ 67 w 83"/>
                  <a:gd name="T25" fmla="*/ 112 h 114"/>
                  <a:gd name="T26" fmla="*/ 68 w 83"/>
                  <a:gd name="T27" fmla="*/ 112 h 114"/>
                  <a:gd name="T28" fmla="*/ 72 w 83"/>
                  <a:gd name="T29" fmla="*/ 114 h 114"/>
                  <a:gd name="T30" fmla="*/ 77 w 83"/>
                  <a:gd name="T31" fmla="*/ 114 h 114"/>
                  <a:gd name="T32" fmla="*/ 78 w 83"/>
                  <a:gd name="T33" fmla="*/ 112 h 114"/>
                  <a:gd name="T34" fmla="*/ 82 w 83"/>
                  <a:gd name="T35" fmla="*/ 110 h 114"/>
                  <a:gd name="T36" fmla="*/ 82 w 83"/>
                  <a:gd name="T37" fmla="*/ 109 h 114"/>
                  <a:gd name="T38" fmla="*/ 83 w 83"/>
                  <a:gd name="T39" fmla="*/ 105 h 114"/>
                  <a:gd name="T40" fmla="*/ 83 w 83"/>
                  <a:gd name="T41" fmla="*/ 100 h 114"/>
                  <a:gd name="T42" fmla="*/ 82 w 83"/>
                  <a:gd name="T43" fmla="*/ 99 h 114"/>
                  <a:gd name="T44" fmla="*/ 18 w 83"/>
                  <a:gd name="T45" fmla="*/ 5 h 1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3"/>
                  <a:gd name="T70" fmla="*/ 0 h 114"/>
                  <a:gd name="T71" fmla="*/ 83 w 83"/>
                  <a:gd name="T72" fmla="*/ 114 h 1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3" h="114">
                    <a:moveTo>
                      <a:pt x="18" y="5"/>
                    </a:moveTo>
                    <a:lnTo>
                      <a:pt x="17" y="2"/>
                    </a:lnTo>
                    <a:lnTo>
                      <a:pt x="15" y="2"/>
                    </a:lnTo>
                    <a:lnTo>
                      <a:pt x="12" y="0"/>
                    </a:lnTo>
                    <a:lnTo>
                      <a:pt x="7" y="0"/>
                    </a:lnTo>
                    <a:lnTo>
                      <a:pt x="5" y="2"/>
                    </a:lnTo>
                    <a:lnTo>
                      <a:pt x="2" y="3"/>
                    </a:lnTo>
                    <a:lnTo>
                      <a:pt x="2" y="5"/>
                    </a:lnTo>
                    <a:lnTo>
                      <a:pt x="0" y="8"/>
                    </a:lnTo>
                    <a:lnTo>
                      <a:pt x="0" y="13"/>
                    </a:lnTo>
                    <a:lnTo>
                      <a:pt x="2" y="15"/>
                    </a:lnTo>
                    <a:lnTo>
                      <a:pt x="65" y="109"/>
                    </a:lnTo>
                    <a:lnTo>
                      <a:pt x="67" y="112"/>
                    </a:lnTo>
                    <a:lnTo>
                      <a:pt x="68" y="112"/>
                    </a:lnTo>
                    <a:lnTo>
                      <a:pt x="72" y="114"/>
                    </a:lnTo>
                    <a:lnTo>
                      <a:pt x="77" y="114"/>
                    </a:lnTo>
                    <a:lnTo>
                      <a:pt x="78" y="112"/>
                    </a:lnTo>
                    <a:lnTo>
                      <a:pt x="82" y="110"/>
                    </a:lnTo>
                    <a:lnTo>
                      <a:pt x="82" y="109"/>
                    </a:lnTo>
                    <a:lnTo>
                      <a:pt x="83" y="105"/>
                    </a:lnTo>
                    <a:lnTo>
                      <a:pt x="83" y="100"/>
                    </a:lnTo>
                    <a:lnTo>
                      <a:pt x="82" y="99"/>
                    </a:lnTo>
                    <a:lnTo>
                      <a:pt x="1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44" name="Rectangle 44">
                <a:extLst>
                  <a:ext uri="{FF2B5EF4-FFF2-40B4-BE49-F238E27FC236}">
                    <a16:creationId xmlns:a16="http://schemas.microsoft.com/office/drawing/2014/main" id="{46FF7087-D174-157A-7381-1CAB92F97815}"/>
                  </a:ext>
                </a:extLst>
              </p:cNvPr>
              <p:cNvSpPr>
                <a:spLocks noChangeArrowheads="1"/>
              </p:cNvSpPr>
              <p:nvPr/>
            </p:nvSpPr>
            <p:spPr bwMode="auto">
              <a:xfrm>
                <a:off x="853" y="3283"/>
                <a:ext cx="3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Load</a:t>
                </a:r>
                <a:endParaRPr lang="en-US" altLang="es-ES" sz="2800" b="0" i="0" baseline="0"/>
              </a:p>
            </p:txBody>
          </p:sp>
          <p:sp>
            <p:nvSpPr>
              <p:cNvPr id="17445" name="Freeform 45">
                <a:extLst>
                  <a:ext uri="{FF2B5EF4-FFF2-40B4-BE49-F238E27FC236}">
                    <a16:creationId xmlns:a16="http://schemas.microsoft.com/office/drawing/2014/main" id="{E524E189-BC44-5326-9430-0994D880A5DB}"/>
                  </a:ext>
                </a:extLst>
              </p:cNvPr>
              <p:cNvSpPr>
                <a:spLocks/>
              </p:cNvSpPr>
              <p:nvPr/>
            </p:nvSpPr>
            <p:spPr bwMode="auto">
              <a:xfrm>
                <a:off x="1442" y="3022"/>
                <a:ext cx="552" cy="20"/>
              </a:xfrm>
              <a:custGeom>
                <a:avLst/>
                <a:gdLst>
                  <a:gd name="T0" fmla="*/ 10 w 552"/>
                  <a:gd name="T1" fmla="*/ 0 h 20"/>
                  <a:gd name="T2" fmla="*/ 7 w 552"/>
                  <a:gd name="T3" fmla="*/ 0 h 20"/>
                  <a:gd name="T4" fmla="*/ 3 w 552"/>
                  <a:gd name="T5" fmla="*/ 3 h 20"/>
                  <a:gd name="T6" fmla="*/ 0 w 552"/>
                  <a:gd name="T7" fmla="*/ 6 h 20"/>
                  <a:gd name="T8" fmla="*/ 0 w 552"/>
                  <a:gd name="T9" fmla="*/ 13 h 20"/>
                  <a:gd name="T10" fmla="*/ 3 w 552"/>
                  <a:gd name="T11" fmla="*/ 16 h 20"/>
                  <a:gd name="T12" fmla="*/ 7 w 552"/>
                  <a:gd name="T13" fmla="*/ 20 h 20"/>
                  <a:gd name="T14" fmla="*/ 545 w 552"/>
                  <a:gd name="T15" fmla="*/ 20 h 20"/>
                  <a:gd name="T16" fmla="*/ 549 w 552"/>
                  <a:gd name="T17" fmla="*/ 16 h 20"/>
                  <a:gd name="T18" fmla="*/ 552 w 552"/>
                  <a:gd name="T19" fmla="*/ 13 h 20"/>
                  <a:gd name="T20" fmla="*/ 552 w 552"/>
                  <a:gd name="T21" fmla="*/ 6 h 20"/>
                  <a:gd name="T22" fmla="*/ 549 w 552"/>
                  <a:gd name="T23" fmla="*/ 3 h 20"/>
                  <a:gd name="T24" fmla="*/ 545 w 552"/>
                  <a:gd name="T25" fmla="*/ 0 h 20"/>
                  <a:gd name="T26" fmla="*/ 542 w 552"/>
                  <a:gd name="T27" fmla="*/ 0 h 20"/>
                  <a:gd name="T28" fmla="*/ 10 w 552"/>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52"/>
                  <a:gd name="T46" fmla="*/ 0 h 20"/>
                  <a:gd name="T47" fmla="*/ 552 w 552"/>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52" h="20">
                    <a:moveTo>
                      <a:pt x="10" y="0"/>
                    </a:moveTo>
                    <a:lnTo>
                      <a:pt x="7" y="0"/>
                    </a:lnTo>
                    <a:lnTo>
                      <a:pt x="3" y="3"/>
                    </a:lnTo>
                    <a:lnTo>
                      <a:pt x="0" y="6"/>
                    </a:lnTo>
                    <a:lnTo>
                      <a:pt x="0" y="13"/>
                    </a:lnTo>
                    <a:lnTo>
                      <a:pt x="3" y="16"/>
                    </a:lnTo>
                    <a:lnTo>
                      <a:pt x="7" y="20"/>
                    </a:lnTo>
                    <a:lnTo>
                      <a:pt x="545" y="20"/>
                    </a:lnTo>
                    <a:lnTo>
                      <a:pt x="549" y="16"/>
                    </a:lnTo>
                    <a:lnTo>
                      <a:pt x="552" y="13"/>
                    </a:lnTo>
                    <a:lnTo>
                      <a:pt x="552" y="6"/>
                    </a:lnTo>
                    <a:lnTo>
                      <a:pt x="549" y="3"/>
                    </a:lnTo>
                    <a:lnTo>
                      <a:pt x="545" y="0"/>
                    </a:lnTo>
                    <a:lnTo>
                      <a:pt x="542"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46" name="Freeform 46">
                <a:extLst>
                  <a:ext uri="{FF2B5EF4-FFF2-40B4-BE49-F238E27FC236}">
                    <a16:creationId xmlns:a16="http://schemas.microsoft.com/office/drawing/2014/main" id="{E102A88F-6F97-FD45-DFBE-CA955B62674D}"/>
                  </a:ext>
                </a:extLst>
              </p:cNvPr>
              <p:cNvSpPr>
                <a:spLocks/>
              </p:cNvSpPr>
              <p:nvPr/>
            </p:nvSpPr>
            <p:spPr bwMode="auto">
              <a:xfrm>
                <a:off x="1848" y="3022"/>
                <a:ext cx="146" cy="52"/>
              </a:xfrm>
              <a:custGeom>
                <a:avLst/>
                <a:gdLst>
                  <a:gd name="T0" fmla="*/ 138 w 146"/>
                  <a:gd name="T1" fmla="*/ 20 h 52"/>
                  <a:gd name="T2" fmla="*/ 141 w 146"/>
                  <a:gd name="T3" fmla="*/ 18 h 52"/>
                  <a:gd name="T4" fmla="*/ 144 w 146"/>
                  <a:gd name="T5" fmla="*/ 15 h 52"/>
                  <a:gd name="T6" fmla="*/ 146 w 146"/>
                  <a:gd name="T7" fmla="*/ 13 h 52"/>
                  <a:gd name="T8" fmla="*/ 146 w 146"/>
                  <a:gd name="T9" fmla="*/ 8 h 52"/>
                  <a:gd name="T10" fmla="*/ 144 w 146"/>
                  <a:gd name="T11" fmla="*/ 5 h 52"/>
                  <a:gd name="T12" fmla="*/ 141 w 146"/>
                  <a:gd name="T13" fmla="*/ 1 h 52"/>
                  <a:gd name="T14" fmla="*/ 139 w 146"/>
                  <a:gd name="T15" fmla="*/ 0 h 52"/>
                  <a:gd name="T16" fmla="*/ 134 w 146"/>
                  <a:gd name="T17" fmla="*/ 0 h 52"/>
                  <a:gd name="T18" fmla="*/ 9 w 146"/>
                  <a:gd name="T19" fmla="*/ 32 h 52"/>
                  <a:gd name="T20" fmla="*/ 5 w 146"/>
                  <a:gd name="T21" fmla="*/ 33 h 52"/>
                  <a:gd name="T22" fmla="*/ 2 w 146"/>
                  <a:gd name="T23" fmla="*/ 37 h 52"/>
                  <a:gd name="T24" fmla="*/ 0 w 146"/>
                  <a:gd name="T25" fmla="*/ 38 h 52"/>
                  <a:gd name="T26" fmla="*/ 0 w 146"/>
                  <a:gd name="T27" fmla="*/ 43 h 52"/>
                  <a:gd name="T28" fmla="*/ 2 w 146"/>
                  <a:gd name="T29" fmla="*/ 47 h 52"/>
                  <a:gd name="T30" fmla="*/ 5 w 146"/>
                  <a:gd name="T31" fmla="*/ 50 h 52"/>
                  <a:gd name="T32" fmla="*/ 7 w 146"/>
                  <a:gd name="T33" fmla="*/ 52 h 52"/>
                  <a:gd name="T34" fmla="*/ 12 w 146"/>
                  <a:gd name="T35" fmla="*/ 52 h 52"/>
                  <a:gd name="T36" fmla="*/ 138 w 146"/>
                  <a:gd name="T37" fmla="*/ 2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6"/>
                  <a:gd name="T58" fmla="*/ 0 h 52"/>
                  <a:gd name="T59" fmla="*/ 146 w 14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6" h="52">
                    <a:moveTo>
                      <a:pt x="138" y="20"/>
                    </a:moveTo>
                    <a:lnTo>
                      <a:pt x="141" y="18"/>
                    </a:lnTo>
                    <a:lnTo>
                      <a:pt x="144" y="15"/>
                    </a:lnTo>
                    <a:lnTo>
                      <a:pt x="146" y="13"/>
                    </a:lnTo>
                    <a:lnTo>
                      <a:pt x="146" y="8"/>
                    </a:lnTo>
                    <a:lnTo>
                      <a:pt x="144" y="5"/>
                    </a:lnTo>
                    <a:lnTo>
                      <a:pt x="141" y="1"/>
                    </a:lnTo>
                    <a:lnTo>
                      <a:pt x="139" y="0"/>
                    </a:lnTo>
                    <a:lnTo>
                      <a:pt x="134" y="0"/>
                    </a:lnTo>
                    <a:lnTo>
                      <a:pt x="9" y="32"/>
                    </a:lnTo>
                    <a:lnTo>
                      <a:pt x="5" y="33"/>
                    </a:lnTo>
                    <a:lnTo>
                      <a:pt x="2" y="37"/>
                    </a:lnTo>
                    <a:lnTo>
                      <a:pt x="0" y="38"/>
                    </a:lnTo>
                    <a:lnTo>
                      <a:pt x="0" y="43"/>
                    </a:lnTo>
                    <a:lnTo>
                      <a:pt x="2" y="47"/>
                    </a:lnTo>
                    <a:lnTo>
                      <a:pt x="5" y="50"/>
                    </a:lnTo>
                    <a:lnTo>
                      <a:pt x="7" y="52"/>
                    </a:lnTo>
                    <a:lnTo>
                      <a:pt x="12" y="52"/>
                    </a:lnTo>
                    <a:lnTo>
                      <a:pt x="13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47" name="Freeform 47">
                <a:extLst>
                  <a:ext uri="{FF2B5EF4-FFF2-40B4-BE49-F238E27FC236}">
                    <a16:creationId xmlns:a16="http://schemas.microsoft.com/office/drawing/2014/main" id="{37EDE53E-92A2-3554-329F-00BE4D3392C4}"/>
                  </a:ext>
                </a:extLst>
              </p:cNvPr>
              <p:cNvSpPr>
                <a:spLocks/>
              </p:cNvSpPr>
              <p:nvPr/>
            </p:nvSpPr>
            <p:spPr bwMode="auto">
              <a:xfrm>
                <a:off x="1848" y="2990"/>
                <a:ext cx="146" cy="52"/>
              </a:xfrm>
              <a:custGeom>
                <a:avLst/>
                <a:gdLst>
                  <a:gd name="T0" fmla="*/ 134 w 146"/>
                  <a:gd name="T1" fmla="*/ 52 h 52"/>
                  <a:gd name="T2" fmla="*/ 139 w 146"/>
                  <a:gd name="T3" fmla="*/ 52 h 52"/>
                  <a:gd name="T4" fmla="*/ 143 w 146"/>
                  <a:gd name="T5" fmla="*/ 48 h 52"/>
                  <a:gd name="T6" fmla="*/ 144 w 146"/>
                  <a:gd name="T7" fmla="*/ 47 h 52"/>
                  <a:gd name="T8" fmla="*/ 146 w 146"/>
                  <a:gd name="T9" fmla="*/ 43 h 52"/>
                  <a:gd name="T10" fmla="*/ 146 w 146"/>
                  <a:gd name="T11" fmla="*/ 38 h 52"/>
                  <a:gd name="T12" fmla="*/ 143 w 146"/>
                  <a:gd name="T13" fmla="*/ 35 h 52"/>
                  <a:gd name="T14" fmla="*/ 141 w 146"/>
                  <a:gd name="T15" fmla="*/ 33 h 52"/>
                  <a:gd name="T16" fmla="*/ 138 w 146"/>
                  <a:gd name="T17" fmla="*/ 32 h 52"/>
                  <a:gd name="T18" fmla="*/ 12 w 146"/>
                  <a:gd name="T19" fmla="*/ 0 h 52"/>
                  <a:gd name="T20" fmla="*/ 7 w 146"/>
                  <a:gd name="T21" fmla="*/ 0 h 52"/>
                  <a:gd name="T22" fmla="*/ 4 w 146"/>
                  <a:gd name="T23" fmla="*/ 3 h 52"/>
                  <a:gd name="T24" fmla="*/ 2 w 146"/>
                  <a:gd name="T25" fmla="*/ 5 h 52"/>
                  <a:gd name="T26" fmla="*/ 0 w 146"/>
                  <a:gd name="T27" fmla="*/ 8 h 52"/>
                  <a:gd name="T28" fmla="*/ 0 w 146"/>
                  <a:gd name="T29" fmla="*/ 13 h 52"/>
                  <a:gd name="T30" fmla="*/ 4 w 146"/>
                  <a:gd name="T31" fmla="*/ 17 h 52"/>
                  <a:gd name="T32" fmla="*/ 5 w 146"/>
                  <a:gd name="T33" fmla="*/ 18 h 52"/>
                  <a:gd name="T34" fmla="*/ 9 w 146"/>
                  <a:gd name="T35" fmla="*/ 20 h 52"/>
                  <a:gd name="T36" fmla="*/ 134 w 146"/>
                  <a:gd name="T37" fmla="*/ 52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6"/>
                  <a:gd name="T58" fmla="*/ 0 h 52"/>
                  <a:gd name="T59" fmla="*/ 146 w 14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6" h="52">
                    <a:moveTo>
                      <a:pt x="134" y="52"/>
                    </a:moveTo>
                    <a:lnTo>
                      <a:pt x="139" y="52"/>
                    </a:lnTo>
                    <a:lnTo>
                      <a:pt x="143" y="48"/>
                    </a:lnTo>
                    <a:lnTo>
                      <a:pt x="144" y="47"/>
                    </a:lnTo>
                    <a:lnTo>
                      <a:pt x="146" y="43"/>
                    </a:lnTo>
                    <a:lnTo>
                      <a:pt x="146" y="38"/>
                    </a:lnTo>
                    <a:lnTo>
                      <a:pt x="143" y="35"/>
                    </a:lnTo>
                    <a:lnTo>
                      <a:pt x="141" y="33"/>
                    </a:lnTo>
                    <a:lnTo>
                      <a:pt x="138" y="32"/>
                    </a:lnTo>
                    <a:lnTo>
                      <a:pt x="12" y="0"/>
                    </a:lnTo>
                    <a:lnTo>
                      <a:pt x="7" y="0"/>
                    </a:lnTo>
                    <a:lnTo>
                      <a:pt x="4" y="3"/>
                    </a:lnTo>
                    <a:lnTo>
                      <a:pt x="2" y="5"/>
                    </a:lnTo>
                    <a:lnTo>
                      <a:pt x="0" y="8"/>
                    </a:lnTo>
                    <a:lnTo>
                      <a:pt x="0" y="13"/>
                    </a:lnTo>
                    <a:lnTo>
                      <a:pt x="4" y="17"/>
                    </a:lnTo>
                    <a:lnTo>
                      <a:pt x="5" y="18"/>
                    </a:lnTo>
                    <a:lnTo>
                      <a:pt x="9" y="20"/>
                    </a:lnTo>
                    <a:lnTo>
                      <a:pt x="134"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48" name="Freeform 48">
                <a:extLst>
                  <a:ext uri="{FF2B5EF4-FFF2-40B4-BE49-F238E27FC236}">
                    <a16:creationId xmlns:a16="http://schemas.microsoft.com/office/drawing/2014/main" id="{6C98FA7C-14C5-C629-ED7B-13861003E44C}"/>
                  </a:ext>
                </a:extLst>
              </p:cNvPr>
              <p:cNvSpPr>
                <a:spLocks/>
              </p:cNvSpPr>
              <p:nvPr/>
            </p:nvSpPr>
            <p:spPr bwMode="auto">
              <a:xfrm>
                <a:off x="1603" y="2965"/>
                <a:ext cx="135" cy="135"/>
              </a:xfrm>
              <a:custGeom>
                <a:avLst/>
                <a:gdLst>
                  <a:gd name="T0" fmla="*/ 133 w 135"/>
                  <a:gd name="T1" fmla="*/ 8 h 135"/>
                  <a:gd name="T2" fmla="*/ 135 w 135"/>
                  <a:gd name="T3" fmla="*/ 8 h 135"/>
                  <a:gd name="T4" fmla="*/ 135 w 135"/>
                  <a:gd name="T5" fmla="*/ 3 h 135"/>
                  <a:gd name="T6" fmla="*/ 133 w 135"/>
                  <a:gd name="T7" fmla="*/ 2 h 135"/>
                  <a:gd name="T8" fmla="*/ 133 w 135"/>
                  <a:gd name="T9" fmla="*/ 0 h 135"/>
                  <a:gd name="T10" fmla="*/ 128 w 135"/>
                  <a:gd name="T11" fmla="*/ 0 h 135"/>
                  <a:gd name="T12" fmla="*/ 127 w 135"/>
                  <a:gd name="T13" fmla="*/ 2 h 135"/>
                  <a:gd name="T14" fmla="*/ 1 w 135"/>
                  <a:gd name="T15" fmla="*/ 127 h 135"/>
                  <a:gd name="T16" fmla="*/ 0 w 135"/>
                  <a:gd name="T17" fmla="*/ 129 h 135"/>
                  <a:gd name="T18" fmla="*/ 0 w 135"/>
                  <a:gd name="T19" fmla="*/ 134 h 135"/>
                  <a:gd name="T20" fmla="*/ 1 w 135"/>
                  <a:gd name="T21" fmla="*/ 134 h 135"/>
                  <a:gd name="T22" fmla="*/ 3 w 135"/>
                  <a:gd name="T23" fmla="*/ 135 h 135"/>
                  <a:gd name="T24" fmla="*/ 8 w 135"/>
                  <a:gd name="T25" fmla="*/ 135 h 135"/>
                  <a:gd name="T26" fmla="*/ 8 w 135"/>
                  <a:gd name="T27" fmla="*/ 134 h 135"/>
                  <a:gd name="T28" fmla="*/ 133 w 135"/>
                  <a:gd name="T29" fmla="*/ 8 h 13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5"/>
                  <a:gd name="T46" fmla="*/ 0 h 135"/>
                  <a:gd name="T47" fmla="*/ 135 w 135"/>
                  <a:gd name="T48" fmla="*/ 135 h 13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5" h="135">
                    <a:moveTo>
                      <a:pt x="133" y="8"/>
                    </a:moveTo>
                    <a:lnTo>
                      <a:pt x="135" y="8"/>
                    </a:lnTo>
                    <a:lnTo>
                      <a:pt x="135" y="3"/>
                    </a:lnTo>
                    <a:lnTo>
                      <a:pt x="133" y="2"/>
                    </a:lnTo>
                    <a:lnTo>
                      <a:pt x="133" y="0"/>
                    </a:lnTo>
                    <a:lnTo>
                      <a:pt x="128" y="0"/>
                    </a:lnTo>
                    <a:lnTo>
                      <a:pt x="127" y="2"/>
                    </a:lnTo>
                    <a:lnTo>
                      <a:pt x="1" y="127"/>
                    </a:lnTo>
                    <a:lnTo>
                      <a:pt x="0" y="129"/>
                    </a:lnTo>
                    <a:lnTo>
                      <a:pt x="0" y="134"/>
                    </a:lnTo>
                    <a:lnTo>
                      <a:pt x="1" y="134"/>
                    </a:lnTo>
                    <a:lnTo>
                      <a:pt x="3" y="135"/>
                    </a:lnTo>
                    <a:lnTo>
                      <a:pt x="8" y="135"/>
                    </a:lnTo>
                    <a:lnTo>
                      <a:pt x="8" y="134"/>
                    </a:lnTo>
                    <a:lnTo>
                      <a:pt x="13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49" name="Rectangle 49">
                <a:extLst>
                  <a:ext uri="{FF2B5EF4-FFF2-40B4-BE49-F238E27FC236}">
                    <a16:creationId xmlns:a16="http://schemas.microsoft.com/office/drawing/2014/main" id="{073E013B-A745-6975-C4D2-17CF2D624712}"/>
                  </a:ext>
                </a:extLst>
              </p:cNvPr>
              <p:cNvSpPr>
                <a:spLocks noChangeArrowheads="1"/>
              </p:cNvSpPr>
              <p:nvPr/>
            </p:nvSpPr>
            <p:spPr bwMode="auto">
              <a:xfrm>
                <a:off x="1583" y="2851"/>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n</a:t>
                </a:r>
                <a:endParaRPr lang="en-US" altLang="es-ES" sz="2800" b="0" i="0" baseline="0"/>
              </a:p>
            </p:txBody>
          </p:sp>
          <p:sp>
            <p:nvSpPr>
              <p:cNvPr id="17450" name="Freeform 50">
                <a:extLst>
                  <a:ext uri="{FF2B5EF4-FFF2-40B4-BE49-F238E27FC236}">
                    <a16:creationId xmlns:a16="http://schemas.microsoft.com/office/drawing/2014/main" id="{B36E4BAA-A548-AB9A-0C46-31934AD49204}"/>
                  </a:ext>
                </a:extLst>
              </p:cNvPr>
              <p:cNvSpPr>
                <a:spLocks/>
              </p:cNvSpPr>
              <p:nvPr/>
            </p:nvSpPr>
            <p:spPr bwMode="auto">
              <a:xfrm>
                <a:off x="1445" y="3379"/>
                <a:ext cx="554" cy="21"/>
              </a:xfrm>
              <a:custGeom>
                <a:avLst/>
                <a:gdLst>
                  <a:gd name="T0" fmla="*/ 10 w 554"/>
                  <a:gd name="T1" fmla="*/ 0 h 21"/>
                  <a:gd name="T2" fmla="*/ 7 w 554"/>
                  <a:gd name="T3" fmla="*/ 0 h 21"/>
                  <a:gd name="T4" fmla="*/ 4 w 554"/>
                  <a:gd name="T5" fmla="*/ 4 h 21"/>
                  <a:gd name="T6" fmla="*/ 0 w 554"/>
                  <a:gd name="T7" fmla="*/ 7 h 21"/>
                  <a:gd name="T8" fmla="*/ 0 w 554"/>
                  <a:gd name="T9" fmla="*/ 14 h 21"/>
                  <a:gd name="T10" fmla="*/ 4 w 554"/>
                  <a:gd name="T11" fmla="*/ 17 h 21"/>
                  <a:gd name="T12" fmla="*/ 7 w 554"/>
                  <a:gd name="T13" fmla="*/ 21 h 21"/>
                  <a:gd name="T14" fmla="*/ 547 w 554"/>
                  <a:gd name="T15" fmla="*/ 21 h 21"/>
                  <a:gd name="T16" fmla="*/ 551 w 554"/>
                  <a:gd name="T17" fmla="*/ 17 h 21"/>
                  <a:gd name="T18" fmla="*/ 554 w 554"/>
                  <a:gd name="T19" fmla="*/ 14 h 21"/>
                  <a:gd name="T20" fmla="*/ 554 w 554"/>
                  <a:gd name="T21" fmla="*/ 7 h 21"/>
                  <a:gd name="T22" fmla="*/ 551 w 554"/>
                  <a:gd name="T23" fmla="*/ 4 h 21"/>
                  <a:gd name="T24" fmla="*/ 547 w 554"/>
                  <a:gd name="T25" fmla="*/ 0 h 21"/>
                  <a:gd name="T26" fmla="*/ 544 w 554"/>
                  <a:gd name="T27" fmla="*/ 0 h 21"/>
                  <a:gd name="T28" fmla="*/ 10 w 554"/>
                  <a:gd name="T29" fmla="*/ 0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54"/>
                  <a:gd name="T46" fmla="*/ 0 h 21"/>
                  <a:gd name="T47" fmla="*/ 554 w 554"/>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54" h="21">
                    <a:moveTo>
                      <a:pt x="10" y="0"/>
                    </a:moveTo>
                    <a:lnTo>
                      <a:pt x="7" y="0"/>
                    </a:lnTo>
                    <a:lnTo>
                      <a:pt x="4" y="4"/>
                    </a:lnTo>
                    <a:lnTo>
                      <a:pt x="0" y="7"/>
                    </a:lnTo>
                    <a:lnTo>
                      <a:pt x="0" y="14"/>
                    </a:lnTo>
                    <a:lnTo>
                      <a:pt x="4" y="17"/>
                    </a:lnTo>
                    <a:lnTo>
                      <a:pt x="7" y="21"/>
                    </a:lnTo>
                    <a:lnTo>
                      <a:pt x="547" y="21"/>
                    </a:lnTo>
                    <a:lnTo>
                      <a:pt x="551" y="17"/>
                    </a:lnTo>
                    <a:lnTo>
                      <a:pt x="554" y="14"/>
                    </a:lnTo>
                    <a:lnTo>
                      <a:pt x="554" y="7"/>
                    </a:lnTo>
                    <a:lnTo>
                      <a:pt x="551" y="4"/>
                    </a:lnTo>
                    <a:lnTo>
                      <a:pt x="547" y="0"/>
                    </a:lnTo>
                    <a:lnTo>
                      <a:pt x="544"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51" name="Freeform 51">
                <a:extLst>
                  <a:ext uri="{FF2B5EF4-FFF2-40B4-BE49-F238E27FC236}">
                    <a16:creationId xmlns:a16="http://schemas.microsoft.com/office/drawing/2014/main" id="{E09E0D3D-EB73-EB57-EB3B-C527F942CEAF}"/>
                  </a:ext>
                </a:extLst>
              </p:cNvPr>
              <p:cNvSpPr>
                <a:spLocks/>
              </p:cNvSpPr>
              <p:nvPr/>
            </p:nvSpPr>
            <p:spPr bwMode="auto">
              <a:xfrm>
                <a:off x="1853" y="3379"/>
                <a:ext cx="146" cy="52"/>
              </a:xfrm>
              <a:custGeom>
                <a:avLst/>
                <a:gdLst>
                  <a:gd name="T0" fmla="*/ 138 w 146"/>
                  <a:gd name="T1" fmla="*/ 21 h 52"/>
                  <a:gd name="T2" fmla="*/ 141 w 146"/>
                  <a:gd name="T3" fmla="*/ 19 h 52"/>
                  <a:gd name="T4" fmla="*/ 144 w 146"/>
                  <a:gd name="T5" fmla="*/ 16 h 52"/>
                  <a:gd name="T6" fmla="*/ 146 w 146"/>
                  <a:gd name="T7" fmla="*/ 14 h 52"/>
                  <a:gd name="T8" fmla="*/ 146 w 146"/>
                  <a:gd name="T9" fmla="*/ 9 h 52"/>
                  <a:gd name="T10" fmla="*/ 144 w 146"/>
                  <a:gd name="T11" fmla="*/ 5 h 52"/>
                  <a:gd name="T12" fmla="*/ 141 w 146"/>
                  <a:gd name="T13" fmla="*/ 2 h 52"/>
                  <a:gd name="T14" fmla="*/ 139 w 146"/>
                  <a:gd name="T15" fmla="*/ 0 h 52"/>
                  <a:gd name="T16" fmla="*/ 134 w 146"/>
                  <a:gd name="T17" fmla="*/ 0 h 52"/>
                  <a:gd name="T18" fmla="*/ 9 w 146"/>
                  <a:gd name="T19" fmla="*/ 32 h 52"/>
                  <a:gd name="T20" fmla="*/ 5 w 146"/>
                  <a:gd name="T21" fmla="*/ 34 h 52"/>
                  <a:gd name="T22" fmla="*/ 2 w 146"/>
                  <a:gd name="T23" fmla="*/ 37 h 52"/>
                  <a:gd name="T24" fmla="*/ 0 w 146"/>
                  <a:gd name="T25" fmla="*/ 39 h 52"/>
                  <a:gd name="T26" fmla="*/ 0 w 146"/>
                  <a:gd name="T27" fmla="*/ 44 h 52"/>
                  <a:gd name="T28" fmla="*/ 2 w 146"/>
                  <a:gd name="T29" fmla="*/ 47 h 52"/>
                  <a:gd name="T30" fmla="*/ 5 w 146"/>
                  <a:gd name="T31" fmla="*/ 51 h 52"/>
                  <a:gd name="T32" fmla="*/ 7 w 146"/>
                  <a:gd name="T33" fmla="*/ 52 h 52"/>
                  <a:gd name="T34" fmla="*/ 12 w 146"/>
                  <a:gd name="T35" fmla="*/ 52 h 52"/>
                  <a:gd name="T36" fmla="*/ 138 w 146"/>
                  <a:gd name="T37" fmla="*/ 21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6"/>
                  <a:gd name="T58" fmla="*/ 0 h 52"/>
                  <a:gd name="T59" fmla="*/ 146 w 14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6" h="52">
                    <a:moveTo>
                      <a:pt x="138" y="21"/>
                    </a:moveTo>
                    <a:lnTo>
                      <a:pt x="141" y="19"/>
                    </a:lnTo>
                    <a:lnTo>
                      <a:pt x="144" y="16"/>
                    </a:lnTo>
                    <a:lnTo>
                      <a:pt x="146" y="14"/>
                    </a:lnTo>
                    <a:lnTo>
                      <a:pt x="146" y="9"/>
                    </a:lnTo>
                    <a:lnTo>
                      <a:pt x="144" y="5"/>
                    </a:lnTo>
                    <a:lnTo>
                      <a:pt x="141" y="2"/>
                    </a:lnTo>
                    <a:lnTo>
                      <a:pt x="139" y="0"/>
                    </a:lnTo>
                    <a:lnTo>
                      <a:pt x="134" y="0"/>
                    </a:lnTo>
                    <a:lnTo>
                      <a:pt x="9" y="32"/>
                    </a:lnTo>
                    <a:lnTo>
                      <a:pt x="5" y="34"/>
                    </a:lnTo>
                    <a:lnTo>
                      <a:pt x="2" y="37"/>
                    </a:lnTo>
                    <a:lnTo>
                      <a:pt x="0" y="39"/>
                    </a:lnTo>
                    <a:lnTo>
                      <a:pt x="0" y="44"/>
                    </a:lnTo>
                    <a:lnTo>
                      <a:pt x="2" y="47"/>
                    </a:lnTo>
                    <a:lnTo>
                      <a:pt x="5" y="51"/>
                    </a:lnTo>
                    <a:lnTo>
                      <a:pt x="7" y="52"/>
                    </a:lnTo>
                    <a:lnTo>
                      <a:pt x="12" y="52"/>
                    </a:lnTo>
                    <a:lnTo>
                      <a:pt x="138"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52" name="Freeform 52">
                <a:extLst>
                  <a:ext uri="{FF2B5EF4-FFF2-40B4-BE49-F238E27FC236}">
                    <a16:creationId xmlns:a16="http://schemas.microsoft.com/office/drawing/2014/main" id="{4BD76B41-5222-D228-7866-2BD8704C2088}"/>
                  </a:ext>
                </a:extLst>
              </p:cNvPr>
              <p:cNvSpPr>
                <a:spLocks/>
              </p:cNvSpPr>
              <p:nvPr/>
            </p:nvSpPr>
            <p:spPr bwMode="auto">
              <a:xfrm>
                <a:off x="1853" y="3348"/>
                <a:ext cx="146" cy="52"/>
              </a:xfrm>
              <a:custGeom>
                <a:avLst/>
                <a:gdLst>
                  <a:gd name="T0" fmla="*/ 134 w 146"/>
                  <a:gd name="T1" fmla="*/ 52 h 52"/>
                  <a:gd name="T2" fmla="*/ 139 w 146"/>
                  <a:gd name="T3" fmla="*/ 52 h 52"/>
                  <a:gd name="T4" fmla="*/ 143 w 146"/>
                  <a:gd name="T5" fmla="*/ 48 h 52"/>
                  <a:gd name="T6" fmla="*/ 144 w 146"/>
                  <a:gd name="T7" fmla="*/ 47 h 52"/>
                  <a:gd name="T8" fmla="*/ 146 w 146"/>
                  <a:gd name="T9" fmla="*/ 43 h 52"/>
                  <a:gd name="T10" fmla="*/ 146 w 146"/>
                  <a:gd name="T11" fmla="*/ 38 h 52"/>
                  <a:gd name="T12" fmla="*/ 143 w 146"/>
                  <a:gd name="T13" fmla="*/ 35 h 52"/>
                  <a:gd name="T14" fmla="*/ 141 w 146"/>
                  <a:gd name="T15" fmla="*/ 33 h 52"/>
                  <a:gd name="T16" fmla="*/ 138 w 146"/>
                  <a:gd name="T17" fmla="*/ 31 h 52"/>
                  <a:gd name="T18" fmla="*/ 12 w 146"/>
                  <a:gd name="T19" fmla="*/ 0 h 52"/>
                  <a:gd name="T20" fmla="*/ 7 w 146"/>
                  <a:gd name="T21" fmla="*/ 0 h 52"/>
                  <a:gd name="T22" fmla="*/ 4 w 146"/>
                  <a:gd name="T23" fmla="*/ 3 h 52"/>
                  <a:gd name="T24" fmla="*/ 2 w 146"/>
                  <a:gd name="T25" fmla="*/ 5 h 52"/>
                  <a:gd name="T26" fmla="*/ 0 w 146"/>
                  <a:gd name="T27" fmla="*/ 8 h 52"/>
                  <a:gd name="T28" fmla="*/ 0 w 146"/>
                  <a:gd name="T29" fmla="*/ 13 h 52"/>
                  <a:gd name="T30" fmla="*/ 4 w 146"/>
                  <a:gd name="T31" fmla="*/ 16 h 52"/>
                  <a:gd name="T32" fmla="*/ 5 w 146"/>
                  <a:gd name="T33" fmla="*/ 18 h 52"/>
                  <a:gd name="T34" fmla="*/ 9 w 146"/>
                  <a:gd name="T35" fmla="*/ 20 h 52"/>
                  <a:gd name="T36" fmla="*/ 134 w 146"/>
                  <a:gd name="T37" fmla="*/ 52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6"/>
                  <a:gd name="T58" fmla="*/ 0 h 52"/>
                  <a:gd name="T59" fmla="*/ 146 w 14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6" h="52">
                    <a:moveTo>
                      <a:pt x="134" y="52"/>
                    </a:moveTo>
                    <a:lnTo>
                      <a:pt x="139" y="52"/>
                    </a:lnTo>
                    <a:lnTo>
                      <a:pt x="143" y="48"/>
                    </a:lnTo>
                    <a:lnTo>
                      <a:pt x="144" y="47"/>
                    </a:lnTo>
                    <a:lnTo>
                      <a:pt x="146" y="43"/>
                    </a:lnTo>
                    <a:lnTo>
                      <a:pt x="146" y="38"/>
                    </a:lnTo>
                    <a:lnTo>
                      <a:pt x="143" y="35"/>
                    </a:lnTo>
                    <a:lnTo>
                      <a:pt x="141" y="33"/>
                    </a:lnTo>
                    <a:lnTo>
                      <a:pt x="138" y="31"/>
                    </a:lnTo>
                    <a:lnTo>
                      <a:pt x="12" y="0"/>
                    </a:lnTo>
                    <a:lnTo>
                      <a:pt x="7" y="0"/>
                    </a:lnTo>
                    <a:lnTo>
                      <a:pt x="4" y="3"/>
                    </a:lnTo>
                    <a:lnTo>
                      <a:pt x="2" y="5"/>
                    </a:lnTo>
                    <a:lnTo>
                      <a:pt x="0" y="8"/>
                    </a:lnTo>
                    <a:lnTo>
                      <a:pt x="0" y="13"/>
                    </a:lnTo>
                    <a:lnTo>
                      <a:pt x="4" y="16"/>
                    </a:lnTo>
                    <a:lnTo>
                      <a:pt x="5" y="18"/>
                    </a:lnTo>
                    <a:lnTo>
                      <a:pt x="9" y="20"/>
                    </a:lnTo>
                    <a:lnTo>
                      <a:pt x="134"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53" name="Freeform 53">
                <a:extLst>
                  <a:ext uri="{FF2B5EF4-FFF2-40B4-BE49-F238E27FC236}">
                    <a16:creationId xmlns:a16="http://schemas.microsoft.com/office/drawing/2014/main" id="{354C34B6-656E-333D-1CFD-5DC8E89E0E77}"/>
                  </a:ext>
                </a:extLst>
              </p:cNvPr>
              <p:cNvSpPr>
                <a:spLocks/>
              </p:cNvSpPr>
              <p:nvPr/>
            </p:nvSpPr>
            <p:spPr bwMode="auto">
              <a:xfrm>
                <a:off x="1608" y="3321"/>
                <a:ext cx="135" cy="135"/>
              </a:xfrm>
              <a:custGeom>
                <a:avLst/>
                <a:gdLst>
                  <a:gd name="T0" fmla="*/ 133 w 135"/>
                  <a:gd name="T1" fmla="*/ 8 h 135"/>
                  <a:gd name="T2" fmla="*/ 135 w 135"/>
                  <a:gd name="T3" fmla="*/ 8 h 135"/>
                  <a:gd name="T4" fmla="*/ 135 w 135"/>
                  <a:gd name="T5" fmla="*/ 3 h 135"/>
                  <a:gd name="T6" fmla="*/ 133 w 135"/>
                  <a:gd name="T7" fmla="*/ 2 h 135"/>
                  <a:gd name="T8" fmla="*/ 133 w 135"/>
                  <a:gd name="T9" fmla="*/ 0 h 135"/>
                  <a:gd name="T10" fmla="*/ 128 w 135"/>
                  <a:gd name="T11" fmla="*/ 0 h 135"/>
                  <a:gd name="T12" fmla="*/ 127 w 135"/>
                  <a:gd name="T13" fmla="*/ 2 h 135"/>
                  <a:gd name="T14" fmla="*/ 1 w 135"/>
                  <a:gd name="T15" fmla="*/ 127 h 135"/>
                  <a:gd name="T16" fmla="*/ 0 w 135"/>
                  <a:gd name="T17" fmla="*/ 129 h 135"/>
                  <a:gd name="T18" fmla="*/ 0 w 135"/>
                  <a:gd name="T19" fmla="*/ 134 h 135"/>
                  <a:gd name="T20" fmla="*/ 1 w 135"/>
                  <a:gd name="T21" fmla="*/ 134 h 135"/>
                  <a:gd name="T22" fmla="*/ 3 w 135"/>
                  <a:gd name="T23" fmla="*/ 135 h 135"/>
                  <a:gd name="T24" fmla="*/ 8 w 135"/>
                  <a:gd name="T25" fmla="*/ 135 h 135"/>
                  <a:gd name="T26" fmla="*/ 8 w 135"/>
                  <a:gd name="T27" fmla="*/ 134 h 135"/>
                  <a:gd name="T28" fmla="*/ 133 w 135"/>
                  <a:gd name="T29" fmla="*/ 8 h 13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5"/>
                  <a:gd name="T46" fmla="*/ 0 h 135"/>
                  <a:gd name="T47" fmla="*/ 135 w 135"/>
                  <a:gd name="T48" fmla="*/ 135 h 13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5" h="135">
                    <a:moveTo>
                      <a:pt x="133" y="8"/>
                    </a:moveTo>
                    <a:lnTo>
                      <a:pt x="135" y="8"/>
                    </a:lnTo>
                    <a:lnTo>
                      <a:pt x="135" y="3"/>
                    </a:lnTo>
                    <a:lnTo>
                      <a:pt x="133" y="2"/>
                    </a:lnTo>
                    <a:lnTo>
                      <a:pt x="133" y="0"/>
                    </a:lnTo>
                    <a:lnTo>
                      <a:pt x="128" y="0"/>
                    </a:lnTo>
                    <a:lnTo>
                      <a:pt x="127" y="2"/>
                    </a:lnTo>
                    <a:lnTo>
                      <a:pt x="1" y="127"/>
                    </a:lnTo>
                    <a:lnTo>
                      <a:pt x="0" y="129"/>
                    </a:lnTo>
                    <a:lnTo>
                      <a:pt x="0" y="134"/>
                    </a:lnTo>
                    <a:lnTo>
                      <a:pt x="1" y="134"/>
                    </a:lnTo>
                    <a:lnTo>
                      <a:pt x="3" y="135"/>
                    </a:lnTo>
                    <a:lnTo>
                      <a:pt x="8" y="135"/>
                    </a:lnTo>
                    <a:lnTo>
                      <a:pt x="8" y="134"/>
                    </a:lnTo>
                    <a:lnTo>
                      <a:pt x="13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54" name="Rectangle 54">
                <a:extLst>
                  <a:ext uri="{FF2B5EF4-FFF2-40B4-BE49-F238E27FC236}">
                    <a16:creationId xmlns:a16="http://schemas.microsoft.com/office/drawing/2014/main" id="{6C9ECA2B-C47C-2D37-EBDD-44759AC1A3CE}"/>
                  </a:ext>
                </a:extLst>
              </p:cNvPr>
              <p:cNvSpPr>
                <a:spLocks noChangeArrowheads="1"/>
              </p:cNvSpPr>
              <p:nvPr/>
            </p:nvSpPr>
            <p:spPr bwMode="auto">
              <a:xfrm>
                <a:off x="1586" y="3201"/>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n</a:t>
                </a:r>
                <a:endParaRPr lang="en-US" altLang="es-ES" sz="2800" b="0" i="0" baseline="0"/>
              </a:p>
            </p:txBody>
          </p:sp>
          <p:sp>
            <p:nvSpPr>
              <p:cNvPr id="17455" name="Freeform 55">
                <a:extLst>
                  <a:ext uri="{FF2B5EF4-FFF2-40B4-BE49-F238E27FC236}">
                    <a16:creationId xmlns:a16="http://schemas.microsoft.com/office/drawing/2014/main" id="{A18684B3-57D0-9945-7333-23B6CF6492AD}"/>
                  </a:ext>
                </a:extLst>
              </p:cNvPr>
              <p:cNvSpPr>
                <a:spLocks/>
              </p:cNvSpPr>
              <p:nvPr/>
            </p:nvSpPr>
            <p:spPr bwMode="auto">
              <a:xfrm>
                <a:off x="1447" y="3383"/>
                <a:ext cx="20" cy="249"/>
              </a:xfrm>
              <a:custGeom>
                <a:avLst/>
                <a:gdLst>
                  <a:gd name="T0" fmla="*/ 20 w 20"/>
                  <a:gd name="T1" fmla="*/ 10 h 249"/>
                  <a:gd name="T2" fmla="*/ 20 w 20"/>
                  <a:gd name="T3" fmla="*/ 6 h 249"/>
                  <a:gd name="T4" fmla="*/ 16 w 20"/>
                  <a:gd name="T5" fmla="*/ 3 h 249"/>
                  <a:gd name="T6" fmla="*/ 13 w 20"/>
                  <a:gd name="T7" fmla="*/ 0 h 249"/>
                  <a:gd name="T8" fmla="*/ 6 w 20"/>
                  <a:gd name="T9" fmla="*/ 0 h 249"/>
                  <a:gd name="T10" fmla="*/ 3 w 20"/>
                  <a:gd name="T11" fmla="*/ 3 h 249"/>
                  <a:gd name="T12" fmla="*/ 0 w 20"/>
                  <a:gd name="T13" fmla="*/ 6 h 249"/>
                  <a:gd name="T14" fmla="*/ 0 w 20"/>
                  <a:gd name="T15" fmla="*/ 242 h 249"/>
                  <a:gd name="T16" fmla="*/ 3 w 20"/>
                  <a:gd name="T17" fmla="*/ 246 h 249"/>
                  <a:gd name="T18" fmla="*/ 6 w 20"/>
                  <a:gd name="T19" fmla="*/ 249 h 249"/>
                  <a:gd name="T20" fmla="*/ 13 w 20"/>
                  <a:gd name="T21" fmla="*/ 249 h 249"/>
                  <a:gd name="T22" fmla="*/ 16 w 20"/>
                  <a:gd name="T23" fmla="*/ 246 h 249"/>
                  <a:gd name="T24" fmla="*/ 20 w 20"/>
                  <a:gd name="T25" fmla="*/ 242 h 249"/>
                  <a:gd name="T26" fmla="*/ 20 w 20"/>
                  <a:gd name="T27" fmla="*/ 239 h 249"/>
                  <a:gd name="T28" fmla="*/ 20 w 20"/>
                  <a:gd name="T29" fmla="*/ 10 h 24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249"/>
                  <a:gd name="T47" fmla="*/ 20 w 20"/>
                  <a:gd name="T48" fmla="*/ 249 h 24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249">
                    <a:moveTo>
                      <a:pt x="20" y="10"/>
                    </a:moveTo>
                    <a:lnTo>
                      <a:pt x="20" y="6"/>
                    </a:lnTo>
                    <a:lnTo>
                      <a:pt x="16" y="3"/>
                    </a:lnTo>
                    <a:lnTo>
                      <a:pt x="13" y="0"/>
                    </a:lnTo>
                    <a:lnTo>
                      <a:pt x="6" y="0"/>
                    </a:lnTo>
                    <a:lnTo>
                      <a:pt x="3" y="3"/>
                    </a:lnTo>
                    <a:lnTo>
                      <a:pt x="0" y="6"/>
                    </a:lnTo>
                    <a:lnTo>
                      <a:pt x="0" y="242"/>
                    </a:lnTo>
                    <a:lnTo>
                      <a:pt x="3" y="246"/>
                    </a:lnTo>
                    <a:lnTo>
                      <a:pt x="6" y="249"/>
                    </a:lnTo>
                    <a:lnTo>
                      <a:pt x="13" y="249"/>
                    </a:lnTo>
                    <a:lnTo>
                      <a:pt x="16" y="246"/>
                    </a:lnTo>
                    <a:lnTo>
                      <a:pt x="20" y="242"/>
                    </a:lnTo>
                    <a:lnTo>
                      <a:pt x="20" y="239"/>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56" name="Freeform 56">
                <a:extLst>
                  <a:ext uri="{FF2B5EF4-FFF2-40B4-BE49-F238E27FC236}">
                    <a16:creationId xmlns:a16="http://schemas.microsoft.com/office/drawing/2014/main" id="{7A253C79-526C-09C7-B4D5-BE29CA905D82}"/>
                  </a:ext>
                </a:extLst>
              </p:cNvPr>
              <p:cNvSpPr>
                <a:spLocks/>
              </p:cNvSpPr>
              <p:nvPr/>
            </p:nvSpPr>
            <p:spPr bwMode="auto">
              <a:xfrm>
                <a:off x="1219" y="3620"/>
                <a:ext cx="248" cy="20"/>
              </a:xfrm>
              <a:custGeom>
                <a:avLst/>
                <a:gdLst>
                  <a:gd name="T0" fmla="*/ 238 w 248"/>
                  <a:gd name="T1" fmla="*/ 20 h 20"/>
                  <a:gd name="T2" fmla="*/ 241 w 248"/>
                  <a:gd name="T3" fmla="*/ 20 h 20"/>
                  <a:gd name="T4" fmla="*/ 244 w 248"/>
                  <a:gd name="T5" fmla="*/ 17 h 20"/>
                  <a:gd name="T6" fmla="*/ 248 w 248"/>
                  <a:gd name="T7" fmla="*/ 14 h 20"/>
                  <a:gd name="T8" fmla="*/ 248 w 248"/>
                  <a:gd name="T9" fmla="*/ 7 h 20"/>
                  <a:gd name="T10" fmla="*/ 244 w 248"/>
                  <a:gd name="T11" fmla="*/ 3 h 20"/>
                  <a:gd name="T12" fmla="*/ 241 w 248"/>
                  <a:gd name="T13" fmla="*/ 0 h 20"/>
                  <a:gd name="T14" fmla="*/ 7 w 248"/>
                  <a:gd name="T15" fmla="*/ 0 h 20"/>
                  <a:gd name="T16" fmla="*/ 4 w 248"/>
                  <a:gd name="T17" fmla="*/ 3 h 20"/>
                  <a:gd name="T18" fmla="*/ 0 w 248"/>
                  <a:gd name="T19" fmla="*/ 7 h 20"/>
                  <a:gd name="T20" fmla="*/ 0 w 248"/>
                  <a:gd name="T21" fmla="*/ 14 h 20"/>
                  <a:gd name="T22" fmla="*/ 4 w 248"/>
                  <a:gd name="T23" fmla="*/ 17 h 20"/>
                  <a:gd name="T24" fmla="*/ 7 w 248"/>
                  <a:gd name="T25" fmla="*/ 20 h 20"/>
                  <a:gd name="T26" fmla="*/ 10 w 248"/>
                  <a:gd name="T27" fmla="*/ 20 h 20"/>
                  <a:gd name="T28" fmla="*/ 238 w 248"/>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8"/>
                  <a:gd name="T46" fmla="*/ 0 h 20"/>
                  <a:gd name="T47" fmla="*/ 248 w 248"/>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8" h="20">
                    <a:moveTo>
                      <a:pt x="238" y="20"/>
                    </a:moveTo>
                    <a:lnTo>
                      <a:pt x="241" y="20"/>
                    </a:lnTo>
                    <a:lnTo>
                      <a:pt x="244" y="17"/>
                    </a:lnTo>
                    <a:lnTo>
                      <a:pt x="248" y="14"/>
                    </a:lnTo>
                    <a:lnTo>
                      <a:pt x="248" y="7"/>
                    </a:lnTo>
                    <a:lnTo>
                      <a:pt x="244" y="3"/>
                    </a:lnTo>
                    <a:lnTo>
                      <a:pt x="241" y="0"/>
                    </a:lnTo>
                    <a:lnTo>
                      <a:pt x="7" y="0"/>
                    </a:lnTo>
                    <a:lnTo>
                      <a:pt x="4" y="3"/>
                    </a:lnTo>
                    <a:lnTo>
                      <a:pt x="0" y="7"/>
                    </a:lnTo>
                    <a:lnTo>
                      <a:pt x="0" y="14"/>
                    </a:lnTo>
                    <a:lnTo>
                      <a:pt x="4" y="17"/>
                    </a:lnTo>
                    <a:lnTo>
                      <a:pt x="7" y="20"/>
                    </a:lnTo>
                    <a:lnTo>
                      <a:pt x="10" y="20"/>
                    </a:lnTo>
                    <a:lnTo>
                      <a:pt x="23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57" name="Freeform 57">
                <a:extLst>
                  <a:ext uri="{FF2B5EF4-FFF2-40B4-BE49-F238E27FC236}">
                    <a16:creationId xmlns:a16="http://schemas.microsoft.com/office/drawing/2014/main" id="{63A2818D-58DF-9B5E-6B38-2B650E03B5DC}"/>
                  </a:ext>
                </a:extLst>
              </p:cNvPr>
              <p:cNvSpPr>
                <a:spLocks/>
              </p:cNvSpPr>
              <p:nvPr/>
            </p:nvSpPr>
            <p:spPr bwMode="auto">
              <a:xfrm>
                <a:off x="1430" y="2410"/>
                <a:ext cx="20" cy="634"/>
              </a:xfrm>
              <a:custGeom>
                <a:avLst/>
                <a:gdLst>
                  <a:gd name="T0" fmla="*/ 0 w 20"/>
                  <a:gd name="T1" fmla="*/ 623 h 634"/>
                  <a:gd name="T2" fmla="*/ 0 w 20"/>
                  <a:gd name="T3" fmla="*/ 627 h 634"/>
                  <a:gd name="T4" fmla="*/ 4 w 20"/>
                  <a:gd name="T5" fmla="*/ 630 h 634"/>
                  <a:gd name="T6" fmla="*/ 7 w 20"/>
                  <a:gd name="T7" fmla="*/ 634 h 634"/>
                  <a:gd name="T8" fmla="*/ 14 w 20"/>
                  <a:gd name="T9" fmla="*/ 634 h 634"/>
                  <a:gd name="T10" fmla="*/ 17 w 20"/>
                  <a:gd name="T11" fmla="*/ 630 h 634"/>
                  <a:gd name="T12" fmla="*/ 20 w 20"/>
                  <a:gd name="T13" fmla="*/ 627 h 634"/>
                  <a:gd name="T14" fmla="*/ 20 w 20"/>
                  <a:gd name="T15" fmla="*/ 7 h 634"/>
                  <a:gd name="T16" fmla="*/ 17 w 20"/>
                  <a:gd name="T17" fmla="*/ 3 h 634"/>
                  <a:gd name="T18" fmla="*/ 14 w 20"/>
                  <a:gd name="T19" fmla="*/ 0 h 634"/>
                  <a:gd name="T20" fmla="*/ 7 w 20"/>
                  <a:gd name="T21" fmla="*/ 0 h 634"/>
                  <a:gd name="T22" fmla="*/ 4 w 20"/>
                  <a:gd name="T23" fmla="*/ 3 h 634"/>
                  <a:gd name="T24" fmla="*/ 0 w 20"/>
                  <a:gd name="T25" fmla="*/ 7 h 634"/>
                  <a:gd name="T26" fmla="*/ 0 w 20"/>
                  <a:gd name="T27" fmla="*/ 10 h 634"/>
                  <a:gd name="T28" fmla="*/ 0 w 20"/>
                  <a:gd name="T29" fmla="*/ 623 h 6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634"/>
                  <a:gd name="T47" fmla="*/ 20 w 20"/>
                  <a:gd name="T48" fmla="*/ 634 h 63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634">
                    <a:moveTo>
                      <a:pt x="0" y="623"/>
                    </a:moveTo>
                    <a:lnTo>
                      <a:pt x="0" y="627"/>
                    </a:lnTo>
                    <a:lnTo>
                      <a:pt x="4" y="630"/>
                    </a:lnTo>
                    <a:lnTo>
                      <a:pt x="7" y="634"/>
                    </a:lnTo>
                    <a:lnTo>
                      <a:pt x="14" y="634"/>
                    </a:lnTo>
                    <a:lnTo>
                      <a:pt x="17" y="630"/>
                    </a:lnTo>
                    <a:lnTo>
                      <a:pt x="20" y="627"/>
                    </a:lnTo>
                    <a:lnTo>
                      <a:pt x="20" y="7"/>
                    </a:lnTo>
                    <a:lnTo>
                      <a:pt x="17" y="3"/>
                    </a:lnTo>
                    <a:lnTo>
                      <a:pt x="14" y="0"/>
                    </a:lnTo>
                    <a:lnTo>
                      <a:pt x="7" y="0"/>
                    </a:lnTo>
                    <a:lnTo>
                      <a:pt x="4" y="3"/>
                    </a:lnTo>
                    <a:lnTo>
                      <a:pt x="0" y="7"/>
                    </a:lnTo>
                    <a:lnTo>
                      <a:pt x="0" y="10"/>
                    </a:lnTo>
                    <a:lnTo>
                      <a:pt x="0" y="6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58" name="Freeform 58">
                <a:extLst>
                  <a:ext uri="{FF2B5EF4-FFF2-40B4-BE49-F238E27FC236}">
                    <a16:creationId xmlns:a16="http://schemas.microsoft.com/office/drawing/2014/main" id="{2AD682A6-2608-902F-36C8-612868EE416C}"/>
                  </a:ext>
                </a:extLst>
              </p:cNvPr>
              <p:cNvSpPr>
                <a:spLocks/>
              </p:cNvSpPr>
              <p:nvPr/>
            </p:nvSpPr>
            <p:spPr bwMode="auto">
              <a:xfrm>
                <a:off x="1221" y="2410"/>
                <a:ext cx="229" cy="20"/>
              </a:xfrm>
              <a:custGeom>
                <a:avLst/>
                <a:gdLst>
                  <a:gd name="T0" fmla="*/ 219 w 229"/>
                  <a:gd name="T1" fmla="*/ 20 h 20"/>
                  <a:gd name="T2" fmla="*/ 223 w 229"/>
                  <a:gd name="T3" fmla="*/ 20 h 20"/>
                  <a:gd name="T4" fmla="*/ 226 w 229"/>
                  <a:gd name="T5" fmla="*/ 17 h 20"/>
                  <a:gd name="T6" fmla="*/ 229 w 229"/>
                  <a:gd name="T7" fmla="*/ 13 h 20"/>
                  <a:gd name="T8" fmla="*/ 229 w 229"/>
                  <a:gd name="T9" fmla="*/ 7 h 20"/>
                  <a:gd name="T10" fmla="*/ 226 w 229"/>
                  <a:gd name="T11" fmla="*/ 3 h 20"/>
                  <a:gd name="T12" fmla="*/ 223 w 229"/>
                  <a:gd name="T13" fmla="*/ 0 h 20"/>
                  <a:gd name="T14" fmla="*/ 7 w 229"/>
                  <a:gd name="T15" fmla="*/ 0 h 20"/>
                  <a:gd name="T16" fmla="*/ 4 w 229"/>
                  <a:gd name="T17" fmla="*/ 3 h 20"/>
                  <a:gd name="T18" fmla="*/ 0 w 229"/>
                  <a:gd name="T19" fmla="*/ 7 h 20"/>
                  <a:gd name="T20" fmla="*/ 0 w 229"/>
                  <a:gd name="T21" fmla="*/ 13 h 20"/>
                  <a:gd name="T22" fmla="*/ 4 w 229"/>
                  <a:gd name="T23" fmla="*/ 17 h 20"/>
                  <a:gd name="T24" fmla="*/ 7 w 229"/>
                  <a:gd name="T25" fmla="*/ 20 h 20"/>
                  <a:gd name="T26" fmla="*/ 10 w 229"/>
                  <a:gd name="T27" fmla="*/ 20 h 20"/>
                  <a:gd name="T28" fmla="*/ 219 w 229"/>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9"/>
                  <a:gd name="T46" fmla="*/ 0 h 20"/>
                  <a:gd name="T47" fmla="*/ 229 w 229"/>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9" h="20">
                    <a:moveTo>
                      <a:pt x="219" y="20"/>
                    </a:moveTo>
                    <a:lnTo>
                      <a:pt x="223" y="20"/>
                    </a:lnTo>
                    <a:lnTo>
                      <a:pt x="226" y="17"/>
                    </a:lnTo>
                    <a:lnTo>
                      <a:pt x="229" y="13"/>
                    </a:lnTo>
                    <a:lnTo>
                      <a:pt x="229" y="7"/>
                    </a:lnTo>
                    <a:lnTo>
                      <a:pt x="226" y="3"/>
                    </a:lnTo>
                    <a:lnTo>
                      <a:pt x="223" y="0"/>
                    </a:lnTo>
                    <a:lnTo>
                      <a:pt x="7" y="0"/>
                    </a:lnTo>
                    <a:lnTo>
                      <a:pt x="4" y="3"/>
                    </a:lnTo>
                    <a:lnTo>
                      <a:pt x="0" y="7"/>
                    </a:lnTo>
                    <a:lnTo>
                      <a:pt x="0" y="13"/>
                    </a:lnTo>
                    <a:lnTo>
                      <a:pt x="4" y="17"/>
                    </a:lnTo>
                    <a:lnTo>
                      <a:pt x="7" y="20"/>
                    </a:lnTo>
                    <a:lnTo>
                      <a:pt x="10" y="20"/>
                    </a:lnTo>
                    <a:lnTo>
                      <a:pt x="219"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59" name="Freeform 59">
                <a:extLst>
                  <a:ext uri="{FF2B5EF4-FFF2-40B4-BE49-F238E27FC236}">
                    <a16:creationId xmlns:a16="http://schemas.microsoft.com/office/drawing/2014/main" id="{B28C04AA-DD53-C2C6-7B58-70470ED2D87C}"/>
                  </a:ext>
                </a:extLst>
              </p:cNvPr>
              <p:cNvSpPr>
                <a:spLocks/>
              </p:cNvSpPr>
              <p:nvPr/>
            </p:nvSpPr>
            <p:spPr bwMode="auto">
              <a:xfrm>
                <a:off x="2158" y="2681"/>
                <a:ext cx="47" cy="100"/>
              </a:xfrm>
              <a:custGeom>
                <a:avLst/>
                <a:gdLst>
                  <a:gd name="T0" fmla="*/ 27 w 47"/>
                  <a:gd name="T1" fmla="*/ 93 h 100"/>
                  <a:gd name="T2" fmla="*/ 30 w 47"/>
                  <a:gd name="T3" fmla="*/ 97 h 100"/>
                  <a:gd name="T4" fmla="*/ 32 w 47"/>
                  <a:gd name="T5" fmla="*/ 98 h 100"/>
                  <a:gd name="T6" fmla="*/ 35 w 47"/>
                  <a:gd name="T7" fmla="*/ 100 h 100"/>
                  <a:gd name="T8" fmla="*/ 40 w 47"/>
                  <a:gd name="T9" fmla="*/ 100 h 100"/>
                  <a:gd name="T10" fmla="*/ 43 w 47"/>
                  <a:gd name="T11" fmla="*/ 97 h 100"/>
                  <a:gd name="T12" fmla="*/ 45 w 47"/>
                  <a:gd name="T13" fmla="*/ 95 h 100"/>
                  <a:gd name="T14" fmla="*/ 47 w 47"/>
                  <a:gd name="T15" fmla="*/ 92 h 100"/>
                  <a:gd name="T16" fmla="*/ 47 w 47"/>
                  <a:gd name="T17" fmla="*/ 87 h 100"/>
                  <a:gd name="T18" fmla="*/ 20 w 47"/>
                  <a:gd name="T19" fmla="*/ 6 h 100"/>
                  <a:gd name="T20" fmla="*/ 17 w 47"/>
                  <a:gd name="T21" fmla="*/ 3 h 100"/>
                  <a:gd name="T22" fmla="*/ 15 w 47"/>
                  <a:gd name="T23" fmla="*/ 1 h 100"/>
                  <a:gd name="T24" fmla="*/ 12 w 47"/>
                  <a:gd name="T25" fmla="*/ 0 h 100"/>
                  <a:gd name="T26" fmla="*/ 6 w 47"/>
                  <a:gd name="T27" fmla="*/ 0 h 100"/>
                  <a:gd name="T28" fmla="*/ 3 w 47"/>
                  <a:gd name="T29" fmla="*/ 3 h 100"/>
                  <a:gd name="T30" fmla="*/ 1 w 47"/>
                  <a:gd name="T31" fmla="*/ 5 h 100"/>
                  <a:gd name="T32" fmla="*/ 0 w 47"/>
                  <a:gd name="T33" fmla="*/ 8 h 100"/>
                  <a:gd name="T34" fmla="*/ 0 w 47"/>
                  <a:gd name="T35" fmla="*/ 13 h 100"/>
                  <a:gd name="T36" fmla="*/ 27 w 47"/>
                  <a:gd name="T37" fmla="*/ 93 h 1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100"/>
                  <a:gd name="T59" fmla="*/ 47 w 47"/>
                  <a:gd name="T60" fmla="*/ 100 h 10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100">
                    <a:moveTo>
                      <a:pt x="27" y="93"/>
                    </a:moveTo>
                    <a:lnTo>
                      <a:pt x="30" y="97"/>
                    </a:lnTo>
                    <a:lnTo>
                      <a:pt x="32" y="98"/>
                    </a:lnTo>
                    <a:lnTo>
                      <a:pt x="35" y="100"/>
                    </a:lnTo>
                    <a:lnTo>
                      <a:pt x="40" y="100"/>
                    </a:lnTo>
                    <a:lnTo>
                      <a:pt x="43" y="97"/>
                    </a:lnTo>
                    <a:lnTo>
                      <a:pt x="45" y="95"/>
                    </a:lnTo>
                    <a:lnTo>
                      <a:pt x="47" y="92"/>
                    </a:lnTo>
                    <a:lnTo>
                      <a:pt x="47" y="87"/>
                    </a:lnTo>
                    <a:lnTo>
                      <a:pt x="20" y="6"/>
                    </a:lnTo>
                    <a:lnTo>
                      <a:pt x="17" y="3"/>
                    </a:lnTo>
                    <a:lnTo>
                      <a:pt x="15" y="1"/>
                    </a:lnTo>
                    <a:lnTo>
                      <a:pt x="12" y="0"/>
                    </a:lnTo>
                    <a:lnTo>
                      <a:pt x="6" y="0"/>
                    </a:lnTo>
                    <a:lnTo>
                      <a:pt x="3" y="3"/>
                    </a:lnTo>
                    <a:lnTo>
                      <a:pt x="1" y="5"/>
                    </a:lnTo>
                    <a:lnTo>
                      <a:pt x="0" y="8"/>
                    </a:lnTo>
                    <a:lnTo>
                      <a:pt x="0" y="13"/>
                    </a:lnTo>
                    <a:lnTo>
                      <a:pt x="27" y="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7460" name="Rectangle 60">
                <a:extLst>
                  <a:ext uri="{FF2B5EF4-FFF2-40B4-BE49-F238E27FC236}">
                    <a16:creationId xmlns:a16="http://schemas.microsoft.com/office/drawing/2014/main" id="{01D888DC-835F-189B-C27D-3319281A7763}"/>
                  </a:ext>
                </a:extLst>
              </p:cNvPr>
              <p:cNvSpPr>
                <a:spLocks noChangeArrowheads="1"/>
              </p:cNvSpPr>
              <p:nvPr/>
            </p:nvSpPr>
            <p:spPr bwMode="auto">
              <a:xfrm>
                <a:off x="1674" y="2484"/>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K</a:t>
                </a:r>
                <a:endParaRPr lang="en-US" altLang="es-ES" sz="2800" b="0" i="0" baseline="0"/>
              </a:p>
            </p:txBody>
          </p:sp>
          <p:sp>
            <p:nvSpPr>
              <p:cNvPr id="17461" name="Rectangle 61">
                <a:extLst>
                  <a:ext uri="{FF2B5EF4-FFF2-40B4-BE49-F238E27FC236}">
                    <a16:creationId xmlns:a16="http://schemas.microsoft.com/office/drawing/2014/main" id="{1A101641-29DC-D673-0DA2-FC1C34D1BFAF}"/>
                  </a:ext>
                </a:extLst>
              </p:cNvPr>
              <p:cNvSpPr>
                <a:spLocks noChangeArrowheads="1"/>
              </p:cNvSpPr>
              <p:nvPr/>
            </p:nvSpPr>
            <p:spPr bwMode="auto">
              <a:xfrm>
                <a:off x="1768" y="2535"/>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1</a:t>
                </a:r>
                <a:endParaRPr lang="en-US" altLang="es-ES" sz="2800" b="0" i="0" baseline="0"/>
              </a:p>
            </p:txBody>
          </p:sp>
          <p:sp>
            <p:nvSpPr>
              <p:cNvPr id="17462" name="Rectangle 62">
                <a:extLst>
                  <a:ext uri="{FF2B5EF4-FFF2-40B4-BE49-F238E27FC236}">
                    <a16:creationId xmlns:a16="http://schemas.microsoft.com/office/drawing/2014/main" id="{CAD1CDF9-3D42-AA1E-69BB-08F18D0EF03B}"/>
                  </a:ext>
                </a:extLst>
              </p:cNvPr>
              <p:cNvSpPr>
                <a:spLocks noChangeArrowheads="1"/>
              </p:cNvSpPr>
              <p:nvPr/>
            </p:nvSpPr>
            <p:spPr bwMode="auto">
              <a:xfrm>
                <a:off x="880" y="2355"/>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R2</a:t>
                </a:r>
                <a:endParaRPr lang="en-US" altLang="es-ES" sz="2800" b="0" i="0" baseline="0"/>
              </a:p>
            </p:txBody>
          </p:sp>
          <p:sp>
            <p:nvSpPr>
              <p:cNvPr id="17463" name="Rectangle 63">
                <a:extLst>
                  <a:ext uri="{FF2B5EF4-FFF2-40B4-BE49-F238E27FC236}">
                    <a16:creationId xmlns:a16="http://schemas.microsoft.com/office/drawing/2014/main" id="{DD66954B-3CCF-CBE5-C642-6B7C02CA4E04}"/>
                  </a:ext>
                </a:extLst>
              </p:cNvPr>
              <p:cNvSpPr>
                <a:spLocks noChangeArrowheads="1"/>
              </p:cNvSpPr>
              <p:nvPr/>
            </p:nvSpPr>
            <p:spPr bwMode="auto">
              <a:xfrm>
                <a:off x="883" y="3587"/>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2000" i="0" baseline="0">
                    <a:solidFill>
                      <a:srgbClr val="000000"/>
                    </a:solidFill>
                    <a:latin typeface="Swiss 721 SWA" charset="0"/>
                  </a:rPr>
                  <a:t>R1</a:t>
                </a:r>
                <a:endParaRPr lang="en-US" altLang="es-ES" sz="2800" b="0" i="0" baseline="0"/>
              </a:p>
            </p:txBody>
          </p:sp>
        </p:grpSp>
      </p:grpSp>
      <p:sp>
        <p:nvSpPr>
          <p:cNvPr id="17414" name="Line 64">
            <a:extLst>
              <a:ext uri="{FF2B5EF4-FFF2-40B4-BE49-F238E27FC236}">
                <a16:creationId xmlns:a16="http://schemas.microsoft.com/office/drawing/2014/main" id="{FD7E941F-7AC1-79DD-14B0-2DA3FF147E5A}"/>
              </a:ext>
            </a:extLst>
          </p:cNvPr>
          <p:cNvSpPr>
            <a:spLocks noChangeShapeType="1"/>
          </p:cNvSpPr>
          <p:nvPr/>
        </p:nvSpPr>
        <p:spPr bwMode="auto">
          <a:xfrm>
            <a:off x="4532313" y="3175000"/>
            <a:ext cx="258762"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3 Marcador de número de diapositiva">
            <a:extLst>
              <a:ext uri="{FF2B5EF4-FFF2-40B4-BE49-F238E27FC236}">
                <a16:creationId xmlns:a16="http://schemas.microsoft.com/office/drawing/2014/main" id="{41E279A9-B280-5D9F-E8A5-8DBAF631207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50E0AA62-C474-4873-9E27-B1A99370AC5D}" type="slidenum">
              <a:rPr lang="en-US" altLang="es-ES" sz="1600" b="0" i="0" baseline="0"/>
              <a:pPr/>
              <a:t>14</a:t>
            </a:fld>
            <a:endParaRPr lang="en-US" altLang="es-ES" sz="1600" b="0" i="0" baseline="0"/>
          </a:p>
        </p:txBody>
      </p:sp>
      <p:sp>
        <p:nvSpPr>
          <p:cNvPr id="18435" name="Rectangle 2">
            <a:extLst>
              <a:ext uri="{FF2B5EF4-FFF2-40B4-BE49-F238E27FC236}">
                <a16:creationId xmlns:a16="http://schemas.microsoft.com/office/drawing/2014/main" id="{E1B63760-FC1A-260F-829B-4F29BC92501F}"/>
              </a:ext>
            </a:extLst>
          </p:cNvPr>
          <p:cNvSpPr>
            <a:spLocks noGrp="1" noChangeArrowheads="1"/>
          </p:cNvSpPr>
          <p:nvPr>
            <p:ph type="title"/>
          </p:nvPr>
        </p:nvSpPr>
        <p:spPr/>
        <p:txBody>
          <a:bodyPr/>
          <a:lstStyle/>
          <a:p>
            <a:r>
              <a:rPr lang="en-US" altLang="es-ES" sz="3200"/>
              <a:t>Multiplexer and Bus-Based Transfers for Multiple Registers</a:t>
            </a:r>
          </a:p>
        </p:txBody>
      </p:sp>
      <p:sp>
        <p:nvSpPr>
          <p:cNvPr id="18436" name="Rectangle 3">
            <a:extLst>
              <a:ext uri="{FF2B5EF4-FFF2-40B4-BE49-F238E27FC236}">
                <a16:creationId xmlns:a16="http://schemas.microsoft.com/office/drawing/2014/main" id="{491958C9-B512-B8BF-6895-4995654FA348}"/>
              </a:ext>
            </a:extLst>
          </p:cNvPr>
          <p:cNvSpPr>
            <a:spLocks noGrp="1" noChangeArrowheads="1"/>
          </p:cNvSpPr>
          <p:nvPr>
            <p:ph type="body" idx="1"/>
          </p:nvPr>
        </p:nvSpPr>
        <p:spPr/>
        <p:txBody>
          <a:bodyPr/>
          <a:lstStyle/>
          <a:p>
            <a:r>
              <a:rPr lang="en-US" altLang="es-ES"/>
              <a:t>Multiplexer dedicated to each register</a:t>
            </a:r>
          </a:p>
          <a:p>
            <a:r>
              <a:rPr lang="en-US" altLang="es-ES"/>
              <a:t>Shared transfer paths for registers</a:t>
            </a:r>
          </a:p>
          <a:p>
            <a:pPr lvl="1"/>
            <a:r>
              <a:rPr lang="en-US" altLang="es-ES"/>
              <a:t>A shared transfer object is a called a </a:t>
            </a:r>
            <a:r>
              <a:rPr lang="en-US" altLang="es-ES" i="1"/>
              <a:t>bus </a:t>
            </a:r>
            <a:r>
              <a:rPr lang="en-US" altLang="es-ES"/>
              <a:t>(Plural: </a:t>
            </a:r>
            <a:r>
              <a:rPr lang="en-US" altLang="es-ES" i="1"/>
              <a:t>buses</a:t>
            </a:r>
            <a:r>
              <a:rPr lang="en-US" altLang="es-ES"/>
              <a:t>)</a:t>
            </a:r>
          </a:p>
          <a:p>
            <a:r>
              <a:rPr lang="en-US" altLang="es-ES"/>
              <a:t>Bus implementation using:</a:t>
            </a:r>
          </a:p>
          <a:p>
            <a:pPr lvl="1"/>
            <a:r>
              <a:rPr lang="en-US" altLang="es-ES"/>
              <a:t>multiplexers </a:t>
            </a:r>
          </a:p>
          <a:p>
            <a:pPr lvl="1"/>
            <a:r>
              <a:rPr lang="en-US" altLang="es-ES"/>
              <a:t>three-state nodes and drivers</a:t>
            </a:r>
          </a:p>
          <a:p>
            <a:r>
              <a:rPr lang="en-US" altLang="es-ES"/>
              <a:t>In most cases, the number of bits is the length of the receiving register</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3 Marcador de número de diapositiva">
            <a:extLst>
              <a:ext uri="{FF2B5EF4-FFF2-40B4-BE49-F238E27FC236}">
                <a16:creationId xmlns:a16="http://schemas.microsoft.com/office/drawing/2014/main" id="{466AEEFE-0822-86BC-D829-783C3B39E2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349D9683-3C6B-4660-B4AA-58C77D9D82D3}" type="slidenum">
              <a:rPr lang="en-US" altLang="es-ES" sz="1600" b="0" i="0" baseline="0"/>
              <a:pPr/>
              <a:t>15</a:t>
            </a:fld>
            <a:endParaRPr lang="en-US" altLang="es-ES" sz="1600" b="0" i="0" baseline="0"/>
          </a:p>
        </p:txBody>
      </p:sp>
      <p:sp>
        <p:nvSpPr>
          <p:cNvPr id="19459" name="Rectangle 2">
            <a:extLst>
              <a:ext uri="{FF2B5EF4-FFF2-40B4-BE49-F238E27FC236}">
                <a16:creationId xmlns:a16="http://schemas.microsoft.com/office/drawing/2014/main" id="{1E3C9742-456E-B9E3-806E-7E73CCB1E526}"/>
              </a:ext>
            </a:extLst>
          </p:cNvPr>
          <p:cNvSpPr>
            <a:spLocks noGrp="1" noChangeArrowheads="1"/>
          </p:cNvSpPr>
          <p:nvPr>
            <p:ph type="title"/>
          </p:nvPr>
        </p:nvSpPr>
        <p:spPr/>
        <p:txBody>
          <a:bodyPr/>
          <a:lstStyle/>
          <a:p>
            <a:r>
              <a:rPr lang="en-US" altLang="es-ES">
                <a:solidFill>
                  <a:schemeClr val="tx1"/>
                </a:solidFill>
              </a:rPr>
              <a:t>Dedicated MUX-Based Transfers </a:t>
            </a:r>
          </a:p>
        </p:txBody>
      </p:sp>
      <p:sp>
        <p:nvSpPr>
          <p:cNvPr id="19460" name="Rectangle 3">
            <a:extLst>
              <a:ext uri="{FF2B5EF4-FFF2-40B4-BE49-F238E27FC236}">
                <a16:creationId xmlns:a16="http://schemas.microsoft.com/office/drawing/2014/main" id="{22D34BA6-36B9-C7C4-0EAD-1F87B1674EBD}"/>
              </a:ext>
            </a:extLst>
          </p:cNvPr>
          <p:cNvSpPr>
            <a:spLocks noGrp="1" noChangeArrowheads="1"/>
          </p:cNvSpPr>
          <p:nvPr>
            <p:ph type="body" idx="1"/>
          </p:nvPr>
        </p:nvSpPr>
        <p:spPr>
          <a:xfrm>
            <a:off x="503238" y="1314450"/>
            <a:ext cx="4017962" cy="5027613"/>
          </a:xfrm>
        </p:spPr>
        <p:txBody>
          <a:bodyPr/>
          <a:lstStyle/>
          <a:p>
            <a:r>
              <a:rPr lang="en-US" altLang="es-ES" sz="2800">
                <a:cs typeface="Times New Roman" panose="02020603050405020304" pitchFamily="18" charset="0"/>
              </a:rPr>
              <a:t>Multiplexer connected to each register input produces a very flexible transfer structure =&gt;</a:t>
            </a:r>
          </a:p>
          <a:p>
            <a:r>
              <a:rPr lang="en-US" altLang="es-ES" sz="2800">
                <a:cs typeface="Times New Roman" panose="02020603050405020304" pitchFamily="18" charset="0"/>
              </a:rPr>
              <a:t>Characterize the simultaneous transfers possible with this structure.   </a:t>
            </a:r>
            <a:endParaRPr lang="en-US" altLang="es-ES" sz="2800"/>
          </a:p>
        </p:txBody>
      </p:sp>
      <p:grpSp>
        <p:nvGrpSpPr>
          <p:cNvPr id="19461" name="Group 4">
            <a:extLst>
              <a:ext uri="{FF2B5EF4-FFF2-40B4-BE49-F238E27FC236}">
                <a16:creationId xmlns:a16="http://schemas.microsoft.com/office/drawing/2014/main" id="{CF433D08-50C9-0ABE-D969-33D49E331723}"/>
              </a:ext>
            </a:extLst>
          </p:cNvPr>
          <p:cNvGrpSpPr>
            <a:grpSpLocks noChangeAspect="1"/>
          </p:cNvGrpSpPr>
          <p:nvPr/>
        </p:nvGrpSpPr>
        <p:grpSpPr bwMode="auto">
          <a:xfrm>
            <a:off x="4467225" y="1255713"/>
            <a:ext cx="3684588" cy="5157787"/>
            <a:chOff x="3072" y="912"/>
            <a:chExt cx="2156" cy="3019"/>
          </a:xfrm>
        </p:grpSpPr>
        <p:sp>
          <p:nvSpPr>
            <p:cNvPr id="19462" name="Freeform 5">
              <a:extLst>
                <a:ext uri="{FF2B5EF4-FFF2-40B4-BE49-F238E27FC236}">
                  <a16:creationId xmlns:a16="http://schemas.microsoft.com/office/drawing/2014/main" id="{A350AC6F-50F3-811E-F506-5E19E9FDA41F}"/>
                </a:ext>
              </a:extLst>
            </p:cNvPr>
            <p:cNvSpPr>
              <a:spLocks noChangeAspect="1"/>
            </p:cNvSpPr>
            <p:nvPr/>
          </p:nvSpPr>
          <p:spPr bwMode="auto">
            <a:xfrm>
              <a:off x="4649" y="2677"/>
              <a:ext cx="149" cy="49"/>
            </a:xfrm>
            <a:custGeom>
              <a:avLst/>
              <a:gdLst>
                <a:gd name="T0" fmla="*/ 140 w 149"/>
                <a:gd name="T1" fmla="*/ 20 h 49"/>
                <a:gd name="T2" fmla="*/ 144 w 149"/>
                <a:gd name="T3" fmla="*/ 18 h 49"/>
                <a:gd name="T4" fmla="*/ 147 w 149"/>
                <a:gd name="T5" fmla="*/ 15 h 49"/>
                <a:gd name="T6" fmla="*/ 149 w 149"/>
                <a:gd name="T7" fmla="*/ 13 h 49"/>
                <a:gd name="T8" fmla="*/ 149 w 149"/>
                <a:gd name="T9" fmla="*/ 8 h 49"/>
                <a:gd name="T10" fmla="*/ 147 w 149"/>
                <a:gd name="T11" fmla="*/ 5 h 49"/>
                <a:gd name="T12" fmla="*/ 144 w 149"/>
                <a:gd name="T13" fmla="*/ 2 h 49"/>
                <a:gd name="T14" fmla="*/ 142 w 149"/>
                <a:gd name="T15" fmla="*/ 0 h 49"/>
                <a:gd name="T16" fmla="*/ 137 w 149"/>
                <a:gd name="T17" fmla="*/ 0 h 49"/>
                <a:gd name="T18" fmla="*/ 8 w 149"/>
                <a:gd name="T19" fmla="*/ 30 h 49"/>
                <a:gd name="T20" fmla="*/ 5 w 149"/>
                <a:gd name="T21" fmla="*/ 31 h 49"/>
                <a:gd name="T22" fmla="*/ 2 w 149"/>
                <a:gd name="T23" fmla="*/ 35 h 49"/>
                <a:gd name="T24" fmla="*/ 0 w 149"/>
                <a:gd name="T25" fmla="*/ 36 h 49"/>
                <a:gd name="T26" fmla="*/ 0 w 149"/>
                <a:gd name="T27" fmla="*/ 41 h 49"/>
                <a:gd name="T28" fmla="*/ 2 w 149"/>
                <a:gd name="T29" fmla="*/ 44 h 49"/>
                <a:gd name="T30" fmla="*/ 5 w 149"/>
                <a:gd name="T31" fmla="*/ 48 h 49"/>
                <a:gd name="T32" fmla="*/ 7 w 149"/>
                <a:gd name="T33" fmla="*/ 49 h 49"/>
                <a:gd name="T34" fmla="*/ 12 w 149"/>
                <a:gd name="T35" fmla="*/ 49 h 49"/>
                <a:gd name="T36" fmla="*/ 140 w 149"/>
                <a:gd name="T37" fmla="*/ 20 h 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9"/>
                <a:gd name="T58" fmla="*/ 0 h 49"/>
                <a:gd name="T59" fmla="*/ 149 w 149"/>
                <a:gd name="T60" fmla="*/ 49 h 4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9" h="49">
                  <a:moveTo>
                    <a:pt x="140" y="20"/>
                  </a:moveTo>
                  <a:lnTo>
                    <a:pt x="144" y="18"/>
                  </a:lnTo>
                  <a:lnTo>
                    <a:pt x="147" y="15"/>
                  </a:lnTo>
                  <a:lnTo>
                    <a:pt x="149" y="13"/>
                  </a:lnTo>
                  <a:lnTo>
                    <a:pt x="149" y="8"/>
                  </a:lnTo>
                  <a:lnTo>
                    <a:pt x="147" y="5"/>
                  </a:lnTo>
                  <a:lnTo>
                    <a:pt x="144" y="2"/>
                  </a:lnTo>
                  <a:lnTo>
                    <a:pt x="142" y="0"/>
                  </a:lnTo>
                  <a:lnTo>
                    <a:pt x="137" y="0"/>
                  </a:lnTo>
                  <a:lnTo>
                    <a:pt x="8" y="30"/>
                  </a:lnTo>
                  <a:lnTo>
                    <a:pt x="5" y="31"/>
                  </a:lnTo>
                  <a:lnTo>
                    <a:pt x="2" y="35"/>
                  </a:lnTo>
                  <a:lnTo>
                    <a:pt x="0" y="36"/>
                  </a:lnTo>
                  <a:lnTo>
                    <a:pt x="0" y="41"/>
                  </a:lnTo>
                  <a:lnTo>
                    <a:pt x="2" y="44"/>
                  </a:lnTo>
                  <a:lnTo>
                    <a:pt x="5" y="48"/>
                  </a:lnTo>
                  <a:lnTo>
                    <a:pt x="7" y="49"/>
                  </a:lnTo>
                  <a:lnTo>
                    <a:pt x="12" y="49"/>
                  </a:lnTo>
                  <a:lnTo>
                    <a:pt x="14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63" name="Freeform 6">
              <a:extLst>
                <a:ext uri="{FF2B5EF4-FFF2-40B4-BE49-F238E27FC236}">
                  <a16:creationId xmlns:a16="http://schemas.microsoft.com/office/drawing/2014/main" id="{4F224971-9A95-3F50-CDB5-115B7CA9BA45}"/>
                </a:ext>
              </a:extLst>
            </p:cNvPr>
            <p:cNvSpPr>
              <a:spLocks noChangeAspect="1"/>
            </p:cNvSpPr>
            <p:nvPr/>
          </p:nvSpPr>
          <p:spPr bwMode="auto">
            <a:xfrm>
              <a:off x="4629" y="2713"/>
              <a:ext cx="178" cy="50"/>
            </a:xfrm>
            <a:custGeom>
              <a:avLst/>
              <a:gdLst>
                <a:gd name="T0" fmla="*/ 12 w 178"/>
                <a:gd name="T1" fmla="*/ 0 h 50"/>
                <a:gd name="T2" fmla="*/ 7 w 178"/>
                <a:gd name="T3" fmla="*/ 0 h 50"/>
                <a:gd name="T4" fmla="*/ 5 w 178"/>
                <a:gd name="T5" fmla="*/ 2 h 50"/>
                <a:gd name="T6" fmla="*/ 2 w 178"/>
                <a:gd name="T7" fmla="*/ 4 h 50"/>
                <a:gd name="T8" fmla="*/ 2 w 178"/>
                <a:gd name="T9" fmla="*/ 5 h 50"/>
                <a:gd name="T10" fmla="*/ 0 w 178"/>
                <a:gd name="T11" fmla="*/ 8 h 50"/>
                <a:gd name="T12" fmla="*/ 0 w 178"/>
                <a:gd name="T13" fmla="*/ 13 h 50"/>
                <a:gd name="T14" fmla="*/ 2 w 178"/>
                <a:gd name="T15" fmla="*/ 15 h 50"/>
                <a:gd name="T16" fmla="*/ 4 w 178"/>
                <a:gd name="T17" fmla="*/ 18 h 50"/>
                <a:gd name="T18" fmla="*/ 5 w 178"/>
                <a:gd name="T19" fmla="*/ 18 h 50"/>
                <a:gd name="T20" fmla="*/ 9 w 178"/>
                <a:gd name="T21" fmla="*/ 20 h 50"/>
                <a:gd name="T22" fmla="*/ 167 w 178"/>
                <a:gd name="T23" fmla="*/ 50 h 50"/>
                <a:gd name="T24" fmla="*/ 172 w 178"/>
                <a:gd name="T25" fmla="*/ 50 h 50"/>
                <a:gd name="T26" fmla="*/ 173 w 178"/>
                <a:gd name="T27" fmla="*/ 48 h 50"/>
                <a:gd name="T28" fmla="*/ 177 w 178"/>
                <a:gd name="T29" fmla="*/ 46 h 50"/>
                <a:gd name="T30" fmla="*/ 177 w 178"/>
                <a:gd name="T31" fmla="*/ 45 h 50"/>
                <a:gd name="T32" fmla="*/ 178 w 178"/>
                <a:gd name="T33" fmla="*/ 41 h 50"/>
                <a:gd name="T34" fmla="*/ 178 w 178"/>
                <a:gd name="T35" fmla="*/ 36 h 50"/>
                <a:gd name="T36" fmla="*/ 177 w 178"/>
                <a:gd name="T37" fmla="*/ 35 h 50"/>
                <a:gd name="T38" fmla="*/ 175 w 178"/>
                <a:gd name="T39" fmla="*/ 32 h 50"/>
                <a:gd name="T40" fmla="*/ 173 w 178"/>
                <a:gd name="T41" fmla="*/ 32 h 50"/>
                <a:gd name="T42" fmla="*/ 170 w 178"/>
                <a:gd name="T43" fmla="*/ 30 h 50"/>
                <a:gd name="T44" fmla="*/ 12 w 178"/>
                <a:gd name="T45" fmla="*/ 0 h 5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8"/>
                <a:gd name="T70" fmla="*/ 0 h 50"/>
                <a:gd name="T71" fmla="*/ 178 w 178"/>
                <a:gd name="T72" fmla="*/ 50 h 5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8" h="50">
                  <a:moveTo>
                    <a:pt x="12" y="0"/>
                  </a:moveTo>
                  <a:lnTo>
                    <a:pt x="7" y="0"/>
                  </a:lnTo>
                  <a:lnTo>
                    <a:pt x="5" y="2"/>
                  </a:lnTo>
                  <a:lnTo>
                    <a:pt x="2" y="4"/>
                  </a:lnTo>
                  <a:lnTo>
                    <a:pt x="2" y="5"/>
                  </a:lnTo>
                  <a:lnTo>
                    <a:pt x="0" y="8"/>
                  </a:lnTo>
                  <a:lnTo>
                    <a:pt x="0" y="13"/>
                  </a:lnTo>
                  <a:lnTo>
                    <a:pt x="2" y="15"/>
                  </a:lnTo>
                  <a:lnTo>
                    <a:pt x="4" y="18"/>
                  </a:lnTo>
                  <a:lnTo>
                    <a:pt x="5" y="18"/>
                  </a:lnTo>
                  <a:lnTo>
                    <a:pt x="9" y="20"/>
                  </a:lnTo>
                  <a:lnTo>
                    <a:pt x="167" y="50"/>
                  </a:lnTo>
                  <a:lnTo>
                    <a:pt x="172" y="50"/>
                  </a:lnTo>
                  <a:lnTo>
                    <a:pt x="173" y="48"/>
                  </a:lnTo>
                  <a:lnTo>
                    <a:pt x="177" y="46"/>
                  </a:lnTo>
                  <a:lnTo>
                    <a:pt x="177" y="45"/>
                  </a:lnTo>
                  <a:lnTo>
                    <a:pt x="178" y="41"/>
                  </a:lnTo>
                  <a:lnTo>
                    <a:pt x="178" y="36"/>
                  </a:lnTo>
                  <a:lnTo>
                    <a:pt x="177" y="35"/>
                  </a:lnTo>
                  <a:lnTo>
                    <a:pt x="175" y="32"/>
                  </a:lnTo>
                  <a:lnTo>
                    <a:pt x="173" y="32"/>
                  </a:lnTo>
                  <a:lnTo>
                    <a:pt x="170" y="30"/>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64" name="Rectangle 7">
              <a:extLst>
                <a:ext uri="{FF2B5EF4-FFF2-40B4-BE49-F238E27FC236}">
                  <a16:creationId xmlns:a16="http://schemas.microsoft.com/office/drawing/2014/main" id="{56BB66DD-D15D-2724-9B29-E48C42BAF3AE}"/>
                </a:ext>
              </a:extLst>
            </p:cNvPr>
            <p:cNvSpPr>
              <a:spLocks noChangeAspect="1" noChangeArrowheads="1"/>
            </p:cNvSpPr>
            <p:nvPr/>
          </p:nvSpPr>
          <p:spPr bwMode="auto">
            <a:xfrm>
              <a:off x="4194" y="919"/>
              <a:ext cx="1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S0</a:t>
              </a:r>
              <a:endParaRPr lang="en-US" altLang="es-ES" sz="2800" b="0" i="0" baseline="0"/>
            </a:p>
          </p:txBody>
        </p:sp>
        <p:sp>
          <p:nvSpPr>
            <p:cNvPr id="19465" name="Rectangle 8">
              <a:extLst>
                <a:ext uri="{FF2B5EF4-FFF2-40B4-BE49-F238E27FC236}">
                  <a16:creationId xmlns:a16="http://schemas.microsoft.com/office/drawing/2014/main" id="{13A01853-277B-BD12-23BB-92D00E1C9C8D}"/>
                </a:ext>
              </a:extLst>
            </p:cNvPr>
            <p:cNvSpPr>
              <a:spLocks noChangeAspect="1" noChangeArrowheads="1"/>
            </p:cNvSpPr>
            <p:nvPr/>
          </p:nvSpPr>
          <p:spPr bwMode="auto">
            <a:xfrm>
              <a:off x="4201" y="1962"/>
              <a:ext cx="1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S1</a:t>
              </a:r>
              <a:endParaRPr lang="en-US" altLang="es-ES" sz="2800" b="0" i="0" baseline="0"/>
            </a:p>
          </p:txBody>
        </p:sp>
        <p:sp>
          <p:nvSpPr>
            <p:cNvPr id="19466" name="Rectangle 9">
              <a:extLst>
                <a:ext uri="{FF2B5EF4-FFF2-40B4-BE49-F238E27FC236}">
                  <a16:creationId xmlns:a16="http://schemas.microsoft.com/office/drawing/2014/main" id="{FA914313-C310-4B49-04F5-F815835B6E2C}"/>
                </a:ext>
              </a:extLst>
            </p:cNvPr>
            <p:cNvSpPr>
              <a:spLocks noChangeAspect="1" noChangeArrowheads="1"/>
            </p:cNvSpPr>
            <p:nvPr/>
          </p:nvSpPr>
          <p:spPr bwMode="auto">
            <a:xfrm>
              <a:off x="4201" y="3064"/>
              <a:ext cx="1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S2</a:t>
              </a:r>
              <a:endParaRPr lang="en-US" altLang="es-ES" sz="2800" b="0" i="0" baseline="0"/>
            </a:p>
          </p:txBody>
        </p:sp>
        <p:sp>
          <p:nvSpPr>
            <p:cNvPr id="19467" name="Rectangle 10">
              <a:extLst>
                <a:ext uri="{FF2B5EF4-FFF2-40B4-BE49-F238E27FC236}">
                  <a16:creationId xmlns:a16="http://schemas.microsoft.com/office/drawing/2014/main" id="{04E86419-B5D7-EE74-626E-404B533F21DD}"/>
                </a:ext>
              </a:extLst>
            </p:cNvPr>
            <p:cNvSpPr>
              <a:spLocks noChangeAspect="1" noChangeArrowheads="1"/>
            </p:cNvSpPr>
            <p:nvPr/>
          </p:nvSpPr>
          <p:spPr bwMode="auto">
            <a:xfrm>
              <a:off x="4971" y="912"/>
              <a:ext cx="138"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L0</a:t>
              </a:r>
              <a:endParaRPr lang="en-US" altLang="es-ES" sz="2800" b="0" i="0" baseline="0"/>
            </a:p>
          </p:txBody>
        </p:sp>
        <p:sp>
          <p:nvSpPr>
            <p:cNvPr id="19468" name="Rectangle 11">
              <a:extLst>
                <a:ext uri="{FF2B5EF4-FFF2-40B4-BE49-F238E27FC236}">
                  <a16:creationId xmlns:a16="http://schemas.microsoft.com/office/drawing/2014/main" id="{8CE83B4A-DA0B-57AE-8368-EDD321269301}"/>
                </a:ext>
              </a:extLst>
            </p:cNvPr>
            <p:cNvSpPr>
              <a:spLocks noChangeAspect="1" noChangeArrowheads="1"/>
            </p:cNvSpPr>
            <p:nvPr/>
          </p:nvSpPr>
          <p:spPr bwMode="auto">
            <a:xfrm>
              <a:off x="4964" y="1949"/>
              <a:ext cx="139"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L1</a:t>
              </a:r>
              <a:endParaRPr lang="en-US" altLang="es-ES" sz="2800" b="0" i="0" baseline="0"/>
            </a:p>
          </p:txBody>
        </p:sp>
        <p:sp>
          <p:nvSpPr>
            <p:cNvPr id="19469" name="Rectangle 12">
              <a:extLst>
                <a:ext uri="{FF2B5EF4-FFF2-40B4-BE49-F238E27FC236}">
                  <a16:creationId xmlns:a16="http://schemas.microsoft.com/office/drawing/2014/main" id="{E0C1C76D-9B2A-0E0C-FECA-F21C11B0A246}"/>
                </a:ext>
              </a:extLst>
            </p:cNvPr>
            <p:cNvSpPr>
              <a:spLocks noChangeAspect="1" noChangeArrowheads="1"/>
            </p:cNvSpPr>
            <p:nvPr/>
          </p:nvSpPr>
          <p:spPr bwMode="auto">
            <a:xfrm>
              <a:off x="4951" y="3025"/>
              <a:ext cx="139"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L2</a:t>
              </a:r>
              <a:endParaRPr lang="en-US" altLang="es-ES" sz="2800" b="0" i="0" baseline="0"/>
            </a:p>
          </p:txBody>
        </p:sp>
        <p:sp>
          <p:nvSpPr>
            <p:cNvPr id="19470" name="Freeform 13">
              <a:extLst>
                <a:ext uri="{FF2B5EF4-FFF2-40B4-BE49-F238E27FC236}">
                  <a16:creationId xmlns:a16="http://schemas.microsoft.com/office/drawing/2014/main" id="{2A52284A-7236-D44B-1D52-8A408481859E}"/>
                </a:ext>
              </a:extLst>
            </p:cNvPr>
            <p:cNvSpPr>
              <a:spLocks noChangeAspect="1"/>
            </p:cNvSpPr>
            <p:nvPr/>
          </p:nvSpPr>
          <p:spPr bwMode="auto">
            <a:xfrm>
              <a:off x="3533" y="1657"/>
              <a:ext cx="1334" cy="20"/>
            </a:xfrm>
            <a:custGeom>
              <a:avLst/>
              <a:gdLst>
                <a:gd name="T0" fmla="*/ 1324 w 1334"/>
                <a:gd name="T1" fmla="*/ 20 h 20"/>
                <a:gd name="T2" fmla="*/ 1327 w 1334"/>
                <a:gd name="T3" fmla="*/ 20 h 20"/>
                <a:gd name="T4" fmla="*/ 1330 w 1334"/>
                <a:gd name="T5" fmla="*/ 16 h 20"/>
                <a:gd name="T6" fmla="*/ 1334 w 1334"/>
                <a:gd name="T7" fmla="*/ 13 h 20"/>
                <a:gd name="T8" fmla="*/ 1334 w 1334"/>
                <a:gd name="T9" fmla="*/ 6 h 20"/>
                <a:gd name="T10" fmla="*/ 1330 w 1334"/>
                <a:gd name="T11" fmla="*/ 3 h 20"/>
                <a:gd name="T12" fmla="*/ 1327 w 1334"/>
                <a:gd name="T13" fmla="*/ 0 h 20"/>
                <a:gd name="T14" fmla="*/ 7 w 1334"/>
                <a:gd name="T15" fmla="*/ 0 h 20"/>
                <a:gd name="T16" fmla="*/ 4 w 1334"/>
                <a:gd name="T17" fmla="*/ 3 h 20"/>
                <a:gd name="T18" fmla="*/ 0 w 1334"/>
                <a:gd name="T19" fmla="*/ 6 h 20"/>
                <a:gd name="T20" fmla="*/ 0 w 1334"/>
                <a:gd name="T21" fmla="*/ 13 h 20"/>
                <a:gd name="T22" fmla="*/ 4 w 1334"/>
                <a:gd name="T23" fmla="*/ 16 h 20"/>
                <a:gd name="T24" fmla="*/ 7 w 1334"/>
                <a:gd name="T25" fmla="*/ 20 h 20"/>
                <a:gd name="T26" fmla="*/ 10 w 1334"/>
                <a:gd name="T27" fmla="*/ 20 h 20"/>
                <a:gd name="T28" fmla="*/ 1324 w 1334"/>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34"/>
                <a:gd name="T46" fmla="*/ 0 h 20"/>
                <a:gd name="T47" fmla="*/ 1334 w 1334"/>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34" h="20">
                  <a:moveTo>
                    <a:pt x="1324" y="20"/>
                  </a:moveTo>
                  <a:lnTo>
                    <a:pt x="1327" y="20"/>
                  </a:lnTo>
                  <a:lnTo>
                    <a:pt x="1330" y="16"/>
                  </a:lnTo>
                  <a:lnTo>
                    <a:pt x="1334" y="13"/>
                  </a:lnTo>
                  <a:lnTo>
                    <a:pt x="1334" y="6"/>
                  </a:lnTo>
                  <a:lnTo>
                    <a:pt x="1330" y="3"/>
                  </a:lnTo>
                  <a:lnTo>
                    <a:pt x="1327" y="0"/>
                  </a:lnTo>
                  <a:lnTo>
                    <a:pt x="7" y="0"/>
                  </a:lnTo>
                  <a:lnTo>
                    <a:pt x="4" y="3"/>
                  </a:lnTo>
                  <a:lnTo>
                    <a:pt x="0" y="6"/>
                  </a:lnTo>
                  <a:lnTo>
                    <a:pt x="0" y="13"/>
                  </a:lnTo>
                  <a:lnTo>
                    <a:pt x="4" y="16"/>
                  </a:lnTo>
                  <a:lnTo>
                    <a:pt x="7" y="20"/>
                  </a:lnTo>
                  <a:lnTo>
                    <a:pt x="10" y="20"/>
                  </a:lnTo>
                  <a:lnTo>
                    <a:pt x="1324"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1" name="Freeform 14">
              <a:extLst>
                <a:ext uri="{FF2B5EF4-FFF2-40B4-BE49-F238E27FC236}">
                  <a16:creationId xmlns:a16="http://schemas.microsoft.com/office/drawing/2014/main" id="{E3BB911D-6A95-A13D-C685-E0A7B5D58E17}"/>
                </a:ext>
              </a:extLst>
            </p:cNvPr>
            <p:cNvSpPr>
              <a:spLocks noChangeAspect="1"/>
            </p:cNvSpPr>
            <p:nvPr/>
          </p:nvSpPr>
          <p:spPr bwMode="auto">
            <a:xfrm>
              <a:off x="3527" y="1657"/>
              <a:ext cx="20" cy="1867"/>
            </a:xfrm>
            <a:custGeom>
              <a:avLst/>
              <a:gdLst>
                <a:gd name="T0" fmla="*/ 20 w 20"/>
                <a:gd name="T1" fmla="*/ 10 h 1867"/>
                <a:gd name="T2" fmla="*/ 20 w 20"/>
                <a:gd name="T3" fmla="*/ 6 h 1867"/>
                <a:gd name="T4" fmla="*/ 16 w 20"/>
                <a:gd name="T5" fmla="*/ 3 h 1867"/>
                <a:gd name="T6" fmla="*/ 13 w 20"/>
                <a:gd name="T7" fmla="*/ 0 h 1867"/>
                <a:gd name="T8" fmla="*/ 6 w 20"/>
                <a:gd name="T9" fmla="*/ 0 h 1867"/>
                <a:gd name="T10" fmla="*/ 3 w 20"/>
                <a:gd name="T11" fmla="*/ 3 h 1867"/>
                <a:gd name="T12" fmla="*/ 0 w 20"/>
                <a:gd name="T13" fmla="*/ 6 h 1867"/>
                <a:gd name="T14" fmla="*/ 0 w 20"/>
                <a:gd name="T15" fmla="*/ 1860 h 1867"/>
                <a:gd name="T16" fmla="*/ 3 w 20"/>
                <a:gd name="T17" fmla="*/ 1864 h 1867"/>
                <a:gd name="T18" fmla="*/ 6 w 20"/>
                <a:gd name="T19" fmla="*/ 1867 h 1867"/>
                <a:gd name="T20" fmla="*/ 13 w 20"/>
                <a:gd name="T21" fmla="*/ 1867 h 1867"/>
                <a:gd name="T22" fmla="*/ 16 w 20"/>
                <a:gd name="T23" fmla="*/ 1864 h 1867"/>
                <a:gd name="T24" fmla="*/ 20 w 20"/>
                <a:gd name="T25" fmla="*/ 1860 h 1867"/>
                <a:gd name="T26" fmla="*/ 20 w 20"/>
                <a:gd name="T27" fmla="*/ 1857 h 1867"/>
                <a:gd name="T28" fmla="*/ 20 w 20"/>
                <a:gd name="T29" fmla="*/ 10 h 186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867"/>
                <a:gd name="T47" fmla="*/ 20 w 20"/>
                <a:gd name="T48" fmla="*/ 1867 h 186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867">
                  <a:moveTo>
                    <a:pt x="20" y="10"/>
                  </a:moveTo>
                  <a:lnTo>
                    <a:pt x="20" y="6"/>
                  </a:lnTo>
                  <a:lnTo>
                    <a:pt x="16" y="3"/>
                  </a:lnTo>
                  <a:lnTo>
                    <a:pt x="13" y="0"/>
                  </a:lnTo>
                  <a:lnTo>
                    <a:pt x="6" y="0"/>
                  </a:lnTo>
                  <a:lnTo>
                    <a:pt x="3" y="3"/>
                  </a:lnTo>
                  <a:lnTo>
                    <a:pt x="0" y="6"/>
                  </a:lnTo>
                  <a:lnTo>
                    <a:pt x="0" y="1860"/>
                  </a:lnTo>
                  <a:lnTo>
                    <a:pt x="3" y="1864"/>
                  </a:lnTo>
                  <a:lnTo>
                    <a:pt x="6" y="1867"/>
                  </a:lnTo>
                  <a:lnTo>
                    <a:pt x="13" y="1867"/>
                  </a:lnTo>
                  <a:lnTo>
                    <a:pt x="16" y="1864"/>
                  </a:lnTo>
                  <a:lnTo>
                    <a:pt x="20" y="1860"/>
                  </a:lnTo>
                  <a:lnTo>
                    <a:pt x="20" y="1857"/>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2" name="Freeform 15">
              <a:extLst>
                <a:ext uri="{FF2B5EF4-FFF2-40B4-BE49-F238E27FC236}">
                  <a16:creationId xmlns:a16="http://schemas.microsoft.com/office/drawing/2014/main" id="{1394FDA7-3344-5273-7026-65BA57033A1C}"/>
                </a:ext>
              </a:extLst>
            </p:cNvPr>
            <p:cNvSpPr>
              <a:spLocks noChangeAspect="1"/>
            </p:cNvSpPr>
            <p:nvPr/>
          </p:nvSpPr>
          <p:spPr bwMode="auto">
            <a:xfrm>
              <a:off x="3527" y="2395"/>
              <a:ext cx="158" cy="20"/>
            </a:xfrm>
            <a:custGeom>
              <a:avLst/>
              <a:gdLst>
                <a:gd name="T0" fmla="*/ 148 w 158"/>
                <a:gd name="T1" fmla="*/ 20 h 20"/>
                <a:gd name="T2" fmla="*/ 151 w 158"/>
                <a:gd name="T3" fmla="*/ 20 h 20"/>
                <a:gd name="T4" fmla="*/ 155 w 158"/>
                <a:gd name="T5" fmla="*/ 17 h 20"/>
                <a:gd name="T6" fmla="*/ 158 w 158"/>
                <a:gd name="T7" fmla="*/ 13 h 20"/>
                <a:gd name="T8" fmla="*/ 158 w 158"/>
                <a:gd name="T9" fmla="*/ 7 h 20"/>
                <a:gd name="T10" fmla="*/ 155 w 158"/>
                <a:gd name="T11" fmla="*/ 3 h 20"/>
                <a:gd name="T12" fmla="*/ 151 w 158"/>
                <a:gd name="T13" fmla="*/ 0 h 20"/>
                <a:gd name="T14" fmla="*/ 6 w 158"/>
                <a:gd name="T15" fmla="*/ 0 h 20"/>
                <a:gd name="T16" fmla="*/ 3 w 158"/>
                <a:gd name="T17" fmla="*/ 3 h 20"/>
                <a:gd name="T18" fmla="*/ 0 w 158"/>
                <a:gd name="T19" fmla="*/ 7 h 20"/>
                <a:gd name="T20" fmla="*/ 0 w 158"/>
                <a:gd name="T21" fmla="*/ 13 h 20"/>
                <a:gd name="T22" fmla="*/ 3 w 158"/>
                <a:gd name="T23" fmla="*/ 17 h 20"/>
                <a:gd name="T24" fmla="*/ 6 w 158"/>
                <a:gd name="T25" fmla="*/ 20 h 20"/>
                <a:gd name="T26" fmla="*/ 10 w 158"/>
                <a:gd name="T27" fmla="*/ 20 h 20"/>
                <a:gd name="T28" fmla="*/ 148 w 158"/>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8"/>
                <a:gd name="T46" fmla="*/ 0 h 20"/>
                <a:gd name="T47" fmla="*/ 158 w 158"/>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8" h="20">
                  <a:moveTo>
                    <a:pt x="148" y="20"/>
                  </a:moveTo>
                  <a:lnTo>
                    <a:pt x="151" y="20"/>
                  </a:lnTo>
                  <a:lnTo>
                    <a:pt x="155" y="17"/>
                  </a:lnTo>
                  <a:lnTo>
                    <a:pt x="158" y="13"/>
                  </a:lnTo>
                  <a:lnTo>
                    <a:pt x="158" y="7"/>
                  </a:lnTo>
                  <a:lnTo>
                    <a:pt x="155" y="3"/>
                  </a:lnTo>
                  <a:lnTo>
                    <a:pt x="151" y="0"/>
                  </a:lnTo>
                  <a:lnTo>
                    <a:pt x="6" y="0"/>
                  </a:lnTo>
                  <a:lnTo>
                    <a:pt x="3" y="3"/>
                  </a:lnTo>
                  <a:lnTo>
                    <a:pt x="0" y="7"/>
                  </a:lnTo>
                  <a:lnTo>
                    <a:pt x="0" y="13"/>
                  </a:lnTo>
                  <a:lnTo>
                    <a:pt x="3" y="17"/>
                  </a:lnTo>
                  <a:lnTo>
                    <a:pt x="6" y="20"/>
                  </a:lnTo>
                  <a:lnTo>
                    <a:pt x="10" y="20"/>
                  </a:lnTo>
                  <a:lnTo>
                    <a:pt x="14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3" name="Freeform 16">
              <a:extLst>
                <a:ext uri="{FF2B5EF4-FFF2-40B4-BE49-F238E27FC236}">
                  <a16:creationId xmlns:a16="http://schemas.microsoft.com/office/drawing/2014/main" id="{C798E58B-7C96-33E3-45A4-4754E07B5E03}"/>
                </a:ext>
              </a:extLst>
            </p:cNvPr>
            <p:cNvSpPr>
              <a:spLocks noChangeAspect="1"/>
            </p:cNvSpPr>
            <p:nvPr/>
          </p:nvSpPr>
          <p:spPr bwMode="auto">
            <a:xfrm>
              <a:off x="3533" y="3504"/>
              <a:ext cx="139" cy="20"/>
            </a:xfrm>
            <a:custGeom>
              <a:avLst/>
              <a:gdLst>
                <a:gd name="T0" fmla="*/ 129 w 139"/>
                <a:gd name="T1" fmla="*/ 20 h 20"/>
                <a:gd name="T2" fmla="*/ 132 w 139"/>
                <a:gd name="T3" fmla="*/ 20 h 20"/>
                <a:gd name="T4" fmla="*/ 136 w 139"/>
                <a:gd name="T5" fmla="*/ 17 h 20"/>
                <a:gd name="T6" fmla="*/ 139 w 139"/>
                <a:gd name="T7" fmla="*/ 13 h 20"/>
                <a:gd name="T8" fmla="*/ 139 w 139"/>
                <a:gd name="T9" fmla="*/ 7 h 20"/>
                <a:gd name="T10" fmla="*/ 136 w 139"/>
                <a:gd name="T11" fmla="*/ 4 h 20"/>
                <a:gd name="T12" fmla="*/ 132 w 139"/>
                <a:gd name="T13" fmla="*/ 0 h 20"/>
                <a:gd name="T14" fmla="*/ 7 w 139"/>
                <a:gd name="T15" fmla="*/ 0 h 20"/>
                <a:gd name="T16" fmla="*/ 4 w 139"/>
                <a:gd name="T17" fmla="*/ 4 h 20"/>
                <a:gd name="T18" fmla="*/ 0 w 139"/>
                <a:gd name="T19" fmla="*/ 7 h 20"/>
                <a:gd name="T20" fmla="*/ 0 w 139"/>
                <a:gd name="T21" fmla="*/ 13 h 20"/>
                <a:gd name="T22" fmla="*/ 4 w 139"/>
                <a:gd name="T23" fmla="*/ 17 h 20"/>
                <a:gd name="T24" fmla="*/ 7 w 139"/>
                <a:gd name="T25" fmla="*/ 20 h 20"/>
                <a:gd name="T26" fmla="*/ 10 w 139"/>
                <a:gd name="T27" fmla="*/ 20 h 20"/>
                <a:gd name="T28" fmla="*/ 129 w 139"/>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9"/>
                <a:gd name="T46" fmla="*/ 0 h 20"/>
                <a:gd name="T47" fmla="*/ 139 w 139"/>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9" h="20">
                  <a:moveTo>
                    <a:pt x="129" y="20"/>
                  </a:moveTo>
                  <a:lnTo>
                    <a:pt x="132" y="20"/>
                  </a:lnTo>
                  <a:lnTo>
                    <a:pt x="136" y="17"/>
                  </a:lnTo>
                  <a:lnTo>
                    <a:pt x="139" y="13"/>
                  </a:lnTo>
                  <a:lnTo>
                    <a:pt x="139" y="7"/>
                  </a:lnTo>
                  <a:lnTo>
                    <a:pt x="136" y="4"/>
                  </a:lnTo>
                  <a:lnTo>
                    <a:pt x="132" y="0"/>
                  </a:lnTo>
                  <a:lnTo>
                    <a:pt x="7" y="0"/>
                  </a:lnTo>
                  <a:lnTo>
                    <a:pt x="4" y="4"/>
                  </a:lnTo>
                  <a:lnTo>
                    <a:pt x="0" y="7"/>
                  </a:lnTo>
                  <a:lnTo>
                    <a:pt x="0" y="13"/>
                  </a:lnTo>
                  <a:lnTo>
                    <a:pt x="4" y="17"/>
                  </a:lnTo>
                  <a:lnTo>
                    <a:pt x="7" y="20"/>
                  </a:lnTo>
                  <a:lnTo>
                    <a:pt x="10" y="20"/>
                  </a:lnTo>
                  <a:lnTo>
                    <a:pt x="129"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4" name="Freeform 17">
              <a:extLst>
                <a:ext uri="{FF2B5EF4-FFF2-40B4-BE49-F238E27FC236}">
                  <a16:creationId xmlns:a16="http://schemas.microsoft.com/office/drawing/2014/main" id="{6D607D10-9B34-230F-FB88-FF22987833A4}"/>
                </a:ext>
              </a:extLst>
            </p:cNvPr>
            <p:cNvSpPr>
              <a:spLocks noChangeAspect="1"/>
            </p:cNvSpPr>
            <p:nvPr/>
          </p:nvSpPr>
          <p:spPr bwMode="auto">
            <a:xfrm>
              <a:off x="3100" y="3811"/>
              <a:ext cx="1754" cy="20"/>
            </a:xfrm>
            <a:custGeom>
              <a:avLst/>
              <a:gdLst>
                <a:gd name="T0" fmla="*/ 1744 w 1754"/>
                <a:gd name="T1" fmla="*/ 20 h 20"/>
                <a:gd name="T2" fmla="*/ 1747 w 1754"/>
                <a:gd name="T3" fmla="*/ 20 h 20"/>
                <a:gd name="T4" fmla="*/ 1750 w 1754"/>
                <a:gd name="T5" fmla="*/ 16 h 20"/>
                <a:gd name="T6" fmla="*/ 1754 w 1754"/>
                <a:gd name="T7" fmla="*/ 13 h 20"/>
                <a:gd name="T8" fmla="*/ 1754 w 1754"/>
                <a:gd name="T9" fmla="*/ 6 h 20"/>
                <a:gd name="T10" fmla="*/ 1750 w 1754"/>
                <a:gd name="T11" fmla="*/ 3 h 20"/>
                <a:gd name="T12" fmla="*/ 1747 w 1754"/>
                <a:gd name="T13" fmla="*/ 0 h 20"/>
                <a:gd name="T14" fmla="*/ 7 w 1754"/>
                <a:gd name="T15" fmla="*/ 0 h 20"/>
                <a:gd name="T16" fmla="*/ 3 w 1754"/>
                <a:gd name="T17" fmla="*/ 3 h 20"/>
                <a:gd name="T18" fmla="*/ 0 w 1754"/>
                <a:gd name="T19" fmla="*/ 6 h 20"/>
                <a:gd name="T20" fmla="*/ 0 w 1754"/>
                <a:gd name="T21" fmla="*/ 13 h 20"/>
                <a:gd name="T22" fmla="*/ 3 w 1754"/>
                <a:gd name="T23" fmla="*/ 16 h 20"/>
                <a:gd name="T24" fmla="*/ 7 w 1754"/>
                <a:gd name="T25" fmla="*/ 20 h 20"/>
                <a:gd name="T26" fmla="*/ 10 w 1754"/>
                <a:gd name="T27" fmla="*/ 20 h 20"/>
                <a:gd name="T28" fmla="*/ 1744 w 1754"/>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54"/>
                <a:gd name="T46" fmla="*/ 0 h 20"/>
                <a:gd name="T47" fmla="*/ 1754 w 1754"/>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54" h="20">
                  <a:moveTo>
                    <a:pt x="1744" y="20"/>
                  </a:moveTo>
                  <a:lnTo>
                    <a:pt x="1747" y="20"/>
                  </a:lnTo>
                  <a:lnTo>
                    <a:pt x="1750" y="16"/>
                  </a:lnTo>
                  <a:lnTo>
                    <a:pt x="1754" y="13"/>
                  </a:lnTo>
                  <a:lnTo>
                    <a:pt x="1754" y="6"/>
                  </a:lnTo>
                  <a:lnTo>
                    <a:pt x="1750" y="3"/>
                  </a:lnTo>
                  <a:lnTo>
                    <a:pt x="1747" y="0"/>
                  </a:lnTo>
                  <a:lnTo>
                    <a:pt x="7" y="0"/>
                  </a:lnTo>
                  <a:lnTo>
                    <a:pt x="3" y="3"/>
                  </a:lnTo>
                  <a:lnTo>
                    <a:pt x="0" y="6"/>
                  </a:lnTo>
                  <a:lnTo>
                    <a:pt x="0" y="13"/>
                  </a:lnTo>
                  <a:lnTo>
                    <a:pt x="3" y="16"/>
                  </a:lnTo>
                  <a:lnTo>
                    <a:pt x="7" y="20"/>
                  </a:lnTo>
                  <a:lnTo>
                    <a:pt x="10" y="20"/>
                  </a:lnTo>
                  <a:lnTo>
                    <a:pt x="1744"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5" name="Freeform 18">
              <a:extLst>
                <a:ext uri="{FF2B5EF4-FFF2-40B4-BE49-F238E27FC236}">
                  <a16:creationId xmlns:a16="http://schemas.microsoft.com/office/drawing/2014/main" id="{F4901797-B9C5-3C78-D753-5649E64A5618}"/>
                </a:ext>
              </a:extLst>
            </p:cNvPr>
            <p:cNvSpPr>
              <a:spLocks noChangeAspect="1"/>
            </p:cNvSpPr>
            <p:nvPr/>
          </p:nvSpPr>
          <p:spPr bwMode="auto">
            <a:xfrm>
              <a:off x="3102" y="1520"/>
              <a:ext cx="19" cy="2307"/>
            </a:xfrm>
            <a:custGeom>
              <a:avLst/>
              <a:gdLst>
                <a:gd name="T0" fmla="*/ 0 w 19"/>
                <a:gd name="T1" fmla="*/ 2297 h 2307"/>
                <a:gd name="T2" fmla="*/ 0 w 19"/>
                <a:gd name="T3" fmla="*/ 2301 h 2307"/>
                <a:gd name="T4" fmla="*/ 3 w 19"/>
                <a:gd name="T5" fmla="*/ 2304 h 2307"/>
                <a:gd name="T6" fmla="*/ 6 w 19"/>
                <a:gd name="T7" fmla="*/ 2307 h 2307"/>
                <a:gd name="T8" fmla="*/ 13 w 19"/>
                <a:gd name="T9" fmla="*/ 2307 h 2307"/>
                <a:gd name="T10" fmla="*/ 16 w 19"/>
                <a:gd name="T11" fmla="*/ 2304 h 2307"/>
                <a:gd name="T12" fmla="*/ 19 w 19"/>
                <a:gd name="T13" fmla="*/ 2301 h 2307"/>
                <a:gd name="T14" fmla="*/ 19 w 19"/>
                <a:gd name="T15" fmla="*/ 7 h 2307"/>
                <a:gd name="T16" fmla="*/ 16 w 19"/>
                <a:gd name="T17" fmla="*/ 3 h 2307"/>
                <a:gd name="T18" fmla="*/ 13 w 19"/>
                <a:gd name="T19" fmla="*/ 0 h 2307"/>
                <a:gd name="T20" fmla="*/ 6 w 19"/>
                <a:gd name="T21" fmla="*/ 0 h 2307"/>
                <a:gd name="T22" fmla="*/ 3 w 19"/>
                <a:gd name="T23" fmla="*/ 3 h 2307"/>
                <a:gd name="T24" fmla="*/ 0 w 19"/>
                <a:gd name="T25" fmla="*/ 7 h 2307"/>
                <a:gd name="T26" fmla="*/ 0 w 19"/>
                <a:gd name="T27" fmla="*/ 10 h 2307"/>
                <a:gd name="T28" fmla="*/ 0 w 19"/>
                <a:gd name="T29" fmla="*/ 2297 h 23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2307"/>
                <a:gd name="T47" fmla="*/ 19 w 19"/>
                <a:gd name="T48" fmla="*/ 2307 h 23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2307">
                  <a:moveTo>
                    <a:pt x="0" y="2297"/>
                  </a:moveTo>
                  <a:lnTo>
                    <a:pt x="0" y="2301"/>
                  </a:lnTo>
                  <a:lnTo>
                    <a:pt x="3" y="2304"/>
                  </a:lnTo>
                  <a:lnTo>
                    <a:pt x="6" y="2307"/>
                  </a:lnTo>
                  <a:lnTo>
                    <a:pt x="13" y="2307"/>
                  </a:lnTo>
                  <a:lnTo>
                    <a:pt x="16" y="2304"/>
                  </a:lnTo>
                  <a:lnTo>
                    <a:pt x="19" y="2301"/>
                  </a:lnTo>
                  <a:lnTo>
                    <a:pt x="19" y="7"/>
                  </a:lnTo>
                  <a:lnTo>
                    <a:pt x="16" y="3"/>
                  </a:lnTo>
                  <a:lnTo>
                    <a:pt x="13" y="0"/>
                  </a:lnTo>
                  <a:lnTo>
                    <a:pt x="6" y="0"/>
                  </a:lnTo>
                  <a:lnTo>
                    <a:pt x="3" y="3"/>
                  </a:lnTo>
                  <a:lnTo>
                    <a:pt x="0" y="7"/>
                  </a:lnTo>
                  <a:lnTo>
                    <a:pt x="0" y="10"/>
                  </a:lnTo>
                  <a:lnTo>
                    <a:pt x="0" y="22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6" name="Freeform 19">
              <a:extLst>
                <a:ext uri="{FF2B5EF4-FFF2-40B4-BE49-F238E27FC236}">
                  <a16:creationId xmlns:a16="http://schemas.microsoft.com/office/drawing/2014/main" id="{DE64D78B-1091-D6A3-E63F-969B2C1987D6}"/>
                </a:ext>
              </a:extLst>
            </p:cNvPr>
            <p:cNvSpPr>
              <a:spLocks noChangeAspect="1"/>
            </p:cNvSpPr>
            <p:nvPr/>
          </p:nvSpPr>
          <p:spPr bwMode="auto">
            <a:xfrm>
              <a:off x="3110" y="1522"/>
              <a:ext cx="575" cy="20"/>
            </a:xfrm>
            <a:custGeom>
              <a:avLst/>
              <a:gdLst>
                <a:gd name="T0" fmla="*/ 565 w 575"/>
                <a:gd name="T1" fmla="*/ 20 h 20"/>
                <a:gd name="T2" fmla="*/ 568 w 575"/>
                <a:gd name="T3" fmla="*/ 20 h 20"/>
                <a:gd name="T4" fmla="*/ 572 w 575"/>
                <a:gd name="T5" fmla="*/ 16 h 20"/>
                <a:gd name="T6" fmla="*/ 575 w 575"/>
                <a:gd name="T7" fmla="*/ 13 h 20"/>
                <a:gd name="T8" fmla="*/ 575 w 575"/>
                <a:gd name="T9" fmla="*/ 6 h 20"/>
                <a:gd name="T10" fmla="*/ 572 w 575"/>
                <a:gd name="T11" fmla="*/ 3 h 20"/>
                <a:gd name="T12" fmla="*/ 568 w 575"/>
                <a:gd name="T13" fmla="*/ 0 h 20"/>
                <a:gd name="T14" fmla="*/ 6 w 575"/>
                <a:gd name="T15" fmla="*/ 0 h 20"/>
                <a:gd name="T16" fmla="*/ 3 w 575"/>
                <a:gd name="T17" fmla="*/ 3 h 20"/>
                <a:gd name="T18" fmla="*/ 0 w 575"/>
                <a:gd name="T19" fmla="*/ 6 h 20"/>
                <a:gd name="T20" fmla="*/ 0 w 575"/>
                <a:gd name="T21" fmla="*/ 13 h 20"/>
                <a:gd name="T22" fmla="*/ 3 w 575"/>
                <a:gd name="T23" fmla="*/ 16 h 20"/>
                <a:gd name="T24" fmla="*/ 6 w 575"/>
                <a:gd name="T25" fmla="*/ 20 h 20"/>
                <a:gd name="T26" fmla="*/ 10 w 575"/>
                <a:gd name="T27" fmla="*/ 20 h 20"/>
                <a:gd name="T28" fmla="*/ 565 w 575"/>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75"/>
                <a:gd name="T46" fmla="*/ 0 h 20"/>
                <a:gd name="T47" fmla="*/ 575 w 575"/>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75" h="20">
                  <a:moveTo>
                    <a:pt x="565" y="20"/>
                  </a:moveTo>
                  <a:lnTo>
                    <a:pt x="568" y="20"/>
                  </a:lnTo>
                  <a:lnTo>
                    <a:pt x="572" y="16"/>
                  </a:lnTo>
                  <a:lnTo>
                    <a:pt x="575" y="13"/>
                  </a:lnTo>
                  <a:lnTo>
                    <a:pt x="575" y="6"/>
                  </a:lnTo>
                  <a:lnTo>
                    <a:pt x="572" y="3"/>
                  </a:lnTo>
                  <a:lnTo>
                    <a:pt x="568" y="0"/>
                  </a:lnTo>
                  <a:lnTo>
                    <a:pt x="6" y="0"/>
                  </a:lnTo>
                  <a:lnTo>
                    <a:pt x="3" y="3"/>
                  </a:lnTo>
                  <a:lnTo>
                    <a:pt x="0" y="6"/>
                  </a:lnTo>
                  <a:lnTo>
                    <a:pt x="0" y="13"/>
                  </a:lnTo>
                  <a:lnTo>
                    <a:pt x="3" y="16"/>
                  </a:lnTo>
                  <a:lnTo>
                    <a:pt x="6" y="20"/>
                  </a:lnTo>
                  <a:lnTo>
                    <a:pt x="10" y="20"/>
                  </a:lnTo>
                  <a:lnTo>
                    <a:pt x="565"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7" name="Freeform 20">
              <a:extLst>
                <a:ext uri="{FF2B5EF4-FFF2-40B4-BE49-F238E27FC236}">
                  <a16:creationId xmlns:a16="http://schemas.microsoft.com/office/drawing/2014/main" id="{9D901D6E-83F4-0C8E-EE01-EDA691165C02}"/>
                </a:ext>
              </a:extLst>
            </p:cNvPr>
            <p:cNvSpPr>
              <a:spLocks noChangeAspect="1"/>
            </p:cNvSpPr>
            <p:nvPr/>
          </p:nvSpPr>
          <p:spPr bwMode="auto">
            <a:xfrm>
              <a:off x="3314" y="2713"/>
              <a:ext cx="1553" cy="20"/>
            </a:xfrm>
            <a:custGeom>
              <a:avLst/>
              <a:gdLst>
                <a:gd name="T0" fmla="*/ 1543 w 1553"/>
                <a:gd name="T1" fmla="*/ 20 h 20"/>
                <a:gd name="T2" fmla="*/ 1546 w 1553"/>
                <a:gd name="T3" fmla="*/ 20 h 20"/>
                <a:gd name="T4" fmla="*/ 1549 w 1553"/>
                <a:gd name="T5" fmla="*/ 17 h 20"/>
                <a:gd name="T6" fmla="*/ 1553 w 1553"/>
                <a:gd name="T7" fmla="*/ 13 h 20"/>
                <a:gd name="T8" fmla="*/ 1553 w 1553"/>
                <a:gd name="T9" fmla="*/ 7 h 20"/>
                <a:gd name="T10" fmla="*/ 1549 w 1553"/>
                <a:gd name="T11" fmla="*/ 4 h 20"/>
                <a:gd name="T12" fmla="*/ 1546 w 1553"/>
                <a:gd name="T13" fmla="*/ 0 h 20"/>
                <a:gd name="T14" fmla="*/ 7 w 1553"/>
                <a:gd name="T15" fmla="*/ 0 h 20"/>
                <a:gd name="T16" fmla="*/ 4 w 1553"/>
                <a:gd name="T17" fmla="*/ 4 h 20"/>
                <a:gd name="T18" fmla="*/ 0 w 1553"/>
                <a:gd name="T19" fmla="*/ 7 h 20"/>
                <a:gd name="T20" fmla="*/ 0 w 1553"/>
                <a:gd name="T21" fmla="*/ 13 h 20"/>
                <a:gd name="T22" fmla="*/ 4 w 1553"/>
                <a:gd name="T23" fmla="*/ 17 h 20"/>
                <a:gd name="T24" fmla="*/ 7 w 1553"/>
                <a:gd name="T25" fmla="*/ 20 h 20"/>
                <a:gd name="T26" fmla="*/ 10 w 1553"/>
                <a:gd name="T27" fmla="*/ 20 h 20"/>
                <a:gd name="T28" fmla="*/ 1543 w 1553"/>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53"/>
                <a:gd name="T46" fmla="*/ 0 h 20"/>
                <a:gd name="T47" fmla="*/ 1553 w 1553"/>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53" h="20">
                  <a:moveTo>
                    <a:pt x="1543" y="20"/>
                  </a:moveTo>
                  <a:lnTo>
                    <a:pt x="1546" y="20"/>
                  </a:lnTo>
                  <a:lnTo>
                    <a:pt x="1549" y="17"/>
                  </a:lnTo>
                  <a:lnTo>
                    <a:pt x="1553" y="13"/>
                  </a:lnTo>
                  <a:lnTo>
                    <a:pt x="1553" y="7"/>
                  </a:lnTo>
                  <a:lnTo>
                    <a:pt x="1549" y="4"/>
                  </a:lnTo>
                  <a:lnTo>
                    <a:pt x="1546" y="0"/>
                  </a:lnTo>
                  <a:lnTo>
                    <a:pt x="7" y="0"/>
                  </a:lnTo>
                  <a:lnTo>
                    <a:pt x="4" y="4"/>
                  </a:lnTo>
                  <a:lnTo>
                    <a:pt x="0" y="7"/>
                  </a:lnTo>
                  <a:lnTo>
                    <a:pt x="0" y="13"/>
                  </a:lnTo>
                  <a:lnTo>
                    <a:pt x="4" y="17"/>
                  </a:lnTo>
                  <a:lnTo>
                    <a:pt x="7" y="20"/>
                  </a:lnTo>
                  <a:lnTo>
                    <a:pt x="10" y="20"/>
                  </a:lnTo>
                  <a:lnTo>
                    <a:pt x="1543"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8" name="Freeform 21">
              <a:extLst>
                <a:ext uri="{FF2B5EF4-FFF2-40B4-BE49-F238E27FC236}">
                  <a16:creationId xmlns:a16="http://schemas.microsoft.com/office/drawing/2014/main" id="{D2EB397C-6A10-F484-0ECC-0222EBBA3302}"/>
                </a:ext>
              </a:extLst>
            </p:cNvPr>
            <p:cNvSpPr>
              <a:spLocks noChangeAspect="1"/>
            </p:cNvSpPr>
            <p:nvPr/>
          </p:nvSpPr>
          <p:spPr bwMode="auto">
            <a:xfrm>
              <a:off x="3301" y="1359"/>
              <a:ext cx="20" cy="1374"/>
            </a:xfrm>
            <a:custGeom>
              <a:avLst/>
              <a:gdLst>
                <a:gd name="T0" fmla="*/ 0 w 20"/>
                <a:gd name="T1" fmla="*/ 1364 h 1374"/>
                <a:gd name="T2" fmla="*/ 0 w 20"/>
                <a:gd name="T3" fmla="*/ 1367 h 1374"/>
                <a:gd name="T4" fmla="*/ 3 w 20"/>
                <a:gd name="T5" fmla="*/ 1371 h 1374"/>
                <a:gd name="T6" fmla="*/ 7 w 20"/>
                <a:gd name="T7" fmla="*/ 1374 h 1374"/>
                <a:gd name="T8" fmla="*/ 13 w 20"/>
                <a:gd name="T9" fmla="*/ 1374 h 1374"/>
                <a:gd name="T10" fmla="*/ 17 w 20"/>
                <a:gd name="T11" fmla="*/ 1371 h 1374"/>
                <a:gd name="T12" fmla="*/ 20 w 20"/>
                <a:gd name="T13" fmla="*/ 1367 h 1374"/>
                <a:gd name="T14" fmla="*/ 20 w 20"/>
                <a:gd name="T15" fmla="*/ 6 h 1374"/>
                <a:gd name="T16" fmla="*/ 17 w 20"/>
                <a:gd name="T17" fmla="*/ 3 h 1374"/>
                <a:gd name="T18" fmla="*/ 13 w 20"/>
                <a:gd name="T19" fmla="*/ 0 h 1374"/>
                <a:gd name="T20" fmla="*/ 7 w 20"/>
                <a:gd name="T21" fmla="*/ 0 h 1374"/>
                <a:gd name="T22" fmla="*/ 3 w 20"/>
                <a:gd name="T23" fmla="*/ 3 h 1374"/>
                <a:gd name="T24" fmla="*/ 0 w 20"/>
                <a:gd name="T25" fmla="*/ 6 h 1374"/>
                <a:gd name="T26" fmla="*/ 0 w 20"/>
                <a:gd name="T27" fmla="*/ 9 h 1374"/>
                <a:gd name="T28" fmla="*/ 0 w 20"/>
                <a:gd name="T29" fmla="*/ 1364 h 13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374"/>
                <a:gd name="T47" fmla="*/ 20 w 20"/>
                <a:gd name="T48" fmla="*/ 1374 h 13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374">
                  <a:moveTo>
                    <a:pt x="0" y="1364"/>
                  </a:moveTo>
                  <a:lnTo>
                    <a:pt x="0" y="1367"/>
                  </a:lnTo>
                  <a:lnTo>
                    <a:pt x="3" y="1371"/>
                  </a:lnTo>
                  <a:lnTo>
                    <a:pt x="7" y="1374"/>
                  </a:lnTo>
                  <a:lnTo>
                    <a:pt x="13" y="1374"/>
                  </a:lnTo>
                  <a:lnTo>
                    <a:pt x="17" y="1371"/>
                  </a:lnTo>
                  <a:lnTo>
                    <a:pt x="20" y="1367"/>
                  </a:lnTo>
                  <a:lnTo>
                    <a:pt x="20" y="6"/>
                  </a:lnTo>
                  <a:lnTo>
                    <a:pt x="17" y="3"/>
                  </a:lnTo>
                  <a:lnTo>
                    <a:pt x="13" y="0"/>
                  </a:lnTo>
                  <a:lnTo>
                    <a:pt x="7" y="0"/>
                  </a:lnTo>
                  <a:lnTo>
                    <a:pt x="3" y="3"/>
                  </a:lnTo>
                  <a:lnTo>
                    <a:pt x="0" y="6"/>
                  </a:lnTo>
                  <a:lnTo>
                    <a:pt x="0" y="9"/>
                  </a:lnTo>
                  <a:lnTo>
                    <a:pt x="0" y="13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79" name="Freeform 22">
              <a:extLst>
                <a:ext uri="{FF2B5EF4-FFF2-40B4-BE49-F238E27FC236}">
                  <a16:creationId xmlns:a16="http://schemas.microsoft.com/office/drawing/2014/main" id="{4CA3E167-D7F7-A8A2-AB0A-830E85D92065}"/>
                </a:ext>
              </a:extLst>
            </p:cNvPr>
            <p:cNvSpPr>
              <a:spLocks noChangeAspect="1"/>
            </p:cNvSpPr>
            <p:nvPr/>
          </p:nvSpPr>
          <p:spPr bwMode="auto">
            <a:xfrm>
              <a:off x="3301" y="1354"/>
              <a:ext cx="377" cy="19"/>
            </a:xfrm>
            <a:custGeom>
              <a:avLst/>
              <a:gdLst>
                <a:gd name="T0" fmla="*/ 368 w 377"/>
                <a:gd name="T1" fmla="*/ 19 h 19"/>
                <a:gd name="T2" fmla="*/ 371 w 377"/>
                <a:gd name="T3" fmla="*/ 19 h 19"/>
                <a:gd name="T4" fmla="*/ 374 w 377"/>
                <a:gd name="T5" fmla="*/ 16 h 19"/>
                <a:gd name="T6" fmla="*/ 377 w 377"/>
                <a:gd name="T7" fmla="*/ 13 h 19"/>
                <a:gd name="T8" fmla="*/ 377 w 377"/>
                <a:gd name="T9" fmla="*/ 6 h 19"/>
                <a:gd name="T10" fmla="*/ 374 w 377"/>
                <a:gd name="T11" fmla="*/ 3 h 19"/>
                <a:gd name="T12" fmla="*/ 371 w 377"/>
                <a:gd name="T13" fmla="*/ 0 h 19"/>
                <a:gd name="T14" fmla="*/ 7 w 377"/>
                <a:gd name="T15" fmla="*/ 0 h 19"/>
                <a:gd name="T16" fmla="*/ 3 w 377"/>
                <a:gd name="T17" fmla="*/ 3 h 19"/>
                <a:gd name="T18" fmla="*/ 0 w 377"/>
                <a:gd name="T19" fmla="*/ 6 h 19"/>
                <a:gd name="T20" fmla="*/ 0 w 377"/>
                <a:gd name="T21" fmla="*/ 13 h 19"/>
                <a:gd name="T22" fmla="*/ 3 w 377"/>
                <a:gd name="T23" fmla="*/ 16 h 19"/>
                <a:gd name="T24" fmla="*/ 7 w 377"/>
                <a:gd name="T25" fmla="*/ 19 h 19"/>
                <a:gd name="T26" fmla="*/ 10 w 377"/>
                <a:gd name="T27" fmla="*/ 19 h 19"/>
                <a:gd name="T28" fmla="*/ 368 w 377"/>
                <a:gd name="T29" fmla="*/ 19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77"/>
                <a:gd name="T46" fmla="*/ 0 h 19"/>
                <a:gd name="T47" fmla="*/ 377 w 377"/>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77" h="19">
                  <a:moveTo>
                    <a:pt x="368" y="19"/>
                  </a:moveTo>
                  <a:lnTo>
                    <a:pt x="371" y="19"/>
                  </a:lnTo>
                  <a:lnTo>
                    <a:pt x="374" y="16"/>
                  </a:lnTo>
                  <a:lnTo>
                    <a:pt x="377" y="13"/>
                  </a:lnTo>
                  <a:lnTo>
                    <a:pt x="377" y="6"/>
                  </a:lnTo>
                  <a:lnTo>
                    <a:pt x="374" y="3"/>
                  </a:lnTo>
                  <a:lnTo>
                    <a:pt x="371" y="0"/>
                  </a:lnTo>
                  <a:lnTo>
                    <a:pt x="7" y="0"/>
                  </a:lnTo>
                  <a:lnTo>
                    <a:pt x="3" y="3"/>
                  </a:lnTo>
                  <a:lnTo>
                    <a:pt x="0" y="6"/>
                  </a:lnTo>
                  <a:lnTo>
                    <a:pt x="0" y="13"/>
                  </a:lnTo>
                  <a:lnTo>
                    <a:pt x="3" y="16"/>
                  </a:lnTo>
                  <a:lnTo>
                    <a:pt x="7" y="19"/>
                  </a:lnTo>
                  <a:lnTo>
                    <a:pt x="10" y="19"/>
                  </a:lnTo>
                  <a:lnTo>
                    <a:pt x="368"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0" name="Freeform 23">
              <a:extLst>
                <a:ext uri="{FF2B5EF4-FFF2-40B4-BE49-F238E27FC236}">
                  <a16:creationId xmlns:a16="http://schemas.microsoft.com/office/drawing/2014/main" id="{3CE50245-18E7-FE4E-32C9-EE24A2FC109D}"/>
                </a:ext>
              </a:extLst>
            </p:cNvPr>
            <p:cNvSpPr>
              <a:spLocks noChangeAspect="1"/>
            </p:cNvSpPr>
            <p:nvPr/>
          </p:nvSpPr>
          <p:spPr bwMode="auto">
            <a:xfrm>
              <a:off x="3301" y="2713"/>
              <a:ext cx="20" cy="977"/>
            </a:xfrm>
            <a:custGeom>
              <a:avLst/>
              <a:gdLst>
                <a:gd name="T0" fmla="*/ 20 w 20"/>
                <a:gd name="T1" fmla="*/ 10 h 977"/>
                <a:gd name="T2" fmla="*/ 20 w 20"/>
                <a:gd name="T3" fmla="*/ 7 h 977"/>
                <a:gd name="T4" fmla="*/ 17 w 20"/>
                <a:gd name="T5" fmla="*/ 4 h 977"/>
                <a:gd name="T6" fmla="*/ 13 w 20"/>
                <a:gd name="T7" fmla="*/ 0 h 977"/>
                <a:gd name="T8" fmla="*/ 7 w 20"/>
                <a:gd name="T9" fmla="*/ 0 h 977"/>
                <a:gd name="T10" fmla="*/ 3 w 20"/>
                <a:gd name="T11" fmla="*/ 4 h 977"/>
                <a:gd name="T12" fmla="*/ 0 w 20"/>
                <a:gd name="T13" fmla="*/ 7 h 977"/>
                <a:gd name="T14" fmla="*/ 0 w 20"/>
                <a:gd name="T15" fmla="*/ 971 h 977"/>
                <a:gd name="T16" fmla="*/ 3 w 20"/>
                <a:gd name="T17" fmla="*/ 974 h 977"/>
                <a:gd name="T18" fmla="*/ 7 w 20"/>
                <a:gd name="T19" fmla="*/ 977 h 977"/>
                <a:gd name="T20" fmla="*/ 13 w 20"/>
                <a:gd name="T21" fmla="*/ 977 h 977"/>
                <a:gd name="T22" fmla="*/ 17 w 20"/>
                <a:gd name="T23" fmla="*/ 974 h 977"/>
                <a:gd name="T24" fmla="*/ 20 w 20"/>
                <a:gd name="T25" fmla="*/ 971 h 977"/>
                <a:gd name="T26" fmla="*/ 20 w 20"/>
                <a:gd name="T27" fmla="*/ 968 h 977"/>
                <a:gd name="T28" fmla="*/ 20 w 20"/>
                <a:gd name="T29" fmla="*/ 10 h 9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977"/>
                <a:gd name="T47" fmla="*/ 20 w 20"/>
                <a:gd name="T48" fmla="*/ 977 h 9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977">
                  <a:moveTo>
                    <a:pt x="20" y="10"/>
                  </a:moveTo>
                  <a:lnTo>
                    <a:pt x="20" y="7"/>
                  </a:lnTo>
                  <a:lnTo>
                    <a:pt x="17" y="4"/>
                  </a:lnTo>
                  <a:lnTo>
                    <a:pt x="13" y="0"/>
                  </a:lnTo>
                  <a:lnTo>
                    <a:pt x="7" y="0"/>
                  </a:lnTo>
                  <a:lnTo>
                    <a:pt x="3" y="4"/>
                  </a:lnTo>
                  <a:lnTo>
                    <a:pt x="0" y="7"/>
                  </a:lnTo>
                  <a:lnTo>
                    <a:pt x="0" y="971"/>
                  </a:lnTo>
                  <a:lnTo>
                    <a:pt x="3" y="974"/>
                  </a:lnTo>
                  <a:lnTo>
                    <a:pt x="7" y="977"/>
                  </a:lnTo>
                  <a:lnTo>
                    <a:pt x="13" y="977"/>
                  </a:lnTo>
                  <a:lnTo>
                    <a:pt x="17" y="974"/>
                  </a:lnTo>
                  <a:lnTo>
                    <a:pt x="20" y="971"/>
                  </a:lnTo>
                  <a:lnTo>
                    <a:pt x="20" y="968"/>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1" name="Freeform 24">
              <a:extLst>
                <a:ext uri="{FF2B5EF4-FFF2-40B4-BE49-F238E27FC236}">
                  <a16:creationId xmlns:a16="http://schemas.microsoft.com/office/drawing/2014/main" id="{7025436F-B302-0D2A-8E1E-73C53B325648}"/>
                </a:ext>
              </a:extLst>
            </p:cNvPr>
            <p:cNvSpPr>
              <a:spLocks noChangeAspect="1"/>
            </p:cNvSpPr>
            <p:nvPr/>
          </p:nvSpPr>
          <p:spPr bwMode="auto">
            <a:xfrm>
              <a:off x="3301" y="3677"/>
              <a:ext cx="377" cy="20"/>
            </a:xfrm>
            <a:custGeom>
              <a:avLst/>
              <a:gdLst>
                <a:gd name="T0" fmla="*/ 368 w 377"/>
                <a:gd name="T1" fmla="*/ 20 h 20"/>
                <a:gd name="T2" fmla="*/ 371 w 377"/>
                <a:gd name="T3" fmla="*/ 20 h 20"/>
                <a:gd name="T4" fmla="*/ 374 w 377"/>
                <a:gd name="T5" fmla="*/ 17 h 20"/>
                <a:gd name="T6" fmla="*/ 377 w 377"/>
                <a:gd name="T7" fmla="*/ 13 h 20"/>
                <a:gd name="T8" fmla="*/ 377 w 377"/>
                <a:gd name="T9" fmla="*/ 7 h 20"/>
                <a:gd name="T10" fmla="*/ 374 w 377"/>
                <a:gd name="T11" fmla="*/ 4 h 20"/>
                <a:gd name="T12" fmla="*/ 371 w 377"/>
                <a:gd name="T13" fmla="*/ 0 h 20"/>
                <a:gd name="T14" fmla="*/ 7 w 377"/>
                <a:gd name="T15" fmla="*/ 0 h 20"/>
                <a:gd name="T16" fmla="*/ 3 w 377"/>
                <a:gd name="T17" fmla="*/ 4 h 20"/>
                <a:gd name="T18" fmla="*/ 0 w 377"/>
                <a:gd name="T19" fmla="*/ 7 h 20"/>
                <a:gd name="T20" fmla="*/ 0 w 377"/>
                <a:gd name="T21" fmla="*/ 13 h 20"/>
                <a:gd name="T22" fmla="*/ 3 w 377"/>
                <a:gd name="T23" fmla="*/ 17 h 20"/>
                <a:gd name="T24" fmla="*/ 7 w 377"/>
                <a:gd name="T25" fmla="*/ 20 h 20"/>
                <a:gd name="T26" fmla="*/ 10 w 377"/>
                <a:gd name="T27" fmla="*/ 20 h 20"/>
                <a:gd name="T28" fmla="*/ 368 w 377"/>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77"/>
                <a:gd name="T46" fmla="*/ 0 h 20"/>
                <a:gd name="T47" fmla="*/ 377 w 377"/>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77" h="20">
                  <a:moveTo>
                    <a:pt x="368" y="20"/>
                  </a:moveTo>
                  <a:lnTo>
                    <a:pt x="371" y="20"/>
                  </a:lnTo>
                  <a:lnTo>
                    <a:pt x="374" y="17"/>
                  </a:lnTo>
                  <a:lnTo>
                    <a:pt x="377" y="13"/>
                  </a:lnTo>
                  <a:lnTo>
                    <a:pt x="377" y="7"/>
                  </a:lnTo>
                  <a:lnTo>
                    <a:pt x="374" y="4"/>
                  </a:lnTo>
                  <a:lnTo>
                    <a:pt x="371" y="0"/>
                  </a:lnTo>
                  <a:lnTo>
                    <a:pt x="7" y="0"/>
                  </a:lnTo>
                  <a:lnTo>
                    <a:pt x="3" y="4"/>
                  </a:lnTo>
                  <a:lnTo>
                    <a:pt x="0" y="7"/>
                  </a:lnTo>
                  <a:lnTo>
                    <a:pt x="0" y="13"/>
                  </a:lnTo>
                  <a:lnTo>
                    <a:pt x="3" y="17"/>
                  </a:lnTo>
                  <a:lnTo>
                    <a:pt x="7" y="20"/>
                  </a:lnTo>
                  <a:lnTo>
                    <a:pt x="10" y="20"/>
                  </a:lnTo>
                  <a:lnTo>
                    <a:pt x="36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2" name="Oval 25">
              <a:extLst>
                <a:ext uri="{FF2B5EF4-FFF2-40B4-BE49-F238E27FC236}">
                  <a16:creationId xmlns:a16="http://schemas.microsoft.com/office/drawing/2014/main" id="{22A97D5B-4E50-9634-7599-7FD5DACB2C3D}"/>
                </a:ext>
              </a:extLst>
            </p:cNvPr>
            <p:cNvSpPr>
              <a:spLocks noChangeAspect="1" noChangeArrowheads="1"/>
            </p:cNvSpPr>
            <p:nvPr/>
          </p:nvSpPr>
          <p:spPr bwMode="auto">
            <a:xfrm>
              <a:off x="3276" y="2695"/>
              <a:ext cx="56" cy="5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3" name="Freeform 26">
              <a:extLst>
                <a:ext uri="{FF2B5EF4-FFF2-40B4-BE49-F238E27FC236}">
                  <a16:creationId xmlns:a16="http://schemas.microsoft.com/office/drawing/2014/main" id="{E7A410D7-AC7D-3C82-AF89-8A4BF6EDDABB}"/>
                </a:ext>
              </a:extLst>
            </p:cNvPr>
            <p:cNvSpPr>
              <a:spLocks noChangeAspect="1"/>
            </p:cNvSpPr>
            <p:nvPr/>
          </p:nvSpPr>
          <p:spPr bwMode="auto">
            <a:xfrm>
              <a:off x="3266" y="2685"/>
              <a:ext cx="73" cy="71"/>
            </a:xfrm>
            <a:custGeom>
              <a:avLst/>
              <a:gdLst>
                <a:gd name="T0" fmla="*/ 2 w 73"/>
                <a:gd name="T1" fmla="*/ 50 h 71"/>
                <a:gd name="T2" fmla="*/ 7 w 73"/>
                <a:gd name="T3" fmla="*/ 58 h 71"/>
                <a:gd name="T4" fmla="*/ 10 w 73"/>
                <a:gd name="T5" fmla="*/ 60 h 71"/>
                <a:gd name="T6" fmla="*/ 12 w 73"/>
                <a:gd name="T7" fmla="*/ 63 h 71"/>
                <a:gd name="T8" fmla="*/ 19 w 73"/>
                <a:gd name="T9" fmla="*/ 68 h 71"/>
                <a:gd name="T10" fmla="*/ 24 w 73"/>
                <a:gd name="T11" fmla="*/ 71 h 71"/>
                <a:gd name="T12" fmla="*/ 47 w 73"/>
                <a:gd name="T13" fmla="*/ 63 h 71"/>
                <a:gd name="T14" fmla="*/ 50 w 73"/>
                <a:gd name="T15" fmla="*/ 69 h 71"/>
                <a:gd name="T16" fmla="*/ 55 w 73"/>
                <a:gd name="T17" fmla="*/ 68 h 71"/>
                <a:gd name="T18" fmla="*/ 68 w 73"/>
                <a:gd name="T19" fmla="*/ 55 h 71"/>
                <a:gd name="T20" fmla="*/ 70 w 73"/>
                <a:gd name="T21" fmla="*/ 43 h 71"/>
                <a:gd name="T22" fmla="*/ 73 w 73"/>
                <a:gd name="T23" fmla="*/ 32 h 71"/>
                <a:gd name="T24" fmla="*/ 68 w 73"/>
                <a:gd name="T25" fmla="*/ 17 h 71"/>
                <a:gd name="T26" fmla="*/ 55 w 73"/>
                <a:gd name="T27" fmla="*/ 3 h 71"/>
                <a:gd name="T28" fmla="*/ 50 w 73"/>
                <a:gd name="T29" fmla="*/ 2 h 71"/>
                <a:gd name="T30" fmla="*/ 22 w 73"/>
                <a:gd name="T31" fmla="*/ 2 h 71"/>
                <a:gd name="T32" fmla="*/ 14 w 73"/>
                <a:gd name="T33" fmla="*/ 7 h 71"/>
                <a:gd name="T34" fmla="*/ 12 w 73"/>
                <a:gd name="T35" fmla="*/ 10 h 71"/>
                <a:gd name="T36" fmla="*/ 9 w 73"/>
                <a:gd name="T37" fmla="*/ 12 h 71"/>
                <a:gd name="T38" fmla="*/ 4 w 73"/>
                <a:gd name="T39" fmla="*/ 18 h 71"/>
                <a:gd name="T40" fmla="*/ 0 w 73"/>
                <a:gd name="T41" fmla="*/ 23 h 71"/>
                <a:gd name="T42" fmla="*/ 20 w 73"/>
                <a:gd name="T43" fmla="*/ 30 h 71"/>
                <a:gd name="T44" fmla="*/ 24 w 73"/>
                <a:gd name="T45" fmla="*/ 25 h 71"/>
                <a:gd name="T46" fmla="*/ 22 w 73"/>
                <a:gd name="T47" fmla="*/ 25 h 71"/>
                <a:gd name="T48" fmla="*/ 25 w 73"/>
                <a:gd name="T49" fmla="*/ 23 h 71"/>
                <a:gd name="T50" fmla="*/ 27 w 73"/>
                <a:gd name="T51" fmla="*/ 20 h 71"/>
                <a:gd name="T52" fmla="*/ 28 w 73"/>
                <a:gd name="T53" fmla="*/ 22 h 71"/>
                <a:gd name="T54" fmla="*/ 42 w 73"/>
                <a:gd name="T55" fmla="*/ 20 h 71"/>
                <a:gd name="T56" fmla="*/ 47 w 73"/>
                <a:gd name="T57" fmla="*/ 23 h 71"/>
                <a:gd name="T58" fmla="*/ 53 w 73"/>
                <a:gd name="T59" fmla="*/ 30 h 71"/>
                <a:gd name="T60" fmla="*/ 53 w 73"/>
                <a:gd name="T61" fmla="*/ 32 h 71"/>
                <a:gd name="T62" fmla="*/ 65 w 73"/>
                <a:gd name="T63" fmla="*/ 27 h 71"/>
                <a:gd name="T64" fmla="*/ 52 w 73"/>
                <a:gd name="T65" fmla="*/ 41 h 71"/>
                <a:gd name="T66" fmla="*/ 50 w 73"/>
                <a:gd name="T67" fmla="*/ 46 h 71"/>
                <a:gd name="T68" fmla="*/ 45 w 73"/>
                <a:gd name="T69" fmla="*/ 50 h 71"/>
                <a:gd name="T70" fmla="*/ 30 w 73"/>
                <a:gd name="T71" fmla="*/ 55 h 71"/>
                <a:gd name="T72" fmla="*/ 38 w 73"/>
                <a:gd name="T73" fmla="*/ 51 h 71"/>
                <a:gd name="T74" fmla="*/ 27 w 73"/>
                <a:gd name="T75" fmla="*/ 50 h 71"/>
                <a:gd name="T76" fmla="*/ 27 w 73"/>
                <a:gd name="T77" fmla="*/ 50 h 71"/>
                <a:gd name="T78" fmla="*/ 24 w 73"/>
                <a:gd name="T79" fmla="*/ 48 h 71"/>
                <a:gd name="T80" fmla="*/ 22 w 73"/>
                <a:gd name="T81" fmla="*/ 45 h 71"/>
                <a:gd name="T82" fmla="*/ 22 w 73"/>
                <a:gd name="T83" fmla="*/ 45 h 71"/>
                <a:gd name="T84" fmla="*/ 20 w 73"/>
                <a:gd name="T85" fmla="*/ 36 h 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3"/>
                <a:gd name="T130" fmla="*/ 0 h 71"/>
                <a:gd name="T131" fmla="*/ 73 w 73"/>
                <a:gd name="T132" fmla="*/ 71 h 7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3" h="71">
                  <a:moveTo>
                    <a:pt x="0" y="36"/>
                  </a:moveTo>
                  <a:lnTo>
                    <a:pt x="0" y="48"/>
                  </a:lnTo>
                  <a:lnTo>
                    <a:pt x="2" y="50"/>
                  </a:lnTo>
                  <a:lnTo>
                    <a:pt x="2" y="51"/>
                  </a:lnTo>
                  <a:lnTo>
                    <a:pt x="4" y="53"/>
                  </a:lnTo>
                  <a:lnTo>
                    <a:pt x="7" y="58"/>
                  </a:lnTo>
                  <a:lnTo>
                    <a:pt x="9" y="58"/>
                  </a:lnTo>
                  <a:lnTo>
                    <a:pt x="9" y="60"/>
                  </a:lnTo>
                  <a:lnTo>
                    <a:pt x="10" y="60"/>
                  </a:lnTo>
                  <a:lnTo>
                    <a:pt x="10" y="61"/>
                  </a:lnTo>
                  <a:lnTo>
                    <a:pt x="12" y="61"/>
                  </a:lnTo>
                  <a:lnTo>
                    <a:pt x="12" y="63"/>
                  </a:lnTo>
                  <a:lnTo>
                    <a:pt x="14" y="63"/>
                  </a:lnTo>
                  <a:lnTo>
                    <a:pt x="14" y="64"/>
                  </a:lnTo>
                  <a:lnTo>
                    <a:pt x="19" y="68"/>
                  </a:lnTo>
                  <a:lnTo>
                    <a:pt x="20" y="69"/>
                  </a:lnTo>
                  <a:lnTo>
                    <a:pt x="22" y="69"/>
                  </a:lnTo>
                  <a:lnTo>
                    <a:pt x="24" y="71"/>
                  </a:lnTo>
                  <a:lnTo>
                    <a:pt x="32" y="71"/>
                  </a:lnTo>
                  <a:lnTo>
                    <a:pt x="30" y="69"/>
                  </a:lnTo>
                  <a:lnTo>
                    <a:pt x="47" y="63"/>
                  </a:lnTo>
                  <a:lnTo>
                    <a:pt x="43" y="68"/>
                  </a:lnTo>
                  <a:lnTo>
                    <a:pt x="48" y="71"/>
                  </a:lnTo>
                  <a:lnTo>
                    <a:pt x="50" y="69"/>
                  </a:lnTo>
                  <a:lnTo>
                    <a:pt x="52" y="69"/>
                  </a:lnTo>
                  <a:lnTo>
                    <a:pt x="53" y="68"/>
                  </a:lnTo>
                  <a:lnTo>
                    <a:pt x="55" y="68"/>
                  </a:lnTo>
                  <a:lnTo>
                    <a:pt x="70" y="53"/>
                  </a:lnTo>
                  <a:lnTo>
                    <a:pt x="66" y="55"/>
                  </a:lnTo>
                  <a:lnTo>
                    <a:pt x="68" y="55"/>
                  </a:lnTo>
                  <a:lnTo>
                    <a:pt x="71" y="48"/>
                  </a:lnTo>
                  <a:lnTo>
                    <a:pt x="73" y="46"/>
                  </a:lnTo>
                  <a:lnTo>
                    <a:pt x="70" y="43"/>
                  </a:lnTo>
                  <a:lnTo>
                    <a:pt x="65" y="46"/>
                  </a:lnTo>
                  <a:lnTo>
                    <a:pt x="71" y="30"/>
                  </a:lnTo>
                  <a:lnTo>
                    <a:pt x="73" y="32"/>
                  </a:lnTo>
                  <a:lnTo>
                    <a:pt x="73" y="25"/>
                  </a:lnTo>
                  <a:lnTo>
                    <a:pt x="71" y="23"/>
                  </a:lnTo>
                  <a:lnTo>
                    <a:pt x="68" y="17"/>
                  </a:lnTo>
                  <a:lnTo>
                    <a:pt x="66" y="17"/>
                  </a:lnTo>
                  <a:lnTo>
                    <a:pt x="70" y="18"/>
                  </a:lnTo>
                  <a:lnTo>
                    <a:pt x="55" y="3"/>
                  </a:lnTo>
                  <a:lnTo>
                    <a:pt x="53" y="3"/>
                  </a:lnTo>
                  <a:lnTo>
                    <a:pt x="52" y="2"/>
                  </a:lnTo>
                  <a:lnTo>
                    <a:pt x="50" y="2"/>
                  </a:lnTo>
                  <a:lnTo>
                    <a:pt x="48" y="0"/>
                  </a:lnTo>
                  <a:lnTo>
                    <a:pt x="24" y="0"/>
                  </a:lnTo>
                  <a:lnTo>
                    <a:pt x="22" y="2"/>
                  </a:lnTo>
                  <a:lnTo>
                    <a:pt x="20" y="2"/>
                  </a:lnTo>
                  <a:lnTo>
                    <a:pt x="19" y="3"/>
                  </a:lnTo>
                  <a:lnTo>
                    <a:pt x="14" y="7"/>
                  </a:lnTo>
                  <a:lnTo>
                    <a:pt x="14" y="8"/>
                  </a:lnTo>
                  <a:lnTo>
                    <a:pt x="12" y="8"/>
                  </a:lnTo>
                  <a:lnTo>
                    <a:pt x="12" y="10"/>
                  </a:lnTo>
                  <a:lnTo>
                    <a:pt x="10" y="10"/>
                  </a:lnTo>
                  <a:lnTo>
                    <a:pt x="10" y="12"/>
                  </a:lnTo>
                  <a:lnTo>
                    <a:pt x="9" y="12"/>
                  </a:lnTo>
                  <a:lnTo>
                    <a:pt x="9" y="13"/>
                  </a:lnTo>
                  <a:lnTo>
                    <a:pt x="7" y="13"/>
                  </a:lnTo>
                  <a:lnTo>
                    <a:pt x="4" y="18"/>
                  </a:lnTo>
                  <a:lnTo>
                    <a:pt x="2" y="20"/>
                  </a:lnTo>
                  <a:lnTo>
                    <a:pt x="2" y="22"/>
                  </a:lnTo>
                  <a:lnTo>
                    <a:pt x="0" y="23"/>
                  </a:lnTo>
                  <a:lnTo>
                    <a:pt x="0" y="36"/>
                  </a:lnTo>
                  <a:lnTo>
                    <a:pt x="20" y="36"/>
                  </a:lnTo>
                  <a:lnTo>
                    <a:pt x="20" y="30"/>
                  </a:lnTo>
                  <a:lnTo>
                    <a:pt x="22" y="28"/>
                  </a:lnTo>
                  <a:lnTo>
                    <a:pt x="22" y="27"/>
                  </a:lnTo>
                  <a:lnTo>
                    <a:pt x="24" y="25"/>
                  </a:lnTo>
                  <a:lnTo>
                    <a:pt x="20" y="27"/>
                  </a:lnTo>
                  <a:lnTo>
                    <a:pt x="22" y="27"/>
                  </a:lnTo>
                  <a:lnTo>
                    <a:pt x="22" y="25"/>
                  </a:lnTo>
                  <a:lnTo>
                    <a:pt x="24" y="25"/>
                  </a:lnTo>
                  <a:lnTo>
                    <a:pt x="24" y="23"/>
                  </a:lnTo>
                  <a:lnTo>
                    <a:pt x="25" y="23"/>
                  </a:lnTo>
                  <a:lnTo>
                    <a:pt x="25" y="22"/>
                  </a:lnTo>
                  <a:lnTo>
                    <a:pt x="27" y="22"/>
                  </a:lnTo>
                  <a:lnTo>
                    <a:pt x="27" y="20"/>
                  </a:lnTo>
                  <a:lnTo>
                    <a:pt x="25" y="23"/>
                  </a:lnTo>
                  <a:lnTo>
                    <a:pt x="27" y="22"/>
                  </a:lnTo>
                  <a:lnTo>
                    <a:pt x="28" y="22"/>
                  </a:lnTo>
                  <a:lnTo>
                    <a:pt x="30" y="20"/>
                  </a:lnTo>
                  <a:lnTo>
                    <a:pt x="37" y="20"/>
                  </a:lnTo>
                  <a:lnTo>
                    <a:pt x="42" y="20"/>
                  </a:lnTo>
                  <a:lnTo>
                    <a:pt x="43" y="22"/>
                  </a:lnTo>
                  <a:lnTo>
                    <a:pt x="45" y="22"/>
                  </a:lnTo>
                  <a:lnTo>
                    <a:pt x="47" y="23"/>
                  </a:lnTo>
                  <a:lnTo>
                    <a:pt x="48" y="23"/>
                  </a:lnTo>
                  <a:lnTo>
                    <a:pt x="50" y="25"/>
                  </a:lnTo>
                  <a:lnTo>
                    <a:pt x="53" y="30"/>
                  </a:lnTo>
                  <a:lnTo>
                    <a:pt x="55" y="30"/>
                  </a:lnTo>
                  <a:lnTo>
                    <a:pt x="52" y="30"/>
                  </a:lnTo>
                  <a:lnTo>
                    <a:pt x="53" y="32"/>
                  </a:lnTo>
                  <a:lnTo>
                    <a:pt x="53" y="38"/>
                  </a:lnTo>
                  <a:lnTo>
                    <a:pt x="58" y="43"/>
                  </a:lnTo>
                  <a:lnTo>
                    <a:pt x="65" y="27"/>
                  </a:lnTo>
                  <a:lnTo>
                    <a:pt x="57" y="30"/>
                  </a:lnTo>
                  <a:lnTo>
                    <a:pt x="53" y="40"/>
                  </a:lnTo>
                  <a:lnTo>
                    <a:pt x="52" y="41"/>
                  </a:lnTo>
                  <a:lnTo>
                    <a:pt x="55" y="41"/>
                  </a:lnTo>
                  <a:lnTo>
                    <a:pt x="53" y="41"/>
                  </a:lnTo>
                  <a:lnTo>
                    <a:pt x="50" y="46"/>
                  </a:lnTo>
                  <a:lnTo>
                    <a:pt x="48" y="48"/>
                  </a:lnTo>
                  <a:lnTo>
                    <a:pt x="47" y="48"/>
                  </a:lnTo>
                  <a:lnTo>
                    <a:pt x="45" y="50"/>
                  </a:lnTo>
                  <a:lnTo>
                    <a:pt x="43" y="50"/>
                  </a:lnTo>
                  <a:lnTo>
                    <a:pt x="42" y="51"/>
                  </a:lnTo>
                  <a:lnTo>
                    <a:pt x="30" y="55"/>
                  </a:lnTo>
                  <a:lnTo>
                    <a:pt x="27" y="63"/>
                  </a:lnTo>
                  <a:lnTo>
                    <a:pt x="43" y="56"/>
                  </a:lnTo>
                  <a:lnTo>
                    <a:pt x="38" y="51"/>
                  </a:lnTo>
                  <a:lnTo>
                    <a:pt x="30" y="51"/>
                  </a:lnTo>
                  <a:lnTo>
                    <a:pt x="28" y="50"/>
                  </a:lnTo>
                  <a:lnTo>
                    <a:pt x="27" y="50"/>
                  </a:lnTo>
                  <a:lnTo>
                    <a:pt x="25" y="48"/>
                  </a:lnTo>
                  <a:lnTo>
                    <a:pt x="27" y="51"/>
                  </a:lnTo>
                  <a:lnTo>
                    <a:pt x="27" y="50"/>
                  </a:lnTo>
                  <a:lnTo>
                    <a:pt x="25" y="50"/>
                  </a:lnTo>
                  <a:lnTo>
                    <a:pt x="25" y="48"/>
                  </a:lnTo>
                  <a:lnTo>
                    <a:pt x="24" y="48"/>
                  </a:lnTo>
                  <a:lnTo>
                    <a:pt x="24" y="46"/>
                  </a:lnTo>
                  <a:lnTo>
                    <a:pt x="22" y="46"/>
                  </a:lnTo>
                  <a:lnTo>
                    <a:pt x="22" y="45"/>
                  </a:lnTo>
                  <a:lnTo>
                    <a:pt x="20" y="45"/>
                  </a:lnTo>
                  <a:lnTo>
                    <a:pt x="24" y="46"/>
                  </a:lnTo>
                  <a:lnTo>
                    <a:pt x="22" y="45"/>
                  </a:lnTo>
                  <a:lnTo>
                    <a:pt x="22" y="43"/>
                  </a:lnTo>
                  <a:lnTo>
                    <a:pt x="20" y="41"/>
                  </a:lnTo>
                  <a:lnTo>
                    <a:pt x="20" y="36"/>
                  </a:lnTo>
                  <a:lnTo>
                    <a:pt x="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4" name="Oval 27">
              <a:extLst>
                <a:ext uri="{FF2B5EF4-FFF2-40B4-BE49-F238E27FC236}">
                  <a16:creationId xmlns:a16="http://schemas.microsoft.com/office/drawing/2014/main" id="{5CF61514-FCB3-DA32-8C66-D210CA8D1884}"/>
                </a:ext>
              </a:extLst>
            </p:cNvPr>
            <p:cNvSpPr>
              <a:spLocks noChangeAspect="1" noChangeArrowheads="1"/>
            </p:cNvSpPr>
            <p:nvPr/>
          </p:nvSpPr>
          <p:spPr bwMode="auto">
            <a:xfrm>
              <a:off x="3510" y="2372"/>
              <a:ext cx="55" cy="5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5" name="Freeform 28">
              <a:extLst>
                <a:ext uri="{FF2B5EF4-FFF2-40B4-BE49-F238E27FC236}">
                  <a16:creationId xmlns:a16="http://schemas.microsoft.com/office/drawing/2014/main" id="{750374DA-58F8-877A-B4A1-0E7549128561}"/>
                </a:ext>
              </a:extLst>
            </p:cNvPr>
            <p:cNvSpPr>
              <a:spLocks noChangeAspect="1"/>
            </p:cNvSpPr>
            <p:nvPr/>
          </p:nvSpPr>
          <p:spPr bwMode="auto">
            <a:xfrm>
              <a:off x="3501" y="2362"/>
              <a:ext cx="70" cy="71"/>
            </a:xfrm>
            <a:custGeom>
              <a:avLst/>
              <a:gdLst>
                <a:gd name="T0" fmla="*/ 1 w 70"/>
                <a:gd name="T1" fmla="*/ 50 h 71"/>
                <a:gd name="T2" fmla="*/ 6 w 70"/>
                <a:gd name="T3" fmla="*/ 58 h 71"/>
                <a:gd name="T4" fmla="*/ 9 w 70"/>
                <a:gd name="T5" fmla="*/ 60 h 71"/>
                <a:gd name="T6" fmla="*/ 11 w 70"/>
                <a:gd name="T7" fmla="*/ 63 h 71"/>
                <a:gd name="T8" fmla="*/ 18 w 70"/>
                <a:gd name="T9" fmla="*/ 68 h 71"/>
                <a:gd name="T10" fmla="*/ 23 w 70"/>
                <a:gd name="T11" fmla="*/ 71 h 71"/>
                <a:gd name="T12" fmla="*/ 46 w 70"/>
                <a:gd name="T13" fmla="*/ 63 h 71"/>
                <a:gd name="T14" fmla="*/ 49 w 70"/>
                <a:gd name="T15" fmla="*/ 69 h 71"/>
                <a:gd name="T16" fmla="*/ 57 w 70"/>
                <a:gd name="T17" fmla="*/ 64 h 71"/>
                <a:gd name="T18" fmla="*/ 59 w 70"/>
                <a:gd name="T19" fmla="*/ 61 h 71"/>
                <a:gd name="T20" fmla="*/ 62 w 70"/>
                <a:gd name="T21" fmla="*/ 60 h 71"/>
                <a:gd name="T22" fmla="*/ 67 w 70"/>
                <a:gd name="T23" fmla="*/ 53 h 71"/>
                <a:gd name="T24" fmla="*/ 70 w 70"/>
                <a:gd name="T25" fmla="*/ 48 h 71"/>
                <a:gd name="T26" fmla="*/ 69 w 70"/>
                <a:gd name="T27" fmla="*/ 30 h 71"/>
                <a:gd name="T28" fmla="*/ 69 w 70"/>
                <a:gd name="T29" fmla="*/ 22 h 71"/>
                <a:gd name="T30" fmla="*/ 64 w 70"/>
                <a:gd name="T31" fmla="*/ 13 h 71"/>
                <a:gd name="T32" fmla="*/ 60 w 70"/>
                <a:gd name="T33" fmla="*/ 12 h 71"/>
                <a:gd name="T34" fmla="*/ 59 w 70"/>
                <a:gd name="T35" fmla="*/ 8 h 71"/>
                <a:gd name="T36" fmla="*/ 52 w 70"/>
                <a:gd name="T37" fmla="*/ 3 h 71"/>
                <a:gd name="T38" fmla="*/ 47 w 70"/>
                <a:gd name="T39" fmla="*/ 0 h 71"/>
                <a:gd name="T40" fmla="*/ 19 w 70"/>
                <a:gd name="T41" fmla="*/ 2 h 71"/>
                <a:gd name="T42" fmla="*/ 13 w 70"/>
                <a:gd name="T43" fmla="*/ 8 h 71"/>
                <a:gd name="T44" fmla="*/ 9 w 70"/>
                <a:gd name="T45" fmla="*/ 10 h 71"/>
                <a:gd name="T46" fmla="*/ 8 w 70"/>
                <a:gd name="T47" fmla="*/ 13 h 71"/>
                <a:gd name="T48" fmla="*/ 1 w 70"/>
                <a:gd name="T49" fmla="*/ 20 h 71"/>
                <a:gd name="T50" fmla="*/ 0 w 70"/>
                <a:gd name="T51" fmla="*/ 36 h 71"/>
                <a:gd name="T52" fmla="*/ 21 w 70"/>
                <a:gd name="T53" fmla="*/ 28 h 71"/>
                <a:gd name="T54" fmla="*/ 19 w 70"/>
                <a:gd name="T55" fmla="*/ 27 h 71"/>
                <a:gd name="T56" fmla="*/ 23 w 70"/>
                <a:gd name="T57" fmla="*/ 25 h 71"/>
                <a:gd name="T58" fmla="*/ 24 w 70"/>
                <a:gd name="T59" fmla="*/ 22 h 71"/>
                <a:gd name="T60" fmla="*/ 24 w 70"/>
                <a:gd name="T61" fmla="*/ 23 h 71"/>
                <a:gd name="T62" fmla="*/ 29 w 70"/>
                <a:gd name="T63" fmla="*/ 20 h 71"/>
                <a:gd name="T64" fmla="*/ 42 w 70"/>
                <a:gd name="T65" fmla="*/ 22 h 71"/>
                <a:gd name="T66" fmla="*/ 44 w 70"/>
                <a:gd name="T67" fmla="*/ 20 h 71"/>
                <a:gd name="T68" fmla="*/ 46 w 70"/>
                <a:gd name="T69" fmla="*/ 23 h 71"/>
                <a:gd name="T70" fmla="*/ 49 w 70"/>
                <a:gd name="T71" fmla="*/ 25 h 71"/>
                <a:gd name="T72" fmla="*/ 47 w 70"/>
                <a:gd name="T73" fmla="*/ 25 h 71"/>
                <a:gd name="T74" fmla="*/ 51 w 70"/>
                <a:gd name="T75" fmla="*/ 30 h 71"/>
                <a:gd name="T76" fmla="*/ 62 w 70"/>
                <a:gd name="T77" fmla="*/ 27 h 71"/>
                <a:gd name="T78" fmla="*/ 49 w 70"/>
                <a:gd name="T79" fmla="*/ 43 h 71"/>
                <a:gd name="T80" fmla="*/ 51 w 70"/>
                <a:gd name="T81" fmla="*/ 45 h 71"/>
                <a:gd name="T82" fmla="*/ 47 w 70"/>
                <a:gd name="T83" fmla="*/ 46 h 71"/>
                <a:gd name="T84" fmla="*/ 46 w 70"/>
                <a:gd name="T85" fmla="*/ 50 h 71"/>
                <a:gd name="T86" fmla="*/ 46 w 70"/>
                <a:gd name="T87" fmla="*/ 48 h 71"/>
                <a:gd name="T88" fmla="*/ 41 w 70"/>
                <a:gd name="T89" fmla="*/ 51 h 71"/>
                <a:gd name="T90" fmla="*/ 42 w 70"/>
                <a:gd name="T91" fmla="*/ 56 h 71"/>
                <a:gd name="T92" fmla="*/ 28 w 70"/>
                <a:gd name="T93" fmla="*/ 50 h 71"/>
                <a:gd name="T94" fmla="*/ 26 w 70"/>
                <a:gd name="T95" fmla="*/ 51 h 71"/>
                <a:gd name="T96" fmla="*/ 24 w 70"/>
                <a:gd name="T97" fmla="*/ 48 h 71"/>
                <a:gd name="T98" fmla="*/ 21 w 70"/>
                <a:gd name="T99" fmla="*/ 46 h 71"/>
                <a:gd name="T100" fmla="*/ 23 w 70"/>
                <a:gd name="T101" fmla="*/ 46 h 71"/>
                <a:gd name="T102" fmla="*/ 19 w 70"/>
                <a:gd name="T103" fmla="*/ 41 h 7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0"/>
                <a:gd name="T157" fmla="*/ 0 h 71"/>
                <a:gd name="T158" fmla="*/ 70 w 70"/>
                <a:gd name="T159" fmla="*/ 71 h 7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0" h="71">
                  <a:moveTo>
                    <a:pt x="0" y="36"/>
                  </a:moveTo>
                  <a:lnTo>
                    <a:pt x="0" y="48"/>
                  </a:lnTo>
                  <a:lnTo>
                    <a:pt x="1" y="50"/>
                  </a:lnTo>
                  <a:lnTo>
                    <a:pt x="1" y="51"/>
                  </a:lnTo>
                  <a:lnTo>
                    <a:pt x="3" y="53"/>
                  </a:lnTo>
                  <a:lnTo>
                    <a:pt x="6" y="58"/>
                  </a:lnTo>
                  <a:lnTo>
                    <a:pt x="8" y="58"/>
                  </a:lnTo>
                  <a:lnTo>
                    <a:pt x="8" y="60"/>
                  </a:lnTo>
                  <a:lnTo>
                    <a:pt x="9" y="60"/>
                  </a:lnTo>
                  <a:lnTo>
                    <a:pt x="9" y="61"/>
                  </a:lnTo>
                  <a:lnTo>
                    <a:pt x="11" y="61"/>
                  </a:lnTo>
                  <a:lnTo>
                    <a:pt x="11" y="63"/>
                  </a:lnTo>
                  <a:lnTo>
                    <a:pt x="13" y="63"/>
                  </a:lnTo>
                  <a:lnTo>
                    <a:pt x="13" y="64"/>
                  </a:lnTo>
                  <a:lnTo>
                    <a:pt x="18" y="68"/>
                  </a:lnTo>
                  <a:lnTo>
                    <a:pt x="19" y="69"/>
                  </a:lnTo>
                  <a:lnTo>
                    <a:pt x="21" y="69"/>
                  </a:lnTo>
                  <a:lnTo>
                    <a:pt x="23" y="71"/>
                  </a:lnTo>
                  <a:lnTo>
                    <a:pt x="31" y="71"/>
                  </a:lnTo>
                  <a:lnTo>
                    <a:pt x="29" y="69"/>
                  </a:lnTo>
                  <a:lnTo>
                    <a:pt x="46" y="63"/>
                  </a:lnTo>
                  <a:lnTo>
                    <a:pt x="42" y="68"/>
                  </a:lnTo>
                  <a:lnTo>
                    <a:pt x="47" y="71"/>
                  </a:lnTo>
                  <a:lnTo>
                    <a:pt x="49" y="69"/>
                  </a:lnTo>
                  <a:lnTo>
                    <a:pt x="51" y="69"/>
                  </a:lnTo>
                  <a:lnTo>
                    <a:pt x="52" y="68"/>
                  </a:lnTo>
                  <a:lnTo>
                    <a:pt x="57" y="64"/>
                  </a:lnTo>
                  <a:lnTo>
                    <a:pt x="57" y="63"/>
                  </a:lnTo>
                  <a:lnTo>
                    <a:pt x="59" y="63"/>
                  </a:lnTo>
                  <a:lnTo>
                    <a:pt x="59" y="61"/>
                  </a:lnTo>
                  <a:lnTo>
                    <a:pt x="60" y="61"/>
                  </a:lnTo>
                  <a:lnTo>
                    <a:pt x="60" y="60"/>
                  </a:lnTo>
                  <a:lnTo>
                    <a:pt x="62" y="60"/>
                  </a:lnTo>
                  <a:lnTo>
                    <a:pt x="62" y="58"/>
                  </a:lnTo>
                  <a:lnTo>
                    <a:pt x="64" y="58"/>
                  </a:lnTo>
                  <a:lnTo>
                    <a:pt x="67" y="53"/>
                  </a:lnTo>
                  <a:lnTo>
                    <a:pt x="69" y="51"/>
                  </a:lnTo>
                  <a:lnTo>
                    <a:pt x="69" y="50"/>
                  </a:lnTo>
                  <a:lnTo>
                    <a:pt x="70" y="48"/>
                  </a:lnTo>
                  <a:lnTo>
                    <a:pt x="67" y="43"/>
                  </a:lnTo>
                  <a:lnTo>
                    <a:pt x="62" y="46"/>
                  </a:lnTo>
                  <a:lnTo>
                    <a:pt x="69" y="30"/>
                  </a:lnTo>
                  <a:lnTo>
                    <a:pt x="70" y="32"/>
                  </a:lnTo>
                  <a:lnTo>
                    <a:pt x="70" y="23"/>
                  </a:lnTo>
                  <a:lnTo>
                    <a:pt x="69" y="22"/>
                  </a:lnTo>
                  <a:lnTo>
                    <a:pt x="69" y="20"/>
                  </a:lnTo>
                  <a:lnTo>
                    <a:pt x="67" y="18"/>
                  </a:lnTo>
                  <a:lnTo>
                    <a:pt x="64" y="13"/>
                  </a:lnTo>
                  <a:lnTo>
                    <a:pt x="62" y="13"/>
                  </a:lnTo>
                  <a:lnTo>
                    <a:pt x="62" y="12"/>
                  </a:lnTo>
                  <a:lnTo>
                    <a:pt x="60" y="12"/>
                  </a:lnTo>
                  <a:lnTo>
                    <a:pt x="60" y="10"/>
                  </a:lnTo>
                  <a:lnTo>
                    <a:pt x="59" y="10"/>
                  </a:lnTo>
                  <a:lnTo>
                    <a:pt x="59" y="8"/>
                  </a:lnTo>
                  <a:lnTo>
                    <a:pt x="57" y="8"/>
                  </a:lnTo>
                  <a:lnTo>
                    <a:pt x="57" y="7"/>
                  </a:lnTo>
                  <a:lnTo>
                    <a:pt x="52" y="3"/>
                  </a:lnTo>
                  <a:lnTo>
                    <a:pt x="51" y="2"/>
                  </a:lnTo>
                  <a:lnTo>
                    <a:pt x="49" y="2"/>
                  </a:lnTo>
                  <a:lnTo>
                    <a:pt x="47" y="0"/>
                  </a:lnTo>
                  <a:lnTo>
                    <a:pt x="23" y="0"/>
                  </a:lnTo>
                  <a:lnTo>
                    <a:pt x="21" y="2"/>
                  </a:lnTo>
                  <a:lnTo>
                    <a:pt x="19" y="2"/>
                  </a:lnTo>
                  <a:lnTo>
                    <a:pt x="18" y="3"/>
                  </a:lnTo>
                  <a:lnTo>
                    <a:pt x="13" y="7"/>
                  </a:lnTo>
                  <a:lnTo>
                    <a:pt x="13" y="8"/>
                  </a:lnTo>
                  <a:lnTo>
                    <a:pt x="11" y="8"/>
                  </a:lnTo>
                  <a:lnTo>
                    <a:pt x="11" y="10"/>
                  </a:lnTo>
                  <a:lnTo>
                    <a:pt x="9" y="10"/>
                  </a:lnTo>
                  <a:lnTo>
                    <a:pt x="9" y="12"/>
                  </a:lnTo>
                  <a:lnTo>
                    <a:pt x="8" y="12"/>
                  </a:lnTo>
                  <a:lnTo>
                    <a:pt x="8" y="13"/>
                  </a:lnTo>
                  <a:lnTo>
                    <a:pt x="6" y="13"/>
                  </a:lnTo>
                  <a:lnTo>
                    <a:pt x="3" y="18"/>
                  </a:lnTo>
                  <a:lnTo>
                    <a:pt x="1" y="20"/>
                  </a:lnTo>
                  <a:lnTo>
                    <a:pt x="1" y="22"/>
                  </a:lnTo>
                  <a:lnTo>
                    <a:pt x="0" y="23"/>
                  </a:lnTo>
                  <a:lnTo>
                    <a:pt x="0" y="36"/>
                  </a:lnTo>
                  <a:lnTo>
                    <a:pt x="19" y="36"/>
                  </a:lnTo>
                  <a:lnTo>
                    <a:pt x="19" y="30"/>
                  </a:lnTo>
                  <a:lnTo>
                    <a:pt x="21" y="28"/>
                  </a:lnTo>
                  <a:lnTo>
                    <a:pt x="21" y="27"/>
                  </a:lnTo>
                  <a:lnTo>
                    <a:pt x="23" y="25"/>
                  </a:lnTo>
                  <a:lnTo>
                    <a:pt x="19" y="27"/>
                  </a:lnTo>
                  <a:lnTo>
                    <a:pt x="21" y="27"/>
                  </a:lnTo>
                  <a:lnTo>
                    <a:pt x="21" y="25"/>
                  </a:lnTo>
                  <a:lnTo>
                    <a:pt x="23" y="25"/>
                  </a:lnTo>
                  <a:lnTo>
                    <a:pt x="23" y="23"/>
                  </a:lnTo>
                  <a:lnTo>
                    <a:pt x="24" y="23"/>
                  </a:lnTo>
                  <a:lnTo>
                    <a:pt x="24" y="22"/>
                  </a:lnTo>
                  <a:lnTo>
                    <a:pt x="26" y="22"/>
                  </a:lnTo>
                  <a:lnTo>
                    <a:pt x="26" y="20"/>
                  </a:lnTo>
                  <a:lnTo>
                    <a:pt x="24" y="23"/>
                  </a:lnTo>
                  <a:lnTo>
                    <a:pt x="26" y="22"/>
                  </a:lnTo>
                  <a:lnTo>
                    <a:pt x="28" y="22"/>
                  </a:lnTo>
                  <a:lnTo>
                    <a:pt x="29" y="20"/>
                  </a:lnTo>
                  <a:lnTo>
                    <a:pt x="36" y="20"/>
                  </a:lnTo>
                  <a:lnTo>
                    <a:pt x="41" y="20"/>
                  </a:lnTo>
                  <a:lnTo>
                    <a:pt x="42" y="22"/>
                  </a:lnTo>
                  <a:lnTo>
                    <a:pt x="44" y="22"/>
                  </a:lnTo>
                  <a:lnTo>
                    <a:pt x="46" y="23"/>
                  </a:lnTo>
                  <a:lnTo>
                    <a:pt x="44" y="20"/>
                  </a:lnTo>
                  <a:lnTo>
                    <a:pt x="44" y="22"/>
                  </a:lnTo>
                  <a:lnTo>
                    <a:pt x="46" y="22"/>
                  </a:lnTo>
                  <a:lnTo>
                    <a:pt x="46" y="23"/>
                  </a:lnTo>
                  <a:lnTo>
                    <a:pt x="47" y="23"/>
                  </a:lnTo>
                  <a:lnTo>
                    <a:pt x="47" y="25"/>
                  </a:lnTo>
                  <a:lnTo>
                    <a:pt x="49" y="25"/>
                  </a:lnTo>
                  <a:lnTo>
                    <a:pt x="49" y="27"/>
                  </a:lnTo>
                  <a:lnTo>
                    <a:pt x="51" y="27"/>
                  </a:lnTo>
                  <a:lnTo>
                    <a:pt x="47" y="25"/>
                  </a:lnTo>
                  <a:lnTo>
                    <a:pt x="49" y="27"/>
                  </a:lnTo>
                  <a:lnTo>
                    <a:pt x="49" y="28"/>
                  </a:lnTo>
                  <a:lnTo>
                    <a:pt x="51" y="30"/>
                  </a:lnTo>
                  <a:lnTo>
                    <a:pt x="51" y="38"/>
                  </a:lnTo>
                  <a:lnTo>
                    <a:pt x="56" y="43"/>
                  </a:lnTo>
                  <a:lnTo>
                    <a:pt x="62" y="27"/>
                  </a:lnTo>
                  <a:lnTo>
                    <a:pt x="54" y="30"/>
                  </a:lnTo>
                  <a:lnTo>
                    <a:pt x="51" y="41"/>
                  </a:lnTo>
                  <a:lnTo>
                    <a:pt x="49" y="43"/>
                  </a:lnTo>
                  <a:lnTo>
                    <a:pt x="49" y="45"/>
                  </a:lnTo>
                  <a:lnTo>
                    <a:pt x="47" y="46"/>
                  </a:lnTo>
                  <a:lnTo>
                    <a:pt x="51" y="45"/>
                  </a:lnTo>
                  <a:lnTo>
                    <a:pt x="49" y="45"/>
                  </a:lnTo>
                  <a:lnTo>
                    <a:pt x="49" y="46"/>
                  </a:lnTo>
                  <a:lnTo>
                    <a:pt x="47" y="46"/>
                  </a:lnTo>
                  <a:lnTo>
                    <a:pt x="47" y="48"/>
                  </a:lnTo>
                  <a:lnTo>
                    <a:pt x="46" y="48"/>
                  </a:lnTo>
                  <a:lnTo>
                    <a:pt x="46" y="50"/>
                  </a:lnTo>
                  <a:lnTo>
                    <a:pt x="44" y="50"/>
                  </a:lnTo>
                  <a:lnTo>
                    <a:pt x="44" y="51"/>
                  </a:lnTo>
                  <a:lnTo>
                    <a:pt x="46" y="48"/>
                  </a:lnTo>
                  <a:lnTo>
                    <a:pt x="44" y="50"/>
                  </a:lnTo>
                  <a:lnTo>
                    <a:pt x="42" y="50"/>
                  </a:lnTo>
                  <a:lnTo>
                    <a:pt x="41" y="51"/>
                  </a:lnTo>
                  <a:lnTo>
                    <a:pt x="29" y="55"/>
                  </a:lnTo>
                  <a:lnTo>
                    <a:pt x="26" y="63"/>
                  </a:lnTo>
                  <a:lnTo>
                    <a:pt x="42" y="56"/>
                  </a:lnTo>
                  <a:lnTo>
                    <a:pt x="37" y="51"/>
                  </a:lnTo>
                  <a:lnTo>
                    <a:pt x="29" y="51"/>
                  </a:lnTo>
                  <a:lnTo>
                    <a:pt x="28" y="50"/>
                  </a:lnTo>
                  <a:lnTo>
                    <a:pt x="26" y="50"/>
                  </a:lnTo>
                  <a:lnTo>
                    <a:pt x="24" y="48"/>
                  </a:lnTo>
                  <a:lnTo>
                    <a:pt x="26" y="51"/>
                  </a:lnTo>
                  <a:lnTo>
                    <a:pt x="26" y="50"/>
                  </a:lnTo>
                  <a:lnTo>
                    <a:pt x="24" y="50"/>
                  </a:lnTo>
                  <a:lnTo>
                    <a:pt x="24" y="48"/>
                  </a:lnTo>
                  <a:lnTo>
                    <a:pt x="23" y="48"/>
                  </a:lnTo>
                  <a:lnTo>
                    <a:pt x="23" y="46"/>
                  </a:lnTo>
                  <a:lnTo>
                    <a:pt x="21" y="46"/>
                  </a:lnTo>
                  <a:lnTo>
                    <a:pt x="21" y="45"/>
                  </a:lnTo>
                  <a:lnTo>
                    <a:pt x="19" y="45"/>
                  </a:lnTo>
                  <a:lnTo>
                    <a:pt x="23" y="46"/>
                  </a:lnTo>
                  <a:lnTo>
                    <a:pt x="21" y="45"/>
                  </a:lnTo>
                  <a:lnTo>
                    <a:pt x="21" y="43"/>
                  </a:lnTo>
                  <a:lnTo>
                    <a:pt x="19" y="41"/>
                  </a:lnTo>
                  <a:lnTo>
                    <a:pt x="19" y="36"/>
                  </a:lnTo>
                  <a:lnTo>
                    <a:pt x="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6" name="Freeform 29">
              <a:extLst>
                <a:ext uri="{FF2B5EF4-FFF2-40B4-BE49-F238E27FC236}">
                  <a16:creationId xmlns:a16="http://schemas.microsoft.com/office/drawing/2014/main" id="{F510D3C6-9979-B382-27C2-555FD3E1EC8D}"/>
                </a:ext>
              </a:extLst>
            </p:cNvPr>
            <p:cNvSpPr>
              <a:spLocks noChangeAspect="1"/>
            </p:cNvSpPr>
            <p:nvPr/>
          </p:nvSpPr>
          <p:spPr bwMode="auto">
            <a:xfrm>
              <a:off x="3672" y="1522"/>
              <a:ext cx="423" cy="20"/>
            </a:xfrm>
            <a:custGeom>
              <a:avLst/>
              <a:gdLst>
                <a:gd name="T0" fmla="*/ 10 w 423"/>
                <a:gd name="T1" fmla="*/ 0 h 20"/>
                <a:gd name="T2" fmla="*/ 6 w 423"/>
                <a:gd name="T3" fmla="*/ 0 h 20"/>
                <a:gd name="T4" fmla="*/ 3 w 423"/>
                <a:gd name="T5" fmla="*/ 3 h 20"/>
                <a:gd name="T6" fmla="*/ 0 w 423"/>
                <a:gd name="T7" fmla="*/ 6 h 20"/>
                <a:gd name="T8" fmla="*/ 0 w 423"/>
                <a:gd name="T9" fmla="*/ 13 h 20"/>
                <a:gd name="T10" fmla="*/ 3 w 423"/>
                <a:gd name="T11" fmla="*/ 16 h 20"/>
                <a:gd name="T12" fmla="*/ 6 w 423"/>
                <a:gd name="T13" fmla="*/ 20 h 20"/>
                <a:gd name="T14" fmla="*/ 417 w 423"/>
                <a:gd name="T15" fmla="*/ 20 h 20"/>
                <a:gd name="T16" fmla="*/ 420 w 423"/>
                <a:gd name="T17" fmla="*/ 16 h 20"/>
                <a:gd name="T18" fmla="*/ 423 w 423"/>
                <a:gd name="T19" fmla="*/ 13 h 20"/>
                <a:gd name="T20" fmla="*/ 423 w 423"/>
                <a:gd name="T21" fmla="*/ 6 h 20"/>
                <a:gd name="T22" fmla="*/ 420 w 423"/>
                <a:gd name="T23" fmla="*/ 3 h 20"/>
                <a:gd name="T24" fmla="*/ 417 w 423"/>
                <a:gd name="T25" fmla="*/ 0 h 20"/>
                <a:gd name="T26" fmla="*/ 414 w 423"/>
                <a:gd name="T27" fmla="*/ 0 h 20"/>
                <a:gd name="T28" fmla="*/ 10 w 423"/>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3"/>
                <a:gd name="T46" fmla="*/ 0 h 20"/>
                <a:gd name="T47" fmla="*/ 423 w 423"/>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3" h="20">
                  <a:moveTo>
                    <a:pt x="10" y="0"/>
                  </a:moveTo>
                  <a:lnTo>
                    <a:pt x="6" y="0"/>
                  </a:lnTo>
                  <a:lnTo>
                    <a:pt x="3" y="3"/>
                  </a:lnTo>
                  <a:lnTo>
                    <a:pt x="0" y="6"/>
                  </a:lnTo>
                  <a:lnTo>
                    <a:pt x="0" y="13"/>
                  </a:lnTo>
                  <a:lnTo>
                    <a:pt x="3" y="16"/>
                  </a:lnTo>
                  <a:lnTo>
                    <a:pt x="6" y="20"/>
                  </a:lnTo>
                  <a:lnTo>
                    <a:pt x="417" y="20"/>
                  </a:lnTo>
                  <a:lnTo>
                    <a:pt x="420" y="16"/>
                  </a:lnTo>
                  <a:lnTo>
                    <a:pt x="423" y="13"/>
                  </a:lnTo>
                  <a:lnTo>
                    <a:pt x="423" y="6"/>
                  </a:lnTo>
                  <a:lnTo>
                    <a:pt x="420" y="3"/>
                  </a:lnTo>
                  <a:lnTo>
                    <a:pt x="417" y="0"/>
                  </a:lnTo>
                  <a:lnTo>
                    <a:pt x="414"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7" name="Freeform 30">
              <a:extLst>
                <a:ext uri="{FF2B5EF4-FFF2-40B4-BE49-F238E27FC236}">
                  <a16:creationId xmlns:a16="http://schemas.microsoft.com/office/drawing/2014/main" id="{88566A67-2FF4-DAD2-0314-5AB26717F8D2}"/>
                </a:ext>
              </a:extLst>
            </p:cNvPr>
            <p:cNvSpPr>
              <a:spLocks noChangeAspect="1"/>
            </p:cNvSpPr>
            <p:nvPr/>
          </p:nvSpPr>
          <p:spPr bwMode="auto">
            <a:xfrm>
              <a:off x="3982" y="1522"/>
              <a:ext cx="113" cy="43"/>
            </a:xfrm>
            <a:custGeom>
              <a:avLst/>
              <a:gdLst>
                <a:gd name="T0" fmla="*/ 105 w 113"/>
                <a:gd name="T1" fmla="*/ 20 h 43"/>
                <a:gd name="T2" fmla="*/ 109 w 113"/>
                <a:gd name="T3" fmla="*/ 18 h 43"/>
                <a:gd name="T4" fmla="*/ 112 w 113"/>
                <a:gd name="T5" fmla="*/ 15 h 43"/>
                <a:gd name="T6" fmla="*/ 113 w 113"/>
                <a:gd name="T7" fmla="*/ 13 h 43"/>
                <a:gd name="T8" fmla="*/ 113 w 113"/>
                <a:gd name="T9" fmla="*/ 8 h 43"/>
                <a:gd name="T10" fmla="*/ 112 w 113"/>
                <a:gd name="T11" fmla="*/ 5 h 43"/>
                <a:gd name="T12" fmla="*/ 109 w 113"/>
                <a:gd name="T13" fmla="*/ 1 h 43"/>
                <a:gd name="T14" fmla="*/ 107 w 113"/>
                <a:gd name="T15" fmla="*/ 0 h 43"/>
                <a:gd name="T16" fmla="*/ 102 w 113"/>
                <a:gd name="T17" fmla="*/ 0 h 43"/>
                <a:gd name="T18" fmla="*/ 8 w 113"/>
                <a:gd name="T19" fmla="*/ 23 h 43"/>
                <a:gd name="T20" fmla="*/ 5 w 113"/>
                <a:gd name="T21" fmla="*/ 24 h 43"/>
                <a:gd name="T22" fmla="*/ 1 w 113"/>
                <a:gd name="T23" fmla="*/ 28 h 43"/>
                <a:gd name="T24" fmla="*/ 0 w 113"/>
                <a:gd name="T25" fmla="*/ 29 h 43"/>
                <a:gd name="T26" fmla="*/ 0 w 113"/>
                <a:gd name="T27" fmla="*/ 34 h 43"/>
                <a:gd name="T28" fmla="*/ 1 w 113"/>
                <a:gd name="T29" fmla="*/ 38 h 43"/>
                <a:gd name="T30" fmla="*/ 5 w 113"/>
                <a:gd name="T31" fmla="*/ 41 h 43"/>
                <a:gd name="T32" fmla="*/ 6 w 113"/>
                <a:gd name="T33" fmla="*/ 43 h 43"/>
                <a:gd name="T34" fmla="*/ 11 w 113"/>
                <a:gd name="T35" fmla="*/ 43 h 43"/>
                <a:gd name="T36" fmla="*/ 105 w 113"/>
                <a:gd name="T37" fmla="*/ 20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43"/>
                <a:gd name="T59" fmla="*/ 113 w 113"/>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43">
                  <a:moveTo>
                    <a:pt x="105" y="20"/>
                  </a:moveTo>
                  <a:lnTo>
                    <a:pt x="109" y="18"/>
                  </a:lnTo>
                  <a:lnTo>
                    <a:pt x="112" y="15"/>
                  </a:lnTo>
                  <a:lnTo>
                    <a:pt x="113" y="13"/>
                  </a:lnTo>
                  <a:lnTo>
                    <a:pt x="113" y="8"/>
                  </a:lnTo>
                  <a:lnTo>
                    <a:pt x="112" y="5"/>
                  </a:lnTo>
                  <a:lnTo>
                    <a:pt x="109" y="1"/>
                  </a:lnTo>
                  <a:lnTo>
                    <a:pt x="107" y="0"/>
                  </a:lnTo>
                  <a:lnTo>
                    <a:pt x="102" y="0"/>
                  </a:lnTo>
                  <a:lnTo>
                    <a:pt x="8" y="23"/>
                  </a:lnTo>
                  <a:lnTo>
                    <a:pt x="5" y="24"/>
                  </a:lnTo>
                  <a:lnTo>
                    <a:pt x="1" y="28"/>
                  </a:lnTo>
                  <a:lnTo>
                    <a:pt x="0" y="29"/>
                  </a:lnTo>
                  <a:lnTo>
                    <a:pt x="0" y="34"/>
                  </a:lnTo>
                  <a:lnTo>
                    <a:pt x="1" y="38"/>
                  </a:lnTo>
                  <a:lnTo>
                    <a:pt x="5" y="41"/>
                  </a:lnTo>
                  <a:lnTo>
                    <a:pt x="6" y="43"/>
                  </a:lnTo>
                  <a:lnTo>
                    <a:pt x="11" y="43"/>
                  </a:lnTo>
                  <a:lnTo>
                    <a:pt x="105"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8" name="Freeform 31">
              <a:extLst>
                <a:ext uri="{FF2B5EF4-FFF2-40B4-BE49-F238E27FC236}">
                  <a16:creationId xmlns:a16="http://schemas.microsoft.com/office/drawing/2014/main" id="{6881773A-9D85-A66D-81F2-0715B8016C2D}"/>
                </a:ext>
              </a:extLst>
            </p:cNvPr>
            <p:cNvSpPr>
              <a:spLocks noChangeAspect="1"/>
            </p:cNvSpPr>
            <p:nvPr/>
          </p:nvSpPr>
          <p:spPr bwMode="auto">
            <a:xfrm>
              <a:off x="3982" y="1499"/>
              <a:ext cx="113" cy="43"/>
            </a:xfrm>
            <a:custGeom>
              <a:avLst/>
              <a:gdLst>
                <a:gd name="T0" fmla="*/ 102 w 113"/>
                <a:gd name="T1" fmla="*/ 43 h 43"/>
                <a:gd name="T2" fmla="*/ 107 w 113"/>
                <a:gd name="T3" fmla="*/ 43 h 43"/>
                <a:gd name="T4" fmla="*/ 110 w 113"/>
                <a:gd name="T5" fmla="*/ 39 h 43"/>
                <a:gd name="T6" fmla="*/ 112 w 113"/>
                <a:gd name="T7" fmla="*/ 38 h 43"/>
                <a:gd name="T8" fmla="*/ 113 w 113"/>
                <a:gd name="T9" fmla="*/ 34 h 43"/>
                <a:gd name="T10" fmla="*/ 113 w 113"/>
                <a:gd name="T11" fmla="*/ 29 h 43"/>
                <a:gd name="T12" fmla="*/ 110 w 113"/>
                <a:gd name="T13" fmla="*/ 26 h 43"/>
                <a:gd name="T14" fmla="*/ 109 w 113"/>
                <a:gd name="T15" fmla="*/ 24 h 43"/>
                <a:gd name="T16" fmla="*/ 105 w 113"/>
                <a:gd name="T17" fmla="*/ 23 h 43"/>
                <a:gd name="T18" fmla="*/ 11 w 113"/>
                <a:gd name="T19" fmla="*/ 0 h 43"/>
                <a:gd name="T20" fmla="*/ 6 w 113"/>
                <a:gd name="T21" fmla="*/ 0 h 43"/>
                <a:gd name="T22" fmla="*/ 3 w 113"/>
                <a:gd name="T23" fmla="*/ 3 h 43"/>
                <a:gd name="T24" fmla="*/ 1 w 113"/>
                <a:gd name="T25" fmla="*/ 5 h 43"/>
                <a:gd name="T26" fmla="*/ 0 w 113"/>
                <a:gd name="T27" fmla="*/ 8 h 43"/>
                <a:gd name="T28" fmla="*/ 0 w 113"/>
                <a:gd name="T29" fmla="*/ 13 h 43"/>
                <a:gd name="T30" fmla="*/ 3 w 113"/>
                <a:gd name="T31" fmla="*/ 16 h 43"/>
                <a:gd name="T32" fmla="*/ 5 w 113"/>
                <a:gd name="T33" fmla="*/ 18 h 43"/>
                <a:gd name="T34" fmla="*/ 8 w 113"/>
                <a:gd name="T35" fmla="*/ 19 h 43"/>
                <a:gd name="T36" fmla="*/ 102 w 113"/>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3"/>
                <a:gd name="T58" fmla="*/ 0 h 43"/>
                <a:gd name="T59" fmla="*/ 113 w 113"/>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3" h="43">
                  <a:moveTo>
                    <a:pt x="102" y="43"/>
                  </a:moveTo>
                  <a:lnTo>
                    <a:pt x="107" y="43"/>
                  </a:lnTo>
                  <a:lnTo>
                    <a:pt x="110" y="39"/>
                  </a:lnTo>
                  <a:lnTo>
                    <a:pt x="112" y="38"/>
                  </a:lnTo>
                  <a:lnTo>
                    <a:pt x="113" y="34"/>
                  </a:lnTo>
                  <a:lnTo>
                    <a:pt x="113" y="29"/>
                  </a:lnTo>
                  <a:lnTo>
                    <a:pt x="110" y="26"/>
                  </a:lnTo>
                  <a:lnTo>
                    <a:pt x="109" y="24"/>
                  </a:lnTo>
                  <a:lnTo>
                    <a:pt x="105" y="23"/>
                  </a:lnTo>
                  <a:lnTo>
                    <a:pt x="11" y="0"/>
                  </a:lnTo>
                  <a:lnTo>
                    <a:pt x="6" y="0"/>
                  </a:lnTo>
                  <a:lnTo>
                    <a:pt x="3" y="3"/>
                  </a:lnTo>
                  <a:lnTo>
                    <a:pt x="1" y="5"/>
                  </a:lnTo>
                  <a:lnTo>
                    <a:pt x="0" y="8"/>
                  </a:lnTo>
                  <a:lnTo>
                    <a:pt x="0" y="13"/>
                  </a:lnTo>
                  <a:lnTo>
                    <a:pt x="3" y="16"/>
                  </a:lnTo>
                  <a:lnTo>
                    <a:pt x="5" y="18"/>
                  </a:lnTo>
                  <a:lnTo>
                    <a:pt x="8" y="19"/>
                  </a:lnTo>
                  <a:lnTo>
                    <a:pt x="102"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89" name="Freeform 32">
              <a:extLst>
                <a:ext uri="{FF2B5EF4-FFF2-40B4-BE49-F238E27FC236}">
                  <a16:creationId xmlns:a16="http://schemas.microsoft.com/office/drawing/2014/main" id="{EF40CCD2-0324-6609-80F3-7F185FF0521D}"/>
                </a:ext>
              </a:extLst>
            </p:cNvPr>
            <p:cNvSpPr>
              <a:spLocks noChangeAspect="1"/>
            </p:cNvSpPr>
            <p:nvPr/>
          </p:nvSpPr>
          <p:spPr bwMode="auto">
            <a:xfrm>
              <a:off x="3796" y="1479"/>
              <a:ext cx="105" cy="105"/>
            </a:xfrm>
            <a:custGeom>
              <a:avLst/>
              <a:gdLst>
                <a:gd name="T0" fmla="*/ 103 w 105"/>
                <a:gd name="T1" fmla="*/ 8 h 105"/>
                <a:gd name="T2" fmla="*/ 105 w 105"/>
                <a:gd name="T3" fmla="*/ 8 h 105"/>
                <a:gd name="T4" fmla="*/ 105 w 105"/>
                <a:gd name="T5" fmla="*/ 3 h 105"/>
                <a:gd name="T6" fmla="*/ 103 w 105"/>
                <a:gd name="T7" fmla="*/ 2 h 105"/>
                <a:gd name="T8" fmla="*/ 103 w 105"/>
                <a:gd name="T9" fmla="*/ 0 h 105"/>
                <a:gd name="T10" fmla="*/ 98 w 105"/>
                <a:gd name="T11" fmla="*/ 0 h 105"/>
                <a:gd name="T12" fmla="*/ 97 w 105"/>
                <a:gd name="T13" fmla="*/ 2 h 105"/>
                <a:gd name="T14" fmla="*/ 1 w 105"/>
                <a:gd name="T15" fmla="*/ 97 h 105"/>
                <a:gd name="T16" fmla="*/ 0 w 105"/>
                <a:gd name="T17" fmla="*/ 99 h 105"/>
                <a:gd name="T18" fmla="*/ 0 w 105"/>
                <a:gd name="T19" fmla="*/ 104 h 105"/>
                <a:gd name="T20" fmla="*/ 1 w 105"/>
                <a:gd name="T21" fmla="*/ 104 h 105"/>
                <a:gd name="T22" fmla="*/ 3 w 105"/>
                <a:gd name="T23" fmla="*/ 105 h 105"/>
                <a:gd name="T24" fmla="*/ 8 w 105"/>
                <a:gd name="T25" fmla="*/ 105 h 105"/>
                <a:gd name="T26" fmla="*/ 8 w 105"/>
                <a:gd name="T27" fmla="*/ 104 h 105"/>
                <a:gd name="T28" fmla="*/ 103 w 105"/>
                <a:gd name="T29" fmla="*/ 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3" y="8"/>
                  </a:moveTo>
                  <a:lnTo>
                    <a:pt x="105" y="8"/>
                  </a:lnTo>
                  <a:lnTo>
                    <a:pt x="105" y="3"/>
                  </a:lnTo>
                  <a:lnTo>
                    <a:pt x="103" y="2"/>
                  </a:lnTo>
                  <a:lnTo>
                    <a:pt x="103" y="0"/>
                  </a:lnTo>
                  <a:lnTo>
                    <a:pt x="98" y="0"/>
                  </a:lnTo>
                  <a:lnTo>
                    <a:pt x="97" y="2"/>
                  </a:lnTo>
                  <a:lnTo>
                    <a:pt x="1" y="97"/>
                  </a:lnTo>
                  <a:lnTo>
                    <a:pt x="0" y="99"/>
                  </a:lnTo>
                  <a:lnTo>
                    <a:pt x="0" y="104"/>
                  </a:lnTo>
                  <a:lnTo>
                    <a:pt x="1" y="104"/>
                  </a:lnTo>
                  <a:lnTo>
                    <a:pt x="3" y="105"/>
                  </a:lnTo>
                  <a:lnTo>
                    <a:pt x="8" y="105"/>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90" name="Rectangle 33">
              <a:extLst>
                <a:ext uri="{FF2B5EF4-FFF2-40B4-BE49-F238E27FC236}">
                  <a16:creationId xmlns:a16="http://schemas.microsoft.com/office/drawing/2014/main" id="{63C18AE8-F3D7-5DA9-A664-1E65F0CB415B}"/>
                </a:ext>
              </a:extLst>
            </p:cNvPr>
            <p:cNvSpPr>
              <a:spLocks noChangeAspect="1" noChangeArrowheads="1"/>
            </p:cNvSpPr>
            <p:nvPr/>
          </p:nvSpPr>
          <p:spPr bwMode="auto">
            <a:xfrm>
              <a:off x="3781" y="1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491" name="Freeform 34">
              <a:extLst>
                <a:ext uri="{FF2B5EF4-FFF2-40B4-BE49-F238E27FC236}">
                  <a16:creationId xmlns:a16="http://schemas.microsoft.com/office/drawing/2014/main" id="{E73B5985-9E53-019F-6028-1BEB669A592A}"/>
                </a:ext>
              </a:extLst>
            </p:cNvPr>
            <p:cNvSpPr>
              <a:spLocks noChangeAspect="1"/>
            </p:cNvSpPr>
            <p:nvPr/>
          </p:nvSpPr>
          <p:spPr bwMode="auto">
            <a:xfrm>
              <a:off x="3662" y="1354"/>
              <a:ext cx="424" cy="19"/>
            </a:xfrm>
            <a:custGeom>
              <a:avLst/>
              <a:gdLst>
                <a:gd name="T0" fmla="*/ 10 w 424"/>
                <a:gd name="T1" fmla="*/ 0 h 19"/>
                <a:gd name="T2" fmla="*/ 7 w 424"/>
                <a:gd name="T3" fmla="*/ 0 h 19"/>
                <a:gd name="T4" fmla="*/ 3 w 424"/>
                <a:gd name="T5" fmla="*/ 3 h 19"/>
                <a:gd name="T6" fmla="*/ 0 w 424"/>
                <a:gd name="T7" fmla="*/ 6 h 19"/>
                <a:gd name="T8" fmla="*/ 0 w 424"/>
                <a:gd name="T9" fmla="*/ 13 h 19"/>
                <a:gd name="T10" fmla="*/ 3 w 424"/>
                <a:gd name="T11" fmla="*/ 16 h 19"/>
                <a:gd name="T12" fmla="*/ 7 w 424"/>
                <a:gd name="T13" fmla="*/ 19 h 19"/>
                <a:gd name="T14" fmla="*/ 417 w 424"/>
                <a:gd name="T15" fmla="*/ 19 h 19"/>
                <a:gd name="T16" fmla="*/ 420 w 424"/>
                <a:gd name="T17" fmla="*/ 16 h 19"/>
                <a:gd name="T18" fmla="*/ 424 w 424"/>
                <a:gd name="T19" fmla="*/ 13 h 19"/>
                <a:gd name="T20" fmla="*/ 424 w 424"/>
                <a:gd name="T21" fmla="*/ 6 h 19"/>
                <a:gd name="T22" fmla="*/ 420 w 424"/>
                <a:gd name="T23" fmla="*/ 3 h 19"/>
                <a:gd name="T24" fmla="*/ 417 w 424"/>
                <a:gd name="T25" fmla="*/ 0 h 19"/>
                <a:gd name="T26" fmla="*/ 414 w 424"/>
                <a:gd name="T27" fmla="*/ 0 h 19"/>
                <a:gd name="T28" fmla="*/ 10 w 424"/>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4"/>
                <a:gd name="T46" fmla="*/ 0 h 19"/>
                <a:gd name="T47" fmla="*/ 424 w 424"/>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4" h="19">
                  <a:moveTo>
                    <a:pt x="10" y="0"/>
                  </a:moveTo>
                  <a:lnTo>
                    <a:pt x="7" y="0"/>
                  </a:lnTo>
                  <a:lnTo>
                    <a:pt x="3" y="3"/>
                  </a:lnTo>
                  <a:lnTo>
                    <a:pt x="0" y="6"/>
                  </a:lnTo>
                  <a:lnTo>
                    <a:pt x="0" y="13"/>
                  </a:lnTo>
                  <a:lnTo>
                    <a:pt x="3" y="16"/>
                  </a:lnTo>
                  <a:lnTo>
                    <a:pt x="7" y="19"/>
                  </a:lnTo>
                  <a:lnTo>
                    <a:pt x="417" y="19"/>
                  </a:lnTo>
                  <a:lnTo>
                    <a:pt x="420" y="16"/>
                  </a:lnTo>
                  <a:lnTo>
                    <a:pt x="424" y="13"/>
                  </a:lnTo>
                  <a:lnTo>
                    <a:pt x="424" y="6"/>
                  </a:lnTo>
                  <a:lnTo>
                    <a:pt x="420" y="3"/>
                  </a:lnTo>
                  <a:lnTo>
                    <a:pt x="417" y="0"/>
                  </a:lnTo>
                  <a:lnTo>
                    <a:pt x="414"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92" name="Freeform 35">
              <a:extLst>
                <a:ext uri="{FF2B5EF4-FFF2-40B4-BE49-F238E27FC236}">
                  <a16:creationId xmlns:a16="http://schemas.microsoft.com/office/drawing/2014/main" id="{CC9FD179-155D-6029-57A9-98A61AC3E68C}"/>
                </a:ext>
              </a:extLst>
            </p:cNvPr>
            <p:cNvSpPr>
              <a:spLocks noChangeAspect="1"/>
            </p:cNvSpPr>
            <p:nvPr/>
          </p:nvSpPr>
          <p:spPr bwMode="auto">
            <a:xfrm>
              <a:off x="3970" y="1354"/>
              <a:ext cx="116" cy="42"/>
            </a:xfrm>
            <a:custGeom>
              <a:avLst/>
              <a:gdLst>
                <a:gd name="T0" fmla="*/ 107 w 116"/>
                <a:gd name="T1" fmla="*/ 19 h 42"/>
                <a:gd name="T2" fmla="*/ 111 w 116"/>
                <a:gd name="T3" fmla="*/ 18 h 42"/>
                <a:gd name="T4" fmla="*/ 114 w 116"/>
                <a:gd name="T5" fmla="*/ 14 h 42"/>
                <a:gd name="T6" fmla="*/ 116 w 116"/>
                <a:gd name="T7" fmla="*/ 13 h 42"/>
                <a:gd name="T8" fmla="*/ 116 w 116"/>
                <a:gd name="T9" fmla="*/ 8 h 42"/>
                <a:gd name="T10" fmla="*/ 114 w 116"/>
                <a:gd name="T11" fmla="*/ 5 h 42"/>
                <a:gd name="T12" fmla="*/ 111 w 116"/>
                <a:gd name="T13" fmla="*/ 1 h 42"/>
                <a:gd name="T14" fmla="*/ 109 w 116"/>
                <a:gd name="T15" fmla="*/ 0 h 42"/>
                <a:gd name="T16" fmla="*/ 104 w 116"/>
                <a:gd name="T17" fmla="*/ 0 h 42"/>
                <a:gd name="T18" fmla="*/ 8 w 116"/>
                <a:gd name="T19" fmla="*/ 23 h 42"/>
                <a:gd name="T20" fmla="*/ 5 w 116"/>
                <a:gd name="T21" fmla="*/ 24 h 42"/>
                <a:gd name="T22" fmla="*/ 2 w 116"/>
                <a:gd name="T23" fmla="*/ 28 h 42"/>
                <a:gd name="T24" fmla="*/ 0 w 116"/>
                <a:gd name="T25" fmla="*/ 29 h 42"/>
                <a:gd name="T26" fmla="*/ 0 w 116"/>
                <a:gd name="T27" fmla="*/ 34 h 42"/>
                <a:gd name="T28" fmla="*/ 2 w 116"/>
                <a:gd name="T29" fmla="*/ 38 h 42"/>
                <a:gd name="T30" fmla="*/ 5 w 116"/>
                <a:gd name="T31" fmla="*/ 41 h 42"/>
                <a:gd name="T32" fmla="*/ 7 w 116"/>
                <a:gd name="T33" fmla="*/ 42 h 42"/>
                <a:gd name="T34" fmla="*/ 12 w 116"/>
                <a:gd name="T35" fmla="*/ 42 h 42"/>
                <a:gd name="T36" fmla="*/ 107 w 116"/>
                <a:gd name="T37" fmla="*/ 19 h 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6"/>
                <a:gd name="T58" fmla="*/ 0 h 42"/>
                <a:gd name="T59" fmla="*/ 116 w 116"/>
                <a:gd name="T60" fmla="*/ 42 h 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6" h="42">
                  <a:moveTo>
                    <a:pt x="107" y="19"/>
                  </a:moveTo>
                  <a:lnTo>
                    <a:pt x="111" y="18"/>
                  </a:lnTo>
                  <a:lnTo>
                    <a:pt x="114" y="14"/>
                  </a:lnTo>
                  <a:lnTo>
                    <a:pt x="116" y="13"/>
                  </a:lnTo>
                  <a:lnTo>
                    <a:pt x="116" y="8"/>
                  </a:lnTo>
                  <a:lnTo>
                    <a:pt x="114" y="5"/>
                  </a:lnTo>
                  <a:lnTo>
                    <a:pt x="111" y="1"/>
                  </a:lnTo>
                  <a:lnTo>
                    <a:pt x="109" y="0"/>
                  </a:lnTo>
                  <a:lnTo>
                    <a:pt x="104" y="0"/>
                  </a:lnTo>
                  <a:lnTo>
                    <a:pt x="8" y="23"/>
                  </a:lnTo>
                  <a:lnTo>
                    <a:pt x="5" y="24"/>
                  </a:lnTo>
                  <a:lnTo>
                    <a:pt x="2" y="28"/>
                  </a:lnTo>
                  <a:lnTo>
                    <a:pt x="0" y="29"/>
                  </a:lnTo>
                  <a:lnTo>
                    <a:pt x="0" y="34"/>
                  </a:lnTo>
                  <a:lnTo>
                    <a:pt x="2" y="38"/>
                  </a:lnTo>
                  <a:lnTo>
                    <a:pt x="5" y="41"/>
                  </a:lnTo>
                  <a:lnTo>
                    <a:pt x="7" y="42"/>
                  </a:lnTo>
                  <a:lnTo>
                    <a:pt x="12" y="42"/>
                  </a:lnTo>
                  <a:lnTo>
                    <a:pt x="10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93" name="Freeform 36">
              <a:extLst>
                <a:ext uri="{FF2B5EF4-FFF2-40B4-BE49-F238E27FC236}">
                  <a16:creationId xmlns:a16="http://schemas.microsoft.com/office/drawing/2014/main" id="{5DF87A48-3AAA-0C5E-2AF7-4290B0E61849}"/>
                </a:ext>
              </a:extLst>
            </p:cNvPr>
            <p:cNvSpPr>
              <a:spLocks noChangeAspect="1"/>
            </p:cNvSpPr>
            <p:nvPr/>
          </p:nvSpPr>
          <p:spPr bwMode="auto">
            <a:xfrm>
              <a:off x="3970" y="1329"/>
              <a:ext cx="116" cy="44"/>
            </a:xfrm>
            <a:custGeom>
              <a:avLst/>
              <a:gdLst>
                <a:gd name="T0" fmla="*/ 102 w 116"/>
                <a:gd name="T1" fmla="*/ 44 h 44"/>
                <a:gd name="T2" fmla="*/ 109 w 116"/>
                <a:gd name="T3" fmla="*/ 44 h 44"/>
                <a:gd name="T4" fmla="*/ 112 w 116"/>
                <a:gd name="T5" fmla="*/ 41 h 44"/>
                <a:gd name="T6" fmla="*/ 116 w 116"/>
                <a:gd name="T7" fmla="*/ 38 h 44"/>
                <a:gd name="T8" fmla="*/ 116 w 116"/>
                <a:gd name="T9" fmla="*/ 31 h 44"/>
                <a:gd name="T10" fmla="*/ 112 w 116"/>
                <a:gd name="T11" fmla="*/ 28 h 44"/>
                <a:gd name="T12" fmla="*/ 109 w 116"/>
                <a:gd name="T13" fmla="*/ 25 h 44"/>
                <a:gd name="T14" fmla="*/ 13 w 116"/>
                <a:gd name="T15" fmla="*/ 0 h 44"/>
                <a:gd name="T16" fmla="*/ 7 w 116"/>
                <a:gd name="T17" fmla="*/ 0 h 44"/>
                <a:gd name="T18" fmla="*/ 4 w 116"/>
                <a:gd name="T19" fmla="*/ 3 h 44"/>
                <a:gd name="T20" fmla="*/ 0 w 116"/>
                <a:gd name="T21" fmla="*/ 7 h 44"/>
                <a:gd name="T22" fmla="*/ 0 w 116"/>
                <a:gd name="T23" fmla="*/ 13 h 44"/>
                <a:gd name="T24" fmla="*/ 4 w 116"/>
                <a:gd name="T25" fmla="*/ 16 h 44"/>
                <a:gd name="T26" fmla="*/ 7 w 116"/>
                <a:gd name="T27" fmla="*/ 20 h 44"/>
                <a:gd name="T28" fmla="*/ 102 w 116"/>
                <a:gd name="T29" fmla="*/ 44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6"/>
                <a:gd name="T46" fmla="*/ 0 h 44"/>
                <a:gd name="T47" fmla="*/ 116 w 116"/>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6" h="44">
                  <a:moveTo>
                    <a:pt x="102" y="44"/>
                  </a:moveTo>
                  <a:lnTo>
                    <a:pt x="109" y="44"/>
                  </a:lnTo>
                  <a:lnTo>
                    <a:pt x="112" y="41"/>
                  </a:lnTo>
                  <a:lnTo>
                    <a:pt x="116" y="38"/>
                  </a:lnTo>
                  <a:lnTo>
                    <a:pt x="116" y="31"/>
                  </a:lnTo>
                  <a:lnTo>
                    <a:pt x="112" y="28"/>
                  </a:lnTo>
                  <a:lnTo>
                    <a:pt x="109" y="25"/>
                  </a:lnTo>
                  <a:lnTo>
                    <a:pt x="13" y="0"/>
                  </a:lnTo>
                  <a:lnTo>
                    <a:pt x="7" y="0"/>
                  </a:lnTo>
                  <a:lnTo>
                    <a:pt x="4" y="3"/>
                  </a:lnTo>
                  <a:lnTo>
                    <a:pt x="0" y="7"/>
                  </a:lnTo>
                  <a:lnTo>
                    <a:pt x="0" y="13"/>
                  </a:lnTo>
                  <a:lnTo>
                    <a:pt x="4" y="16"/>
                  </a:lnTo>
                  <a:lnTo>
                    <a:pt x="7" y="20"/>
                  </a:lnTo>
                  <a:lnTo>
                    <a:pt x="102"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94" name="Freeform 37">
              <a:extLst>
                <a:ext uri="{FF2B5EF4-FFF2-40B4-BE49-F238E27FC236}">
                  <a16:creationId xmlns:a16="http://schemas.microsoft.com/office/drawing/2014/main" id="{F3411884-EF7F-C59C-1E3C-3CDA4C306B7C}"/>
                </a:ext>
              </a:extLst>
            </p:cNvPr>
            <p:cNvSpPr>
              <a:spLocks noChangeAspect="1"/>
            </p:cNvSpPr>
            <p:nvPr/>
          </p:nvSpPr>
          <p:spPr bwMode="auto">
            <a:xfrm>
              <a:off x="3786" y="1311"/>
              <a:ext cx="105" cy="105"/>
            </a:xfrm>
            <a:custGeom>
              <a:avLst/>
              <a:gdLst>
                <a:gd name="T0" fmla="*/ 103 w 105"/>
                <a:gd name="T1" fmla="*/ 8 h 105"/>
                <a:gd name="T2" fmla="*/ 105 w 105"/>
                <a:gd name="T3" fmla="*/ 8 h 105"/>
                <a:gd name="T4" fmla="*/ 105 w 105"/>
                <a:gd name="T5" fmla="*/ 3 h 105"/>
                <a:gd name="T6" fmla="*/ 103 w 105"/>
                <a:gd name="T7" fmla="*/ 1 h 105"/>
                <a:gd name="T8" fmla="*/ 103 w 105"/>
                <a:gd name="T9" fmla="*/ 0 h 105"/>
                <a:gd name="T10" fmla="*/ 99 w 105"/>
                <a:gd name="T11" fmla="*/ 0 h 105"/>
                <a:gd name="T12" fmla="*/ 97 w 105"/>
                <a:gd name="T13" fmla="*/ 1 h 105"/>
                <a:gd name="T14" fmla="*/ 1 w 105"/>
                <a:gd name="T15" fmla="*/ 97 h 105"/>
                <a:gd name="T16" fmla="*/ 0 w 105"/>
                <a:gd name="T17" fmla="*/ 99 h 105"/>
                <a:gd name="T18" fmla="*/ 0 w 105"/>
                <a:gd name="T19" fmla="*/ 104 h 105"/>
                <a:gd name="T20" fmla="*/ 1 w 105"/>
                <a:gd name="T21" fmla="*/ 104 h 105"/>
                <a:gd name="T22" fmla="*/ 3 w 105"/>
                <a:gd name="T23" fmla="*/ 105 h 105"/>
                <a:gd name="T24" fmla="*/ 8 w 105"/>
                <a:gd name="T25" fmla="*/ 105 h 105"/>
                <a:gd name="T26" fmla="*/ 8 w 105"/>
                <a:gd name="T27" fmla="*/ 104 h 105"/>
                <a:gd name="T28" fmla="*/ 103 w 105"/>
                <a:gd name="T29" fmla="*/ 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3" y="8"/>
                  </a:moveTo>
                  <a:lnTo>
                    <a:pt x="105" y="8"/>
                  </a:lnTo>
                  <a:lnTo>
                    <a:pt x="105" y="3"/>
                  </a:lnTo>
                  <a:lnTo>
                    <a:pt x="103" y="1"/>
                  </a:lnTo>
                  <a:lnTo>
                    <a:pt x="103" y="0"/>
                  </a:lnTo>
                  <a:lnTo>
                    <a:pt x="99" y="0"/>
                  </a:lnTo>
                  <a:lnTo>
                    <a:pt x="97" y="1"/>
                  </a:lnTo>
                  <a:lnTo>
                    <a:pt x="1" y="97"/>
                  </a:lnTo>
                  <a:lnTo>
                    <a:pt x="0" y="99"/>
                  </a:lnTo>
                  <a:lnTo>
                    <a:pt x="0" y="104"/>
                  </a:lnTo>
                  <a:lnTo>
                    <a:pt x="1" y="104"/>
                  </a:lnTo>
                  <a:lnTo>
                    <a:pt x="3" y="105"/>
                  </a:lnTo>
                  <a:lnTo>
                    <a:pt x="8" y="105"/>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95" name="Rectangle 38">
              <a:extLst>
                <a:ext uri="{FF2B5EF4-FFF2-40B4-BE49-F238E27FC236}">
                  <a16:creationId xmlns:a16="http://schemas.microsoft.com/office/drawing/2014/main" id="{E1785D28-21DA-B74C-D61A-CE21732FC707}"/>
                </a:ext>
              </a:extLst>
            </p:cNvPr>
            <p:cNvSpPr>
              <a:spLocks noChangeAspect="1" noChangeArrowheads="1"/>
            </p:cNvSpPr>
            <p:nvPr/>
          </p:nvSpPr>
          <p:spPr bwMode="auto">
            <a:xfrm>
              <a:off x="3771" y="1255"/>
              <a:ext cx="5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496" name="Freeform 39">
              <a:extLst>
                <a:ext uri="{FF2B5EF4-FFF2-40B4-BE49-F238E27FC236}">
                  <a16:creationId xmlns:a16="http://schemas.microsoft.com/office/drawing/2014/main" id="{6A543347-A58A-C3B6-9D19-61A0FB80B0E1}"/>
                </a:ext>
              </a:extLst>
            </p:cNvPr>
            <p:cNvSpPr>
              <a:spLocks noChangeAspect="1"/>
            </p:cNvSpPr>
            <p:nvPr/>
          </p:nvSpPr>
          <p:spPr bwMode="auto">
            <a:xfrm>
              <a:off x="4079" y="1225"/>
              <a:ext cx="376" cy="396"/>
            </a:xfrm>
            <a:custGeom>
              <a:avLst/>
              <a:gdLst>
                <a:gd name="T0" fmla="*/ 10 w 376"/>
                <a:gd name="T1" fmla="*/ 0 h 396"/>
                <a:gd name="T2" fmla="*/ 7 w 376"/>
                <a:gd name="T3" fmla="*/ 0 h 396"/>
                <a:gd name="T4" fmla="*/ 3 w 376"/>
                <a:gd name="T5" fmla="*/ 3 h 396"/>
                <a:gd name="T6" fmla="*/ 0 w 376"/>
                <a:gd name="T7" fmla="*/ 7 h 396"/>
                <a:gd name="T8" fmla="*/ 0 w 376"/>
                <a:gd name="T9" fmla="*/ 389 h 396"/>
                <a:gd name="T10" fmla="*/ 3 w 376"/>
                <a:gd name="T11" fmla="*/ 392 h 396"/>
                <a:gd name="T12" fmla="*/ 7 w 376"/>
                <a:gd name="T13" fmla="*/ 396 h 396"/>
                <a:gd name="T14" fmla="*/ 369 w 376"/>
                <a:gd name="T15" fmla="*/ 396 h 396"/>
                <a:gd name="T16" fmla="*/ 372 w 376"/>
                <a:gd name="T17" fmla="*/ 392 h 396"/>
                <a:gd name="T18" fmla="*/ 376 w 376"/>
                <a:gd name="T19" fmla="*/ 389 h 396"/>
                <a:gd name="T20" fmla="*/ 376 w 376"/>
                <a:gd name="T21" fmla="*/ 7 h 396"/>
                <a:gd name="T22" fmla="*/ 372 w 376"/>
                <a:gd name="T23" fmla="*/ 3 h 396"/>
                <a:gd name="T24" fmla="*/ 369 w 376"/>
                <a:gd name="T25" fmla="*/ 0 h 396"/>
                <a:gd name="T26" fmla="*/ 366 w 376"/>
                <a:gd name="T27" fmla="*/ 0 h 396"/>
                <a:gd name="T28" fmla="*/ 10 w 376"/>
                <a:gd name="T29" fmla="*/ 0 h 396"/>
                <a:gd name="T30" fmla="*/ 10 w 376"/>
                <a:gd name="T31" fmla="*/ 20 h 396"/>
                <a:gd name="T32" fmla="*/ 366 w 376"/>
                <a:gd name="T33" fmla="*/ 20 h 396"/>
                <a:gd name="T34" fmla="*/ 356 w 376"/>
                <a:gd name="T35" fmla="*/ 10 h 396"/>
                <a:gd name="T36" fmla="*/ 356 w 376"/>
                <a:gd name="T37" fmla="*/ 386 h 396"/>
                <a:gd name="T38" fmla="*/ 366 w 376"/>
                <a:gd name="T39" fmla="*/ 376 h 396"/>
                <a:gd name="T40" fmla="*/ 10 w 376"/>
                <a:gd name="T41" fmla="*/ 376 h 396"/>
                <a:gd name="T42" fmla="*/ 20 w 376"/>
                <a:gd name="T43" fmla="*/ 386 h 396"/>
                <a:gd name="T44" fmla="*/ 20 w 376"/>
                <a:gd name="T45" fmla="*/ 10 h 396"/>
                <a:gd name="T46" fmla="*/ 10 w 376"/>
                <a:gd name="T47" fmla="*/ 20 h 396"/>
                <a:gd name="T48" fmla="*/ 10 w 376"/>
                <a:gd name="T49" fmla="*/ 0 h 3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396"/>
                <a:gd name="T77" fmla="*/ 376 w 376"/>
                <a:gd name="T78" fmla="*/ 396 h 3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396">
                  <a:moveTo>
                    <a:pt x="10" y="0"/>
                  </a:moveTo>
                  <a:lnTo>
                    <a:pt x="7" y="0"/>
                  </a:lnTo>
                  <a:lnTo>
                    <a:pt x="3" y="3"/>
                  </a:lnTo>
                  <a:lnTo>
                    <a:pt x="0" y="7"/>
                  </a:lnTo>
                  <a:lnTo>
                    <a:pt x="0" y="389"/>
                  </a:lnTo>
                  <a:lnTo>
                    <a:pt x="3" y="392"/>
                  </a:lnTo>
                  <a:lnTo>
                    <a:pt x="7" y="396"/>
                  </a:lnTo>
                  <a:lnTo>
                    <a:pt x="369" y="396"/>
                  </a:lnTo>
                  <a:lnTo>
                    <a:pt x="372" y="392"/>
                  </a:lnTo>
                  <a:lnTo>
                    <a:pt x="376" y="389"/>
                  </a:lnTo>
                  <a:lnTo>
                    <a:pt x="376" y="7"/>
                  </a:lnTo>
                  <a:lnTo>
                    <a:pt x="372" y="3"/>
                  </a:lnTo>
                  <a:lnTo>
                    <a:pt x="369" y="0"/>
                  </a:lnTo>
                  <a:lnTo>
                    <a:pt x="366" y="0"/>
                  </a:lnTo>
                  <a:lnTo>
                    <a:pt x="10" y="0"/>
                  </a:lnTo>
                  <a:lnTo>
                    <a:pt x="10" y="20"/>
                  </a:lnTo>
                  <a:lnTo>
                    <a:pt x="366" y="20"/>
                  </a:lnTo>
                  <a:lnTo>
                    <a:pt x="356" y="10"/>
                  </a:lnTo>
                  <a:lnTo>
                    <a:pt x="356" y="386"/>
                  </a:lnTo>
                  <a:lnTo>
                    <a:pt x="366" y="376"/>
                  </a:lnTo>
                  <a:lnTo>
                    <a:pt x="10" y="376"/>
                  </a:lnTo>
                  <a:lnTo>
                    <a:pt x="20" y="386"/>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497" name="Rectangle 40">
              <a:extLst>
                <a:ext uri="{FF2B5EF4-FFF2-40B4-BE49-F238E27FC236}">
                  <a16:creationId xmlns:a16="http://schemas.microsoft.com/office/drawing/2014/main" id="{E17276A0-46FA-9A17-AFEB-E0255227BEA5}"/>
                </a:ext>
              </a:extLst>
            </p:cNvPr>
            <p:cNvSpPr>
              <a:spLocks noChangeAspect="1" noChangeArrowheads="1"/>
            </p:cNvSpPr>
            <p:nvPr/>
          </p:nvSpPr>
          <p:spPr bwMode="auto">
            <a:xfrm>
              <a:off x="4204" y="1400"/>
              <a:ext cx="23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MUX</a:t>
              </a:r>
              <a:endParaRPr lang="en-US" altLang="es-ES" sz="2800" b="0" i="0" baseline="0"/>
            </a:p>
          </p:txBody>
        </p:sp>
        <p:sp>
          <p:nvSpPr>
            <p:cNvPr id="19498" name="Rectangle 41">
              <a:extLst>
                <a:ext uri="{FF2B5EF4-FFF2-40B4-BE49-F238E27FC236}">
                  <a16:creationId xmlns:a16="http://schemas.microsoft.com/office/drawing/2014/main" id="{D83DCE5D-2331-1DA8-485A-0A33E5241A2D}"/>
                </a:ext>
              </a:extLst>
            </p:cNvPr>
            <p:cNvSpPr>
              <a:spLocks noChangeAspect="1" noChangeArrowheads="1"/>
            </p:cNvSpPr>
            <p:nvPr/>
          </p:nvSpPr>
          <p:spPr bwMode="auto">
            <a:xfrm>
              <a:off x="4231" y="1248"/>
              <a:ext cx="5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S</a:t>
              </a:r>
              <a:endParaRPr lang="en-US" altLang="es-ES" sz="2800" b="0" i="0" baseline="0"/>
            </a:p>
          </p:txBody>
        </p:sp>
        <p:sp>
          <p:nvSpPr>
            <p:cNvPr id="19499" name="Rectangle 42">
              <a:extLst>
                <a:ext uri="{FF2B5EF4-FFF2-40B4-BE49-F238E27FC236}">
                  <a16:creationId xmlns:a16="http://schemas.microsoft.com/office/drawing/2014/main" id="{CAD59DEB-4D1C-4C21-E6EB-B0742FC680A7}"/>
                </a:ext>
              </a:extLst>
            </p:cNvPr>
            <p:cNvSpPr>
              <a:spLocks noChangeAspect="1" noChangeArrowheads="1"/>
            </p:cNvSpPr>
            <p:nvPr/>
          </p:nvSpPr>
          <p:spPr bwMode="auto">
            <a:xfrm>
              <a:off x="4117" y="1299"/>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0</a:t>
              </a:r>
              <a:endParaRPr lang="en-US" altLang="es-ES" sz="2800" b="0" i="0" baseline="0"/>
            </a:p>
          </p:txBody>
        </p:sp>
        <p:sp>
          <p:nvSpPr>
            <p:cNvPr id="19500" name="Rectangle 43">
              <a:extLst>
                <a:ext uri="{FF2B5EF4-FFF2-40B4-BE49-F238E27FC236}">
                  <a16:creationId xmlns:a16="http://schemas.microsoft.com/office/drawing/2014/main" id="{48711945-FB3B-593D-6CD7-A072F947DDE8}"/>
                </a:ext>
              </a:extLst>
            </p:cNvPr>
            <p:cNvSpPr>
              <a:spLocks noChangeAspect="1" noChangeArrowheads="1"/>
            </p:cNvSpPr>
            <p:nvPr/>
          </p:nvSpPr>
          <p:spPr bwMode="auto">
            <a:xfrm>
              <a:off x="4110" y="1461"/>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1</a:t>
              </a:r>
              <a:endParaRPr lang="en-US" altLang="es-ES" sz="2800" b="0" i="0" baseline="0"/>
            </a:p>
          </p:txBody>
        </p:sp>
        <p:sp>
          <p:nvSpPr>
            <p:cNvPr id="19501" name="Freeform 44">
              <a:extLst>
                <a:ext uri="{FF2B5EF4-FFF2-40B4-BE49-F238E27FC236}">
                  <a16:creationId xmlns:a16="http://schemas.microsoft.com/office/drawing/2014/main" id="{29076F3C-B2C2-E8E8-1B1C-1393B8A8CEB0}"/>
                </a:ext>
              </a:extLst>
            </p:cNvPr>
            <p:cNvSpPr>
              <a:spLocks noChangeAspect="1"/>
            </p:cNvSpPr>
            <p:nvPr/>
          </p:nvSpPr>
          <p:spPr bwMode="auto">
            <a:xfrm>
              <a:off x="4438" y="1372"/>
              <a:ext cx="424" cy="20"/>
            </a:xfrm>
            <a:custGeom>
              <a:avLst/>
              <a:gdLst>
                <a:gd name="T0" fmla="*/ 10 w 424"/>
                <a:gd name="T1" fmla="*/ 0 h 20"/>
                <a:gd name="T2" fmla="*/ 7 w 424"/>
                <a:gd name="T3" fmla="*/ 0 h 20"/>
                <a:gd name="T4" fmla="*/ 4 w 424"/>
                <a:gd name="T5" fmla="*/ 3 h 20"/>
                <a:gd name="T6" fmla="*/ 0 w 424"/>
                <a:gd name="T7" fmla="*/ 6 h 20"/>
                <a:gd name="T8" fmla="*/ 0 w 424"/>
                <a:gd name="T9" fmla="*/ 13 h 20"/>
                <a:gd name="T10" fmla="*/ 4 w 424"/>
                <a:gd name="T11" fmla="*/ 16 h 20"/>
                <a:gd name="T12" fmla="*/ 7 w 424"/>
                <a:gd name="T13" fmla="*/ 20 h 20"/>
                <a:gd name="T14" fmla="*/ 417 w 424"/>
                <a:gd name="T15" fmla="*/ 20 h 20"/>
                <a:gd name="T16" fmla="*/ 421 w 424"/>
                <a:gd name="T17" fmla="*/ 16 h 20"/>
                <a:gd name="T18" fmla="*/ 424 w 424"/>
                <a:gd name="T19" fmla="*/ 13 h 20"/>
                <a:gd name="T20" fmla="*/ 424 w 424"/>
                <a:gd name="T21" fmla="*/ 6 h 20"/>
                <a:gd name="T22" fmla="*/ 421 w 424"/>
                <a:gd name="T23" fmla="*/ 3 h 20"/>
                <a:gd name="T24" fmla="*/ 417 w 424"/>
                <a:gd name="T25" fmla="*/ 0 h 20"/>
                <a:gd name="T26" fmla="*/ 414 w 424"/>
                <a:gd name="T27" fmla="*/ 0 h 20"/>
                <a:gd name="T28" fmla="*/ 10 w 424"/>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4"/>
                <a:gd name="T46" fmla="*/ 0 h 20"/>
                <a:gd name="T47" fmla="*/ 424 w 424"/>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4" h="20">
                  <a:moveTo>
                    <a:pt x="10" y="0"/>
                  </a:moveTo>
                  <a:lnTo>
                    <a:pt x="7" y="0"/>
                  </a:lnTo>
                  <a:lnTo>
                    <a:pt x="4" y="3"/>
                  </a:lnTo>
                  <a:lnTo>
                    <a:pt x="0" y="6"/>
                  </a:lnTo>
                  <a:lnTo>
                    <a:pt x="0" y="13"/>
                  </a:lnTo>
                  <a:lnTo>
                    <a:pt x="4" y="16"/>
                  </a:lnTo>
                  <a:lnTo>
                    <a:pt x="7" y="20"/>
                  </a:lnTo>
                  <a:lnTo>
                    <a:pt x="417" y="20"/>
                  </a:lnTo>
                  <a:lnTo>
                    <a:pt x="421" y="16"/>
                  </a:lnTo>
                  <a:lnTo>
                    <a:pt x="424" y="13"/>
                  </a:lnTo>
                  <a:lnTo>
                    <a:pt x="424" y="6"/>
                  </a:lnTo>
                  <a:lnTo>
                    <a:pt x="421" y="3"/>
                  </a:lnTo>
                  <a:lnTo>
                    <a:pt x="417" y="0"/>
                  </a:lnTo>
                  <a:lnTo>
                    <a:pt x="414"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02" name="Freeform 45">
              <a:extLst>
                <a:ext uri="{FF2B5EF4-FFF2-40B4-BE49-F238E27FC236}">
                  <a16:creationId xmlns:a16="http://schemas.microsoft.com/office/drawing/2014/main" id="{424F4A01-A8BA-2C4B-6DC4-4B6519081B49}"/>
                </a:ext>
              </a:extLst>
            </p:cNvPr>
            <p:cNvSpPr>
              <a:spLocks noChangeAspect="1"/>
            </p:cNvSpPr>
            <p:nvPr/>
          </p:nvSpPr>
          <p:spPr bwMode="auto">
            <a:xfrm>
              <a:off x="4748" y="1372"/>
              <a:ext cx="114" cy="43"/>
            </a:xfrm>
            <a:custGeom>
              <a:avLst/>
              <a:gdLst>
                <a:gd name="T0" fmla="*/ 106 w 114"/>
                <a:gd name="T1" fmla="*/ 20 h 43"/>
                <a:gd name="T2" fmla="*/ 109 w 114"/>
                <a:gd name="T3" fmla="*/ 18 h 43"/>
                <a:gd name="T4" fmla="*/ 112 w 114"/>
                <a:gd name="T5" fmla="*/ 15 h 43"/>
                <a:gd name="T6" fmla="*/ 114 w 114"/>
                <a:gd name="T7" fmla="*/ 13 h 43"/>
                <a:gd name="T8" fmla="*/ 114 w 114"/>
                <a:gd name="T9" fmla="*/ 8 h 43"/>
                <a:gd name="T10" fmla="*/ 112 w 114"/>
                <a:gd name="T11" fmla="*/ 5 h 43"/>
                <a:gd name="T12" fmla="*/ 109 w 114"/>
                <a:gd name="T13" fmla="*/ 1 h 43"/>
                <a:gd name="T14" fmla="*/ 107 w 114"/>
                <a:gd name="T15" fmla="*/ 0 h 43"/>
                <a:gd name="T16" fmla="*/ 102 w 114"/>
                <a:gd name="T17" fmla="*/ 0 h 43"/>
                <a:gd name="T18" fmla="*/ 8 w 114"/>
                <a:gd name="T19" fmla="*/ 23 h 43"/>
                <a:gd name="T20" fmla="*/ 5 w 114"/>
                <a:gd name="T21" fmla="*/ 24 h 43"/>
                <a:gd name="T22" fmla="*/ 2 w 114"/>
                <a:gd name="T23" fmla="*/ 28 h 43"/>
                <a:gd name="T24" fmla="*/ 0 w 114"/>
                <a:gd name="T25" fmla="*/ 29 h 43"/>
                <a:gd name="T26" fmla="*/ 0 w 114"/>
                <a:gd name="T27" fmla="*/ 34 h 43"/>
                <a:gd name="T28" fmla="*/ 2 w 114"/>
                <a:gd name="T29" fmla="*/ 38 h 43"/>
                <a:gd name="T30" fmla="*/ 5 w 114"/>
                <a:gd name="T31" fmla="*/ 41 h 43"/>
                <a:gd name="T32" fmla="*/ 7 w 114"/>
                <a:gd name="T33" fmla="*/ 43 h 43"/>
                <a:gd name="T34" fmla="*/ 12 w 114"/>
                <a:gd name="T35" fmla="*/ 43 h 43"/>
                <a:gd name="T36" fmla="*/ 106 w 114"/>
                <a:gd name="T37" fmla="*/ 20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43"/>
                <a:gd name="T59" fmla="*/ 114 w 114"/>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43">
                  <a:moveTo>
                    <a:pt x="106" y="20"/>
                  </a:moveTo>
                  <a:lnTo>
                    <a:pt x="109" y="18"/>
                  </a:lnTo>
                  <a:lnTo>
                    <a:pt x="112" y="15"/>
                  </a:lnTo>
                  <a:lnTo>
                    <a:pt x="114" y="13"/>
                  </a:lnTo>
                  <a:lnTo>
                    <a:pt x="114" y="8"/>
                  </a:lnTo>
                  <a:lnTo>
                    <a:pt x="112" y="5"/>
                  </a:lnTo>
                  <a:lnTo>
                    <a:pt x="109" y="1"/>
                  </a:lnTo>
                  <a:lnTo>
                    <a:pt x="107" y="0"/>
                  </a:lnTo>
                  <a:lnTo>
                    <a:pt x="102" y="0"/>
                  </a:lnTo>
                  <a:lnTo>
                    <a:pt x="8" y="23"/>
                  </a:lnTo>
                  <a:lnTo>
                    <a:pt x="5" y="24"/>
                  </a:lnTo>
                  <a:lnTo>
                    <a:pt x="2" y="28"/>
                  </a:lnTo>
                  <a:lnTo>
                    <a:pt x="0" y="29"/>
                  </a:lnTo>
                  <a:lnTo>
                    <a:pt x="0" y="34"/>
                  </a:lnTo>
                  <a:lnTo>
                    <a:pt x="2" y="38"/>
                  </a:lnTo>
                  <a:lnTo>
                    <a:pt x="5" y="41"/>
                  </a:lnTo>
                  <a:lnTo>
                    <a:pt x="7" y="43"/>
                  </a:lnTo>
                  <a:lnTo>
                    <a:pt x="12" y="43"/>
                  </a:lnTo>
                  <a:lnTo>
                    <a:pt x="106"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03" name="Freeform 46">
              <a:extLst>
                <a:ext uri="{FF2B5EF4-FFF2-40B4-BE49-F238E27FC236}">
                  <a16:creationId xmlns:a16="http://schemas.microsoft.com/office/drawing/2014/main" id="{CEE109E3-2A9A-8719-F8EA-0A3E9865BBE3}"/>
                </a:ext>
              </a:extLst>
            </p:cNvPr>
            <p:cNvSpPr>
              <a:spLocks noChangeAspect="1"/>
            </p:cNvSpPr>
            <p:nvPr/>
          </p:nvSpPr>
          <p:spPr bwMode="auto">
            <a:xfrm>
              <a:off x="4748" y="1347"/>
              <a:ext cx="114" cy="45"/>
            </a:xfrm>
            <a:custGeom>
              <a:avLst/>
              <a:gdLst>
                <a:gd name="T0" fmla="*/ 101 w 114"/>
                <a:gd name="T1" fmla="*/ 45 h 45"/>
                <a:gd name="T2" fmla="*/ 107 w 114"/>
                <a:gd name="T3" fmla="*/ 45 h 45"/>
                <a:gd name="T4" fmla="*/ 111 w 114"/>
                <a:gd name="T5" fmla="*/ 41 h 45"/>
                <a:gd name="T6" fmla="*/ 114 w 114"/>
                <a:gd name="T7" fmla="*/ 38 h 45"/>
                <a:gd name="T8" fmla="*/ 114 w 114"/>
                <a:gd name="T9" fmla="*/ 31 h 45"/>
                <a:gd name="T10" fmla="*/ 111 w 114"/>
                <a:gd name="T11" fmla="*/ 28 h 45"/>
                <a:gd name="T12" fmla="*/ 107 w 114"/>
                <a:gd name="T13" fmla="*/ 25 h 45"/>
                <a:gd name="T14" fmla="*/ 13 w 114"/>
                <a:gd name="T15" fmla="*/ 0 h 45"/>
                <a:gd name="T16" fmla="*/ 7 w 114"/>
                <a:gd name="T17" fmla="*/ 0 h 45"/>
                <a:gd name="T18" fmla="*/ 3 w 114"/>
                <a:gd name="T19" fmla="*/ 3 h 45"/>
                <a:gd name="T20" fmla="*/ 0 w 114"/>
                <a:gd name="T21" fmla="*/ 7 h 45"/>
                <a:gd name="T22" fmla="*/ 0 w 114"/>
                <a:gd name="T23" fmla="*/ 13 h 45"/>
                <a:gd name="T24" fmla="*/ 3 w 114"/>
                <a:gd name="T25" fmla="*/ 17 h 45"/>
                <a:gd name="T26" fmla="*/ 7 w 114"/>
                <a:gd name="T27" fmla="*/ 20 h 45"/>
                <a:gd name="T28" fmla="*/ 101 w 114"/>
                <a:gd name="T29" fmla="*/ 45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4"/>
                <a:gd name="T46" fmla="*/ 0 h 45"/>
                <a:gd name="T47" fmla="*/ 114 w 11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4" h="45">
                  <a:moveTo>
                    <a:pt x="101" y="45"/>
                  </a:moveTo>
                  <a:lnTo>
                    <a:pt x="107" y="45"/>
                  </a:lnTo>
                  <a:lnTo>
                    <a:pt x="111" y="41"/>
                  </a:lnTo>
                  <a:lnTo>
                    <a:pt x="114" y="38"/>
                  </a:lnTo>
                  <a:lnTo>
                    <a:pt x="114" y="31"/>
                  </a:lnTo>
                  <a:lnTo>
                    <a:pt x="111" y="28"/>
                  </a:lnTo>
                  <a:lnTo>
                    <a:pt x="107" y="25"/>
                  </a:lnTo>
                  <a:lnTo>
                    <a:pt x="13" y="0"/>
                  </a:lnTo>
                  <a:lnTo>
                    <a:pt x="7" y="0"/>
                  </a:lnTo>
                  <a:lnTo>
                    <a:pt x="3" y="3"/>
                  </a:lnTo>
                  <a:lnTo>
                    <a:pt x="0" y="7"/>
                  </a:lnTo>
                  <a:lnTo>
                    <a:pt x="0" y="13"/>
                  </a:lnTo>
                  <a:lnTo>
                    <a:pt x="3" y="17"/>
                  </a:lnTo>
                  <a:lnTo>
                    <a:pt x="7" y="20"/>
                  </a:lnTo>
                  <a:lnTo>
                    <a:pt x="101"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04" name="Freeform 47">
              <a:extLst>
                <a:ext uri="{FF2B5EF4-FFF2-40B4-BE49-F238E27FC236}">
                  <a16:creationId xmlns:a16="http://schemas.microsoft.com/office/drawing/2014/main" id="{D16AFFF6-1F3A-D863-F8D8-1F0A4E91C9D9}"/>
                </a:ext>
              </a:extLst>
            </p:cNvPr>
            <p:cNvSpPr>
              <a:spLocks noChangeAspect="1"/>
            </p:cNvSpPr>
            <p:nvPr/>
          </p:nvSpPr>
          <p:spPr bwMode="auto">
            <a:xfrm>
              <a:off x="4562" y="1329"/>
              <a:ext cx="105" cy="105"/>
            </a:xfrm>
            <a:custGeom>
              <a:avLst/>
              <a:gdLst>
                <a:gd name="T0" fmla="*/ 104 w 105"/>
                <a:gd name="T1" fmla="*/ 8 h 105"/>
                <a:gd name="T2" fmla="*/ 105 w 105"/>
                <a:gd name="T3" fmla="*/ 8 h 105"/>
                <a:gd name="T4" fmla="*/ 105 w 105"/>
                <a:gd name="T5" fmla="*/ 3 h 105"/>
                <a:gd name="T6" fmla="*/ 104 w 105"/>
                <a:gd name="T7" fmla="*/ 2 h 105"/>
                <a:gd name="T8" fmla="*/ 104 w 105"/>
                <a:gd name="T9" fmla="*/ 0 h 105"/>
                <a:gd name="T10" fmla="*/ 99 w 105"/>
                <a:gd name="T11" fmla="*/ 0 h 105"/>
                <a:gd name="T12" fmla="*/ 97 w 105"/>
                <a:gd name="T13" fmla="*/ 2 h 105"/>
                <a:gd name="T14" fmla="*/ 2 w 105"/>
                <a:gd name="T15" fmla="*/ 97 h 105"/>
                <a:gd name="T16" fmla="*/ 0 w 105"/>
                <a:gd name="T17" fmla="*/ 99 h 105"/>
                <a:gd name="T18" fmla="*/ 0 w 105"/>
                <a:gd name="T19" fmla="*/ 104 h 105"/>
                <a:gd name="T20" fmla="*/ 2 w 105"/>
                <a:gd name="T21" fmla="*/ 104 h 105"/>
                <a:gd name="T22" fmla="*/ 3 w 105"/>
                <a:gd name="T23" fmla="*/ 105 h 105"/>
                <a:gd name="T24" fmla="*/ 8 w 105"/>
                <a:gd name="T25" fmla="*/ 105 h 105"/>
                <a:gd name="T26" fmla="*/ 8 w 105"/>
                <a:gd name="T27" fmla="*/ 104 h 105"/>
                <a:gd name="T28" fmla="*/ 104 w 105"/>
                <a:gd name="T29" fmla="*/ 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05" name="Rectangle 48">
              <a:extLst>
                <a:ext uri="{FF2B5EF4-FFF2-40B4-BE49-F238E27FC236}">
                  <a16:creationId xmlns:a16="http://schemas.microsoft.com/office/drawing/2014/main" id="{A72D1AD4-DC67-7DBB-DE56-B7C1618F7B3D}"/>
                </a:ext>
              </a:extLst>
            </p:cNvPr>
            <p:cNvSpPr>
              <a:spLocks noChangeAspect="1" noChangeArrowheads="1"/>
            </p:cNvSpPr>
            <p:nvPr/>
          </p:nvSpPr>
          <p:spPr bwMode="auto">
            <a:xfrm>
              <a:off x="4547" y="1273"/>
              <a:ext cx="5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506" name="Freeform 49">
              <a:extLst>
                <a:ext uri="{FF2B5EF4-FFF2-40B4-BE49-F238E27FC236}">
                  <a16:creationId xmlns:a16="http://schemas.microsoft.com/office/drawing/2014/main" id="{FBED7448-9DBD-A6A4-A473-0386575D424B}"/>
                </a:ext>
              </a:extLst>
            </p:cNvPr>
            <p:cNvSpPr>
              <a:spLocks noChangeAspect="1"/>
            </p:cNvSpPr>
            <p:nvPr/>
          </p:nvSpPr>
          <p:spPr bwMode="auto">
            <a:xfrm>
              <a:off x="4257" y="1052"/>
              <a:ext cx="20" cy="173"/>
            </a:xfrm>
            <a:custGeom>
              <a:avLst/>
              <a:gdLst>
                <a:gd name="T0" fmla="*/ 20 w 20"/>
                <a:gd name="T1" fmla="*/ 10 h 173"/>
                <a:gd name="T2" fmla="*/ 20 w 20"/>
                <a:gd name="T3" fmla="*/ 7 h 173"/>
                <a:gd name="T4" fmla="*/ 16 w 20"/>
                <a:gd name="T5" fmla="*/ 3 h 173"/>
                <a:gd name="T6" fmla="*/ 13 w 20"/>
                <a:gd name="T7" fmla="*/ 0 h 173"/>
                <a:gd name="T8" fmla="*/ 7 w 20"/>
                <a:gd name="T9" fmla="*/ 0 h 173"/>
                <a:gd name="T10" fmla="*/ 3 w 20"/>
                <a:gd name="T11" fmla="*/ 3 h 173"/>
                <a:gd name="T12" fmla="*/ 0 w 20"/>
                <a:gd name="T13" fmla="*/ 7 h 173"/>
                <a:gd name="T14" fmla="*/ 0 w 20"/>
                <a:gd name="T15" fmla="*/ 167 h 173"/>
                <a:gd name="T16" fmla="*/ 3 w 20"/>
                <a:gd name="T17" fmla="*/ 170 h 173"/>
                <a:gd name="T18" fmla="*/ 7 w 20"/>
                <a:gd name="T19" fmla="*/ 173 h 173"/>
                <a:gd name="T20" fmla="*/ 13 w 20"/>
                <a:gd name="T21" fmla="*/ 173 h 173"/>
                <a:gd name="T22" fmla="*/ 16 w 20"/>
                <a:gd name="T23" fmla="*/ 170 h 173"/>
                <a:gd name="T24" fmla="*/ 20 w 20"/>
                <a:gd name="T25" fmla="*/ 167 h 173"/>
                <a:gd name="T26" fmla="*/ 20 w 20"/>
                <a:gd name="T27" fmla="*/ 163 h 173"/>
                <a:gd name="T28" fmla="*/ 20 w 20"/>
                <a:gd name="T29" fmla="*/ 10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6" y="3"/>
                  </a:lnTo>
                  <a:lnTo>
                    <a:pt x="13" y="0"/>
                  </a:lnTo>
                  <a:lnTo>
                    <a:pt x="7" y="0"/>
                  </a:lnTo>
                  <a:lnTo>
                    <a:pt x="3" y="3"/>
                  </a:lnTo>
                  <a:lnTo>
                    <a:pt x="0" y="7"/>
                  </a:lnTo>
                  <a:lnTo>
                    <a:pt x="0" y="167"/>
                  </a:lnTo>
                  <a:lnTo>
                    <a:pt x="3" y="170"/>
                  </a:lnTo>
                  <a:lnTo>
                    <a:pt x="7" y="173"/>
                  </a:lnTo>
                  <a:lnTo>
                    <a:pt x="13" y="173"/>
                  </a:lnTo>
                  <a:lnTo>
                    <a:pt x="16" y="170"/>
                  </a:lnTo>
                  <a:lnTo>
                    <a:pt x="20" y="167"/>
                  </a:lnTo>
                  <a:lnTo>
                    <a:pt x="20" y="163"/>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07" name="Freeform 50">
              <a:extLst>
                <a:ext uri="{FF2B5EF4-FFF2-40B4-BE49-F238E27FC236}">
                  <a16:creationId xmlns:a16="http://schemas.microsoft.com/office/drawing/2014/main" id="{5EDCA450-0E16-86B6-43C2-1165327CE46D}"/>
                </a:ext>
              </a:extLst>
            </p:cNvPr>
            <p:cNvSpPr>
              <a:spLocks noChangeAspect="1"/>
            </p:cNvSpPr>
            <p:nvPr/>
          </p:nvSpPr>
          <p:spPr bwMode="auto">
            <a:xfrm>
              <a:off x="4249" y="1144"/>
              <a:ext cx="48" cy="88"/>
            </a:xfrm>
            <a:custGeom>
              <a:avLst/>
              <a:gdLst>
                <a:gd name="T0" fmla="*/ 0 w 48"/>
                <a:gd name="T1" fmla="*/ 75 h 88"/>
                <a:gd name="T2" fmla="*/ 0 w 48"/>
                <a:gd name="T3" fmla="*/ 81 h 88"/>
                <a:gd name="T4" fmla="*/ 1 w 48"/>
                <a:gd name="T5" fmla="*/ 84 h 88"/>
                <a:gd name="T6" fmla="*/ 3 w 48"/>
                <a:gd name="T7" fmla="*/ 86 h 88"/>
                <a:gd name="T8" fmla="*/ 6 w 48"/>
                <a:gd name="T9" fmla="*/ 88 h 88"/>
                <a:gd name="T10" fmla="*/ 13 w 48"/>
                <a:gd name="T11" fmla="*/ 88 h 88"/>
                <a:gd name="T12" fmla="*/ 16 w 48"/>
                <a:gd name="T13" fmla="*/ 86 h 88"/>
                <a:gd name="T14" fmla="*/ 18 w 48"/>
                <a:gd name="T15" fmla="*/ 84 h 88"/>
                <a:gd name="T16" fmla="*/ 20 w 48"/>
                <a:gd name="T17" fmla="*/ 81 h 88"/>
                <a:gd name="T18" fmla="*/ 48 w 48"/>
                <a:gd name="T19" fmla="*/ 14 h 88"/>
                <a:gd name="T20" fmla="*/ 48 w 48"/>
                <a:gd name="T21" fmla="*/ 7 h 88"/>
                <a:gd name="T22" fmla="*/ 46 w 48"/>
                <a:gd name="T23" fmla="*/ 4 h 88"/>
                <a:gd name="T24" fmla="*/ 44 w 48"/>
                <a:gd name="T25" fmla="*/ 2 h 88"/>
                <a:gd name="T26" fmla="*/ 41 w 48"/>
                <a:gd name="T27" fmla="*/ 0 h 88"/>
                <a:gd name="T28" fmla="*/ 34 w 48"/>
                <a:gd name="T29" fmla="*/ 0 h 88"/>
                <a:gd name="T30" fmla="*/ 31 w 48"/>
                <a:gd name="T31" fmla="*/ 2 h 88"/>
                <a:gd name="T32" fmla="*/ 29 w 48"/>
                <a:gd name="T33" fmla="*/ 4 h 88"/>
                <a:gd name="T34" fmla="*/ 28 w 48"/>
                <a:gd name="T35" fmla="*/ 7 h 88"/>
                <a:gd name="T36" fmla="*/ 0 w 48"/>
                <a:gd name="T37" fmla="*/ 75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88"/>
                <a:gd name="T59" fmla="*/ 48 w 48"/>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88">
                  <a:moveTo>
                    <a:pt x="0" y="75"/>
                  </a:moveTo>
                  <a:lnTo>
                    <a:pt x="0" y="81"/>
                  </a:lnTo>
                  <a:lnTo>
                    <a:pt x="1" y="84"/>
                  </a:lnTo>
                  <a:lnTo>
                    <a:pt x="3" y="86"/>
                  </a:lnTo>
                  <a:lnTo>
                    <a:pt x="6" y="88"/>
                  </a:lnTo>
                  <a:lnTo>
                    <a:pt x="13" y="88"/>
                  </a:lnTo>
                  <a:lnTo>
                    <a:pt x="16" y="86"/>
                  </a:lnTo>
                  <a:lnTo>
                    <a:pt x="18" y="84"/>
                  </a:lnTo>
                  <a:lnTo>
                    <a:pt x="20" y="81"/>
                  </a:lnTo>
                  <a:lnTo>
                    <a:pt x="48" y="14"/>
                  </a:lnTo>
                  <a:lnTo>
                    <a:pt x="48" y="7"/>
                  </a:lnTo>
                  <a:lnTo>
                    <a:pt x="46" y="4"/>
                  </a:lnTo>
                  <a:lnTo>
                    <a:pt x="44" y="2"/>
                  </a:lnTo>
                  <a:lnTo>
                    <a:pt x="41" y="0"/>
                  </a:lnTo>
                  <a:lnTo>
                    <a:pt x="34" y="0"/>
                  </a:lnTo>
                  <a:lnTo>
                    <a:pt x="31" y="2"/>
                  </a:lnTo>
                  <a:lnTo>
                    <a:pt x="29" y="4"/>
                  </a:lnTo>
                  <a:lnTo>
                    <a:pt x="28" y="7"/>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08" name="Freeform 51">
              <a:extLst>
                <a:ext uri="{FF2B5EF4-FFF2-40B4-BE49-F238E27FC236}">
                  <a16:creationId xmlns:a16="http://schemas.microsoft.com/office/drawing/2014/main" id="{A1F0DB7E-57A2-A5B8-1A6B-8B60CE7A83B6}"/>
                </a:ext>
              </a:extLst>
            </p:cNvPr>
            <p:cNvSpPr>
              <a:spLocks noChangeAspect="1"/>
            </p:cNvSpPr>
            <p:nvPr/>
          </p:nvSpPr>
          <p:spPr bwMode="auto">
            <a:xfrm>
              <a:off x="4229" y="1144"/>
              <a:ext cx="40" cy="81"/>
            </a:xfrm>
            <a:custGeom>
              <a:avLst/>
              <a:gdLst>
                <a:gd name="T0" fmla="*/ 20 w 40"/>
                <a:gd name="T1" fmla="*/ 75 h 81"/>
                <a:gd name="T2" fmla="*/ 23 w 40"/>
                <a:gd name="T3" fmla="*/ 78 h 81"/>
                <a:gd name="T4" fmla="*/ 25 w 40"/>
                <a:gd name="T5" fmla="*/ 79 h 81"/>
                <a:gd name="T6" fmla="*/ 28 w 40"/>
                <a:gd name="T7" fmla="*/ 81 h 81"/>
                <a:gd name="T8" fmla="*/ 33 w 40"/>
                <a:gd name="T9" fmla="*/ 81 h 81"/>
                <a:gd name="T10" fmla="*/ 36 w 40"/>
                <a:gd name="T11" fmla="*/ 78 h 81"/>
                <a:gd name="T12" fmla="*/ 38 w 40"/>
                <a:gd name="T13" fmla="*/ 76 h 81"/>
                <a:gd name="T14" fmla="*/ 40 w 40"/>
                <a:gd name="T15" fmla="*/ 73 h 81"/>
                <a:gd name="T16" fmla="*/ 40 w 40"/>
                <a:gd name="T17" fmla="*/ 68 h 81"/>
                <a:gd name="T18" fmla="*/ 20 w 40"/>
                <a:gd name="T19" fmla="*/ 7 h 81"/>
                <a:gd name="T20" fmla="*/ 16 w 40"/>
                <a:gd name="T21" fmla="*/ 4 h 81"/>
                <a:gd name="T22" fmla="*/ 15 w 40"/>
                <a:gd name="T23" fmla="*/ 2 h 81"/>
                <a:gd name="T24" fmla="*/ 11 w 40"/>
                <a:gd name="T25" fmla="*/ 0 h 81"/>
                <a:gd name="T26" fmla="*/ 7 w 40"/>
                <a:gd name="T27" fmla="*/ 0 h 81"/>
                <a:gd name="T28" fmla="*/ 3 w 40"/>
                <a:gd name="T29" fmla="*/ 4 h 81"/>
                <a:gd name="T30" fmla="*/ 2 w 40"/>
                <a:gd name="T31" fmla="*/ 5 h 81"/>
                <a:gd name="T32" fmla="*/ 0 w 40"/>
                <a:gd name="T33" fmla="*/ 9 h 81"/>
                <a:gd name="T34" fmla="*/ 0 w 40"/>
                <a:gd name="T35" fmla="*/ 14 h 81"/>
                <a:gd name="T36" fmla="*/ 20 w 40"/>
                <a:gd name="T37" fmla="*/ 75 h 8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81"/>
                <a:gd name="T59" fmla="*/ 40 w 40"/>
                <a:gd name="T60" fmla="*/ 81 h 8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81">
                  <a:moveTo>
                    <a:pt x="20" y="75"/>
                  </a:moveTo>
                  <a:lnTo>
                    <a:pt x="23" y="78"/>
                  </a:lnTo>
                  <a:lnTo>
                    <a:pt x="25" y="79"/>
                  </a:lnTo>
                  <a:lnTo>
                    <a:pt x="28" y="81"/>
                  </a:lnTo>
                  <a:lnTo>
                    <a:pt x="33" y="81"/>
                  </a:lnTo>
                  <a:lnTo>
                    <a:pt x="36" y="78"/>
                  </a:lnTo>
                  <a:lnTo>
                    <a:pt x="38" y="76"/>
                  </a:lnTo>
                  <a:lnTo>
                    <a:pt x="40" y="73"/>
                  </a:lnTo>
                  <a:lnTo>
                    <a:pt x="40" y="68"/>
                  </a:lnTo>
                  <a:lnTo>
                    <a:pt x="20" y="7"/>
                  </a:lnTo>
                  <a:lnTo>
                    <a:pt x="16" y="4"/>
                  </a:lnTo>
                  <a:lnTo>
                    <a:pt x="15" y="2"/>
                  </a:lnTo>
                  <a:lnTo>
                    <a:pt x="11" y="0"/>
                  </a:lnTo>
                  <a:lnTo>
                    <a:pt x="7" y="0"/>
                  </a:lnTo>
                  <a:lnTo>
                    <a:pt x="3" y="4"/>
                  </a:lnTo>
                  <a:lnTo>
                    <a:pt x="2" y="5"/>
                  </a:lnTo>
                  <a:lnTo>
                    <a:pt x="0" y="9"/>
                  </a:lnTo>
                  <a:lnTo>
                    <a:pt x="0" y="14"/>
                  </a:lnTo>
                  <a:lnTo>
                    <a:pt x="2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09" name="Freeform 52">
              <a:extLst>
                <a:ext uri="{FF2B5EF4-FFF2-40B4-BE49-F238E27FC236}">
                  <a16:creationId xmlns:a16="http://schemas.microsoft.com/office/drawing/2014/main" id="{D7F525DB-4256-CA8F-E405-7DDE82CD34FA}"/>
                </a:ext>
              </a:extLst>
            </p:cNvPr>
            <p:cNvSpPr>
              <a:spLocks noChangeAspect="1"/>
            </p:cNvSpPr>
            <p:nvPr/>
          </p:nvSpPr>
          <p:spPr bwMode="auto">
            <a:xfrm>
              <a:off x="5009" y="1019"/>
              <a:ext cx="19" cy="173"/>
            </a:xfrm>
            <a:custGeom>
              <a:avLst/>
              <a:gdLst>
                <a:gd name="T0" fmla="*/ 19 w 19"/>
                <a:gd name="T1" fmla="*/ 10 h 173"/>
                <a:gd name="T2" fmla="*/ 19 w 19"/>
                <a:gd name="T3" fmla="*/ 7 h 173"/>
                <a:gd name="T4" fmla="*/ 16 w 19"/>
                <a:gd name="T5" fmla="*/ 3 h 173"/>
                <a:gd name="T6" fmla="*/ 13 w 19"/>
                <a:gd name="T7" fmla="*/ 0 h 173"/>
                <a:gd name="T8" fmla="*/ 6 w 19"/>
                <a:gd name="T9" fmla="*/ 0 h 173"/>
                <a:gd name="T10" fmla="*/ 3 w 19"/>
                <a:gd name="T11" fmla="*/ 3 h 173"/>
                <a:gd name="T12" fmla="*/ 0 w 19"/>
                <a:gd name="T13" fmla="*/ 7 h 173"/>
                <a:gd name="T14" fmla="*/ 0 w 19"/>
                <a:gd name="T15" fmla="*/ 167 h 173"/>
                <a:gd name="T16" fmla="*/ 3 w 19"/>
                <a:gd name="T17" fmla="*/ 170 h 173"/>
                <a:gd name="T18" fmla="*/ 6 w 19"/>
                <a:gd name="T19" fmla="*/ 173 h 173"/>
                <a:gd name="T20" fmla="*/ 13 w 19"/>
                <a:gd name="T21" fmla="*/ 173 h 173"/>
                <a:gd name="T22" fmla="*/ 16 w 19"/>
                <a:gd name="T23" fmla="*/ 170 h 173"/>
                <a:gd name="T24" fmla="*/ 19 w 19"/>
                <a:gd name="T25" fmla="*/ 167 h 173"/>
                <a:gd name="T26" fmla="*/ 19 w 19"/>
                <a:gd name="T27" fmla="*/ 163 h 173"/>
                <a:gd name="T28" fmla="*/ 19 w 19"/>
                <a:gd name="T29" fmla="*/ 10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3"/>
                <a:gd name="T47" fmla="*/ 19 w 19"/>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3">
                  <a:moveTo>
                    <a:pt x="19" y="10"/>
                  </a:moveTo>
                  <a:lnTo>
                    <a:pt x="19" y="7"/>
                  </a:lnTo>
                  <a:lnTo>
                    <a:pt x="16" y="3"/>
                  </a:lnTo>
                  <a:lnTo>
                    <a:pt x="13" y="0"/>
                  </a:lnTo>
                  <a:lnTo>
                    <a:pt x="6" y="0"/>
                  </a:lnTo>
                  <a:lnTo>
                    <a:pt x="3" y="3"/>
                  </a:lnTo>
                  <a:lnTo>
                    <a:pt x="0" y="7"/>
                  </a:lnTo>
                  <a:lnTo>
                    <a:pt x="0" y="167"/>
                  </a:lnTo>
                  <a:lnTo>
                    <a:pt x="3" y="170"/>
                  </a:lnTo>
                  <a:lnTo>
                    <a:pt x="6" y="173"/>
                  </a:lnTo>
                  <a:lnTo>
                    <a:pt x="13" y="173"/>
                  </a:lnTo>
                  <a:lnTo>
                    <a:pt x="16" y="170"/>
                  </a:lnTo>
                  <a:lnTo>
                    <a:pt x="19" y="167"/>
                  </a:lnTo>
                  <a:lnTo>
                    <a:pt x="19" y="163"/>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10" name="Freeform 53">
              <a:extLst>
                <a:ext uri="{FF2B5EF4-FFF2-40B4-BE49-F238E27FC236}">
                  <a16:creationId xmlns:a16="http://schemas.microsoft.com/office/drawing/2014/main" id="{94712327-AB0C-1190-3F4D-03E12F50E528}"/>
                </a:ext>
              </a:extLst>
            </p:cNvPr>
            <p:cNvSpPr>
              <a:spLocks noChangeAspect="1"/>
            </p:cNvSpPr>
            <p:nvPr/>
          </p:nvSpPr>
          <p:spPr bwMode="auto">
            <a:xfrm>
              <a:off x="5002" y="1113"/>
              <a:ext cx="46" cy="86"/>
            </a:xfrm>
            <a:custGeom>
              <a:avLst/>
              <a:gdLst>
                <a:gd name="T0" fmla="*/ 0 w 46"/>
                <a:gd name="T1" fmla="*/ 73 h 86"/>
                <a:gd name="T2" fmla="*/ 0 w 46"/>
                <a:gd name="T3" fmla="*/ 79 h 86"/>
                <a:gd name="T4" fmla="*/ 2 w 46"/>
                <a:gd name="T5" fmla="*/ 82 h 86"/>
                <a:gd name="T6" fmla="*/ 3 w 46"/>
                <a:gd name="T7" fmla="*/ 84 h 86"/>
                <a:gd name="T8" fmla="*/ 7 w 46"/>
                <a:gd name="T9" fmla="*/ 86 h 86"/>
                <a:gd name="T10" fmla="*/ 13 w 46"/>
                <a:gd name="T11" fmla="*/ 86 h 86"/>
                <a:gd name="T12" fmla="*/ 16 w 46"/>
                <a:gd name="T13" fmla="*/ 84 h 86"/>
                <a:gd name="T14" fmla="*/ 18 w 46"/>
                <a:gd name="T15" fmla="*/ 82 h 86"/>
                <a:gd name="T16" fmla="*/ 20 w 46"/>
                <a:gd name="T17" fmla="*/ 79 h 86"/>
                <a:gd name="T18" fmla="*/ 46 w 46"/>
                <a:gd name="T19" fmla="*/ 13 h 86"/>
                <a:gd name="T20" fmla="*/ 46 w 46"/>
                <a:gd name="T21" fmla="*/ 7 h 86"/>
                <a:gd name="T22" fmla="*/ 44 w 46"/>
                <a:gd name="T23" fmla="*/ 3 h 86"/>
                <a:gd name="T24" fmla="*/ 43 w 46"/>
                <a:gd name="T25" fmla="*/ 2 h 86"/>
                <a:gd name="T26" fmla="*/ 39 w 46"/>
                <a:gd name="T27" fmla="*/ 0 h 86"/>
                <a:gd name="T28" fmla="*/ 33 w 46"/>
                <a:gd name="T29" fmla="*/ 0 h 86"/>
                <a:gd name="T30" fmla="*/ 30 w 46"/>
                <a:gd name="T31" fmla="*/ 2 h 86"/>
                <a:gd name="T32" fmla="*/ 28 w 46"/>
                <a:gd name="T33" fmla="*/ 3 h 86"/>
                <a:gd name="T34" fmla="*/ 26 w 46"/>
                <a:gd name="T35" fmla="*/ 7 h 86"/>
                <a:gd name="T36" fmla="*/ 0 w 46"/>
                <a:gd name="T37" fmla="*/ 73 h 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6"/>
                <a:gd name="T58" fmla="*/ 0 h 86"/>
                <a:gd name="T59" fmla="*/ 46 w 46"/>
                <a:gd name="T60" fmla="*/ 86 h 8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6" h="86">
                  <a:moveTo>
                    <a:pt x="0" y="73"/>
                  </a:moveTo>
                  <a:lnTo>
                    <a:pt x="0" y="79"/>
                  </a:lnTo>
                  <a:lnTo>
                    <a:pt x="2" y="82"/>
                  </a:lnTo>
                  <a:lnTo>
                    <a:pt x="3" y="84"/>
                  </a:lnTo>
                  <a:lnTo>
                    <a:pt x="7" y="86"/>
                  </a:lnTo>
                  <a:lnTo>
                    <a:pt x="13" y="86"/>
                  </a:lnTo>
                  <a:lnTo>
                    <a:pt x="16" y="84"/>
                  </a:lnTo>
                  <a:lnTo>
                    <a:pt x="18" y="82"/>
                  </a:lnTo>
                  <a:lnTo>
                    <a:pt x="20" y="79"/>
                  </a:lnTo>
                  <a:lnTo>
                    <a:pt x="46" y="13"/>
                  </a:lnTo>
                  <a:lnTo>
                    <a:pt x="46" y="7"/>
                  </a:lnTo>
                  <a:lnTo>
                    <a:pt x="44" y="3"/>
                  </a:lnTo>
                  <a:lnTo>
                    <a:pt x="43" y="2"/>
                  </a:lnTo>
                  <a:lnTo>
                    <a:pt x="39" y="0"/>
                  </a:lnTo>
                  <a:lnTo>
                    <a:pt x="33" y="0"/>
                  </a:lnTo>
                  <a:lnTo>
                    <a:pt x="30" y="2"/>
                  </a:lnTo>
                  <a:lnTo>
                    <a:pt x="28" y="3"/>
                  </a:lnTo>
                  <a:lnTo>
                    <a:pt x="26" y="7"/>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11" name="Freeform 54">
              <a:extLst>
                <a:ext uri="{FF2B5EF4-FFF2-40B4-BE49-F238E27FC236}">
                  <a16:creationId xmlns:a16="http://schemas.microsoft.com/office/drawing/2014/main" id="{4125C19F-E515-F5D2-D2A3-31622746F76B}"/>
                </a:ext>
              </a:extLst>
            </p:cNvPr>
            <p:cNvSpPr>
              <a:spLocks noChangeAspect="1"/>
            </p:cNvSpPr>
            <p:nvPr/>
          </p:nvSpPr>
          <p:spPr bwMode="auto">
            <a:xfrm>
              <a:off x="4982" y="1113"/>
              <a:ext cx="40" cy="79"/>
            </a:xfrm>
            <a:custGeom>
              <a:avLst/>
              <a:gdLst>
                <a:gd name="T0" fmla="*/ 20 w 40"/>
                <a:gd name="T1" fmla="*/ 73 h 79"/>
                <a:gd name="T2" fmla="*/ 23 w 40"/>
                <a:gd name="T3" fmla="*/ 76 h 79"/>
                <a:gd name="T4" fmla="*/ 25 w 40"/>
                <a:gd name="T5" fmla="*/ 78 h 79"/>
                <a:gd name="T6" fmla="*/ 28 w 40"/>
                <a:gd name="T7" fmla="*/ 79 h 79"/>
                <a:gd name="T8" fmla="*/ 33 w 40"/>
                <a:gd name="T9" fmla="*/ 79 h 79"/>
                <a:gd name="T10" fmla="*/ 36 w 40"/>
                <a:gd name="T11" fmla="*/ 76 h 79"/>
                <a:gd name="T12" fmla="*/ 38 w 40"/>
                <a:gd name="T13" fmla="*/ 74 h 79"/>
                <a:gd name="T14" fmla="*/ 40 w 40"/>
                <a:gd name="T15" fmla="*/ 71 h 79"/>
                <a:gd name="T16" fmla="*/ 40 w 40"/>
                <a:gd name="T17" fmla="*/ 66 h 79"/>
                <a:gd name="T18" fmla="*/ 20 w 40"/>
                <a:gd name="T19" fmla="*/ 7 h 79"/>
                <a:gd name="T20" fmla="*/ 17 w 40"/>
                <a:gd name="T21" fmla="*/ 3 h 79"/>
                <a:gd name="T22" fmla="*/ 15 w 40"/>
                <a:gd name="T23" fmla="*/ 2 h 79"/>
                <a:gd name="T24" fmla="*/ 12 w 40"/>
                <a:gd name="T25" fmla="*/ 0 h 79"/>
                <a:gd name="T26" fmla="*/ 7 w 40"/>
                <a:gd name="T27" fmla="*/ 0 h 79"/>
                <a:gd name="T28" fmla="*/ 3 w 40"/>
                <a:gd name="T29" fmla="*/ 3 h 79"/>
                <a:gd name="T30" fmla="*/ 2 w 40"/>
                <a:gd name="T31" fmla="*/ 5 h 79"/>
                <a:gd name="T32" fmla="*/ 0 w 40"/>
                <a:gd name="T33" fmla="*/ 8 h 79"/>
                <a:gd name="T34" fmla="*/ 0 w 40"/>
                <a:gd name="T35" fmla="*/ 13 h 79"/>
                <a:gd name="T36" fmla="*/ 20 w 40"/>
                <a:gd name="T37" fmla="*/ 73 h 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79"/>
                <a:gd name="T59" fmla="*/ 40 w 40"/>
                <a:gd name="T60" fmla="*/ 79 h 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79">
                  <a:moveTo>
                    <a:pt x="20" y="73"/>
                  </a:moveTo>
                  <a:lnTo>
                    <a:pt x="23" y="76"/>
                  </a:lnTo>
                  <a:lnTo>
                    <a:pt x="25" y="78"/>
                  </a:lnTo>
                  <a:lnTo>
                    <a:pt x="28" y="79"/>
                  </a:lnTo>
                  <a:lnTo>
                    <a:pt x="33" y="79"/>
                  </a:lnTo>
                  <a:lnTo>
                    <a:pt x="36" y="76"/>
                  </a:lnTo>
                  <a:lnTo>
                    <a:pt x="38" y="74"/>
                  </a:lnTo>
                  <a:lnTo>
                    <a:pt x="40" y="71"/>
                  </a:lnTo>
                  <a:lnTo>
                    <a:pt x="40" y="66"/>
                  </a:lnTo>
                  <a:lnTo>
                    <a:pt x="20" y="7"/>
                  </a:lnTo>
                  <a:lnTo>
                    <a:pt x="17" y="3"/>
                  </a:lnTo>
                  <a:lnTo>
                    <a:pt x="15" y="2"/>
                  </a:lnTo>
                  <a:lnTo>
                    <a:pt x="12" y="0"/>
                  </a:lnTo>
                  <a:lnTo>
                    <a:pt x="7" y="0"/>
                  </a:lnTo>
                  <a:lnTo>
                    <a:pt x="3" y="3"/>
                  </a:lnTo>
                  <a:lnTo>
                    <a:pt x="2" y="5"/>
                  </a:lnTo>
                  <a:lnTo>
                    <a:pt x="0" y="8"/>
                  </a:lnTo>
                  <a:lnTo>
                    <a:pt x="0" y="13"/>
                  </a:lnTo>
                  <a:lnTo>
                    <a:pt x="2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12" name="Rectangle 55">
              <a:extLst>
                <a:ext uri="{FF2B5EF4-FFF2-40B4-BE49-F238E27FC236}">
                  <a16:creationId xmlns:a16="http://schemas.microsoft.com/office/drawing/2014/main" id="{BD6EA24C-9302-6F33-8473-9C843399EE75}"/>
                </a:ext>
              </a:extLst>
            </p:cNvPr>
            <p:cNvSpPr>
              <a:spLocks noChangeAspect="1" noChangeArrowheads="1"/>
            </p:cNvSpPr>
            <p:nvPr/>
          </p:nvSpPr>
          <p:spPr bwMode="auto">
            <a:xfrm>
              <a:off x="4982" y="1449"/>
              <a:ext cx="14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R0</a:t>
              </a:r>
              <a:endParaRPr lang="en-US" altLang="es-ES" sz="2800" b="0" i="0" baseline="0"/>
            </a:p>
          </p:txBody>
        </p:sp>
        <p:sp>
          <p:nvSpPr>
            <p:cNvPr id="19513" name="Rectangle 56">
              <a:extLst>
                <a:ext uri="{FF2B5EF4-FFF2-40B4-BE49-F238E27FC236}">
                  <a16:creationId xmlns:a16="http://schemas.microsoft.com/office/drawing/2014/main" id="{21B7A052-C442-1672-4B7F-B49C467F8605}"/>
                </a:ext>
              </a:extLst>
            </p:cNvPr>
            <p:cNvSpPr>
              <a:spLocks noChangeAspect="1" noChangeArrowheads="1"/>
            </p:cNvSpPr>
            <p:nvPr/>
          </p:nvSpPr>
          <p:spPr bwMode="auto">
            <a:xfrm>
              <a:off x="4931" y="1212"/>
              <a:ext cx="26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2800" b="0" i="0" baseline="0"/>
            </a:p>
          </p:txBody>
        </p:sp>
        <p:sp>
          <p:nvSpPr>
            <p:cNvPr id="19514" name="Freeform 57">
              <a:extLst>
                <a:ext uri="{FF2B5EF4-FFF2-40B4-BE49-F238E27FC236}">
                  <a16:creationId xmlns:a16="http://schemas.microsoft.com/office/drawing/2014/main" id="{C39275C4-4CA5-9F18-4C63-78DC9EA4E7F0}"/>
                </a:ext>
              </a:extLst>
            </p:cNvPr>
            <p:cNvSpPr>
              <a:spLocks noChangeAspect="1"/>
            </p:cNvSpPr>
            <p:nvPr/>
          </p:nvSpPr>
          <p:spPr bwMode="auto">
            <a:xfrm>
              <a:off x="4850" y="1189"/>
              <a:ext cx="376" cy="590"/>
            </a:xfrm>
            <a:custGeom>
              <a:avLst/>
              <a:gdLst>
                <a:gd name="T0" fmla="*/ 10 w 376"/>
                <a:gd name="T1" fmla="*/ 0 h 590"/>
                <a:gd name="T2" fmla="*/ 7 w 376"/>
                <a:gd name="T3" fmla="*/ 0 h 590"/>
                <a:gd name="T4" fmla="*/ 4 w 376"/>
                <a:gd name="T5" fmla="*/ 3 h 590"/>
                <a:gd name="T6" fmla="*/ 0 w 376"/>
                <a:gd name="T7" fmla="*/ 6 h 590"/>
                <a:gd name="T8" fmla="*/ 0 w 376"/>
                <a:gd name="T9" fmla="*/ 583 h 590"/>
                <a:gd name="T10" fmla="*/ 4 w 376"/>
                <a:gd name="T11" fmla="*/ 587 h 590"/>
                <a:gd name="T12" fmla="*/ 7 w 376"/>
                <a:gd name="T13" fmla="*/ 590 h 590"/>
                <a:gd name="T14" fmla="*/ 369 w 376"/>
                <a:gd name="T15" fmla="*/ 590 h 590"/>
                <a:gd name="T16" fmla="*/ 373 w 376"/>
                <a:gd name="T17" fmla="*/ 587 h 590"/>
                <a:gd name="T18" fmla="*/ 376 w 376"/>
                <a:gd name="T19" fmla="*/ 583 h 590"/>
                <a:gd name="T20" fmla="*/ 376 w 376"/>
                <a:gd name="T21" fmla="*/ 6 h 590"/>
                <a:gd name="T22" fmla="*/ 373 w 376"/>
                <a:gd name="T23" fmla="*/ 3 h 590"/>
                <a:gd name="T24" fmla="*/ 369 w 376"/>
                <a:gd name="T25" fmla="*/ 0 h 590"/>
                <a:gd name="T26" fmla="*/ 366 w 376"/>
                <a:gd name="T27" fmla="*/ 0 h 590"/>
                <a:gd name="T28" fmla="*/ 10 w 376"/>
                <a:gd name="T29" fmla="*/ 0 h 590"/>
                <a:gd name="T30" fmla="*/ 10 w 376"/>
                <a:gd name="T31" fmla="*/ 20 h 590"/>
                <a:gd name="T32" fmla="*/ 366 w 376"/>
                <a:gd name="T33" fmla="*/ 20 h 590"/>
                <a:gd name="T34" fmla="*/ 356 w 376"/>
                <a:gd name="T35" fmla="*/ 10 h 590"/>
                <a:gd name="T36" fmla="*/ 356 w 376"/>
                <a:gd name="T37" fmla="*/ 580 h 590"/>
                <a:gd name="T38" fmla="*/ 366 w 376"/>
                <a:gd name="T39" fmla="*/ 570 h 590"/>
                <a:gd name="T40" fmla="*/ 10 w 376"/>
                <a:gd name="T41" fmla="*/ 570 h 590"/>
                <a:gd name="T42" fmla="*/ 20 w 376"/>
                <a:gd name="T43" fmla="*/ 580 h 590"/>
                <a:gd name="T44" fmla="*/ 20 w 376"/>
                <a:gd name="T45" fmla="*/ 10 h 590"/>
                <a:gd name="T46" fmla="*/ 10 w 376"/>
                <a:gd name="T47" fmla="*/ 20 h 590"/>
                <a:gd name="T48" fmla="*/ 10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15" name="Freeform 58">
              <a:extLst>
                <a:ext uri="{FF2B5EF4-FFF2-40B4-BE49-F238E27FC236}">
                  <a16:creationId xmlns:a16="http://schemas.microsoft.com/office/drawing/2014/main" id="{DE09E151-7DC5-3740-06DD-39B987B2D76F}"/>
                </a:ext>
              </a:extLst>
            </p:cNvPr>
            <p:cNvSpPr>
              <a:spLocks noChangeAspect="1"/>
            </p:cNvSpPr>
            <p:nvPr/>
          </p:nvSpPr>
          <p:spPr bwMode="auto">
            <a:xfrm>
              <a:off x="3674" y="2563"/>
              <a:ext cx="423" cy="20"/>
            </a:xfrm>
            <a:custGeom>
              <a:avLst/>
              <a:gdLst>
                <a:gd name="T0" fmla="*/ 9 w 423"/>
                <a:gd name="T1" fmla="*/ 0 h 20"/>
                <a:gd name="T2" fmla="*/ 6 w 423"/>
                <a:gd name="T3" fmla="*/ 0 h 20"/>
                <a:gd name="T4" fmla="*/ 3 w 423"/>
                <a:gd name="T5" fmla="*/ 4 h 20"/>
                <a:gd name="T6" fmla="*/ 0 w 423"/>
                <a:gd name="T7" fmla="*/ 7 h 20"/>
                <a:gd name="T8" fmla="*/ 0 w 423"/>
                <a:gd name="T9" fmla="*/ 13 h 20"/>
                <a:gd name="T10" fmla="*/ 3 w 423"/>
                <a:gd name="T11" fmla="*/ 17 h 20"/>
                <a:gd name="T12" fmla="*/ 6 w 423"/>
                <a:gd name="T13" fmla="*/ 20 h 20"/>
                <a:gd name="T14" fmla="*/ 417 w 423"/>
                <a:gd name="T15" fmla="*/ 20 h 20"/>
                <a:gd name="T16" fmla="*/ 420 w 423"/>
                <a:gd name="T17" fmla="*/ 17 h 20"/>
                <a:gd name="T18" fmla="*/ 423 w 423"/>
                <a:gd name="T19" fmla="*/ 13 h 20"/>
                <a:gd name="T20" fmla="*/ 423 w 423"/>
                <a:gd name="T21" fmla="*/ 7 h 20"/>
                <a:gd name="T22" fmla="*/ 420 w 423"/>
                <a:gd name="T23" fmla="*/ 4 h 20"/>
                <a:gd name="T24" fmla="*/ 417 w 423"/>
                <a:gd name="T25" fmla="*/ 0 h 20"/>
                <a:gd name="T26" fmla="*/ 413 w 423"/>
                <a:gd name="T27" fmla="*/ 0 h 20"/>
                <a:gd name="T28" fmla="*/ 9 w 423"/>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3"/>
                <a:gd name="T46" fmla="*/ 0 h 20"/>
                <a:gd name="T47" fmla="*/ 423 w 423"/>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3" h="20">
                  <a:moveTo>
                    <a:pt x="9" y="0"/>
                  </a:moveTo>
                  <a:lnTo>
                    <a:pt x="6" y="0"/>
                  </a:lnTo>
                  <a:lnTo>
                    <a:pt x="3" y="4"/>
                  </a:lnTo>
                  <a:lnTo>
                    <a:pt x="0" y="7"/>
                  </a:lnTo>
                  <a:lnTo>
                    <a:pt x="0" y="13"/>
                  </a:lnTo>
                  <a:lnTo>
                    <a:pt x="3" y="17"/>
                  </a:lnTo>
                  <a:lnTo>
                    <a:pt x="6" y="20"/>
                  </a:lnTo>
                  <a:lnTo>
                    <a:pt x="417" y="20"/>
                  </a:lnTo>
                  <a:lnTo>
                    <a:pt x="420" y="17"/>
                  </a:lnTo>
                  <a:lnTo>
                    <a:pt x="423" y="13"/>
                  </a:lnTo>
                  <a:lnTo>
                    <a:pt x="423" y="7"/>
                  </a:lnTo>
                  <a:lnTo>
                    <a:pt x="420" y="4"/>
                  </a:lnTo>
                  <a:lnTo>
                    <a:pt x="417" y="0"/>
                  </a:lnTo>
                  <a:lnTo>
                    <a:pt x="413"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16" name="Freeform 59">
              <a:extLst>
                <a:ext uri="{FF2B5EF4-FFF2-40B4-BE49-F238E27FC236}">
                  <a16:creationId xmlns:a16="http://schemas.microsoft.com/office/drawing/2014/main" id="{A2A2F03E-75C1-036A-13C7-24AEDF06D185}"/>
                </a:ext>
              </a:extLst>
            </p:cNvPr>
            <p:cNvSpPr>
              <a:spLocks noChangeAspect="1"/>
            </p:cNvSpPr>
            <p:nvPr/>
          </p:nvSpPr>
          <p:spPr bwMode="auto">
            <a:xfrm>
              <a:off x="3983" y="2563"/>
              <a:ext cx="114" cy="43"/>
            </a:xfrm>
            <a:custGeom>
              <a:avLst/>
              <a:gdLst>
                <a:gd name="T0" fmla="*/ 106 w 114"/>
                <a:gd name="T1" fmla="*/ 20 h 43"/>
                <a:gd name="T2" fmla="*/ 109 w 114"/>
                <a:gd name="T3" fmla="*/ 18 h 43"/>
                <a:gd name="T4" fmla="*/ 112 w 114"/>
                <a:gd name="T5" fmla="*/ 15 h 43"/>
                <a:gd name="T6" fmla="*/ 114 w 114"/>
                <a:gd name="T7" fmla="*/ 13 h 43"/>
                <a:gd name="T8" fmla="*/ 114 w 114"/>
                <a:gd name="T9" fmla="*/ 8 h 43"/>
                <a:gd name="T10" fmla="*/ 112 w 114"/>
                <a:gd name="T11" fmla="*/ 5 h 43"/>
                <a:gd name="T12" fmla="*/ 109 w 114"/>
                <a:gd name="T13" fmla="*/ 2 h 43"/>
                <a:gd name="T14" fmla="*/ 108 w 114"/>
                <a:gd name="T15" fmla="*/ 0 h 43"/>
                <a:gd name="T16" fmla="*/ 103 w 114"/>
                <a:gd name="T17" fmla="*/ 0 h 43"/>
                <a:gd name="T18" fmla="*/ 9 w 114"/>
                <a:gd name="T19" fmla="*/ 23 h 43"/>
                <a:gd name="T20" fmla="*/ 5 w 114"/>
                <a:gd name="T21" fmla="*/ 25 h 43"/>
                <a:gd name="T22" fmla="*/ 2 w 114"/>
                <a:gd name="T23" fmla="*/ 28 h 43"/>
                <a:gd name="T24" fmla="*/ 0 w 114"/>
                <a:gd name="T25" fmla="*/ 30 h 43"/>
                <a:gd name="T26" fmla="*/ 0 w 114"/>
                <a:gd name="T27" fmla="*/ 35 h 43"/>
                <a:gd name="T28" fmla="*/ 2 w 114"/>
                <a:gd name="T29" fmla="*/ 38 h 43"/>
                <a:gd name="T30" fmla="*/ 5 w 114"/>
                <a:gd name="T31" fmla="*/ 41 h 43"/>
                <a:gd name="T32" fmla="*/ 7 w 114"/>
                <a:gd name="T33" fmla="*/ 43 h 43"/>
                <a:gd name="T34" fmla="*/ 12 w 114"/>
                <a:gd name="T35" fmla="*/ 43 h 43"/>
                <a:gd name="T36" fmla="*/ 106 w 114"/>
                <a:gd name="T37" fmla="*/ 20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43"/>
                <a:gd name="T59" fmla="*/ 114 w 114"/>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43">
                  <a:moveTo>
                    <a:pt x="106" y="20"/>
                  </a:moveTo>
                  <a:lnTo>
                    <a:pt x="109" y="18"/>
                  </a:lnTo>
                  <a:lnTo>
                    <a:pt x="112" y="15"/>
                  </a:lnTo>
                  <a:lnTo>
                    <a:pt x="114" y="13"/>
                  </a:lnTo>
                  <a:lnTo>
                    <a:pt x="114" y="8"/>
                  </a:lnTo>
                  <a:lnTo>
                    <a:pt x="112" y="5"/>
                  </a:lnTo>
                  <a:lnTo>
                    <a:pt x="109" y="2"/>
                  </a:lnTo>
                  <a:lnTo>
                    <a:pt x="108" y="0"/>
                  </a:lnTo>
                  <a:lnTo>
                    <a:pt x="103" y="0"/>
                  </a:lnTo>
                  <a:lnTo>
                    <a:pt x="9" y="23"/>
                  </a:lnTo>
                  <a:lnTo>
                    <a:pt x="5" y="25"/>
                  </a:lnTo>
                  <a:lnTo>
                    <a:pt x="2" y="28"/>
                  </a:lnTo>
                  <a:lnTo>
                    <a:pt x="0" y="30"/>
                  </a:lnTo>
                  <a:lnTo>
                    <a:pt x="0" y="35"/>
                  </a:lnTo>
                  <a:lnTo>
                    <a:pt x="2" y="38"/>
                  </a:lnTo>
                  <a:lnTo>
                    <a:pt x="5" y="41"/>
                  </a:lnTo>
                  <a:lnTo>
                    <a:pt x="7" y="43"/>
                  </a:lnTo>
                  <a:lnTo>
                    <a:pt x="12" y="43"/>
                  </a:lnTo>
                  <a:lnTo>
                    <a:pt x="106"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17" name="Freeform 60">
              <a:extLst>
                <a:ext uri="{FF2B5EF4-FFF2-40B4-BE49-F238E27FC236}">
                  <a16:creationId xmlns:a16="http://schemas.microsoft.com/office/drawing/2014/main" id="{94F69EDA-1D22-41E5-DFCC-2415C06141E4}"/>
                </a:ext>
              </a:extLst>
            </p:cNvPr>
            <p:cNvSpPr>
              <a:spLocks noChangeAspect="1"/>
            </p:cNvSpPr>
            <p:nvPr/>
          </p:nvSpPr>
          <p:spPr bwMode="auto">
            <a:xfrm>
              <a:off x="3983" y="2540"/>
              <a:ext cx="114" cy="43"/>
            </a:xfrm>
            <a:custGeom>
              <a:avLst/>
              <a:gdLst>
                <a:gd name="T0" fmla="*/ 103 w 114"/>
                <a:gd name="T1" fmla="*/ 43 h 43"/>
                <a:gd name="T2" fmla="*/ 108 w 114"/>
                <a:gd name="T3" fmla="*/ 43 h 43"/>
                <a:gd name="T4" fmla="*/ 111 w 114"/>
                <a:gd name="T5" fmla="*/ 40 h 43"/>
                <a:gd name="T6" fmla="*/ 112 w 114"/>
                <a:gd name="T7" fmla="*/ 38 h 43"/>
                <a:gd name="T8" fmla="*/ 114 w 114"/>
                <a:gd name="T9" fmla="*/ 35 h 43"/>
                <a:gd name="T10" fmla="*/ 114 w 114"/>
                <a:gd name="T11" fmla="*/ 30 h 43"/>
                <a:gd name="T12" fmla="*/ 111 w 114"/>
                <a:gd name="T13" fmla="*/ 27 h 43"/>
                <a:gd name="T14" fmla="*/ 109 w 114"/>
                <a:gd name="T15" fmla="*/ 25 h 43"/>
                <a:gd name="T16" fmla="*/ 106 w 114"/>
                <a:gd name="T17" fmla="*/ 23 h 43"/>
                <a:gd name="T18" fmla="*/ 12 w 114"/>
                <a:gd name="T19" fmla="*/ 0 h 43"/>
                <a:gd name="T20" fmla="*/ 7 w 114"/>
                <a:gd name="T21" fmla="*/ 0 h 43"/>
                <a:gd name="T22" fmla="*/ 4 w 114"/>
                <a:gd name="T23" fmla="*/ 3 h 43"/>
                <a:gd name="T24" fmla="*/ 2 w 114"/>
                <a:gd name="T25" fmla="*/ 5 h 43"/>
                <a:gd name="T26" fmla="*/ 0 w 114"/>
                <a:gd name="T27" fmla="*/ 8 h 43"/>
                <a:gd name="T28" fmla="*/ 0 w 114"/>
                <a:gd name="T29" fmla="*/ 13 h 43"/>
                <a:gd name="T30" fmla="*/ 4 w 114"/>
                <a:gd name="T31" fmla="*/ 17 h 43"/>
                <a:gd name="T32" fmla="*/ 5 w 114"/>
                <a:gd name="T33" fmla="*/ 18 h 43"/>
                <a:gd name="T34" fmla="*/ 9 w 114"/>
                <a:gd name="T35" fmla="*/ 20 h 43"/>
                <a:gd name="T36" fmla="*/ 103 w 114"/>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43"/>
                <a:gd name="T59" fmla="*/ 114 w 114"/>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43">
                  <a:moveTo>
                    <a:pt x="103" y="43"/>
                  </a:moveTo>
                  <a:lnTo>
                    <a:pt x="108" y="43"/>
                  </a:lnTo>
                  <a:lnTo>
                    <a:pt x="111" y="40"/>
                  </a:lnTo>
                  <a:lnTo>
                    <a:pt x="112" y="38"/>
                  </a:lnTo>
                  <a:lnTo>
                    <a:pt x="114" y="35"/>
                  </a:lnTo>
                  <a:lnTo>
                    <a:pt x="114" y="30"/>
                  </a:lnTo>
                  <a:lnTo>
                    <a:pt x="111" y="27"/>
                  </a:lnTo>
                  <a:lnTo>
                    <a:pt x="109" y="25"/>
                  </a:lnTo>
                  <a:lnTo>
                    <a:pt x="106" y="23"/>
                  </a:lnTo>
                  <a:lnTo>
                    <a:pt x="12" y="0"/>
                  </a:lnTo>
                  <a:lnTo>
                    <a:pt x="7" y="0"/>
                  </a:lnTo>
                  <a:lnTo>
                    <a:pt x="4" y="3"/>
                  </a:lnTo>
                  <a:lnTo>
                    <a:pt x="2" y="5"/>
                  </a:lnTo>
                  <a:lnTo>
                    <a:pt x="0" y="8"/>
                  </a:lnTo>
                  <a:lnTo>
                    <a:pt x="0" y="13"/>
                  </a:lnTo>
                  <a:lnTo>
                    <a:pt x="4" y="17"/>
                  </a:lnTo>
                  <a:lnTo>
                    <a:pt x="5" y="18"/>
                  </a:lnTo>
                  <a:lnTo>
                    <a:pt x="9" y="20"/>
                  </a:lnTo>
                  <a:lnTo>
                    <a:pt x="103"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18" name="Freeform 61">
              <a:extLst>
                <a:ext uri="{FF2B5EF4-FFF2-40B4-BE49-F238E27FC236}">
                  <a16:creationId xmlns:a16="http://schemas.microsoft.com/office/drawing/2014/main" id="{B8EFFD09-F260-46D4-9C84-5A6304E96148}"/>
                </a:ext>
              </a:extLst>
            </p:cNvPr>
            <p:cNvSpPr>
              <a:spLocks noChangeAspect="1"/>
            </p:cNvSpPr>
            <p:nvPr/>
          </p:nvSpPr>
          <p:spPr bwMode="auto">
            <a:xfrm>
              <a:off x="3797" y="2520"/>
              <a:ext cx="106" cy="106"/>
            </a:xfrm>
            <a:custGeom>
              <a:avLst/>
              <a:gdLst>
                <a:gd name="T0" fmla="*/ 104 w 106"/>
                <a:gd name="T1" fmla="*/ 9 h 106"/>
                <a:gd name="T2" fmla="*/ 106 w 106"/>
                <a:gd name="T3" fmla="*/ 9 h 106"/>
                <a:gd name="T4" fmla="*/ 106 w 106"/>
                <a:gd name="T5" fmla="*/ 4 h 106"/>
                <a:gd name="T6" fmla="*/ 104 w 106"/>
                <a:gd name="T7" fmla="*/ 2 h 106"/>
                <a:gd name="T8" fmla="*/ 104 w 106"/>
                <a:gd name="T9" fmla="*/ 0 h 106"/>
                <a:gd name="T10" fmla="*/ 99 w 106"/>
                <a:gd name="T11" fmla="*/ 0 h 106"/>
                <a:gd name="T12" fmla="*/ 97 w 106"/>
                <a:gd name="T13" fmla="*/ 2 h 106"/>
                <a:gd name="T14" fmla="*/ 2 w 106"/>
                <a:gd name="T15" fmla="*/ 98 h 106"/>
                <a:gd name="T16" fmla="*/ 0 w 106"/>
                <a:gd name="T17" fmla="*/ 99 h 106"/>
                <a:gd name="T18" fmla="*/ 0 w 106"/>
                <a:gd name="T19" fmla="*/ 104 h 106"/>
                <a:gd name="T20" fmla="*/ 2 w 106"/>
                <a:gd name="T21" fmla="*/ 104 h 106"/>
                <a:gd name="T22" fmla="*/ 3 w 106"/>
                <a:gd name="T23" fmla="*/ 106 h 106"/>
                <a:gd name="T24" fmla="*/ 8 w 106"/>
                <a:gd name="T25" fmla="*/ 106 h 106"/>
                <a:gd name="T26" fmla="*/ 8 w 106"/>
                <a:gd name="T27" fmla="*/ 104 h 106"/>
                <a:gd name="T28" fmla="*/ 104 w 106"/>
                <a:gd name="T29" fmla="*/ 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9"/>
                  </a:moveTo>
                  <a:lnTo>
                    <a:pt x="106" y="9"/>
                  </a:lnTo>
                  <a:lnTo>
                    <a:pt x="106" y="4"/>
                  </a:lnTo>
                  <a:lnTo>
                    <a:pt x="104" y="2"/>
                  </a:lnTo>
                  <a:lnTo>
                    <a:pt x="104" y="0"/>
                  </a:lnTo>
                  <a:lnTo>
                    <a:pt x="99" y="0"/>
                  </a:lnTo>
                  <a:lnTo>
                    <a:pt x="97" y="2"/>
                  </a:lnTo>
                  <a:lnTo>
                    <a:pt x="2" y="98"/>
                  </a:lnTo>
                  <a:lnTo>
                    <a:pt x="0" y="99"/>
                  </a:lnTo>
                  <a:lnTo>
                    <a:pt x="0" y="104"/>
                  </a:lnTo>
                  <a:lnTo>
                    <a:pt x="2" y="104"/>
                  </a:lnTo>
                  <a:lnTo>
                    <a:pt x="3" y="106"/>
                  </a:lnTo>
                  <a:lnTo>
                    <a:pt x="8" y="106"/>
                  </a:lnTo>
                  <a:lnTo>
                    <a:pt x="8" y="104"/>
                  </a:lnTo>
                  <a:lnTo>
                    <a:pt x="10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19" name="Rectangle 62">
              <a:extLst>
                <a:ext uri="{FF2B5EF4-FFF2-40B4-BE49-F238E27FC236}">
                  <a16:creationId xmlns:a16="http://schemas.microsoft.com/office/drawing/2014/main" id="{5F9AF79D-E06C-FF4E-C827-BB686BE9EF9E}"/>
                </a:ext>
              </a:extLst>
            </p:cNvPr>
            <p:cNvSpPr>
              <a:spLocks noChangeAspect="1" noChangeArrowheads="1"/>
            </p:cNvSpPr>
            <p:nvPr/>
          </p:nvSpPr>
          <p:spPr bwMode="auto">
            <a:xfrm>
              <a:off x="3782" y="2466"/>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520" name="Freeform 63">
              <a:extLst>
                <a:ext uri="{FF2B5EF4-FFF2-40B4-BE49-F238E27FC236}">
                  <a16:creationId xmlns:a16="http://schemas.microsoft.com/office/drawing/2014/main" id="{3B70DDC7-0613-C092-5A67-6F0566E68826}"/>
                </a:ext>
              </a:extLst>
            </p:cNvPr>
            <p:cNvSpPr>
              <a:spLocks noChangeAspect="1"/>
            </p:cNvSpPr>
            <p:nvPr/>
          </p:nvSpPr>
          <p:spPr bwMode="auto">
            <a:xfrm>
              <a:off x="3664" y="2395"/>
              <a:ext cx="423" cy="20"/>
            </a:xfrm>
            <a:custGeom>
              <a:avLst/>
              <a:gdLst>
                <a:gd name="T0" fmla="*/ 10 w 423"/>
                <a:gd name="T1" fmla="*/ 0 h 20"/>
                <a:gd name="T2" fmla="*/ 6 w 423"/>
                <a:gd name="T3" fmla="*/ 0 h 20"/>
                <a:gd name="T4" fmla="*/ 3 w 423"/>
                <a:gd name="T5" fmla="*/ 3 h 20"/>
                <a:gd name="T6" fmla="*/ 0 w 423"/>
                <a:gd name="T7" fmla="*/ 7 h 20"/>
                <a:gd name="T8" fmla="*/ 0 w 423"/>
                <a:gd name="T9" fmla="*/ 13 h 20"/>
                <a:gd name="T10" fmla="*/ 3 w 423"/>
                <a:gd name="T11" fmla="*/ 17 h 20"/>
                <a:gd name="T12" fmla="*/ 6 w 423"/>
                <a:gd name="T13" fmla="*/ 20 h 20"/>
                <a:gd name="T14" fmla="*/ 417 w 423"/>
                <a:gd name="T15" fmla="*/ 20 h 20"/>
                <a:gd name="T16" fmla="*/ 420 w 423"/>
                <a:gd name="T17" fmla="*/ 17 h 20"/>
                <a:gd name="T18" fmla="*/ 423 w 423"/>
                <a:gd name="T19" fmla="*/ 13 h 20"/>
                <a:gd name="T20" fmla="*/ 423 w 423"/>
                <a:gd name="T21" fmla="*/ 7 h 20"/>
                <a:gd name="T22" fmla="*/ 420 w 423"/>
                <a:gd name="T23" fmla="*/ 3 h 20"/>
                <a:gd name="T24" fmla="*/ 417 w 423"/>
                <a:gd name="T25" fmla="*/ 0 h 20"/>
                <a:gd name="T26" fmla="*/ 413 w 423"/>
                <a:gd name="T27" fmla="*/ 0 h 20"/>
                <a:gd name="T28" fmla="*/ 10 w 423"/>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3"/>
                <a:gd name="T46" fmla="*/ 0 h 20"/>
                <a:gd name="T47" fmla="*/ 423 w 423"/>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3" h="20">
                  <a:moveTo>
                    <a:pt x="10" y="0"/>
                  </a:moveTo>
                  <a:lnTo>
                    <a:pt x="6" y="0"/>
                  </a:lnTo>
                  <a:lnTo>
                    <a:pt x="3" y="3"/>
                  </a:lnTo>
                  <a:lnTo>
                    <a:pt x="0" y="7"/>
                  </a:lnTo>
                  <a:lnTo>
                    <a:pt x="0" y="13"/>
                  </a:lnTo>
                  <a:lnTo>
                    <a:pt x="3" y="17"/>
                  </a:lnTo>
                  <a:lnTo>
                    <a:pt x="6" y="20"/>
                  </a:lnTo>
                  <a:lnTo>
                    <a:pt x="417" y="20"/>
                  </a:lnTo>
                  <a:lnTo>
                    <a:pt x="420" y="17"/>
                  </a:lnTo>
                  <a:lnTo>
                    <a:pt x="423" y="13"/>
                  </a:lnTo>
                  <a:lnTo>
                    <a:pt x="423" y="7"/>
                  </a:lnTo>
                  <a:lnTo>
                    <a:pt x="420" y="3"/>
                  </a:lnTo>
                  <a:lnTo>
                    <a:pt x="417" y="0"/>
                  </a:lnTo>
                  <a:lnTo>
                    <a:pt x="413"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21" name="Freeform 64">
              <a:extLst>
                <a:ext uri="{FF2B5EF4-FFF2-40B4-BE49-F238E27FC236}">
                  <a16:creationId xmlns:a16="http://schemas.microsoft.com/office/drawing/2014/main" id="{4D63E33A-F471-53A8-1B9F-3AD93E0F6C3E}"/>
                </a:ext>
              </a:extLst>
            </p:cNvPr>
            <p:cNvSpPr>
              <a:spLocks noChangeAspect="1"/>
            </p:cNvSpPr>
            <p:nvPr/>
          </p:nvSpPr>
          <p:spPr bwMode="auto">
            <a:xfrm>
              <a:off x="3972" y="2395"/>
              <a:ext cx="115" cy="43"/>
            </a:xfrm>
            <a:custGeom>
              <a:avLst/>
              <a:gdLst>
                <a:gd name="T0" fmla="*/ 107 w 115"/>
                <a:gd name="T1" fmla="*/ 20 h 43"/>
                <a:gd name="T2" fmla="*/ 110 w 115"/>
                <a:gd name="T3" fmla="*/ 18 h 43"/>
                <a:gd name="T4" fmla="*/ 114 w 115"/>
                <a:gd name="T5" fmla="*/ 15 h 43"/>
                <a:gd name="T6" fmla="*/ 115 w 115"/>
                <a:gd name="T7" fmla="*/ 13 h 43"/>
                <a:gd name="T8" fmla="*/ 115 w 115"/>
                <a:gd name="T9" fmla="*/ 8 h 43"/>
                <a:gd name="T10" fmla="*/ 114 w 115"/>
                <a:gd name="T11" fmla="*/ 5 h 43"/>
                <a:gd name="T12" fmla="*/ 110 w 115"/>
                <a:gd name="T13" fmla="*/ 2 h 43"/>
                <a:gd name="T14" fmla="*/ 109 w 115"/>
                <a:gd name="T15" fmla="*/ 0 h 43"/>
                <a:gd name="T16" fmla="*/ 104 w 115"/>
                <a:gd name="T17" fmla="*/ 0 h 43"/>
                <a:gd name="T18" fmla="*/ 8 w 115"/>
                <a:gd name="T19" fmla="*/ 23 h 43"/>
                <a:gd name="T20" fmla="*/ 5 w 115"/>
                <a:gd name="T21" fmla="*/ 25 h 43"/>
                <a:gd name="T22" fmla="*/ 2 w 115"/>
                <a:gd name="T23" fmla="*/ 28 h 43"/>
                <a:gd name="T24" fmla="*/ 0 w 115"/>
                <a:gd name="T25" fmla="*/ 30 h 43"/>
                <a:gd name="T26" fmla="*/ 0 w 115"/>
                <a:gd name="T27" fmla="*/ 35 h 43"/>
                <a:gd name="T28" fmla="*/ 2 w 115"/>
                <a:gd name="T29" fmla="*/ 38 h 43"/>
                <a:gd name="T30" fmla="*/ 5 w 115"/>
                <a:gd name="T31" fmla="*/ 41 h 43"/>
                <a:gd name="T32" fmla="*/ 6 w 115"/>
                <a:gd name="T33" fmla="*/ 43 h 43"/>
                <a:gd name="T34" fmla="*/ 11 w 115"/>
                <a:gd name="T35" fmla="*/ 43 h 43"/>
                <a:gd name="T36" fmla="*/ 107 w 115"/>
                <a:gd name="T37" fmla="*/ 20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43"/>
                <a:gd name="T59" fmla="*/ 115 w 115"/>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43">
                  <a:moveTo>
                    <a:pt x="107" y="20"/>
                  </a:moveTo>
                  <a:lnTo>
                    <a:pt x="110" y="18"/>
                  </a:lnTo>
                  <a:lnTo>
                    <a:pt x="114" y="15"/>
                  </a:lnTo>
                  <a:lnTo>
                    <a:pt x="115" y="13"/>
                  </a:lnTo>
                  <a:lnTo>
                    <a:pt x="115" y="8"/>
                  </a:lnTo>
                  <a:lnTo>
                    <a:pt x="114" y="5"/>
                  </a:lnTo>
                  <a:lnTo>
                    <a:pt x="110" y="2"/>
                  </a:lnTo>
                  <a:lnTo>
                    <a:pt x="109" y="0"/>
                  </a:lnTo>
                  <a:lnTo>
                    <a:pt x="104" y="0"/>
                  </a:lnTo>
                  <a:lnTo>
                    <a:pt x="8" y="23"/>
                  </a:lnTo>
                  <a:lnTo>
                    <a:pt x="5" y="25"/>
                  </a:lnTo>
                  <a:lnTo>
                    <a:pt x="2" y="28"/>
                  </a:lnTo>
                  <a:lnTo>
                    <a:pt x="0" y="30"/>
                  </a:lnTo>
                  <a:lnTo>
                    <a:pt x="0" y="35"/>
                  </a:lnTo>
                  <a:lnTo>
                    <a:pt x="2" y="38"/>
                  </a:lnTo>
                  <a:lnTo>
                    <a:pt x="5" y="41"/>
                  </a:lnTo>
                  <a:lnTo>
                    <a:pt x="6" y="43"/>
                  </a:lnTo>
                  <a:lnTo>
                    <a:pt x="11" y="43"/>
                  </a:lnTo>
                  <a:lnTo>
                    <a:pt x="107"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22" name="Freeform 65">
              <a:extLst>
                <a:ext uri="{FF2B5EF4-FFF2-40B4-BE49-F238E27FC236}">
                  <a16:creationId xmlns:a16="http://schemas.microsoft.com/office/drawing/2014/main" id="{1E1629B4-AB77-39AD-D320-EE3B90270F9A}"/>
                </a:ext>
              </a:extLst>
            </p:cNvPr>
            <p:cNvSpPr>
              <a:spLocks noChangeAspect="1"/>
            </p:cNvSpPr>
            <p:nvPr/>
          </p:nvSpPr>
          <p:spPr bwMode="auto">
            <a:xfrm>
              <a:off x="3972" y="2370"/>
              <a:ext cx="115" cy="45"/>
            </a:xfrm>
            <a:custGeom>
              <a:avLst/>
              <a:gdLst>
                <a:gd name="T0" fmla="*/ 102 w 115"/>
                <a:gd name="T1" fmla="*/ 45 h 45"/>
                <a:gd name="T2" fmla="*/ 109 w 115"/>
                <a:gd name="T3" fmla="*/ 45 h 45"/>
                <a:gd name="T4" fmla="*/ 112 w 115"/>
                <a:gd name="T5" fmla="*/ 42 h 45"/>
                <a:gd name="T6" fmla="*/ 115 w 115"/>
                <a:gd name="T7" fmla="*/ 38 h 45"/>
                <a:gd name="T8" fmla="*/ 115 w 115"/>
                <a:gd name="T9" fmla="*/ 32 h 45"/>
                <a:gd name="T10" fmla="*/ 112 w 115"/>
                <a:gd name="T11" fmla="*/ 28 h 45"/>
                <a:gd name="T12" fmla="*/ 109 w 115"/>
                <a:gd name="T13" fmla="*/ 25 h 45"/>
                <a:gd name="T14" fmla="*/ 13 w 115"/>
                <a:gd name="T15" fmla="*/ 0 h 45"/>
                <a:gd name="T16" fmla="*/ 6 w 115"/>
                <a:gd name="T17" fmla="*/ 0 h 45"/>
                <a:gd name="T18" fmla="*/ 3 w 115"/>
                <a:gd name="T19" fmla="*/ 4 h 45"/>
                <a:gd name="T20" fmla="*/ 0 w 115"/>
                <a:gd name="T21" fmla="*/ 7 h 45"/>
                <a:gd name="T22" fmla="*/ 0 w 115"/>
                <a:gd name="T23" fmla="*/ 14 h 45"/>
                <a:gd name="T24" fmla="*/ 3 w 115"/>
                <a:gd name="T25" fmla="*/ 17 h 45"/>
                <a:gd name="T26" fmla="*/ 6 w 115"/>
                <a:gd name="T27" fmla="*/ 20 h 45"/>
                <a:gd name="T28" fmla="*/ 102 w 115"/>
                <a:gd name="T29" fmla="*/ 45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5"/>
                <a:gd name="T46" fmla="*/ 0 h 45"/>
                <a:gd name="T47" fmla="*/ 115 w 11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5" h="45">
                  <a:moveTo>
                    <a:pt x="102" y="45"/>
                  </a:moveTo>
                  <a:lnTo>
                    <a:pt x="109" y="45"/>
                  </a:lnTo>
                  <a:lnTo>
                    <a:pt x="112" y="42"/>
                  </a:lnTo>
                  <a:lnTo>
                    <a:pt x="115" y="38"/>
                  </a:lnTo>
                  <a:lnTo>
                    <a:pt x="115" y="32"/>
                  </a:lnTo>
                  <a:lnTo>
                    <a:pt x="112" y="28"/>
                  </a:lnTo>
                  <a:lnTo>
                    <a:pt x="109" y="25"/>
                  </a:lnTo>
                  <a:lnTo>
                    <a:pt x="13" y="0"/>
                  </a:lnTo>
                  <a:lnTo>
                    <a:pt x="6" y="0"/>
                  </a:lnTo>
                  <a:lnTo>
                    <a:pt x="3" y="4"/>
                  </a:lnTo>
                  <a:lnTo>
                    <a:pt x="0" y="7"/>
                  </a:lnTo>
                  <a:lnTo>
                    <a:pt x="0" y="14"/>
                  </a:lnTo>
                  <a:lnTo>
                    <a:pt x="3" y="17"/>
                  </a:lnTo>
                  <a:lnTo>
                    <a:pt x="6" y="20"/>
                  </a:lnTo>
                  <a:lnTo>
                    <a:pt x="102"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23" name="Freeform 66">
              <a:extLst>
                <a:ext uri="{FF2B5EF4-FFF2-40B4-BE49-F238E27FC236}">
                  <a16:creationId xmlns:a16="http://schemas.microsoft.com/office/drawing/2014/main" id="{B4CFE00B-2027-3D1A-CB2B-C18AB46A2E95}"/>
                </a:ext>
              </a:extLst>
            </p:cNvPr>
            <p:cNvSpPr>
              <a:spLocks noChangeAspect="1"/>
            </p:cNvSpPr>
            <p:nvPr/>
          </p:nvSpPr>
          <p:spPr bwMode="auto">
            <a:xfrm>
              <a:off x="3787" y="2352"/>
              <a:ext cx="106" cy="106"/>
            </a:xfrm>
            <a:custGeom>
              <a:avLst/>
              <a:gdLst>
                <a:gd name="T0" fmla="*/ 104 w 106"/>
                <a:gd name="T1" fmla="*/ 9 h 106"/>
                <a:gd name="T2" fmla="*/ 106 w 106"/>
                <a:gd name="T3" fmla="*/ 9 h 106"/>
                <a:gd name="T4" fmla="*/ 106 w 106"/>
                <a:gd name="T5" fmla="*/ 4 h 106"/>
                <a:gd name="T6" fmla="*/ 104 w 106"/>
                <a:gd name="T7" fmla="*/ 2 h 106"/>
                <a:gd name="T8" fmla="*/ 104 w 106"/>
                <a:gd name="T9" fmla="*/ 0 h 106"/>
                <a:gd name="T10" fmla="*/ 99 w 106"/>
                <a:gd name="T11" fmla="*/ 0 h 106"/>
                <a:gd name="T12" fmla="*/ 98 w 106"/>
                <a:gd name="T13" fmla="*/ 2 h 106"/>
                <a:gd name="T14" fmla="*/ 2 w 106"/>
                <a:gd name="T15" fmla="*/ 98 h 106"/>
                <a:gd name="T16" fmla="*/ 0 w 106"/>
                <a:gd name="T17" fmla="*/ 99 h 106"/>
                <a:gd name="T18" fmla="*/ 0 w 106"/>
                <a:gd name="T19" fmla="*/ 104 h 106"/>
                <a:gd name="T20" fmla="*/ 2 w 106"/>
                <a:gd name="T21" fmla="*/ 104 h 106"/>
                <a:gd name="T22" fmla="*/ 4 w 106"/>
                <a:gd name="T23" fmla="*/ 106 h 106"/>
                <a:gd name="T24" fmla="*/ 9 w 106"/>
                <a:gd name="T25" fmla="*/ 106 h 106"/>
                <a:gd name="T26" fmla="*/ 9 w 106"/>
                <a:gd name="T27" fmla="*/ 104 h 106"/>
                <a:gd name="T28" fmla="*/ 104 w 106"/>
                <a:gd name="T29" fmla="*/ 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9"/>
                  </a:moveTo>
                  <a:lnTo>
                    <a:pt x="106" y="9"/>
                  </a:lnTo>
                  <a:lnTo>
                    <a:pt x="106" y="4"/>
                  </a:lnTo>
                  <a:lnTo>
                    <a:pt x="104" y="2"/>
                  </a:lnTo>
                  <a:lnTo>
                    <a:pt x="104" y="0"/>
                  </a:lnTo>
                  <a:lnTo>
                    <a:pt x="99" y="0"/>
                  </a:lnTo>
                  <a:lnTo>
                    <a:pt x="98" y="2"/>
                  </a:lnTo>
                  <a:lnTo>
                    <a:pt x="2" y="98"/>
                  </a:lnTo>
                  <a:lnTo>
                    <a:pt x="0" y="99"/>
                  </a:lnTo>
                  <a:lnTo>
                    <a:pt x="0" y="104"/>
                  </a:lnTo>
                  <a:lnTo>
                    <a:pt x="2" y="104"/>
                  </a:lnTo>
                  <a:lnTo>
                    <a:pt x="4" y="106"/>
                  </a:lnTo>
                  <a:lnTo>
                    <a:pt x="9" y="106"/>
                  </a:lnTo>
                  <a:lnTo>
                    <a:pt x="9" y="104"/>
                  </a:lnTo>
                  <a:lnTo>
                    <a:pt x="10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24" name="Rectangle 67">
              <a:extLst>
                <a:ext uri="{FF2B5EF4-FFF2-40B4-BE49-F238E27FC236}">
                  <a16:creationId xmlns:a16="http://schemas.microsoft.com/office/drawing/2014/main" id="{D772A7DE-7F26-F039-0480-768C8DA23970}"/>
                </a:ext>
              </a:extLst>
            </p:cNvPr>
            <p:cNvSpPr>
              <a:spLocks noChangeAspect="1" noChangeArrowheads="1"/>
            </p:cNvSpPr>
            <p:nvPr/>
          </p:nvSpPr>
          <p:spPr bwMode="auto">
            <a:xfrm>
              <a:off x="3772" y="2296"/>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525" name="Freeform 68">
              <a:extLst>
                <a:ext uri="{FF2B5EF4-FFF2-40B4-BE49-F238E27FC236}">
                  <a16:creationId xmlns:a16="http://schemas.microsoft.com/office/drawing/2014/main" id="{D3243F83-A12B-F54A-399B-327F23597A1C}"/>
                </a:ext>
              </a:extLst>
            </p:cNvPr>
            <p:cNvSpPr>
              <a:spLocks noChangeAspect="1"/>
            </p:cNvSpPr>
            <p:nvPr/>
          </p:nvSpPr>
          <p:spPr bwMode="auto">
            <a:xfrm>
              <a:off x="4081" y="2267"/>
              <a:ext cx="375" cy="395"/>
            </a:xfrm>
            <a:custGeom>
              <a:avLst/>
              <a:gdLst>
                <a:gd name="T0" fmla="*/ 10 w 375"/>
                <a:gd name="T1" fmla="*/ 0 h 395"/>
                <a:gd name="T2" fmla="*/ 6 w 375"/>
                <a:gd name="T3" fmla="*/ 0 h 395"/>
                <a:gd name="T4" fmla="*/ 3 w 375"/>
                <a:gd name="T5" fmla="*/ 3 h 395"/>
                <a:gd name="T6" fmla="*/ 0 w 375"/>
                <a:gd name="T7" fmla="*/ 6 h 395"/>
                <a:gd name="T8" fmla="*/ 0 w 375"/>
                <a:gd name="T9" fmla="*/ 389 h 395"/>
                <a:gd name="T10" fmla="*/ 3 w 375"/>
                <a:gd name="T11" fmla="*/ 392 h 395"/>
                <a:gd name="T12" fmla="*/ 6 w 375"/>
                <a:gd name="T13" fmla="*/ 395 h 395"/>
                <a:gd name="T14" fmla="*/ 369 w 375"/>
                <a:gd name="T15" fmla="*/ 395 h 395"/>
                <a:gd name="T16" fmla="*/ 372 w 375"/>
                <a:gd name="T17" fmla="*/ 392 h 395"/>
                <a:gd name="T18" fmla="*/ 375 w 375"/>
                <a:gd name="T19" fmla="*/ 389 h 395"/>
                <a:gd name="T20" fmla="*/ 375 w 375"/>
                <a:gd name="T21" fmla="*/ 6 h 395"/>
                <a:gd name="T22" fmla="*/ 372 w 375"/>
                <a:gd name="T23" fmla="*/ 3 h 395"/>
                <a:gd name="T24" fmla="*/ 369 w 375"/>
                <a:gd name="T25" fmla="*/ 0 h 395"/>
                <a:gd name="T26" fmla="*/ 366 w 375"/>
                <a:gd name="T27" fmla="*/ 0 h 395"/>
                <a:gd name="T28" fmla="*/ 10 w 375"/>
                <a:gd name="T29" fmla="*/ 0 h 395"/>
                <a:gd name="T30" fmla="*/ 10 w 375"/>
                <a:gd name="T31" fmla="*/ 19 h 395"/>
                <a:gd name="T32" fmla="*/ 366 w 375"/>
                <a:gd name="T33" fmla="*/ 19 h 395"/>
                <a:gd name="T34" fmla="*/ 356 w 375"/>
                <a:gd name="T35" fmla="*/ 10 h 395"/>
                <a:gd name="T36" fmla="*/ 356 w 375"/>
                <a:gd name="T37" fmla="*/ 385 h 395"/>
                <a:gd name="T38" fmla="*/ 366 w 375"/>
                <a:gd name="T39" fmla="*/ 375 h 395"/>
                <a:gd name="T40" fmla="*/ 10 w 375"/>
                <a:gd name="T41" fmla="*/ 375 h 395"/>
                <a:gd name="T42" fmla="*/ 19 w 375"/>
                <a:gd name="T43" fmla="*/ 385 h 395"/>
                <a:gd name="T44" fmla="*/ 19 w 375"/>
                <a:gd name="T45" fmla="*/ 10 h 395"/>
                <a:gd name="T46" fmla="*/ 10 w 375"/>
                <a:gd name="T47" fmla="*/ 19 h 395"/>
                <a:gd name="T48" fmla="*/ 10 w 375"/>
                <a:gd name="T49" fmla="*/ 0 h 3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5"/>
                <a:gd name="T76" fmla="*/ 0 h 395"/>
                <a:gd name="T77" fmla="*/ 375 w 375"/>
                <a:gd name="T78" fmla="*/ 395 h 3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5" h="395">
                  <a:moveTo>
                    <a:pt x="10" y="0"/>
                  </a:moveTo>
                  <a:lnTo>
                    <a:pt x="6" y="0"/>
                  </a:lnTo>
                  <a:lnTo>
                    <a:pt x="3" y="3"/>
                  </a:lnTo>
                  <a:lnTo>
                    <a:pt x="0" y="6"/>
                  </a:lnTo>
                  <a:lnTo>
                    <a:pt x="0" y="389"/>
                  </a:lnTo>
                  <a:lnTo>
                    <a:pt x="3" y="392"/>
                  </a:lnTo>
                  <a:lnTo>
                    <a:pt x="6" y="395"/>
                  </a:lnTo>
                  <a:lnTo>
                    <a:pt x="369" y="395"/>
                  </a:lnTo>
                  <a:lnTo>
                    <a:pt x="372" y="392"/>
                  </a:lnTo>
                  <a:lnTo>
                    <a:pt x="375" y="389"/>
                  </a:lnTo>
                  <a:lnTo>
                    <a:pt x="375" y="6"/>
                  </a:lnTo>
                  <a:lnTo>
                    <a:pt x="372" y="3"/>
                  </a:lnTo>
                  <a:lnTo>
                    <a:pt x="369" y="0"/>
                  </a:lnTo>
                  <a:lnTo>
                    <a:pt x="366" y="0"/>
                  </a:lnTo>
                  <a:lnTo>
                    <a:pt x="10" y="0"/>
                  </a:lnTo>
                  <a:lnTo>
                    <a:pt x="10" y="19"/>
                  </a:lnTo>
                  <a:lnTo>
                    <a:pt x="366" y="19"/>
                  </a:lnTo>
                  <a:lnTo>
                    <a:pt x="356" y="10"/>
                  </a:lnTo>
                  <a:lnTo>
                    <a:pt x="356" y="385"/>
                  </a:lnTo>
                  <a:lnTo>
                    <a:pt x="366" y="375"/>
                  </a:lnTo>
                  <a:lnTo>
                    <a:pt x="10" y="375"/>
                  </a:lnTo>
                  <a:lnTo>
                    <a:pt x="19" y="385"/>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26" name="Rectangle 69">
              <a:extLst>
                <a:ext uri="{FF2B5EF4-FFF2-40B4-BE49-F238E27FC236}">
                  <a16:creationId xmlns:a16="http://schemas.microsoft.com/office/drawing/2014/main" id="{72B0A72E-7411-2D8E-3A06-462B687698B0}"/>
                </a:ext>
              </a:extLst>
            </p:cNvPr>
            <p:cNvSpPr>
              <a:spLocks noChangeAspect="1" noChangeArrowheads="1"/>
            </p:cNvSpPr>
            <p:nvPr/>
          </p:nvSpPr>
          <p:spPr bwMode="auto">
            <a:xfrm>
              <a:off x="4206" y="2441"/>
              <a:ext cx="23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MUX</a:t>
              </a:r>
              <a:endParaRPr lang="en-US" altLang="es-ES" sz="2800" b="0" i="0" baseline="0"/>
            </a:p>
          </p:txBody>
        </p:sp>
        <p:sp>
          <p:nvSpPr>
            <p:cNvPr id="19527" name="Rectangle 70">
              <a:extLst>
                <a:ext uri="{FF2B5EF4-FFF2-40B4-BE49-F238E27FC236}">
                  <a16:creationId xmlns:a16="http://schemas.microsoft.com/office/drawing/2014/main" id="{A61CF3D9-944A-7AF9-842C-20A75B706D7F}"/>
                </a:ext>
              </a:extLst>
            </p:cNvPr>
            <p:cNvSpPr>
              <a:spLocks noChangeAspect="1" noChangeArrowheads="1"/>
            </p:cNvSpPr>
            <p:nvPr/>
          </p:nvSpPr>
          <p:spPr bwMode="auto">
            <a:xfrm>
              <a:off x="4232" y="2290"/>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S</a:t>
              </a:r>
              <a:endParaRPr lang="en-US" altLang="es-ES" sz="2800" b="0" i="0" baseline="0"/>
            </a:p>
          </p:txBody>
        </p:sp>
        <p:sp>
          <p:nvSpPr>
            <p:cNvPr id="19528" name="Rectangle 71">
              <a:extLst>
                <a:ext uri="{FF2B5EF4-FFF2-40B4-BE49-F238E27FC236}">
                  <a16:creationId xmlns:a16="http://schemas.microsoft.com/office/drawing/2014/main" id="{D5C68CD1-6619-A468-A3B9-C63195D8D043}"/>
                </a:ext>
              </a:extLst>
            </p:cNvPr>
            <p:cNvSpPr>
              <a:spLocks noChangeAspect="1" noChangeArrowheads="1"/>
            </p:cNvSpPr>
            <p:nvPr/>
          </p:nvSpPr>
          <p:spPr bwMode="auto">
            <a:xfrm>
              <a:off x="4119" y="2341"/>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0</a:t>
              </a:r>
              <a:endParaRPr lang="en-US" altLang="es-ES" sz="2800" b="0" i="0" baseline="0"/>
            </a:p>
          </p:txBody>
        </p:sp>
        <p:sp>
          <p:nvSpPr>
            <p:cNvPr id="19529" name="Rectangle 72">
              <a:extLst>
                <a:ext uri="{FF2B5EF4-FFF2-40B4-BE49-F238E27FC236}">
                  <a16:creationId xmlns:a16="http://schemas.microsoft.com/office/drawing/2014/main" id="{454D1339-BC0C-5F1C-F925-6B733480E1A9}"/>
                </a:ext>
              </a:extLst>
            </p:cNvPr>
            <p:cNvSpPr>
              <a:spLocks noChangeAspect="1" noChangeArrowheads="1"/>
            </p:cNvSpPr>
            <p:nvPr/>
          </p:nvSpPr>
          <p:spPr bwMode="auto">
            <a:xfrm>
              <a:off x="4112" y="2502"/>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1</a:t>
              </a:r>
              <a:endParaRPr lang="en-US" altLang="es-ES" sz="2800" b="0" i="0" baseline="0"/>
            </a:p>
          </p:txBody>
        </p:sp>
        <p:sp>
          <p:nvSpPr>
            <p:cNvPr id="19530" name="Freeform 73">
              <a:extLst>
                <a:ext uri="{FF2B5EF4-FFF2-40B4-BE49-F238E27FC236}">
                  <a16:creationId xmlns:a16="http://schemas.microsoft.com/office/drawing/2014/main" id="{BE9C35F9-DEC0-764C-F57A-A7B596AA1BB1}"/>
                </a:ext>
              </a:extLst>
            </p:cNvPr>
            <p:cNvSpPr>
              <a:spLocks noChangeAspect="1"/>
            </p:cNvSpPr>
            <p:nvPr/>
          </p:nvSpPr>
          <p:spPr bwMode="auto">
            <a:xfrm>
              <a:off x="4440" y="2413"/>
              <a:ext cx="423" cy="20"/>
            </a:xfrm>
            <a:custGeom>
              <a:avLst/>
              <a:gdLst>
                <a:gd name="T0" fmla="*/ 10 w 423"/>
                <a:gd name="T1" fmla="*/ 0 h 20"/>
                <a:gd name="T2" fmla="*/ 7 w 423"/>
                <a:gd name="T3" fmla="*/ 0 h 20"/>
                <a:gd name="T4" fmla="*/ 3 w 423"/>
                <a:gd name="T5" fmla="*/ 4 h 20"/>
                <a:gd name="T6" fmla="*/ 0 w 423"/>
                <a:gd name="T7" fmla="*/ 7 h 20"/>
                <a:gd name="T8" fmla="*/ 0 w 423"/>
                <a:gd name="T9" fmla="*/ 13 h 20"/>
                <a:gd name="T10" fmla="*/ 3 w 423"/>
                <a:gd name="T11" fmla="*/ 17 h 20"/>
                <a:gd name="T12" fmla="*/ 7 w 423"/>
                <a:gd name="T13" fmla="*/ 20 h 20"/>
                <a:gd name="T14" fmla="*/ 417 w 423"/>
                <a:gd name="T15" fmla="*/ 20 h 20"/>
                <a:gd name="T16" fmla="*/ 420 w 423"/>
                <a:gd name="T17" fmla="*/ 17 h 20"/>
                <a:gd name="T18" fmla="*/ 423 w 423"/>
                <a:gd name="T19" fmla="*/ 13 h 20"/>
                <a:gd name="T20" fmla="*/ 423 w 423"/>
                <a:gd name="T21" fmla="*/ 7 h 20"/>
                <a:gd name="T22" fmla="*/ 420 w 423"/>
                <a:gd name="T23" fmla="*/ 4 h 20"/>
                <a:gd name="T24" fmla="*/ 417 w 423"/>
                <a:gd name="T25" fmla="*/ 0 h 20"/>
                <a:gd name="T26" fmla="*/ 414 w 423"/>
                <a:gd name="T27" fmla="*/ 0 h 20"/>
                <a:gd name="T28" fmla="*/ 10 w 423"/>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3"/>
                <a:gd name="T46" fmla="*/ 0 h 20"/>
                <a:gd name="T47" fmla="*/ 423 w 423"/>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3" h="20">
                  <a:moveTo>
                    <a:pt x="10" y="0"/>
                  </a:moveTo>
                  <a:lnTo>
                    <a:pt x="7" y="0"/>
                  </a:lnTo>
                  <a:lnTo>
                    <a:pt x="3" y="4"/>
                  </a:lnTo>
                  <a:lnTo>
                    <a:pt x="0" y="7"/>
                  </a:lnTo>
                  <a:lnTo>
                    <a:pt x="0" y="13"/>
                  </a:lnTo>
                  <a:lnTo>
                    <a:pt x="3" y="17"/>
                  </a:lnTo>
                  <a:lnTo>
                    <a:pt x="7" y="20"/>
                  </a:lnTo>
                  <a:lnTo>
                    <a:pt x="417" y="20"/>
                  </a:lnTo>
                  <a:lnTo>
                    <a:pt x="420" y="17"/>
                  </a:lnTo>
                  <a:lnTo>
                    <a:pt x="423" y="13"/>
                  </a:lnTo>
                  <a:lnTo>
                    <a:pt x="423" y="7"/>
                  </a:lnTo>
                  <a:lnTo>
                    <a:pt x="420" y="4"/>
                  </a:lnTo>
                  <a:lnTo>
                    <a:pt x="417" y="0"/>
                  </a:lnTo>
                  <a:lnTo>
                    <a:pt x="414"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31" name="Freeform 74">
              <a:extLst>
                <a:ext uri="{FF2B5EF4-FFF2-40B4-BE49-F238E27FC236}">
                  <a16:creationId xmlns:a16="http://schemas.microsoft.com/office/drawing/2014/main" id="{A6C3ED30-9089-A79F-C9D2-099DFCEF6EE7}"/>
                </a:ext>
              </a:extLst>
            </p:cNvPr>
            <p:cNvSpPr>
              <a:spLocks noChangeAspect="1"/>
            </p:cNvSpPr>
            <p:nvPr/>
          </p:nvSpPr>
          <p:spPr bwMode="auto">
            <a:xfrm>
              <a:off x="4748" y="2413"/>
              <a:ext cx="115" cy="43"/>
            </a:xfrm>
            <a:custGeom>
              <a:avLst/>
              <a:gdLst>
                <a:gd name="T0" fmla="*/ 107 w 115"/>
                <a:gd name="T1" fmla="*/ 20 h 43"/>
                <a:gd name="T2" fmla="*/ 111 w 115"/>
                <a:gd name="T3" fmla="*/ 18 h 43"/>
                <a:gd name="T4" fmla="*/ 114 w 115"/>
                <a:gd name="T5" fmla="*/ 15 h 43"/>
                <a:gd name="T6" fmla="*/ 115 w 115"/>
                <a:gd name="T7" fmla="*/ 13 h 43"/>
                <a:gd name="T8" fmla="*/ 115 w 115"/>
                <a:gd name="T9" fmla="*/ 9 h 43"/>
                <a:gd name="T10" fmla="*/ 114 w 115"/>
                <a:gd name="T11" fmla="*/ 5 h 43"/>
                <a:gd name="T12" fmla="*/ 111 w 115"/>
                <a:gd name="T13" fmla="*/ 2 h 43"/>
                <a:gd name="T14" fmla="*/ 109 w 115"/>
                <a:gd name="T15" fmla="*/ 0 h 43"/>
                <a:gd name="T16" fmla="*/ 104 w 115"/>
                <a:gd name="T17" fmla="*/ 0 h 43"/>
                <a:gd name="T18" fmla="*/ 8 w 115"/>
                <a:gd name="T19" fmla="*/ 23 h 43"/>
                <a:gd name="T20" fmla="*/ 5 w 115"/>
                <a:gd name="T21" fmla="*/ 25 h 43"/>
                <a:gd name="T22" fmla="*/ 2 w 115"/>
                <a:gd name="T23" fmla="*/ 28 h 43"/>
                <a:gd name="T24" fmla="*/ 0 w 115"/>
                <a:gd name="T25" fmla="*/ 30 h 43"/>
                <a:gd name="T26" fmla="*/ 0 w 115"/>
                <a:gd name="T27" fmla="*/ 35 h 43"/>
                <a:gd name="T28" fmla="*/ 2 w 115"/>
                <a:gd name="T29" fmla="*/ 38 h 43"/>
                <a:gd name="T30" fmla="*/ 5 w 115"/>
                <a:gd name="T31" fmla="*/ 41 h 43"/>
                <a:gd name="T32" fmla="*/ 7 w 115"/>
                <a:gd name="T33" fmla="*/ 43 h 43"/>
                <a:gd name="T34" fmla="*/ 12 w 115"/>
                <a:gd name="T35" fmla="*/ 43 h 43"/>
                <a:gd name="T36" fmla="*/ 107 w 115"/>
                <a:gd name="T37" fmla="*/ 20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43"/>
                <a:gd name="T59" fmla="*/ 115 w 115"/>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43">
                  <a:moveTo>
                    <a:pt x="107" y="20"/>
                  </a:moveTo>
                  <a:lnTo>
                    <a:pt x="111" y="18"/>
                  </a:lnTo>
                  <a:lnTo>
                    <a:pt x="114" y="15"/>
                  </a:lnTo>
                  <a:lnTo>
                    <a:pt x="115" y="13"/>
                  </a:lnTo>
                  <a:lnTo>
                    <a:pt x="115" y="9"/>
                  </a:lnTo>
                  <a:lnTo>
                    <a:pt x="114" y="5"/>
                  </a:lnTo>
                  <a:lnTo>
                    <a:pt x="111" y="2"/>
                  </a:lnTo>
                  <a:lnTo>
                    <a:pt x="109" y="0"/>
                  </a:lnTo>
                  <a:lnTo>
                    <a:pt x="104" y="0"/>
                  </a:lnTo>
                  <a:lnTo>
                    <a:pt x="8" y="23"/>
                  </a:lnTo>
                  <a:lnTo>
                    <a:pt x="5" y="25"/>
                  </a:lnTo>
                  <a:lnTo>
                    <a:pt x="2" y="28"/>
                  </a:lnTo>
                  <a:lnTo>
                    <a:pt x="0" y="30"/>
                  </a:lnTo>
                  <a:lnTo>
                    <a:pt x="0" y="35"/>
                  </a:lnTo>
                  <a:lnTo>
                    <a:pt x="2" y="38"/>
                  </a:lnTo>
                  <a:lnTo>
                    <a:pt x="5" y="41"/>
                  </a:lnTo>
                  <a:lnTo>
                    <a:pt x="7" y="43"/>
                  </a:lnTo>
                  <a:lnTo>
                    <a:pt x="12" y="43"/>
                  </a:lnTo>
                  <a:lnTo>
                    <a:pt x="107"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32" name="Freeform 75">
              <a:extLst>
                <a:ext uri="{FF2B5EF4-FFF2-40B4-BE49-F238E27FC236}">
                  <a16:creationId xmlns:a16="http://schemas.microsoft.com/office/drawing/2014/main" id="{E69C4472-0757-6D29-63A6-89BF9986A2F7}"/>
                </a:ext>
              </a:extLst>
            </p:cNvPr>
            <p:cNvSpPr>
              <a:spLocks noChangeAspect="1"/>
            </p:cNvSpPr>
            <p:nvPr/>
          </p:nvSpPr>
          <p:spPr bwMode="auto">
            <a:xfrm>
              <a:off x="4748" y="2389"/>
              <a:ext cx="115" cy="44"/>
            </a:xfrm>
            <a:custGeom>
              <a:avLst/>
              <a:gdLst>
                <a:gd name="T0" fmla="*/ 102 w 115"/>
                <a:gd name="T1" fmla="*/ 44 h 44"/>
                <a:gd name="T2" fmla="*/ 109 w 115"/>
                <a:gd name="T3" fmla="*/ 44 h 44"/>
                <a:gd name="T4" fmla="*/ 112 w 115"/>
                <a:gd name="T5" fmla="*/ 41 h 44"/>
                <a:gd name="T6" fmla="*/ 115 w 115"/>
                <a:gd name="T7" fmla="*/ 37 h 44"/>
                <a:gd name="T8" fmla="*/ 115 w 115"/>
                <a:gd name="T9" fmla="*/ 31 h 44"/>
                <a:gd name="T10" fmla="*/ 112 w 115"/>
                <a:gd name="T11" fmla="*/ 28 h 44"/>
                <a:gd name="T12" fmla="*/ 109 w 115"/>
                <a:gd name="T13" fmla="*/ 24 h 44"/>
                <a:gd name="T14" fmla="*/ 13 w 115"/>
                <a:gd name="T15" fmla="*/ 0 h 44"/>
                <a:gd name="T16" fmla="*/ 7 w 115"/>
                <a:gd name="T17" fmla="*/ 0 h 44"/>
                <a:gd name="T18" fmla="*/ 3 w 115"/>
                <a:gd name="T19" fmla="*/ 3 h 44"/>
                <a:gd name="T20" fmla="*/ 0 w 115"/>
                <a:gd name="T21" fmla="*/ 6 h 44"/>
                <a:gd name="T22" fmla="*/ 0 w 115"/>
                <a:gd name="T23" fmla="*/ 13 h 44"/>
                <a:gd name="T24" fmla="*/ 3 w 115"/>
                <a:gd name="T25" fmla="*/ 16 h 44"/>
                <a:gd name="T26" fmla="*/ 7 w 115"/>
                <a:gd name="T27" fmla="*/ 19 h 44"/>
                <a:gd name="T28" fmla="*/ 102 w 115"/>
                <a:gd name="T29" fmla="*/ 44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5"/>
                <a:gd name="T46" fmla="*/ 0 h 44"/>
                <a:gd name="T47" fmla="*/ 115 w 115"/>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5" h="44">
                  <a:moveTo>
                    <a:pt x="102" y="44"/>
                  </a:moveTo>
                  <a:lnTo>
                    <a:pt x="109" y="44"/>
                  </a:lnTo>
                  <a:lnTo>
                    <a:pt x="112" y="41"/>
                  </a:lnTo>
                  <a:lnTo>
                    <a:pt x="115" y="37"/>
                  </a:lnTo>
                  <a:lnTo>
                    <a:pt x="115" y="31"/>
                  </a:lnTo>
                  <a:lnTo>
                    <a:pt x="112" y="28"/>
                  </a:lnTo>
                  <a:lnTo>
                    <a:pt x="109" y="24"/>
                  </a:lnTo>
                  <a:lnTo>
                    <a:pt x="13" y="0"/>
                  </a:lnTo>
                  <a:lnTo>
                    <a:pt x="7" y="0"/>
                  </a:lnTo>
                  <a:lnTo>
                    <a:pt x="3" y="3"/>
                  </a:lnTo>
                  <a:lnTo>
                    <a:pt x="0" y="6"/>
                  </a:lnTo>
                  <a:lnTo>
                    <a:pt x="0" y="13"/>
                  </a:lnTo>
                  <a:lnTo>
                    <a:pt x="3" y="16"/>
                  </a:lnTo>
                  <a:lnTo>
                    <a:pt x="7" y="19"/>
                  </a:lnTo>
                  <a:lnTo>
                    <a:pt x="102"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33" name="Freeform 76">
              <a:extLst>
                <a:ext uri="{FF2B5EF4-FFF2-40B4-BE49-F238E27FC236}">
                  <a16:creationId xmlns:a16="http://schemas.microsoft.com/office/drawing/2014/main" id="{7823BEF3-382C-5468-0BFE-6733737CFB95}"/>
                </a:ext>
              </a:extLst>
            </p:cNvPr>
            <p:cNvSpPr>
              <a:spLocks noChangeAspect="1"/>
            </p:cNvSpPr>
            <p:nvPr/>
          </p:nvSpPr>
          <p:spPr bwMode="auto">
            <a:xfrm>
              <a:off x="4564" y="2370"/>
              <a:ext cx="105" cy="106"/>
            </a:xfrm>
            <a:custGeom>
              <a:avLst/>
              <a:gdLst>
                <a:gd name="T0" fmla="*/ 103 w 105"/>
                <a:gd name="T1" fmla="*/ 9 h 106"/>
                <a:gd name="T2" fmla="*/ 105 w 105"/>
                <a:gd name="T3" fmla="*/ 9 h 106"/>
                <a:gd name="T4" fmla="*/ 105 w 105"/>
                <a:gd name="T5" fmla="*/ 4 h 106"/>
                <a:gd name="T6" fmla="*/ 103 w 105"/>
                <a:gd name="T7" fmla="*/ 2 h 106"/>
                <a:gd name="T8" fmla="*/ 103 w 105"/>
                <a:gd name="T9" fmla="*/ 0 h 106"/>
                <a:gd name="T10" fmla="*/ 98 w 105"/>
                <a:gd name="T11" fmla="*/ 0 h 106"/>
                <a:gd name="T12" fmla="*/ 97 w 105"/>
                <a:gd name="T13" fmla="*/ 2 h 106"/>
                <a:gd name="T14" fmla="*/ 1 w 105"/>
                <a:gd name="T15" fmla="*/ 98 h 106"/>
                <a:gd name="T16" fmla="*/ 0 w 105"/>
                <a:gd name="T17" fmla="*/ 99 h 106"/>
                <a:gd name="T18" fmla="*/ 0 w 105"/>
                <a:gd name="T19" fmla="*/ 104 h 106"/>
                <a:gd name="T20" fmla="*/ 1 w 105"/>
                <a:gd name="T21" fmla="*/ 104 h 106"/>
                <a:gd name="T22" fmla="*/ 3 w 105"/>
                <a:gd name="T23" fmla="*/ 106 h 106"/>
                <a:gd name="T24" fmla="*/ 8 w 105"/>
                <a:gd name="T25" fmla="*/ 106 h 106"/>
                <a:gd name="T26" fmla="*/ 8 w 105"/>
                <a:gd name="T27" fmla="*/ 104 h 106"/>
                <a:gd name="T28" fmla="*/ 103 w 105"/>
                <a:gd name="T29" fmla="*/ 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9"/>
                  </a:moveTo>
                  <a:lnTo>
                    <a:pt x="105" y="9"/>
                  </a:lnTo>
                  <a:lnTo>
                    <a:pt x="105" y="4"/>
                  </a:lnTo>
                  <a:lnTo>
                    <a:pt x="103" y="2"/>
                  </a:lnTo>
                  <a:lnTo>
                    <a:pt x="103" y="0"/>
                  </a:lnTo>
                  <a:lnTo>
                    <a:pt x="98" y="0"/>
                  </a:lnTo>
                  <a:lnTo>
                    <a:pt x="97" y="2"/>
                  </a:lnTo>
                  <a:lnTo>
                    <a:pt x="1" y="98"/>
                  </a:lnTo>
                  <a:lnTo>
                    <a:pt x="0" y="99"/>
                  </a:lnTo>
                  <a:lnTo>
                    <a:pt x="0" y="104"/>
                  </a:lnTo>
                  <a:lnTo>
                    <a:pt x="1" y="104"/>
                  </a:lnTo>
                  <a:lnTo>
                    <a:pt x="3" y="106"/>
                  </a:lnTo>
                  <a:lnTo>
                    <a:pt x="8" y="106"/>
                  </a:lnTo>
                  <a:lnTo>
                    <a:pt x="8" y="104"/>
                  </a:lnTo>
                  <a:lnTo>
                    <a:pt x="10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34" name="Rectangle 77">
              <a:extLst>
                <a:ext uri="{FF2B5EF4-FFF2-40B4-BE49-F238E27FC236}">
                  <a16:creationId xmlns:a16="http://schemas.microsoft.com/office/drawing/2014/main" id="{694AF7BD-80F1-707F-518D-0DE1CAB873E0}"/>
                </a:ext>
              </a:extLst>
            </p:cNvPr>
            <p:cNvSpPr>
              <a:spLocks noChangeAspect="1" noChangeArrowheads="1"/>
            </p:cNvSpPr>
            <p:nvPr/>
          </p:nvSpPr>
          <p:spPr bwMode="auto">
            <a:xfrm>
              <a:off x="4549" y="2316"/>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535" name="Freeform 78">
              <a:extLst>
                <a:ext uri="{FF2B5EF4-FFF2-40B4-BE49-F238E27FC236}">
                  <a16:creationId xmlns:a16="http://schemas.microsoft.com/office/drawing/2014/main" id="{CE76EC1E-76A6-5550-4286-36A43885EE5C}"/>
                </a:ext>
              </a:extLst>
            </p:cNvPr>
            <p:cNvSpPr>
              <a:spLocks noChangeAspect="1"/>
            </p:cNvSpPr>
            <p:nvPr/>
          </p:nvSpPr>
          <p:spPr bwMode="auto">
            <a:xfrm>
              <a:off x="4259" y="2094"/>
              <a:ext cx="19" cy="173"/>
            </a:xfrm>
            <a:custGeom>
              <a:avLst/>
              <a:gdLst>
                <a:gd name="T0" fmla="*/ 19 w 19"/>
                <a:gd name="T1" fmla="*/ 9 h 173"/>
                <a:gd name="T2" fmla="*/ 19 w 19"/>
                <a:gd name="T3" fmla="*/ 6 h 173"/>
                <a:gd name="T4" fmla="*/ 16 w 19"/>
                <a:gd name="T5" fmla="*/ 3 h 173"/>
                <a:gd name="T6" fmla="*/ 13 w 19"/>
                <a:gd name="T7" fmla="*/ 0 h 173"/>
                <a:gd name="T8" fmla="*/ 6 w 19"/>
                <a:gd name="T9" fmla="*/ 0 h 173"/>
                <a:gd name="T10" fmla="*/ 3 w 19"/>
                <a:gd name="T11" fmla="*/ 3 h 173"/>
                <a:gd name="T12" fmla="*/ 0 w 19"/>
                <a:gd name="T13" fmla="*/ 6 h 173"/>
                <a:gd name="T14" fmla="*/ 0 w 19"/>
                <a:gd name="T15" fmla="*/ 166 h 173"/>
                <a:gd name="T16" fmla="*/ 3 w 19"/>
                <a:gd name="T17" fmla="*/ 169 h 173"/>
                <a:gd name="T18" fmla="*/ 6 w 19"/>
                <a:gd name="T19" fmla="*/ 173 h 173"/>
                <a:gd name="T20" fmla="*/ 13 w 19"/>
                <a:gd name="T21" fmla="*/ 173 h 173"/>
                <a:gd name="T22" fmla="*/ 16 w 19"/>
                <a:gd name="T23" fmla="*/ 169 h 173"/>
                <a:gd name="T24" fmla="*/ 19 w 19"/>
                <a:gd name="T25" fmla="*/ 166 h 173"/>
                <a:gd name="T26" fmla="*/ 19 w 19"/>
                <a:gd name="T27" fmla="*/ 163 h 173"/>
                <a:gd name="T28" fmla="*/ 19 w 19"/>
                <a:gd name="T29" fmla="*/ 9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3"/>
                <a:gd name="T47" fmla="*/ 19 w 19"/>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3">
                  <a:moveTo>
                    <a:pt x="19" y="9"/>
                  </a:moveTo>
                  <a:lnTo>
                    <a:pt x="19" y="6"/>
                  </a:lnTo>
                  <a:lnTo>
                    <a:pt x="16" y="3"/>
                  </a:lnTo>
                  <a:lnTo>
                    <a:pt x="13" y="0"/>
                  </a:lnTo>
                  <a:lnTo>
                    <a:pt x="6" y="0"/>
                  </a:lnTo>
                  <a:lnTo>
                    <a:pt x="3" y="3"/>
                  </a:lnTo>
                  <a:lnTo>
                    <a:pt x="0" y="6"/>
                  </a:lnTo>
                  <a:lnTo>
                    <a:pt x="0" y="166"/>
                  </a:lnTo>
                  <a:lnTo>
                    <a:pt x="3" y="169"/>
                  </a:lnTo>
                  <a:lnTo>
                    <a:pt x="6" y="173"/>
                  </a:lnTo>
                  <a:lnTo>
                    <a:pt x="13" y="173"/>
                  </a:lnTo>
                  <a:lnTo>
                    <a:pt x="16" y="169"/>
                  </a:lnTo>
                  <a:lnTo>
                    <a:pt x="19" y="166"/>
                  </a:lnTo>
                  <a:lnTo>
                    <a:pt x="19" y="163"/>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36" name="Freeform 79">
              <a:extLst>
                <a:ext uri="{FF2B5EF4-FFF2-40B4-BE49-F238E27FC236}">
                  <a16:creationId xmlns:a16="http://schemas.microsoft.com/office/drawing/2014/main" id="{6B9B6F6A-066B-D447-9E07-F879B350EFEB}"/>
                </a:ext>
              </a:extLst>
            </p:cNvPr>
            <p:cNvSpPr>
              <a:spLocks noChangeAspect="1"/>
            </p:cNvSpPr>
            <p:nvPr/>
          </p:nvSpPr>
          <p:spPr bwMode="auto">
            <a:xfrm>
              <a:off x="4250" y="2186"/>
              <a:ext cx="48" cy="87"/>
            </a:xfrm>
            <a:custGeom>
              <a:avLst/>
              <a:gdLst>
                <a:gd name="T0" fmla="*/ 0 w 48"/>
                <a:gd name="T1" fmla="*/ 74 h 87"/>
                <a:gd name="T2" fmla="*/ 0 w 48"/>
                <a:gd name="T3" fmla="*/ 81 h 87"/>
                <a:gd name="T4" fmla="*/ 2 w 48"/>
                <a:gd name="T5" fmla="*/ 84 h 87"/>
                <a:gd name="T6" fmla="*/ 4 w 48"/>
                <a:gd name="T7" fmla="*/ 86 h 87"/>
                <a:gd name="T8" fmla="*/ 7 w 48"/>
                <a:gd name="T9" fmla="*/ 87 h 87"/>
                <a:gd name="T10" fmla="*/ 14 w 48"/>
                <a:gd name="T11" fmla="*/ 87 h 87"/>
                <a:gd name="T12" fmla="*/ 17 w 48"/>
                <a:gd name="T13" fmla="*/ 86 h 87"/>
                <a:gd name="T14" fmla="*/ 19 w 48"/>
                <a:gd name="T15" fmla="*/ 84 h 87"/>
                <a:gd name="T16" fmla="*/ 20 w 48"/>
                <a:gd name="T17" fmla="*/ 81 h 87"/>
                <a:gd name="T18" fmla="*/ 48 w 48"/>
                <a:gd name="T19" fmla="*/ 13 h 87"/>
                <a:gd name="T20" fmla="*/ 48 w 48"/>
                <a:gd name="T21" fmla="*/ 6 h 87"/>
                <a:gd name="T22" fmla="*/ 47 w 48"/>
                <a:gd name="T23" fmla="*/ 3 h 87"/>
                <a:gd name="T24" fmla="*/ 45 w 48"/>
                <a:gd name="T25" fmla="*/ 2 h 87"/>
                <a:gd name="T26" fmla="*/ 42 w 48"/>
                <a:gd name="T27" fmla="*/ 0 h 87"/>
                <a:gd name="T28" fmla="*/ 35 w 48"/>
                <a:gd name="T29" fmla="*/ 0 h 87"/>
                <a:gd name="T30" fmla="*/ 32 w 48"/>
                <a:gd name="T31" fmla="*/ 2 h 87"/>
                <a:gd name="T32" fmla="*/ 30 w 48"/>
                <a:gd name="T33" fmla="*/ 3 h 87"/>
                <a:gd name="T34" fmla="*/ 28 w 48"/>
                <a:gd name="T35" fmla="*/ 6 h 87"/>
                <a:gd name="T36" fmla="*/ 0 w 48"/>
                <a:gd name="T37" fmla="*/ 74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87"/>
                <a:gd name="T59" fmla="*/ 48 w 48"/>
                <a:gd name="T60" fmla="*/ 87 h 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87">
                  <a:moveTo>
                    <a:pt x="0" y="74"/>
                  </a:moveTo>
                  <a:lnTo>
                    <a:pt x="0" y="81"/>
                  </a:lnTo>
                  <a:lnTo>
                    <a:pt x="2" y="84"/>
                  </a:lnTo>
                  <a:lnTo>
                    <a:pt x="4" y="86"/>
                  </a:lnTo>
                  <a:lnTo>
                    <a:pt x="7" y="87"/>
                  </a:lnTo>
                  <a:lnTo>
                    <a:pt x="14" y="87"/>
                  </a:lnTo>
                  <a:lnTo>
                    <a:pt x="17" y="86"/>
                  </a:lnTo>
                  <a:lnTo>
                    <a:pt x="19" y="84"/>
                  </a:lnTo>
                  <a:lnTo>
                    <a:pt x="20" y="81"/>
                  </a:lnTo>
                  <a:lnTo>
                    <a:pt x="48" y="13"/>
                  </a:lnTo>
                  <a:lnTo>
                    <a:pt x="48" y="6"/>
                  </a:lnTo>
                  <a:lnTo>
                    <a:pt x="47" y="3"/>
                  </a:lnTo>
                  <a:lnTo>
                    <a:pt x="45" y="2"/>
                  </a:lnTo>
                  <a:lnTo>
                    <a:pt x="42" y="0"/>
                  </a:lnTo>
                  <a:lnTo>
                    <a:pt x="35" y="0"/>
                  </a:lnTo>
                  <a:lnTo>
                    <a:pt x="32" y="2"/>
                  </a:lnTo>
                  <a:lnTo>
                    <a:pt x="30" y="3"/>
                  </a:lnTo>
                  <a:lnTo>
                    <a:pt x="28" y="6"/>
                  </a:lnTo>
                  <a:lnTo>
                    <a:pt x="0"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37" name="Freeform 80">
              <a:extLst>
                <a:ext uri="{FF2B5EF4-FFF2-40B4-BE49-F238E27FC236}">
                  <a16:creationId xmlns:a16="http://schemas.microsoft.com/office/drawing/2014/main" id="{07F79A3B-60E9-D7E9-CFF1-39A3B0EF3744}"/>
                </a:ext>
              </a:extLst>
            </p:cNvPr>
            <p:cNvSpPr>
              <a:spLocks noChangeAspect="1"/>
            </p:cNvSpPr>
            <p:nvPr/>
          </p:nvSpPr>
          <p:spPr bwMode="auto">
            <a:xfrm>
              <a:off x="4231" y="2186"/>
              <a:ext cx="39" cy="81"/>
            </a:xfrm>
            <a:custGeom>
              <a:avLst/>
              <a:gdLst>
                <a:gd name="T0" fmla="*/ 19 w 39"/>
                <a:gd name="T1" fmla="*/ 74 h 81"/>
                <a:gd name="T2" fmla="*/ 23 w 39"/>
                <a:gd name="T3" fmla="*/ 77 h 81"/>
                <a:gd name="T4" fmla="*/ 24 w 39"/>
                <a:gd name="T5" fmla="*/ 79 h 81"/>
                <a:gd name="T6" fmla="*/ 28 w 39"/>
                <a:gd name="T7" fmla="*/ 81 h 81"/>
                <a:gd name="T8" fmla="*/ 33 w 39"/>
                <a:gd name="T9" fmla="*/ 81 h 81"/>
                <a:gd name="T10" fmla="*/ 36 w 39"/>
                <a:gd name="T11" fmla="*/ 77 h 81"/>
                <a:gd name="T12" fmla="*/ 38 w 39"/>
                <a:gd name="T13" fmla="*/ 76 h 81"/>
                <a:gd name="T14" fmla="*/ 39 w 39"/>
                <a:gd name="T15" fmla="*/ 72 h 81"/>
                <a:gd name="T16" fmla="*/ 39 w 39"/>
                <a:gd name="T17" fmla="*/ 67 h 81"/>
                <a:gd name="T18" fmla="*/ 19 w 39"/>
                <a:gd name="T19" fmla="*/ 6 h 81"/>
                <a:gd name="T20" fmla="*/ 16 w 39"/>
                <a:gd name="T21" fmla="*/ 3 h 81"/>
                <a:gd name="T22" fmla="*/ 14 w 39"/>
                <a:gd name="T23" fmla="*/ 2 h 81"/>
                <a:gd name="T24" fmla="*/ 11 w 39"/>
                <a:gd name="T25" fmla="*/ 0 h 81"/>
                <a:gd name="T26" fmla="*/ 6 w 39"/>
                <a:gd name="T27" fmla="*/ 0 h 81"/>
                <a:gd name="T28" fmla="*/ 3 w 39"/>
                <a:gd name="T29" fmla="*/ 3 h 81"/>
                <a:gd name="T30" fmla="*/ 1 w 39"/>
                <a:gd name="T31" fmla="*/ 5 h 81"/>
                <a:gd name="T32" fmla="*/ 0 w 39"/>
                <a:gd name="T33" fmla="*/ 8 h 81"/>
                <a:gd name="T34" fmla="*/ 0 w 39"/>
                <a:gd name="T35" fmla="*/ 13 h 81"/>
                <a:gd name="T36" fmla="*/ 19 w 39"/>
                <a:gd name="T37" fmla="*/ 74 h 8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9"/>
                <a:gd name="T58" fmla="*/ 0 h 81"/>
                <a:gd name="T59" fmla="*/ 39 w 39"/>
                <a:gd name="T60" fmla="*/ 81 h 8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9" h="81">
                  <a:moveTo>
                    <a:pt x="19" y="74"/>
                  </a:moveTo>
                  <a:lnTo>
                    <a:pt x="23" y="77"/>
                  </a:lnTo>
                  <a:lnTo>
                    <a:pt x="24" y="79"/>
                  </a:lnTo>
                  <a:lnTo>
                    <a:pt x="28" y="81"/>
                  </a:lnTo>
                  <a:lnTo>
                    <a:pt x="33" y="81"/>
                  </a:lnTo>
                  <a:lnTo>
                    <a:pt x="36" y="77"/>
                  </a:lnTo>
                  <a:lnTo>
                    <a:pt x="38" y="76"/>
                  </a:lnTo>
                  <a:lnTo>
                    <a:pt x="39" y="72"/>
                  </a:lnTo>
                  <a:lnTo>
                    <a:pt x="39" y="67"/>
                  </a:lnTo>
                  <a:lnTo>
                    <a:pt x="19" y="6"/>
                  </a:lnTo>
                  <a:lnTo>
                    <a:pt x="16" y="3"/>
                  </a:lnTo>
                  <a:lnTo>
                    <a:pt x="14" y="2"/>
                  </a:lnTo>
                  <a:lnTo>
                    <a:pt x="11" y="0"/>
                  </a:lnTo>
                  <a:lnTo>
                    <a:pt x="6" y="0"/>
                  </a:lnTo>
                  <a:lnTo>
                    <a:pt x="3" y="3"/>
                  </a:lnTo>
                  <a:lnTo>
                    <a:pt x="1" y="5"/>
                  </a:lnTo>
                  <a:lnTo>
                    <a:pt x="0" y="8"/>
                  </a:lnTo>
                  <a:lnTo>
                    <a:pt x="0" y="13"/>
                  </a:lnTo>
                  <a:lnTo>
                    <a:pt x="19"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38" name="Freeform 81">
              <a:extLst>
                <a:ext uri="{FF2B5EF4-FFF2-40B4-BE49-F238E27FC236}">
                  <a16:creationId xmlns:a16="http://schemas.microsoft.com/office/drawing/2014/main" id="{A75A0805-473B-FFEB-52CE-55A9A00C96C1}"/>
                </a:ext>
              </a:extLst>
            </p:cNvPr>
            <p:cNvSpPr>
              <a:spLocks noChangeAspect="1"/>
            </p:cNvSpPr>
            <p:nvPr/>
          </p:nvSpPr>
          <p:spPr bwMode="auto">
            <a:xfrm>
              <a:off x="5010" y="2062"/>
              <a:ext cx="20" cy="172"/>
            </a:xfrm>
            <a:custGeom>
              <a:avLst/>
              <a:gdLst>
                <a:gd name="T0" fmla="*/ 20 w 20"/>
                <a:gd name="T1" fmla="*/ 10 h 172"/>
                <a:gd name="T2" fmla="*/ 20 w 20"/>
                <a:gd name="T3" fmla="*/ 7 h 172"/>
                <a:gd name="T4" fmla="*/ 17 w 20"/>
                <a:gd name="T5" fmla="*/ 4 h 172"/>
                <a:gd name="T6" fmla="*/ 13 w 20"/>
                <a:gd name="T7" fmla="*/ 0 h 172"/>
                <a:gd name="T8" fmla="*/ 7 w 20"/>
                <a:gd name="T9" fmla="*/ 0 h 172"/>
                <a:gd name="T10" fmla="*/ 3 w 20"/>
                <a:gd name="T11" fmla="*/ 4 h 172"/>
                <a:gd name="T12" fmla="*/ 0 w 20"/>
                <a:gd name="T13" fmla="*/ 7 h 172"/>
                <a:gd name="T14" fmla="*/ 0 w 20"/>
                <a:gd name="T15" fmla="*/ 165 h 172"/>
                <a:gd name="T16" fmla="*/ 3 w 20"/>
                <a:gd name="T17" fmla="*/ 168 h 172"/>
                <a:gd name="T18" fmla="*/ 7 w 20"/>
                <a:gd name="T19" fmla="*/ 172 h 172"/>
                <a:gd name="T20" fmla="*/ 13 w 20"/>
                <a:gd name="T21" fmla="*/ 172 h 172"/>
                <a:gd name="T22" fmla="*/ 17 w 20"/>
                <a:gd name="T23" fmla="*/ 168 h 172"/>
                <a:gd name="T24" fmla="*/ 20 w 20"/>
                <a:gd name="T25" fmla="*/ 165 h 172"/>
                <a:gd name="T26" fmla="*/ 20 w 20"/>
                <a:gd name="T27" fmla="*/ 162 h 172"/>
                <a:gd name="T28" fmla="*/ 20 w 20"/>
                <a:gd name="T29" fmla="*/ 10 h 1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2"/>
                <a:gd name="T47" fmla="*/ 20 w 20"/>
                <a:gd name="T48" fmla="*/ 172 h 1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2">
                  <a:moveTo>
                    <a:pt x="20" y="10"/>
                  </a:moveTo>
                  <a:lnTo>
                    <a:pt x="20" y="7"/>
                  </a:lnTo>
                  <a:lnTo>
                    <a:pt x="17" y="4"/>
                  </a:lnTo>
                  <a:lnTo>
                    <a:pt x="13" y="0"/>
                  </a:lnTo>
                  <a:lnTo>
                    <a:pt x="7" y="0"/>
                  </a:lnTo>
                  <a:lnTo>
                    <a:pt x="3" y="4"/>
                  </a:lnTo>
                  <a:lnTo>
                    <a:pt x="0" y="7"/>
                  </a:lnTo>
                  <a:lnTo>
                    <a:pt x="0" y="165"/>
                  </a:lnTo>
                  <a:lnTo>
                    <a:pt x="3" y="168"/>
                  </a:lnTo>
                  <a:lnTo>
                    <a:pt x="7" y="172"/>
                  </a:lnTo>
                  <a:lnTo>
                    <a:pt x="13" y="172"/>
                  </a:lnTo>
                  <a:lnTo>
                    <a:pt x="17" y="168"/>
                  </a:lnTo>
                  <a:lnTo>
                    <a:pt x="20" y="165"/>
                  </a:lnTo>
                  <a:lnTo>
                    <a:pt x="20" y="162"/>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39" name="Freeform 82">
              <a:extLst>
                <a:ext uri="{FF2B5EF4-FFF2-40B4-BE49-F238E27FC236}">
                  <a16:creationId xmlns:a16="http://schemas.microsoft.com/office/drawing/2014/main" id="{C28ED22F-E2B3-C9C9-C2C0-EFBC7D3966DF}"/>
                </a:ext>
              </a:extLst>
            </p:cNvPr>
            <p:cNvSpPr>
              <a:spLocks noChangeAspect="1"/>
            </p:cNvSpPr>
            <p:nvPr/>
          </p:nvSpPr>
          <p:spPr bwMode="auto">
            <a:xfrm>
              <a:off x="5004" y="2155"/>
              <a:ext cx="46" cy="85"/>
            </a:xfrm>
            <a:custGeom>
              <a:avLst/>
              <a:gdLst>
                <a:gd name="T0" fmla="*/ 0 w 46"/>
                <a:gd name="T1" fmla="*/ 72 h 85"/>
                <a:gd name="T2" fmla="*/ 0 w 46"/>
                <a:gd name="T3" fmla="*/ 79 h 85"/>
                <a:gd name="T4" fmla="*/ 1 w 46"/>
                <a:gd name="T5" fmla="*/ 82 h 85"/>
                <a:gd name="T6" fmla="*/ 3 w 46"/>
                <a:gd name="T7" fmla="*/ 84 h 85"/>
                <a:gd name="T8" fmla="*/ 6 w 46"/>
                <a:gd name="T9" fmla="*/ 85 h 85"/>
                <a:gd name="T10" fmla="*/ 13 w 46"/>
                <a:gd name="T11" fmla="*/ 85 h 85"/>
                <a:gd name="T12" fmla="*/ 16 w 46"/>
                <a:gd name="T13" fmla="*/ 84 h 85"/>
                <a:gd name="T14" fmla="*/ 18 w 46"/>
                <a:gd name="T15" fmla="*/ 82 h 85"/>
                <a:gd name="T16" fmla="*/ 19 w 46"/>
                <a:gd name="T17" fmla="*/ 79 h 85"/>
                <a:gd name="T18" fmla="*/ 46 w 46"/>
                <a:gd name="T19" fmla="*/ 13 h 85"/>
                <a:gd name="T20" fmla="*/ 46 w 46"/>
                <a:gd name="T21" fmla="*/ 6 h 85"/>
                <a:gd name="T22" fmla="*/ 44 w 46"/>
                <a:gd name="T23" fmla="*/ 3 h 85"/>
                <a:gd name="T24" fmla="*/ 42 w 46"/>
                <a:gd name="T25" fmla="*/ 1 h 85"/>
                <a:gd name="T26" fmla="*/ 39 w 46"/>
                <a:gd name="T27" fmla="*/ 0 h 85"/>
                <a:gd name="T28" fmla="*/ 33 w 46"/>
                <a:gd name="T29" fmla="*/ 0 h 85"/>
                <a:gd name="T30" fmla="*/ 29 w 46"/>
                <a:gd name="T31" fmla="*/ 1 h 85"/>
                <a:gd name="T32" fmla="*/ 28 w 46"/>
                <a:gd name="T33" fmla="*/ 3 h 85"/>
                <a:gd name="T34" fmla="*/ 26 w 46"/>
                <a:gd name="T35" fmla="*/ 6 h 85"/>
                <a:gd name="T36" fmla="*/ 0 w 46"/>
                <a:gd name="T37" fmla="*/ 72 h 8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6"/>
                <a:gd name="T58" fmla="*/ 0 h 85"/>
                <a:gd name="T59" fmla="*/ 46 w 46"/>
                <a:gd name="T60" fmla="*/ 85 h 8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6" h="85">
                  <a:moveTo>
                    <a:pt x="0" y="72"/>
                  </a:moveTo>
                  <a:lnTo>
                    <a:pt x="0" y="79"/>
                  </a:lnTo>
                  <a:lnTo>
                    <a:pt x="1" y="82"/>
                  </a:lnTo>
                  <a:lnTo>
                    <a:pt x="3" y="84"/>
                  </a:lnTo>
                  <a:lnTo>
                    <a:pt x="6" y="85"/>
                  </a:lnTo>
                  <a:lnTo>
                    <a:pt x="13" y="85"/>
                  </a:lnTo>
                  <a:lnTo>
                    <a:pt x="16" y="84"/>
                  </a:lnTo>
                  <a:lnTo>
                    <a:pt x="18" y="82"/>
                  </a:lnTo>
                  <a:lnTo>
                    <a:pt x="19" y="79"/>
                  </a:lnTo>
                  <a:lnTo>
                    <a:pt x="46" y="13"/>
                  </a:lnTo>
                  <a:lnTo>
                    <a:pt x="46" y="6"/>
                  </a:lnTo>
                  <a:lnTo>
                    <a:pt x="44" y="3"/>
                  </a:lnTo>
                  <a:lnTo>
                    <a:pt x="42" y="1"/>
                  </a:lnTo>
                  <a:lnTo>
                    <a:pt x="39" y="0"/>
                  </a:lnTo>
                  <a:lnTo>
                    <a:pt x="33" y="0"/>
                  </a:lnTo>
                  <a:lnTo>
                    <a:pt x="29" y="1"/>
                  </a:lnTo>
                  <a:lnTo>
                    <a:pt x="28" y="3"/>
                  </a:lnTo>
                  <a:lnTo>
                    <a:pt x="26" y="6"/>
                  </a:lnTo>
                  <a:lnTo>
                    <a:pt x="0"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40" name="Freeform 83">
              <a:extLst>
                <a:ext uri="{FF2B5EF4-FFF2-40B4-BE49-F238E27FC236}">
                  <a16:creationId xmlns:a16="http://schemas.microsoft.com/office/drawing/2014/main" id="{2F6133FB-55A5-6F4A-D273-05A78E3D9942}"/>
                </a:ext>
              </a:extLst>
            </p:cNvPr>
            <p:cNvSpPr>
              <a:spLocks noChangeAspect="1"/>
            </p:cNvSpPr>
            <p:nvPr/>
          </p:nvSpPr>
          <p:spPr bwMode="auto">
            <a:xfrm>
              <a:off x="4984" y="2155"/>
              <a:ext cx="39" cy="79"/>
            </a:xfrm>
            <a:custGeom>
              <a:avLst/>
              <a:gdLst>
                <a:gd name="T0" fmla="*/ 20 w 39"/>
                <a:gd name="T1" fmla="*/ 72 h 79"/>
                <a:gd name="T2" fmla="*/ 23 w 39"/>
                <a:gd name="T3" fmla="*/ 75 h 79"/>
                <a:gd name="T4" fmla="*/ 25 w 39"/>
                <a:gd name="T5" fmla="*/ 77 h 79"/>
                <a:gd name="T6" fmla="*/ 28 w 39"/>
                <a:gd name="T7" fmla="*/ 79 h 79"/>
                <a:gd name="T8" fmla="*/ 33 w 39"/>
                <a:gd name="T9" fmla="*/ 79 h 79"/>
                <a:gd name="T10" fmla="*/ 36 w 39"/>
                <a:gd name="T11" fmla="*/ 75 h 79"/>
                <a:gd name="T12" fmla="*/ 38 w 39"/>
                <a:gd name="T13" fmla="*/ 74 h 79"/>
                <a:gd name="T14" fmla="*/ 39 w 39"/>
                <a:gd name="T15" fmla="*/ 70 h 79"/>
                <a:gd name="T16" fmla="*/ 39 w 39"/>
                <a:gd name="T17" fmla="*/ 65 h 79"/>
                <a:gd name="T18" fmla="*/ 20 w 39"/>
                <a:gd name="T19" fmla="*/ 6 h 79"/>
                <a:gd name="T20" fmla="*/ 16 w 39"/>
                <a:gd name="T21" fmla="*/ 3 h 79"/>
                <a:gd name="T22" fmla="*/ 15 w 39"/>
                <a:gd name="T23" fmla="*/ 1 h 79"/>
                <a:gd name="T24" fmla="*/ 11 w 39"/>
                <a:gd name="T25" fmla="*/ 0 h 79"/>
                <a:gd name="T26" fmla="*/ 6 w 39"/>
                <a:gd name="T27" fmla="*/ 0 h 79"/>
                <a:gd name="T28" fmla="*/ 3 w 39"/>
                <a:gd name="T29" fmla="*/ 3 h 79"/>
                <a:gd name="T30" fmla="*/ 1 w 39"/>
                <a:gd name="T31" fmla="*/ 5 h 79"/>
                <a:gd name="T32" fmla="*/ 0 w 39"/>
                <a:gd name="T33" fmla="*/ 8 h 79"/>
                <a:gd name="T34" fmla="*/ 0 w 39"/>
                <a:gd name="T35" fmla="*/ 13 h 79"/>
                <a:gd name="T36" fmla="*/ 20 w 39"/>
                <a:gd name="T37" fmla="*/ 72 h 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9"/>
                <a:gd name="T58" fmla="*/ 0 h 79"/>
                <a:gd name="T59" fmla="*/ 39 w 39"/>
                <a:gd name="T60" fmla="*/ 79 h 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9" h="79">
                  <a:moveTo>
                    <a:pt x="20" y="72"/>
                  </a:moveTo>
                  <a:lnTo>
                    <a:pt x="23" y="75"/>
                  </a:lnTo>
                  <a:lnTo>
                    <a:pt x="25" y="77"/>
                  </a:lnTo>
                  <a:lnTo>
                    <a:pt x="28" y="79"/>
                  </a:lnTo>
                  <a:lnTo>
                    <a:pt x="33" y="79"/>
                  </a:lnTo>
                  <a:lnTo>
                    <a:pt x="36" y="75"/>
                  </a:lnTo>
                  <a:lnTo>
                    <a:pt x="38" y="74"/>
                  </a:lnTo>
                  <a:lnTo>
                    <a:pt x="39" y="70"/>
                  </a:lnTo>
                  <a:lnTo>
                    <a:pt x="39" y="65"/>
                  </a:lnTo>
                  <a:lnTo>
                    <a:pt x="20" y="6"/>
                  </a:lnTo>
                  <a:lnTo>
                    <a:pt x="16" y="3"/>
                  </a:lnTo>
                  <a:lnTo>
                    <a:pt x="15" y="1"/>
                  </a:lnTo>
                  <a:lnTo>
                    <a:pt x="11" y="0"/>
                  </a:lnTo>
                  <a:lnTo>
                    <a:pt x="6" y="0"/>
                  </a:lnTo>
                  <a:lnTo>
                    <a:pt x="3" y="3"/>
                  </a:lnTo>
                  <a:lnTo>
                    <a:pt x="1" y="5"/>
                  </a:lnTo>
                  <a:lnTo>
                    <a:pt x="0" y="8"/>
                  </a:lnTo>
                  <a:lnTo>
                    <a:pt x="0" y="13"/>
                  </a:lnTo>
                  <a:lnTo>
                    <a:pt x="20"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41" name="Rectangle 84">
              <a:extLst>
                <a:ext uri="{FF2B5EF4-FFF2-40B4-BE49-F238E27FC236}">
                  <a16:creationId xmlns:a16="http://schemas.microsoft.com/office/drawing/2014/main" id="{DE398119-E416-B876-7784-083EC478E238}"/>
                </a:ext>
              </a:extLst>
            </p:cNvPr>
            <p:cNvSpPr>
              <a:spLocks noChangeAspect="1" noChangeArrowheads="1"/>
            </p:cNvSpPr>
            <p:nvPr/>
          </p:nvSpPr>
          <p:spPr bwMode="auto">
            <a:xfrm>
              <a:off x="4984" y="2491"/>
              <a:ext cx="14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R1</a:t>
              </a:r>
              <a:endParaRPr lang="en-US" altLang="es-ES" sz="2800" b="0" i="0" baseline="0"/>
            </a:p>
          </p:txBody>
        </p:sp>
        <p:sp>
          <p:nvSpPr>
            <p:cNvPr id="19542" name="Rectangle 85">
              <a:extLst>
                <a:ext uri="{FF2B5EF4-FFF2-40B4-BE49-F238E27FC236}">
                  <a16:creationId xmlns:a16="http://schemas.microsoft.com/office/drawing/2014/main" id="{896B6E87-9BC0-5564-A9E6-89227D679A38}"/>
                </a:ext>
              </a:extLst>
            </p:cNvPr>
            <p:cNvSpPr>
              <a:spLocks noChangeAspect="1" noChangeArrowheads="1"/>
            </p:cNvSpPr>
            <p:nvPr/>
          </p:nvSpPr>
          <p:spPr bwMode="auto">
            <a:xfrm>
              <a:off x="4933" y="2253"/>
              <a:ext cx="263"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2800" b="0" i="0" baseline="0"/>
            </a:p>
          </p:txBody>
        </p:sp>
        <p:sp>
          <p:nvSpPr>
            <p:cNvPr id="19543" name="Freeform 86">
              <a:extLst>
                <a:ext uri="{FF2B5EF4-FFF2-40B4-BE49-F238E27FC236}">
                  <a16:creationId xmlns:a16="http://schemas.microsoft.com/office/drawing/2014/main" id="{7622224C-E1A6-D1AF-ACFE-4653F147CF13}"/>
                </a:ext>
              </a:extLst>
            </p:cNvPr>
            <p:cNvSpPr>
              <a:spLocks noChangeAspect="1"/>
            </p:cNvSpPr>
            <p:nvPr/>
          </p:nvSpPr>
          <p:spPr bwMode="auto">
            <a:xfrm>
              <a:off x="4852" y="2230"/>
              <a:ext cx="376" cy="590"/>
            </a:xfrm>
            <a:custGeom>
              <a:avLst/>
              <a:gdLst>
                <a:gd name="T0" fmla="*/ 10 w 376"/>
                <a:gd name="T1" fmla="*/ 0 h 590"/>
                <a:gd name="T2" fmla="*/ 7 w 376"/>
                <a:gd name="T3" fmla="*/ 0 h 590"/>
                <a:gd name="T4" fmla="*/ 3 w 376"/>
                <a:gd name="T5" fmla="*/ 4 h 590"/>
                <a:gd name="T6" fmla="*/ 0 w 376"/>
                <a:gd name="T7" fmla="*/ 7 h 590"/>
                <a:gd name="T8" fmla="*/ 0 w 376"/>
                <a:gd name="T9" fmla="*/ 584 h 590"/>
                <a:gd name="T10" fmla="*/ 3 w 376"/>
                <a:gd name="T11" fmla="*/ 587 h 590"/>
                <a:gd name="T12" fmla="*/ 7 w 376"/>
                <a:gd name="T13" fmla="*/ 590 h 590"/>
                <a:gd name="T14" fmla="*/ 369 w 376"/>
                <a:gd name="T15" fmla="*/ 590 h 590"/>
                <a:gd name="T16" fmla="*/ 372 w 376"/>
                <a:gd name="T17" fmla="*/ 587 h 590"/>
                <a:gd name="T18" fmla="*/ 376 w 376"/>
                <a:gd name="T19" fmla="*/ 584 h 590"/>
                <a:gd name="T20" fmla="*/ 376 w 376"/>
                <a:gd name="T21" fmla="*/ 7 h 590"/>
                <a:gd name="T22" fmla="*/ 372 w 376"/>
                <a:gd name="T23" fmla="*/ 4 h 590"/>
                <a:gd name="T24" fmla="*/ 369 w 376"/>
                <a:gd name="T25" fmla="*/ 0 h 590"/>
                <a:gd name="T26" fmla="*/ 366 w 376"/>
                <a:gd name="T27" fmla="*/ 0 h 590"/>
                <a:gd name="T28" fmla="*/ 10 w 376"/>
                <a:gd name="T29" fmla="*/ 0 h 590"/>
                <a:gd name="T30" fmla="*/ 10 w 376"/>
                <a:gd name="T31" fmla="*/ 20 h 590"/>
                <a:gd name="T32" fmla="*/ 366 w 376"/>
                <a:gd name="T33" fmla="*/ 20 h 590"/>
                <a:gd name="T34" fmla="*/ 356 w 376"/>
                <a:gd name="T35" fmla="*/ 10 h 590"/>
                <a:gd name="T36" fmla="*/ 356 w 376"/>
                <a:gd name="T37" fmla="*/ 580 h 590"/>
                <a:gd name="T38" fmla="*/ 366 w 376"/>
                <a:gd name="T39" fmla="*/ 571 h 590"/>
                <a:gd name="T40" fmla="*/ 10 w 376"/>
                <a:gd name="T41" fmla="*/ 571 h 590"/>
                <a:gd name="T42" fmla="*/ 20 w 376"/>
                <a:gd name="T43" fmla="*/ 580 h 590"/>
                <a:gd name="T44" fmla="*/ 20 w 376"/>
                <a:gd name="T45" fmla="*/ 10 h 590"/>
                <a:gd name="T46" fmla="*/ 10 w 376"/>
                <a:gd name="T47" fmla="*/ 20 h 590"/>
                <a:gd name="T48" fmla="*/ 10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3" y="4"/>
                  </a:lnTo>
                  <a:lnTo>
                    <a:pt x="0" y="7"/>
                  </a:lnTo>
                  <a:lnTo>
                    <a:pt x="0" y="584"/>
                  </a:lnTo>
                  <a:lnTo>
                    <a:pt x="3" y="587"/>
                  </a:lnTo>
                  <a:lnTo>
                    <a:pt x="7" y="590"/>
                  </a:lnTo>
                  <a:lnTo>
                    <a:pt x="369" y="590"/>
                  </a:lnTo>
                  <a:lnTo>
                    <a:pt x="372" y="587"/>
                  </a:lnTo>
                  <a:lnTo>
                    <a:pt x="376" y="584"/>
                  </a:lnTo>
                  <a:lnTo>
                    <a:pt x="376" y="7"/>
                  </a:lnTo>
                  <a:lnTo>
                    <a:pt x="372" y="4"/>
                  </a:lnTo>
                  <a:lnTo>
                    <a:pt x="369" y="0"/>
                  </a:lnTo>
                  <a:lnTo>
                    <a:pt x="366" y="0"/>
                  </a:lnTo>
                  <a:lnTo>
                    <a:pt x="10" y="0"/>
                  </a:lnTo>
                  <a:lnTo>
                    <a:pt x="10" y="20"/>
                  </a:lnTo>
                  <a:lnTo>
                    <a:pt x="366" y="20"/>
                  </a:lnTo>
                  <a:lnTo>
                    <a:pt x="356" y="10"/>
                  </a:lnTo>
                  <a:lnTo>
                    <a:pt x="356" y="580"/>
                  </a:lnTo>
                  <a:lnTo>
                    <a:pt x="366" y="571"/>
                  </a:lnTo>
                  <a:lnTo>
                    <a:pt x="10" y="571"/>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44" name="Freeform 87">
              <a:extLst>
                <a:ext uri="{FF2B5EF4-FFF2-40B4-BE49-F238E27FC236}">
                  <a16:creationId xmlns:a16="http://schemas.microsoft.com/office/drawing/2014/main" id="{7FEF6BA9-8F2B-9802-8197-FF1832A8CBE8}"/>
                </a:ext>
              </a:extLst>
            </p:cNvPr>
            <p:cNvSpPr>
              <a:spLocks noChangeAspect="1"/>
            </p:cNvSpPr>
            <p:nvPr/>
          </p:nvSpPr>
          <p:spPr bwMode="auto">
            <a:xfrm>
              <a:off x="3669" y="3674"/>
              <a:ext cx="423" cy="20"/>
            </a:xfrm>
            <a:custGeom>
              <a:avLst/>
              <a:gdLst>
                <a:gd name="T0" fmla="*/ 9 w 423"/>
                <a:gd name="T1" fmla="*/ 0 h 20"/>
                <a:gd name="T2" fmla="*/ 6 w 423"/>
                <a:gd name="T3" fmla="*/ 0 h 20"/>
                <a:gd name="T4" fmla="*/ 3 w 423"/>
                <a:gd name="T5" fmla="*/ 3 h 20"/>
                <a:gd name="T6" fmla="*/ 0 w 423"/>
                <a:gd name="T7" fmla="*/ 7 h 20"/>
                <a:gd name="T8" fmla="*/ 0 w 423"/>
                <a:gd name="T9" fmla="*/ 13 h 20"/>
                <a:gd name="T10" fmla="*/ 3 w 423"/>
                <a:gd name="T11" fmla="*/ 16 h 20"/>
                <a:gd name="T12" fmla="*/ 6 w 423"/>
                <a:gd name="T13" fmla="*/ 20 h 20"/>
                <a:gd name="T14" fmla="*/ 417 w 423"/>
                <a:gd name="T15" fmla="*/ 20 h 20"/>
                <a:gd name="T16" fmla="*/ 420 w 423"/>
                <a:gd name="T17" fmla="*/ 16 h 20"/>
                <a:gd name="T18" fmla="*/ 423 w 423"/>
                <a:gd name="T19" fmla="*/ 13 h 20"/>
                <a:gd name="T20" fmla="*/ 423 w 423"/>
                <a:gd name="T21" fmla="*/ 7 h 20"/>
                <a:gd name="T22" fmla="*/ 420 w 423"/>
                <a:gd name="T23" fmla="*/ 3 h 20"/>
                <a:gd name="T24" fmla="*/ 417 w 423"/>
                <a:gd name="T25" fmla="*/ 0 h 20"/>
                <a:gd name="T26" fmla="*/ 413 w 423"/>
                <a:gd name="T27" fmla="*/ 0 h 20"/>
                <a:gd name="T28" fmla="*/ 9 w 423"/>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3"/>
                <a:gd name="T46" fmla="*/ 0 h 20"/>
                <a:gd name="T47" fmla="*/ 423 w 423"/>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3" h="20">
                  <a:moveTo>
                    <a:pt x="9" y="0"/>
                  </a:moveTo>
                  <a:lnTo>
                    <a:pt x="6" y="0"/>
                  </a:lnTo>
                  <a:lnTo>
                    <a:pt x="3" y="3"/>
                  </a:lnTo>
                  <a:lnTo>
                    <a:pt x="0" y="7"/>
                  </a:lnTo>
                  <a:lnTo>
                    <a:pt x="0" y="13"/>
                  </a:lnTo>
                  <a:lnTo>
                    <a:pt x="3" y="16"/>
                  </a:lnTo>
                  <a:lnTo>
                    <a:pt x="6" y="20"/>
                  </a:lnTo>
                  <a:lnTo>
                    <a:pt x="417" y="20"/>
                  </a:lnTo>
                  <a:lnTo>
                    <a:pt x="420" y="16"/>
                  </a:lnTo>
                  <a:lnTo>
                    <a:pt x="423" y="13"/>
                  </a:lnTo>
                  <a:lnTo>
                    <a:pt x="423" y="7"/>
                  </a:lnTo>
                  <a:lnTo>
                    <a:pt x="420" y="3"/>
                  </a:lnTo>
                  <a:lnTo>
                    <a:pt x="417" y="0"/>
                  </a:lnTo>
                  <a:lnTo>
                    <a:pt x="413"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45" name="Freeform 88">
              <a:extLst>
                <a:ext uri="{FF2B5EF4-FFF2-40B4-BE49-F238E27FC236}">
                  <a16:creationId xmlns:a16="http://schemas.microsoft.com/office/drawing/2014/main" id="{298632AD-B85C-4B79-9161-081DE717FD28}"/>
                </a:ext>
              </a:extLst>
            </p:cNvPr>
            <p:cNvSpPr>
              <a:spLocks noChangeAspect="1"/>
            </p:cNvSpPr>
            <p:nvPr/>
          </p:nvSpPr>
          <p:spPr bwMode="auto">
            <a:xfrm>
              <a:off x="3978" y="3674"/>
              <a:ext cx="114" cy="44"/>
            </a:xfrm>
            <a:custGeom>
              <a:avLst/>
              <a:gdLst>
                <a:gd name="T0" fmla="*/ 108 w 114"/>
                <a:gd name="T1" fmla="*/ 20 h 44"/>
                <a:gd name="T2" fmla="*/ 111 w 114"/>
                <a:gd name="T3" fmla="*/ 16 h 44"/>
                <a:gd name="T4" fmla="*/ 114 w 114"/>
                <a:gd name="T5" fmla="*/ 13 h 44"/>
                <a:gd name="T6" fmla="*/ 114 w 114"/>
                <a:gd name="T7" fmla="*/ 7 h 44"/>
                <a:gd name="T8" fmla="*/ 111 w 114"/>
                <a:gd name="T9" fmla="*/ 3 h 44"/>
                <a:gd name="T10" fmla="*/ 108 w 114"/>
                <a:gd name="T11" fmla="*/ 0 h 44"/>
                <a:gd name="T12" fmla="*/ 101 w 114"/>
                <a:gd name="T13" fmla="*/ 0 h 44"/>
                <a:gd name="T14" fmla="*/ 7 w 114"/>
                <a:gd name="T15" fmla="*/ 25 h 44"/>
                <a:gd name="T16" fmla="*/ 4 w 114"/>
                <a:gd name="T17" fmla="*/ 28 h 44"/>
                <a:gd name="T18" fmla="*/ 0 w 114"/>
                <a:gd name="T19" fmla="*/ 31 h 44"/>
                <a:gd name="T20" fmla="*/ 0 w 114"/>
                <a:gd name="T21" fmla="*/ 38 h 44"/>
                <a:gd name="T22" fmla="*/ 4 w 114"/>
                <a:gd name="T23" fmla="*/ 41 h 44"/>
                <a:gd name="T24" fmla="*/ 7 w 114"/>
                <a:gd name="T25" fmla="*/ 44 h 44"/>
                <a:gd name="T26" fmla="*/ 14 w 114"/>
                <a:gd name="T27" fmla="*/ 44 h 44"/>
                <a:gd name="T28" fmla="*/ 108 w 114"/>
                <a:gd name="T29" fmla="*/ 2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4"/>
                <a:gd name="T46" fmla="*/ 0 h 44"/>
                <a:gd name="T47" fmla="*/ 114 w 114"/>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4" h="44">
                  <a:moveTo>
                    <a:pt x="108" y="20"/>
                  </a:moveTo>
                  <a:lnTo>
                    <a:pt x="111" y="16"/>
                  </a:lnTo>
                  <a:lnTo>
                    <a:pt x="114" y="13"/>
                  </a:lnTo>
                  <a:lnTo>
                    <a:pt x="114" y="7"/>
                  </a:lnTo>
                  <a:lnTo>
                    <a:pt x="111" y="3"/>
                  </a:lnTo>
                  <a:lnTo>
                    <a:pt x="108" y="0"/>
                  </a:lnTo>
                  <a:lnTo>
                    <a:pt x="101" y="0"/>
                  </a:lnTo>
                  <a:lnTo>
                    <a:pt x="7" y="25"/>
                  </a:lnTo>
                  <a:lnTo>
                    <a:pt x="4" y="28"/>
                  </a:lnTo>
                  <a:lnTo>
                    <a:pt x="0" y="31"/>
                  </a:lnTo>
                  <a:lnTo>
                    <a:pt x="0" y="38"/>
                  </a:lnTo>
                  <a:lnTo>
                    <a:pt x="4" y="41"/>
                  </a:lnTo>
                  <a:lnTo>
                    <a:pt x="7" y="44"/>
                  </a:lnTo>
                  <a:lnTo>
                    <a:pt x="14" y="44"/>
                  </a:lnTo>
                  <a:lnTo>
                    <a:pt x="10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46" name="Freeform 89">
              <a:extLst>
                <a:ext uri="{FF2B5EF4-FFF2-40B4-BE49-F238E27FC236}">
                  <a16:creationId xmlns:a16="http://schemas.microsoft.com/office/drawing/2014/main" id="{360CEE71-5BBE-7A4C-0497-2AE84FD43F90}"/>
                </a:ext>
              </a:extLst>
            </p:cNvPr>
            <p:cNvSpPr>
              <a:spLocks noChangeAspect="1"/>
            </p:cNvSpPr>
            <p:nvPr/>
          </p:nvSpPr>
          <p:spPr bwMode="auto">
            <a:xfrm>
              <a:off x="3978" y="3651"/>
              <a:ext cx="114" cy="43"/>
            </a:xfrm>
            <a:custGeom>
              <a:avLst/>
              <a:gdLst>
                <a:gd name="T0" fmla="*/ 103 w 114"/>
                <a:gd name="T1" fmla="*/ 43 h 43"/>
                <a:gd name="T2" fmla="*/ 108 w 114"/>
                <a:gd name="T3" fmla="*/ 43 h 43"/>
                <a:gd name="T4" fmla="*/ 111 w 114"/>
                <a:gd name="T5" fmla="*/ 39 h 43"/>
                <a:gd name="T6" fmla="*/ 113 w 114"/>
                <a:gd name="T7" fmla="*/ 38 h 43"/>
                <a:gd name="T8" fmla="*/ 114 w 114"/>
                <a:gd name="T9" fmla="*/ 35 h 43"/>
                <a:gd name="T10" fmla="*/ 114 w 114"/>
                <a:gd name="T11" fmla="*/ 30 h 43"/>
                <a:gd name="T12" fmla="*/ 111 w 114"/>
                <a:gd name="T13" fmla="*/ 26 h 43"/>
                <a:gd name="T14" fmla="*/ 109 w 114"/>
                <a:gd name="T15" fmla="*/ 25 h 43"/>
                <a:gd name="T16" fmla="*/ 106 w 114"/>
                <a:gd name="T17" fmla="*/ 23 h 43"/>
                <a:gd name="T18" fmla="*/ 12 w 114"/>
                <a:gd name="T19" fmla="*/ 0 h 43"/>
                <a:gd name="T20" fmla="*/ 7 w 114"/>
                <a:gd name="T21" fmla="*/ 0 h 43"/>
                <a:gd name="T22" fmla="*/ 4 w 114"/>
                <a:gd name="T23" fmla="*/ 3 h 43"/>
                <a:gd name="T24" fmla="*/ 2 w 114"/>
                <a:gd name="T25" fmla="*/ 5 h 43"/>
                <a:gd name="T26" fmla="*/ 0 w 114"/>
                <a:gd name="T27" fmla="*/ 8 h 43"/>
                <a:gd name="T28" fmla="*/ 0 w 114"/>
                <a:gd name="T29" fmla="*/ 13 h 43"/>
                <a:gd name="T30" fmla="*/ 4 w 114"/>
                <a:gd name="T31" fmla="*/ 16 h 43"/>
                <a:gd name="T32" fmla="*/ 5 w 114"/>
                <a:gd name="T33" fmla="*/ 18 h 43"/>
                <a:gd name="T34" fmla="*/ 9 w 114"/>
                <a:gd name="T35" fmla="*/ 20 h 43"/>
                <a:gd name="T36" fmla="*/ 103 w 114"/>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43"/>
                <a:gd name="T59" fmla="*/ 114 w 114"/>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43">
                  <a:moveTo>
                    <a:pt x="103" y="43"/>
                  </a:moveTo>
                  <a:lnTo>
                    <a:pt x="108" y="43"/>
                  </a:lnTo>
                  <a:lnTo>
                    <a:pt x="111" y="39"/>
                  </a:lnTo>
                  <a:lnTo>
                    <a:pt x="113" y="38"/>
                  </a:lnTo>
                  <a:lnTo>
                    <a:pt x="114" y="35"/>
                  </a:lnTo>
                  <a:lnTo>
                    <a:pt x="114" y="30"/>
                  </a:lnTo>
                  <a:lnTo>
                    <a:pt x="111" y="26"/>
                  </a:lnTo>
                  <a:lnTo>
                    <a:pt x="109" y="25"/>
                  </a:lnTo>
                  <a:lnTo>
                    <a:pt x="106" y="23"/>
                  </a:lnTo>
                  <a:lnTo>
                    <a:pt x="12" y="0"/>
                  </a:lnTo>
                  <a:lnTo>
                    <a:pt x="7" y="0"/>
                  </a:lnTo>
                  <a:lnTo>
                    <a:pt x="4" y="3"/>
                  </a:lnTo>
                  <a:lnTo>
                    <a:pt x="2" y="5"/>
                  </a:lnTo>
                  <a:lnTo>
                    <a:pt x="0" y="8"/>
                  </a:lnTo>
                  <a:lnTo>
                    <a:pt x="0" y="13"/>
                  </a:lnTo>
                  <a:lnTo>
                    <a:pt x="4" y="16"/>
                  </a:lnTo>
                  <a:lnTo>
                    <a:pt x="5" y="18"/>
                  </a:lnTo>
                  <a:lnTo>
                    <a:pt x="9" y="20"/>
                  </a:lnTo>
                  <a:lnTo>
                    <a:pt x="103"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47" name="Freeform 90">
              <a:extLst>
                <a:ext uri="{FF2B5EF4-FFF2-40B4-BE49-F238E27FC236}">
                  <a16:creationId xmlns:a16="http://schemas.microsoft.com/office/drawing/2014/main" id="{A8CF4EA7-25EE-043B-4B11-C8A10B022459}"/>
                </a:ext>
              </a:extLst>
            </p:cNvPr>
            <p:cNvSpPr>
              <a:spLocks noChangeAspect="1"/>
            </p:cNvSpPr>
            <p:nvPr/>
          </p:nvSpPr>
          <p:spPr bwMode="auto">
            <a:xfrm>
              <a:off x="3792" y="3633"/>
              <a:ext cx="106" cy="104"/>
            </a:xfrm>
            <a:custGeom>
              <a:avLst/>
              <a:gdLst>
                <a:gd name="T0" fmla="*/ 104 w 106"/>
                <a:gd name="T1" fmla="*/ 8 h 104"/>
                <a:gd name="T2" fmla="*/ 106 w 106"/>
                <a:gd name="T3" fmla="*/ 8 h 104"/>
                <a:gd name="T4" fmla="*/ 106 w 106"/>
                <a:gd name="T5" fmla="*/ 3 h 104"/>
                <a:gd name="T6" fmla="*/ 104 w 106"/>
                <a:gd name="T7" fmla="*/ 1 h 104"/>
                <a:gd name="T8" fmla="*/ 104 w 106"/>
                <a:gd name="T9" fmla="*/ 0 h 104"/>
                <a:gd name="T10" fmla="*/ 99 w 106"/>
                <a:gd name="T11" fmla="*/ 0 h 104"/>
                <a:gd name="T12" fmla="*/ 97 w 106"/>
                <a:gd name="T13" fmla="*/ 1 h 104"/>
                <a:gd name="T14" fmla="*/ 2 w 106"/>
                <a:gd name="T15" fmla="*/ 95 h 104"/>
                <a:gd name="T16" fmla="*/ 0 w 106"/>
                <a:gd name="T17" fmla="*/ 95 h 104"/>
                <a:gd name="T18" fmla="*/ 0 w 106"/>
                <a:gd name="T19" fmla="*/ 100 h 104"/>
                <a:gd name="T20" fmla="*/ 2 w 106"/>
                <a:gd name="T21" fmla="*/ 102 h 104"/>
                <a:gd name="T22" fmla="*/ 2 w 106"/>
                <a:gd name="T23" fmla="*/ 104 h 104"/>
                <a:gd name="T24" fmla="*/ 7 w 106"/>
                <a:gd name="T25" fmla="*/ 104 h 104"/>
                <a:gd name="T26" fmla="*/ 8 w 106"/>
                <a:gd name="T27" fmla="*/ 102 h 104"/>
                <a:gd name="T28" fmla="*/ 104 w 106"/>
                <a:gd name="T29" fmla="*/ 8 h 10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4"/>
                <a:gd name="T47" fmla="*/ 106 w 106"/>
                <a:gd name="T48" fmla="*/ 104 h 10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4">
                  <a:moveTo>
                    <a:pt x="104" y="8"/>
                  </a:moveTo>
                  <a:lnTo>
                    <a:pt x="106" y="8"/>
                  </a:lnTo>
                  <a:lnTo>
                    <a:pt x="106" y="3"/>
                  </a:lnTo>
                  <a:lnTo>
                    <a:pt x="104" y="1"/>
                  </a:lnTo>
                  <a:lnTo>
                    <a:pt x="104" y="0"/>
                  </a:lnTo>
                  <a:lnTo>
                    <a:pt x="99" y="0"/>
                  </a:lnTo>
                  <a:lnTo>
                    <a:pt x="97" y="1"/>
                  </a:lnTo>
                  <a:lnTo>
                    <a:pt x="2" y="95"/>
                  </a:lnTo>
                  <a:lnTo>
                    <a:pt x="0" y="95"/>
                  </a:lnTo>
                  <a:lnTo>
                    <a:pt x="0" y="100"/>
                  </a:lnTo>
                  <a:lnTo>
                    <a:pt x="2" y="102"/>
                  </a:lnTo>
                  <a:lnTo>
                    <a:pt x="2" y="104"/>
                  </a:lnTo>
                  <a:lnTo>
                    <a:pt x="7" y="104"/>
                  </a:lnTo>
                  <a:lnTo>
                    <a:pt x="8" y="102"/>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48" name="Rectangle 91">
              <a:extLst>
                <a:ext uri="{FF2B5EF4-FFF2-40B4-BE49-F238E27FC236}">
                  <a16:creationId xmlns:a16="http://schemas.microsoft.com/office/drawing/2014/main" id="{3927420B-4634-7494-1E54-80810A2F58F0}"/>
                </a:ext>
              </a:extLst>
            </p:cNvPr>
            <p:cNvSpPr>
              <a:spLocks noChangeAspect="1" noChangeArrowheads="1"/>
            </p:cNvSpPr>
            <p:nvPr/>
          </p:nvSpPr>
          <p:spPr bwMode="auto">
            <a:xfrm>
              <a:off x="3777" y="3577"/>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549" name="Freeform 92">
              <a:extLst>
                <a:ext uri="{FF2B5EF4-FFF2-40B4-BE49-F238E27FC236}">
                  <a16:creationId xmlns:a16="http://schemas.microsoft.com/office/drawing/2014/main" id="{64602F19-05ED-F9A7-71DB-CF3A21F27784}"/>
                </a:ext>
              </a:extLst>
            </p:cNvPr>
            <p:cNvSpPr>
              <a:spLocks noChangeAspect="1"/>
            </p:cNvSpPr>
            <p:nvPr/>
          </p:nvSpPr>
          <p:spPr bwMode="auto">
            <a:xfrm>
              <a:off x="3659" y="3506"/>
              <a:ext cx="423" cy="20"/>
            </a:xfrm>
            <a:custGeom>
              <a:avLst/>
              <a:gdLst>
                <a:gd name="T0" fmla="*/ 10 w 423"/>
                <a:gd name="T1" fmla="*/ 0 h 20"/>
                <a:gd name="T2" fmla="*/ 6 w 423"/>
                <a:gd name="T3" fmla="*/ 0 h 20"/>
                <a:gd name="T4" fmla="*/ 3 w 423"/>
                <a:gd name="T5" fmla="*/ 3 h 20"/>
                <a:gd name="T6" fmla="*/ 0 w 423"/>
                <a:gd name="T7" fmla="*/ 6 h 20"/>
                <a:gd name="T8" fmla="*/ 0 w 423"/>
                <a:gd name="T9" fmla="*/ 13 h 20"/>
                <a:gd name="T10" fmla="*/ 3 w 423"/>
                <a:gd name="T11" fmla="*/ 16 h 20"/>
                <a:gd name="T12" fmla="*/ 6 w 423"/>
                <a:gd name="T13" fmla="*/ 20 h 20"/>
                <a:gd name="T14" fmla="*/ 417 w 423"/>
                <a:gd name="T15" fmla="*/ 20 h 20"/>
                <a:gd name="T16" fmla="*/ 420 w 423"/>
                <a:gd name="T17" fmla="*/ 16 h 20"/>
                <a:gd name="T18" fmla="*/ 423 w 423"/>
                <a:gd name="T19" fmla="*/ 13 h 20"/>
                <a:gd name="T20" fmla="*/ 423 w 423"/>
                <a:gd name="T21" fmla="*/ 6 h 20"/>
                <a:gd name="T22" fmla="*/ 420 w 423"/>
                <a:gd name="T23" fmla="*/ 3 h 20"/>
                <a:gd name="T24" fmla="*/ 417 w 423"/>
                <a:gd name="T25" fmla="*/ 0 h 20"/>
                <a:gd name="T26" fmla="*/ 413 w 423"/>
                <a:gd name="T27" fmla="*/ 0 h 20"/>
                <a:gd name="T28" fmla="*/ 10 w 423"/>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3"/>
                <a:gd name="T46" fmla="*/ 0 h 20"/>
                <a:gd name="T47" fmla="*/ 423 w 423"/>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3" h="20">
                  <a:moveTo>
                    <a:pt x="10" y="0"/>
                  </a:moveTo>
                  <a:lnTo>
                    <a:pt x="6" y="0"/>
                  </a:lnTo>
                  <a:lnTo>
                    <a:pt x="3" y="3"/>
                  </a:lnTo>
                  <a:lnTo>
                    <a:pt x="0" y="6"/>
                  </a:lnTo>
                  <a:lnTo>
                    <a:pt x="0" y="13"/>
                  </a:lnTo>
                  <a:lnTo>
                    <a:pt x="3" y="16"/>
                  </a:lnTo>
                  <a:lnTo>
                    <a:pt x="6" y="20"/>
                  </a:lnTo>
                  <a:lnTo>
                    <a:pt x="417" y="20"/>
                  </a:lnTo>
                  <a:lnTo>
                    <a:pt x="420" y="16"/>
                  </a:lnTo>
                  <a:lnTo>
                    <a:pt x="423" y="13"/>
                  </a:lnTo>
                  <a:lnTo>
                    <a:pt x="423" y="6"/>
                  </a:lnTo>
                  <a:lnTo>
                    <a:pt x="420" y="3"/>
                  </a:lnTo>
                  <a:lnTo>
                    <a:pt x="417" y="0"/>
                  </a:lnTo>
                  <a:lnTo>
                    <a:pt x="413"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50" name="Freeform 93">
              <a:extLst>
                <a:ext uri="{FF2B5EF4-FFF2-40B4-BE49-F238E27FC236}">
                  <a16:creationId xmlns:a16="http://schemas.microsoft.com/office/drawing/2014/main" id="{2723BF05-4BF0-EA2A-6F68-E052DA2290D9}"/>
                </a:ext>
              </a:extLst>
            </p:cNvPr>
            <p:cNvSpPr>
              <a:spLocks noChangeAspect="1"/>
            </p:cNvSpPr>
            <p:nvPr/>
          </p:nvSpPr>
          <p:spPr bwMode="auto">
            <a:xfrm>
              <a:off x="3967" y="3506"/>
              <a:ext cx="115" cy="44"/>
            </a:xfrm>
            <a:custGeom>
              <a:avLst/>
              <a:gdLst>
                <a:gd name="T0" fmla="*/ 109 w 115"/>
                <a:gd name="T1" fmla="*/ 20 h 44"/>
                <a:gd name="T2" fmla="*/ 112 w 115"/>
                <a:gd name="T3" fmla="*/ 16 h 44"/>
                <a:gd name="T4" fmla="*/ 115 w 115"/>
                <a:gd name="T5" fmla="*/ 13 h 44"/>
                <a:gd name="T6" fmla="*/ 115 w 115"/>
                <a:gd name="T7" fmla="*/ 6 h 44"/>
                <a:gd name="T8" fmla="*/ 112 w 115"/>
                <a:gd name="T9" fmla="*/ 3 h 44"/>
                <a:gd name="T10" fmla="*/ 109 w 115"/>
                <a:gd name="T11" fmla="*/ 0 h 44"/>
                <a:gd name="T12" fmla="*/ 102 w 115"/>
                <a:gd name="T13" fmla="*/ 0 h 44"/>
                <a:gd name="T14" fmla="*/ 7 w 115"/>
                <a:gd name="T15" fmla="*/ 25 h 44"/>
                <a:gd name="T16" fmla="*/ 3 w 115"/>
                <a:gd name="T17" fmla="*/ 28 h 44"/>
                <a:gd name="T18" fmla="*/ 0 w 115"/>
                <a:gd name="T19" fmla="*/ 31 h 44"/>
                <a:gd name="T20" fmla="*/ 0 w 115"/>
                <a:gd name="T21" fmla="*/ 38 h 44"/>
                <a:gd name="T22" fmla="*/ 3 w 115"/>
                <a:gd name="T23" fmla="*/ 41 h 44"/>
                <a:gd name="T24" fmla="*/ 7 w 115"/>
                <a:gd name="T25" fmla="*/ 44 h 44"/>
                <a:gd name="T26" fmla="*/ 13 w 115"/>
                <a:gd name="T27" fmla="*/ 44 h 44"/>
                <a:gd name="T28" fmla="*/ 109 w 115"/>
                <a:gd name="T29" fmla="*/ 20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5"/>
                <a:gd name="T46" fmla="*/ 0 h 44"/>
                <a:gd name="T47" fmla="*/ 115 w 115"/>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5" h="44">
                  <a:moveTo>
                    <a:pt x="109" y="20"/>
                  </a:moveTo>
                  <a:lnTo>
                    <a:pt x="112" y="16"/>
                  </a:lnTo>
                  <a:lnTo>
                    <a:pt x="115" y="13"/>
                  </a:lnTo>
                  <a:lnTo>
                    <a:pt x="115" y="6"/>
                  </a:lnTo>
                  <a:lnTo>
                    <a:pt x="112" y="3"/>
                  </a:lnTo>
                  <a:lnTo>
                    <a:pt x="109" y="0"/>
                  </a:lnTo>
                  <a:lnTo>
                    <a:pt x="102" y="0"/>
                  </a:lnTo>
                  <a:lnTo>
                    <a:pt x="7" y="25"/>
                  </a:lnTo>
                  <a:lnTo>
                    <a:pt x="3" y="28"/>
                  </a:lnTo>
                  <a:lnTo>
                    <a:pt x="0" y="31"/>
                  </a:lnTo>
                  <a:lnTo>
                    <a:pt x="0" y="38"/>
                  </a:lnTo>
                  <a:lnTo>
                    <a:pt x="3" y="41"/>
                  </a:lnTo>
                  <a:lnTo>
                    <a:pt x="7" y="44"/>
                  </a:lnTo>
                  <a:lnTo>
                    <a:pt x="13" y="44"/>
                  </a:lnTo>
                  <a:lnTo>
                    <a:pt x="109"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51" name="Freeform 94">
              <a:extLst>
                <a:ext uri="{FF2B5EF4-FFF2-40B4-BE49-F238E27FC236}">
                  <a16:creationId xmlns:a16="http://schemas.microsoft.com/office/drawing/2014/main" id="{962EC861-2809-B5D9-15B2-31536CF1850A}"/>
                </a:ext>
              </a:extLst>
            </p:cNvPr>
            <p:cNvSpPr>
              <a:spLocks noChangeAspect="1"/>
            </p:cNvSpPr>
            <p:nvPr/>
          </p:nvSpPr>
          <p:spPr bwMode="auto">
            <a:xfrm>
              <a:off x="3967" y="3483"/>
              <a:ext cx="115" cy="43"/>
            </a:xfrm>
            <a:custGeom>
              <a:avLst/>
              <a:gdLst>
                <a:gd name="T0" fmla="*/ 104 w 115"/>
                <a:gd name="T1" fmla="*/ 43 h 43"/>
                <a:gd name="T2" fmla="*/ 109 w 115"/>
                <a:gd name="T3" fmla="*/ 43 h 43"/>
                <a:gd name="T4" fmla="*/ 112 w 115"/>
                <a:gd name="T5" fmla="*/ 39 h 43"/>
                <a:gd name="T6" fmla="*/ 114 w 115"/>
                <a:gd name="T7" fmla="*/ 38 h 43"/>
                <a:gd name="T8" fmla="*/ 115 w 115"/>
                <a:gd name="T9" fmla="*/ 34 h 43"/>
                <a:gd name="T10" fmla="*/ 115 w 115"/>
                <a:gd name="T11" fmla="*/ 29 h 43"/>
                <a:gd name="T12" fmla="*/ 112 w 115"/>
                <a:gd name="T13" fmla="*/ 26 h 43"/>
                <a:gd name="T14" fmla="*/ 110 w 115"/>
                <a:gd name="T15" fmla="*/ 25 h 43"/>
                <a:gd name="T16" fmla="*/ 107 w 115"/>
                <a:gd name="T17" fmla="*/ 23 h 43"/>
                <a:gd name="T18" fmla="*/ 11 w 115"/>
                <a:gd name="T19" fmla="*/ 0 h 43"/>
                <a:gd name="T20" fmla="*/ 7 w 115"/>
                <a:gd name="T21" fmla="*/ 0 h 43"/>
                <a:gd name="T22" fmla="*/ 3 w 115"/>
                <a:gd name="T23" fmla="*/ 3 h 43"/>
                <a:gd name="T24" fmla="*/ 2 w 115"/>
                <a:gd name="T25" fmla="*/ 5 h 43"/>
                <a:gd name="T26" fmla="*/ 0 w 115"/>
                <a:gd name="T27" fmla="*/ 8 h 43"/>
                <a:gd name="T28" fmla="*/ 0 w 115"/>
                <a:gd name="T29" fmla="*/ 13 h 43"/>
                <a:gd name="T30" fmla="*/ 3 w 115"/>
                <a:gd name="T31" fmla="*/ 16 h 43"/>
                <a:gd name="T32" fmla="*/ 5 w 115"/>
                <a:gd name="T33" fmla="*/ 18 h 43"/>
                <a:gd name="T34" fmla="*/ 8 w 115"/>
                <a:gd name="T35" fmla="*/ 20 h 43"/>
                <a:gd name="T36" fmla="*/ 104 w 115"/>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43"/>
                <a:gd name="T59" fmla="*/ 115 w 115"/>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43">
                  <a:moveTo>
                    <a:pt x="104" y="43"/>
                  </a:moveTo>
                  <a:lnTo>
                    <a:pt x="109" y="43"/>
                  </a:lnTo>
                  <a:lnTo>
                    <a:pt x="112" y="39"/>
                  </a:lnTo>
                  <a:lnTo>
                    <a:pt x="114" y="38"/>
                  </a:lnTo>
                  <a:lnTo>
                    <a:pt x="115" y="34"/>
                  </a:lnTo>
                  <a:lnTo>
                    <a:pt x="115" y="29"/>
                  </a:lnTo>
                  <a:lnTo>
                    <a:pt x="112" y="26"/>
                  </a:lnTo>
                  <a:lnTo>
                    <a:pt x="110" y="25"/>
                  </a:lnTo>
                  <a:lnTo>
                    <a:pt x="107" y="23"/>
                  </a:lnTo>
                  <a:lnTo>
                    <a:pt x="11" y="0"/>
                  </a:lnTo>
                  <a:lnTo>
                    <a:pt x="7" y="0"/>
                  </a:lnTo>
                  <a:lnTo>
                    <a:pt x="3" y="3"/>
                  </a:lnTo>
                  <a:lnTo>
                    <a:pt x="2" y="5"/>
                  </a:lnTo>
                  <a:lnTo>
                    <a:pt x="0" y="8"/>
                  </a:lnTo>
                  <a:lnTo>
                    <a:pt x="0" y="13"/>
                  </a:lnTo>
                  <a:lnTo>
                    <a:pt x="3" y="16"/>
                  </a:lnTo>
                  <a:lnTo>
                    <a:pt x="5" y="18"/>
                  </a:lnTo>
                  <a:lnTo>
                    <a:pt x="8" y="20"/>
                  </a:lnTo>
                  <a:lnTo>
                    <a:pt x="104"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52" name="Freeform 95">
              <a:extLst>
                <a:ext uri="{FF2B5EF4-FFF2-40B4-BE49-F238E27FC236}">
                  <a16:creationId xmlns:a16="http://schemas.microsoft.com/office/drawing/2014/main" id="{6145835F-26F6-F3DD-0816-B5B5D472B2FA}"/>
                </a:ext>
              </a:extLst>
            </p:cNvPr>
            <p:cNvSpPr>
              <a:spLocks noChangeAspect="1"/>
            </p:cNvSpPr>
            <p:nvPr/>
          </p:nvSpPr>
          <p:spPr bwMode="auto">
            <a:xfrm>
              <a:off x="3782" y="3463"/>
              <a:ext cx="106" cy="106"/>
            </a:xfrm>
            <a:custGeom>
              <a:avLst/>
              <a:gdLst>
                <a:gd name="T0" fmla="*/ 104 w 106"/>
                <a:gd name="T1" fmla="*/ 8 h 106"/>
                <a:gd name="T2" fmla="*/ 106 w 106"/>
                <a:gd name="T3" fmla="*/ 8 h 106"/>
                <a:gd name="T4" fmla="*/ 106 w 106"/>
                <a:gd name="T5" fmla="*/ 3 h 106"/>
                <a:gd name="T6" fmla="*/ 104 w 106"/>
                <a:gd name="T7" fmla="*/ 2 h 106"/>
                <a:gd name="T8" fmla="*/ 104 w 106"/>
                <a:gd name="T9" fmla="*/ 0 h 106"/>
                <a:gd name="T10" fmla="*/ 99 w 106"/>
                <a:gd name="T11" fmla="*/ 0 h 106"/>
                <a:gd name="T12" fmla="*/ 98 w 106"/>
                <a:gd name="T13" fmla="*/ 2 h 106"/>
                <a:gd name="T14" fmla="*/ 2 w 106"/>
                <a:gd name="T15" fmla="*/ 97 h 106"/>
                <a:gd name="T16" fmla="*/ 0 w 106"/>
                <a:gd name="T17" fmla="*/ 99 h 106"/>
                <a:gd name="T18" fmla="*/ 0 w 106"/>
                <a:gd name="T19" fmla="*/ 104 h 106"/>
                <a:gd name="T20" fmla="*/ 2 w 106"/>
                <a:gd name="T21" fmla="*/ 104 h 106"/>
                <a:gd name="T22" fmla="*/ 4 w 106"/>
                <a:gd name="T23" fmla="*/ 106 h 106"/>
                <a:gd name="T24" fmla="*/ 9 w 106"/>
                <a:gd name="T25" fmla="*/ 106 h 106"/>
                <a:gd name="T26" fmla="*/ 9 w 106"/>
                <a:gd name="T27" fmla="*/ 104 h 106"/>
                <a:gd name="T28" fmla="*/ 104 w 106"/>
                <a:gd name="T29" fmla="*/ 8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8"/>
                  </a:moveTo>
                  <a:lnTo>
                    <a:pt x="106" y="8"/>
                  </a:lnTo>
                  <a:lnTo>
                    <a:pt x="106" y="3"/>
                  </a:lnTo>
                  <a:lnTo>
                    <a:pt x="104" y="2"/>
                  </a:lnTo>
                  <a:lnTo>
                    <a:pt x="104" y="0"/>
                  </a:lnTo>
                  <a:lnTo>
                    <a:pt x="99" y="0"/>
                  </a:lnTo>
                  <a:lnTo>
                    <a:pt x="98" y="2"/>
                  </a:lnTo>
                  <a:lnTo>
                    <a:pt x="2" y="97"/>
                  </a:lnTo>
                  <a:lnTo>
                    <a:pt x="0" y="99"/>
                  </a:lnTo>
                  <a:lnTo>
                    <a:pt x="0" y="104"/>
                  </a:lnTo>
                  <a:lnTo>
                    <a:pt x="2" y="104"/>
                  </a:lnTo>
                  <a:lnTo>
                    <a:pt x="4" y="106"/>
                  </a:lnTo>
                  <a:lnTo>
                    <a:pt x="9" y="106"/>
                  </a:lnTo>
                  <a:lnTo>
                    <a:pt x="9"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53" name="Rectangle 96">
              <a:extLst>
                <a:ext uri="{FF2B5EF4-FFF2-40B4-BE49-F238E27FC236}">
                  <a16:creationId xmlns:a16="http://schemas.microsoft.com/office/drawing/2014/main" id="{6C51B3FE-3901-0467-2417-86E8BCA013CE}"/>
                </a:ext>
              </a:extLst>
            </p:cNvPr>
            <p:cNvSpPr>
              <a:spLocks noChangeAspect="1" noChangeArrowheads="1"/>
            </p:cNvSpPr>
            <p:nvPr/>
          </p:nvSpPr>
          <p:spPr bwMode="auto">
            <a:xfrm>
              <a:off x="3767" y="340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554" name="Freeform 97">
              <a:extLst>
                <a:ext uri="{FF2B5EF4-FFF2-40B4-BE49-F238E27FC236}">
                  <a16:creationId xmlns:a16="http://schemas.microsoft.com/office/drawing/2014/main" id="{13C67B64-36CD-FE86-C820-D29A14E0C86A}"/>
                </a:ext>
              </a:extLst>
            </p:cNvPr>
            <p:cNvSpPr>
              <a:spLocks noChangeAspect="1"/>
            </p:cNvSpPr>
            <p:nvPr/>
          </p:nvSpPr>
          <p:spPr bwMode="auto">
            <a:xfrm>
              <a:off x="4076" y="3377"/>
              <a:ext cx="375" cy="396"/>
            </a:xfrm>
            <a:custGeom>
              <a:avLst/>
              <a:gdLst>
                <a:gd name="T0" fmla="*/ 10 w 375"/>
                <a:gd name="T1" fmla="*/ 0 h 396"/>
                <a:gd name="T2" fmla="*/ 6 w 375"/>
                <a:gd name="T3" fmla="*/ 0 h 396"/>
                <a:gd name="T4" fmla="*/ 3 w 375"/>
                <a:gd name="T5" fmla="*/ 4 h 396"/>
                <a:gd name="T6" fmla="*/ 0 w 375"/>
                <a:gd name="T7" fmla="*/ 7 h 396"/>
                <a:gd name="T8" fmla="*/ 0 w 375"/>
                <a:gd name="T9" fmla="*/ 389 h 396"/>
                <a:gd name="T10" fmla="*/ 3 w 375"/>
                <a:gd name="T11" fmla="*/ 393 h 396"/>
                <a:gd name="T12" fmla="*/ 6 w 375"/>
                <a:gd name="T13" fmla="*/ 396 h 396"/>
                <a:gd name="T14" fmla="*/ 369 w 375"/>
                <a:gd name="T15" fmla="*/ 396 h 396"/>
                <a:gd name="T16" fmla="*/ 372 w 375"/>
                <a:gd name="T17" fmla="*/ 393 h 396"/>
                <a:gd name="T18" fmla="*/ 375 w 375"/>
                <a:gd name="T19" fmla="*/ 389 h 396"/>
                <a:gd name="T20" fmla="*/ 375 w 375"/>
                <a:gd name="T21" fmla="*/ 7 h 396"/>
                <a:gd name="T22" fmla="*/ 372 w 375"/>
                <a:gd name="T23" fmla="*/ 4 h 396"/>
                <a:gd name="T24" fmla="*/ 369 w 375"/>
                <a:gd name="T25" fmla="*/ 0 h 396"/>
                <a:gd name="T26" fmla="*/ 366 w 375"/>
                <a:gd name="T27" fmla="*/ 0 h 396"/>
                <a:gd name="T28" fmla="*/ 10 w 375"/>
                <a:gd name="T29" fmla="*/ 0 h 396"/>
                <a:gd name="T30" fmla="*/ 10 w 375"/>
                <a:gd name="T31" fmla="*/ 20 h 396"/>
                <a:gd name="T32" fmla="*/ 366 w 375"/>
                <a:gd name="T33" fmla="*/ 20 h 396"/>
                <a:gd name="T34" fmla="*/ 356 w 375"/>
                <a:gd name="T35" fmla="*/ 10 h 396"/>
                <a:gd name="T36" fmla="*/ 356 w 375"/>
                <a:gd name="T37" fmla="*/ 386 h 396"/>
                <a:gd name="T38" fmla="*/ 366 w 375"/>
                <a:gd name="T39" fmla="*/ 376 h 396"/>
                <a:gd name="T40" fmla="*/ 10 w 375"/>
                <a:gd name="T41" fmla="*/ 376 h 396"/>
                <a:gd name="T42" fmla="*/ 19 w 375"/>
                <a:gd name="T43" fmla="*/ 386 h 396"/>
                <a:gd name="T44" fmla="*/ 19 w 375"/>
                <a:gd name="T45" fmla="*/ 10 h 396"/>
                <a:gd name="T46" fmla="*/ 10 w 375"/>
                <a:gd name="T47" fmla="*/ 20 h 396"/>
                <a:gd name="T48" fmla="*/ 10 w 375"/>
                <a:gd name="T49" fmla="*/ 0 h 3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5"/>
                <a:gd name="T76" fmla="*/ 0 h 396"/>
                <a:gd name="T77" fmla="*/ 375 w 375"/>
                <a:gd name="T78" fmla="*/ 396 h 3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5" h="396">
                  <a:moveTo>
                    <a:pt x="10" y="0"/>
                  </a:moveTo>
                  <a:lnTo>
                    <a:pt x="6" y="0"/>
                  </a:lnTo>
                  <a:lnTo>
                    <a:pt x="3" y="4"/>
                  </a:lnTo>
                  <a:lnTo>
                    <a:pt x="0" y="7"/>
                  </a:lnTo>
                  <a:lnTo>
                    <a:pt x="0" y="389"/>
                  </a:lnTo>
                  <a:lnTo>
                    <a:pt x="3" y="393"/>
                  </a:lnTo>
                  <a:lnTo>
                    <a:pt x="6" y="396"/>
                  </a:lnTo>
                  <a:lnTo>
                    <a:pt x="369" y="396"/>
                  </a:lnTo>
                  <a:lnTo>
                    <a:pt x="372" y="393"/>
                  </a:lnTo>
                  <a:lnTo>
                    <a:pt x="375" y="389"/>
                  </a:lnTo>
                  <a:lnTo>
                    <a:pt x="375" y="7"/>
                  </a:lnTo>
                  <a:lnTo>
                    <a:pt x="372" y="4"/>
                  </a:lnTo>
                  <a:lnTo>
                    <a:pt x="369" y="0"/>
                  </a:lnTo>
                  <a:lnTo>
                    <a:pt x="366" y="0"/>
                  </a:lnTo>
                  <a:lnTo>
                    <a:pt x="10" y="0"/>
                  </a:lnTo>
                  <a:lnTo>
                    <a:pt x="10" y="20"/>
                  </a:lnTo>
                  <a:lnTo>
                    <a:pt x="366" y="20"/>
                  </a:lnTo>
                  <a:lnTo>
                    <a:pt x="356" y="10"/>
                  </a:lnTo>
                  <a:lnTo>
                    <a:pt x="356" y="386"/>
                  </a:lnTo>
                  <a:lnTo>
                    <a:pt x="366" y="376"/>
                  </a:lnTo>
                  <a:lnTo>
                    <a:pt x="10" y="376"/>
                  </a:lnTo>
                  <a:lnTo>
                    <a:pt x="19" y="386"/>
                  </a:lnTo>
                  <a:lnTo>
                    <a:pt x="19"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55" name="Rectangle 98">
              <a:extLst>
                <a:ext uri="{FF2B5EF4-FFF2-40B4-BE49-F238E27FC236}">
                  <a16:creationId xmlns:a16="http://schemas.microsoft.com/office/drawing/2014/main" id="{1929B4EF-E2A1-FA9C-5459-DF01644822A2}"/>
                </a:ext>
              </a:extLst>
            </p:cNvPr>
            <p:cNvSpPr>
              <a:spLocks noChangeAspect="1" noChangeArrowheads="1"/>
            </p:cNvSpPr>
            <p:nvPr/>
          </p:nvSpPr>
          <p:spPr bwMode="auto">
            <a:xfrm>
              <a:off x="4201" y="3552"/>
              <a:ext cx="23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MUX</a:t>
              </a:r>
              <a:endParaRPr lang="en-US" altLang="es-ES" sz="2800" b="0" i="0" baseline="0"/>
            </a:p>
          </p:txBody>
        </p:sp>
        <p:sp>
          <p:nvSpPr>
            <p:cNvPr id="19556" name="Rectangle 99">
              <a:extLst>
                <a:ext uri="{FF2B5EF4-FFF2-40B4-BE49-F238E27FC236}">
                  <a16:creationId xmlns:a16="http://schemas.microsoft.com/office/drawing/2014/main" id="{1B4393A4-DA09-A5FD-2FEA-3D8E3F358170}"/>
                </a:ext>
              </a:extLst>
            </p:cNvPr>
            <p:cNvSpPr>
              <a:spLocks noChangeAspect="1" noChangeArrowheads="1"/>
            </p:cNvSpPr>
            <p:nvPr/>
          </p:nvSpPr>
          <p:spPr bwMode="auto">
            <a:xfrm>
              <a:off x="4227" y="3400"/>
              <a:ext cx="5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S</a:t>
              </a:r>
              <a:endParaRPr lang="en-US" altLang="es-ES" sz="2800" b="0" i="0" baseline="0"/>
            </a:p>
          </p:txBody>
        </p:sp>
        <p:sp>
          <p:nvSpPr>
            <p:cNvPr id="19557" name="Rectangle 100">
              <a:extLst>
                <a:ext uri="{FF2B5EF4-FFF2-40B4-BE49-F238E27FC236}">
                  <a16:creationId xmlns:a16="http://schemas.microsoft.com/office/drawing/2014/main" id="{43838563-95D2-F312-7397-78A02405D79C}"/>
                </a:ext>
              </a:extLst>
            </p:cNvPr>
            <p:cNvSpPr>
              <a:spLocks noChangeAspect="1" noChangeArrowheads="1"/>
            </p:cNvSpPr>
            <p:nvPr/>
          </p:nvSpPr>
          <p:spPr bwMode="auto">
            <a:xfrm>
              <a:off x="4114" y="3453"/>
              <a:ext cx="49"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0</a:t>
              </a:r>
              <a:endParaRPr lang="en-US" altLang="es-ES" sz="2800" b="0" i="0" baseline="0"/>
            </a:p>
          </p:txBody>
        </p:sp>
        <p:sp>
          <p:nvSpPr>
            <p:cNvPr id="19558" name="Rectangle 101">
              <a:extLst>
                <a:ext uri="{FF2B5EF4-FFF2-40B4-BE49-F238E27FC236}">
                  <a16:creationId xmlns:a16="http://schemas.microsoft.com/office/drawing/2014/main" id="{2FA6F52E-4C06-A7DF-CE68-4D1102DC166F}"/>
                </a:ext>
              </a:extLst>
            </p:cNvPr>
            <p:cNvSpPr>
              <a:spLocks noChangeAspect="1" noChangeArrowheads="1"/>
            </p:cNvSpPr>
            <p:nvPr/>
          </p:nvSpPr>
          <p:spPr bwMode="auto">
            <a:xfrm>
              <a:off x="4107" y="3615"/>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1</a:t>
              </a:r>
              <a:endParaRPr lang="en-US" altLang="es-ES" sz="2800" b="0" i="0" baseline="0"/>
            </a:p>
          </p:txBody>
        </p:sp>
        <p:sp>
          <p:nvSpPr>
            <p:cNvPr id="19559" name="Freeform 102">
              <a:extLst>
                <a:ext uri="{FF2B5EF4-FFF2-40B4-BE49-F238E27FC236}">
                  <a16:creationId xmlns:a16="http://schemas.microsoft.com/office/drawing/2014/main" id="{EDA628BF-56C5-22F3-3553-063FD4713518}"/>
                </a:ext>
              </a:extLst>
            </p:cNvPr>
            <p:cNvSpPr>
              <a:spLocks noChangeAspect="1"/>
            </p:cNvSpPr>
            <p:nvPr/>
          </p:nvSpPr>
          <p:spPr bwMode="auto">
            <a:xfrm>
              <a:off x="4435" y="3524"/>
              <a:ext cx="424" cy="20"/>
            </a:xfrm>
            <a:custGeom>
              <a:avLst/>
              <a:gdLst>
                <a:gd name="T0" fmla="*/ 10 w 424"/>
                <a:gd name="T1" fmla="*/ 0 h 20"/>
                <a:gd name="T2" fmla="*/ 7 w 424"/>
                <a:gd name="T3" fmla="*/ 0 h 20"/>
                <a:gd name="T4" fmla="*/ 3 w 424"/>
                <a:gd name="T5" fmla="*/ 3 h 20"/>
                <a:gd name="T6" fmla="*/ 0 w 424"/>
                <a:gd name="T7" fmla="*/ 7 h 20"/>
                <a:gd name="T8" fmla="*/ 0 w 424"/>
                <a:gd name="T9" fmla="*/ 13 h 20"/>
                <a:gd name="T10" fmla="*/ 3 w 424"/>
                <a:gd name="T11" fmla="*/ 16 h 20"/>
                <a:gd name="T12" fmla="*/ 7 w 424"/>
                <a:gd name="T13" fmla="*/ 20 h 20"/>
                <a:gd name="T14" fmla="*/ 417 w 424"/>
                <a:gd name="T15" fmla="*/ 20 h 20"/>
                <a:gd name="T16" fmla="*/ 420 w 424"/>
                <a:gd name="T17" fmla="*/ 16 h 20"/>
                <a:gd name="T18" fmla="*/ 424 w 424"/>
                <a:gd name="T19" fmla="*/ 13 h 20"/>
                <a:gd name="T20" fmla="*/ 424 w 424"/>
                <a:gd name="T21" fmla="*/ 7 h 20"/>
                <a:gd name="T22" fmla="*/ 420 w 424"/>
                <a:gd name="T23" fmla="*/ 3 h 20"/>
                <a:gd name="T24" fmla="*/ 417 w 424"/>
                <a:gd name="T25" fmla="*/ 0 h 20"/>
                <a:gd name="T26" fmla="*/ 414 w 424"/>
                <a:gd name="T27" fmla="*/ 0 h 20"/>
                <a:gd name="T28" fmla="*/ 10 w 424"/>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4"/>
                <a:gd name="T46" fmla="*/ 0 h 20"/>
                <a:gd name="T47" fmla="*/ 424 w 424"/>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4" h="20">
                  <a:moveTo>
                    <a:pt x="10" y="0"/>
                  </a:moveTo>
                  <a:lnTo>
                    <a:pt x="7" y="0"/>
                  </a:lnTo>
                  <a:lnTo>
                    <a:pt x="3" y="3"/>
                  </a:lnTo>
                  <a:lnTo>
                    <a:pt x="0" y="7"/>
                  </a:lnTo>
                  <a:lnTo>
                    <a:pt x="0" y="13"/>
                  </a:lnTo>
                  <a:lnTo>
                    <a:pt x="3" y="16"/>
                  </a:lnTo>
                  <a:lnTo>
                    <a:pt x="7" y="20"/>
                  </a:lnTo>
                  <a:lnTo>
                    <a:pt x="417" y="20"/>
                  </a:lnTo>
                  <a:lnTo>
                    <a:pt x="420" y="16"/>
                  </a:lnTo>
                  <a:lnTo>
                    <a:pt x="424" y="13"/>
                  </a:lnTo>
                  <a:lnTo>
                    <a:pt x="424" y="7"/>
                  </a:lnTo>
                  <a:lnTo>
                    <a:pt x="420" y="3"/>
                  </a:lnTo>
                  <a:lnTo>
                    <a:pt x="417" y="0"/>
                  </a:lnTo>
                  <a:lnTo>
                    <a:pt x="414"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0" name="Freeform 103">
              <a:extLst>
                <a:ext uri="{FF2B5EF4-FFF2-40B4-BE49-F238E27FC236}">
                  <a16:creationId xmlns:a16="http://schemas.microsoft.com/office/drawing/2014/main" id="{0DFF689A-3FD6-D1E1-36B8-8AF7963AA70A}"/>
                </a:ext>
              </a:extLst>
            </p:cNvPr>
            <p:cNvSpPr>
              <a:spLocks noChangeAspect="1"/>
            </p:cNvSpPr>
            <p:nvPr/>
          </p:nvSpPr>
          <p:spPr bwMode="auto">
            <a:xfrm>
              <a:off x="4745" y="3524"/>
              <a:ext cx="114" cy="45"/>
            </a:xfrm>
            <a:custGeom>
              <a:avLst/>
              <a:gdLst>
                <a:gd name="T0" fmla="*/ 107 w 114"/>
                <a:gd name="T1" fmla="*/ 20 h 45"/>
                <a:gd name="T2" fmla="*/ 110 w 114"/>
                <a:gd name="T3" fmla="*/ 16 h 45"/>
                <a:gd name="T4" fmla="*/ 114 w 114"/>
                <a:gd name="T5" fmla="*/ 13 h 45"/>
                <a:gd name="T6" fmla="*/ 114 w 114"/>
                <a:gd name="T7" fmla="*/ 7 h 45"/>
                <a:gd name="T8" fmla="*/ 110 w 114"/>
                <a:gd name="T9" fmla="*/ 3 h 45"/>
                <a:gd name="T10" fmla="*/ 107 w 114"/>
                <a:gd name="T11" fmla="*/ 0 h 45"/>
                <a:gd name="T12" fmla="*/ 100 w 114"/>
                <a:gd name="T13" fmla="*/ 0 h 45"/>
                <a:gd name="T14" fmla="*/ 6 w 114"/>
                <a:gd name="T15" fmla="*/ 25 h 45"/>
                <a:gd name="T16" fmla="*/ 3 w 114"/>
                <a:gd name="T17" fmla="*/ 28 h 45"/>
                <a:gd name="T18" fmla="*/ 0 w 114"/>
                <a:gd name="T19" fmla="*/ 31 h 45"/>
                <a:gd name="T20" fmla="*/ 0 w 114"/>
                <a:gd name="T21" fmla="*/ 38 h 45"/>
                <a:gd name="T22" fmla="*/ 3 w 114"/>
                <a:gd name="T23" fmla="*/ 41 h 45"/>
                <a:gd name="T24" fmla="*/ 6 w 114"/>
                <a:gd name="T25" fmla="*/ 45 h 45"/>
                <a:gd name="T26" fmla="*/ 13 w 114"/>
                <a:gd name="T27" fmla="*/ 45 h 45"/>
                <a:gd name="T28" fmla="*/ 107 w 114"/>
                <a:gd name="T29" fmla="*/ 2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4"/>
                <a:gd name="T46" fmla="*/ 0 h 45"/>
                <a:gd name="T47" fmla="*/ 114 w 11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4" h="45">
                  <a:moveTo>
                    <a:pt x="107" y="20"/>
                  </a:moveTo>
                  <a:lnTo>
                    <a:pt x="110" y="16"/>
                  </a:lnTo>
                  <a:lnTo>
                    <a:pt x="114" y="13"/>
                  </a:lnTo>
                  <a:lnTo>
                    <a:pt x="114" y="7"/>
                  </a:lnTo>
                  <a:lnTo>
                    <a:pt x="110" y="3"/>
                  </a:lnTo>
                  <a:lnTo>
                    <a:pt x="107" y="0"/>
                  </a:lnTo>
                  <a:lnTo>
                    <a:pt x="100" y="0"/>
                  </a:lnTo>
                  <a:lnTo>
                    <a:pt x="6" y="25"/>
                  </a:lnTo>
                  <a:lnTo>
                    <a:pt x="3" y="28"/>
                  </a:lnTo>
                  <a:lnTo>
                    <a:pt x="0" y="31"/>
                  </a:lnTo>
                  <a:lnTo>
                    <a:pt x="0" y="38"/>
                  </a:lnTo>
                  <a:lnTo>
                    <a:pt x="3" y="41"/>
                  </a:lnTo>
                  <a:lnTo>
                    <a:pt x="6" y="45"/>
                  </a:lnTo>
                  <a:lnTo>
                    <a:pt x="13" y="45"/>
                  </a:lnTo>
                  <a:lnTo>
                    <a:pt x="107"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1" name="Freeform 104">
              <a:extLst>
                <a:ext uri="{FF2B5EF4-FFF2-40B4-BE49-F238E27FC236}">
                  <a16:creationId xmlns:a16="http://schemas.microsoft.com/office/drawing/2014/main" id="{B6572A9D-75B9-C09E-EF74-AE2B142205D4}"/>
                </a:ext>
              </a:extLst>
            </p:cNvPr>
            <p:cNvSpPr>
              <a:spLocks noChangeAspect="1"/>
            </p:cNvSpPr>
            <p:nvPr/>
          </p:nvSpPr>
          <p:spPr bwMode="auto">
            <a:xfrm>
              <a:off x="4745" y="3501"/>
              <a:ext cx="114" cy="43"/>
            </a:xfrm>
            <a:custGeom>
              <a:avLst/>
              <a:gdLst>
                <a:gd name="T0" fmla="*/ 102 w 114"/>
                <a:gd name="T1" fmla="*/ 43 h 43"/>
                <a:gd name="T2" fmla="*/ 107 w 114"/>
                <a:gd name="T3" fmla="*/ 43 h 43"/>
                <a:gd name="T4" fmla="*/ 110 w 114"/>
                <a:gd name="T5" fmla="*/ 39 h 43"/>
                <a:gd name="T6" fmla="*/ 112 w 114"/>
                <a:gd name="T7" fmla="*/ 38 h 43"/>
                <a:gd name="T8" fmla="*/ 114 w 114"/>
                <a:gd name="T9" fmla="*/ 35 h 43"/>
                <a:gd name="T10" fmla="*/ 114 w 114"/>
                <a:gd name="T11" fmla="*/ 30 h 43"/>
                <a:gd name="T12" fmla="*/ 110 w 114"/>
                <a:gd name="T13" fmla="*/ 26 h 43"/>
                <a:gd name="T14" fmla="*/ 109 w 114"/>
                <a:gd name="T15" fmla="*/ 25 h 43"/>
                <a:gd name="T16" fmla="*/ 105 w 114"/>
                <a:gd name="T17" fmla="*/ 23 h 43"/>
                <a:gd name="T18" fmla="*/ 11 w 114"/>
                <a:gd name="T19" fmla="*/ 0 h 43"/>
                <a:gd name="T20" fmla="*/ 6 w 114"/>
                <a:gd name="T21" fmla="*/ 0 h 43"/>
                <a:gd name="T22" fmla="*/ 3 w 114"/>
                <a:gd name="T23" fmla="*/ 3 h 43"/>
                <a:gd name="T24" fmla="*/ 1 w 114"/>
                <a:gd name="T25" fmla="*/ 5 h 43"/>
                <a:gd name="T26" fmla="*/ 0 w 114"/>
                <a:gd name="T27" fmla="*/ 8 h 43"/>
                <a:gd name="T28" fmla="*/ 0 w 114"/>
                <a:gd name="T29" fmla="*/ 13 h 43"/>
                <a:gd name="T30" fmla="*/ 3 w 114"/>
                <a:gd name="T31" fmla="*/ 16 h 43"/>
                <a:gd name="T32" fmla="*/ 5 w 114"/>
                <a:gd name="T33" fmla="*/ 18 h 43"/>
                <a:gd name="T34" fmla="*/ 8 w 114"/>
                <a:gd name="T35" fmla="*/ 20 h 43"/>
                <a:gd name="T36" fmla="*/ 102 w 114"/>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43"/>
                <a:gd name="T59" fmla="*/ 114 w 114"/>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43">
                  <a:moveTo>
                    <a:pt x="102" y="43"/>
                  </a:moveTo>
                  <a:lnTo>
                    <a:pt x="107" y="43"/>
                  </a:lnTo>
                  <a:lnTo>
                    <a:pt x="110" y="39"/>
                  </a:lnTo>
                  <a:lnTo>
                    <a:pt x="112" y="38"/>
                  </a:lnTo>
                  <a:lnTo>
                    <a:pt x="114" y="35"/>
                  </a:lnTo>
                  <a:lnTo>
                    <a:pt x="114" y="30"/>
                  </a:lnTo>
                  <a:lnTo>
                    <a:pt x="110" y="26"/>
                  </a:lnTo>
                  <a:lnTo>
                    <a:pt x="109" y="25"/>
                  </a:lnTo>
                  <a:lnTo>
                    <a:pt x="105" y="23"/>
                  </a:lnTo>
                  <a:lnTo>
                    <a:pt x="11" y="0"/>
                  </a:lnTo>
                  <a:lnTo>
                    <a:pt x="6" y="0"/>
                  </a:lnTo>
                  <a:lnTo>
                    <a:pt x="3" y="3"/>
                  </a:lnTo>
                  <a:lnTo>
                    <a:pt x="1" y="5"/>
                  </a:lnTo>
                  <a:lnTo>
                    <a:pt x="0" y="8"/>
                  </a:lnTo>
                  <a:lnTo>
                    <a:pt x="0" y="13"/>
                  </a:lnTo>
                  <a:lnTo>
                    <a:pt x="3" y="16"/>
                  </a:lnTo>
                  <a:lnTo>
                    <a:pt x="5" y="18"/>
                  </a:lnTo>
                  <a:lnTo>
                    <a:pt x="8" y="20"/>
                  </a:lnTo>
                  <a:lnTo>
                    <a:pt x="102"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2" name="Freeform 105">
              <a:extLst>
                <a:ext uri="{FF2B5EF4-FFF2-40B4-BE49-F238E27FC236}">
                  <a16:creationId xmlns:a16="http://schemas.microsoft.com/office/drawing/2014/main" id="{0A329B36-4AC2-A2FA-DF1D-6AC0264C3A65}"/>
                </a:ext>
              </a:extLst>
            </p:cNvPr>
            <p:cNvSpPr>
              <a:spLocks noChangeAspect="1"/>
            </p:cNvSpPr>
            <p:nvPr/>
          </p:nvSpPr>
          <p:spPr bwMode="auto">
            <a:xfrm>
              <a:off x="4559" y="3481"/>
              <a:ext cx="105" cy="106"/>
            </a:xfrm>
            <a:custGeom>
              <a:avLst/>
              <a:gdLst>
                <a:gd name="T0" fmla="*/ 103 w 105"/>
                <a:gd name="T1" fmla="*/ 8 h 106"/>
                <a:gd name="T2" fmla="*/ 105 w 105"/>
                <a:gd name="T3" fmla="*/ 8 h 106"/>
                <a:gd name="T4" fmla="*/ 105 w 105"/>
                <a:gd name="T5" fmla="*/ 3 h 106"/>
                <a:gd name="T6" fmla="*/ 103 w 105"/>
                <a:gd name="T7" fmla="*/ 2 h 106"/>
                <a:gd name="T8" fmla="*/ 103 w 105"/>
                <a:gd name="T9" fmla="*/ 0 h 106"/>
                <a:gd name="T10" fmla="*/ 98 w 105"/>
                <a:gd name="T11" fmla="*/ 0 h 106"/>
                <a:gd name="T12" fmla="*/ 97 w 105"/>
                <a:gd name="T13" fmla="*/ 2 h 106"/>
                <a:gd name="T14" fmla="*/ 1 w 105"/>
                <a:gd name="T15" fmla="*/ 97 h 106"/>
                <a:gd name="T16" fmla="*/ 0 w 105"/>
                <a:gd name="T17" fmla="*/ 99 h 106"/>
                <a:gd name="T18" fmla="*/ 0 w 105"/>
                <a:gd name="T19" fmla="*/ 104 h 106"/>
                <a:gd name="T20" fmla="*/ 1 w 105"/>
                <a:gd name="T21" fmla="*/ 104 h 106"/>
                <a:gd name="T22" fmla="*/ 3 w 105"/>
                <a:gd name="T23" fmla="*/ 106 h 106"/>
                <a:gd name="T24" fmla="*/ 8 w 105"/>
                <a:gd name="T25" fmla="*/ 106 h 106"/>
                <a:gd name="T26" fmla="*/ 8 w 105"/>
                <a:gd name="T27" fmla="*/ 104 h 106"/>
                <a:gd name="T28" fmla="*/ 103 w 105"/>
                <a:gd name="T29" fmla="*/ 8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8"/>
                  </a:moveTo>
                  <a:lnTo>
                    <a:pt x="105" y="8"/>
                  </a:lnTo>
                  <a:lnTo>
                    <a:pt x="105" y="3"/>
                  </a:lnTo>
                  <a:lnTo>
                    <a:pt x="103" y="2"/>
                  </a:lnTo>
                  <a:lnTo>
                    <a:pt x="103" y="0"/>
                  </a:lnTo>
                  <a:lnTo>
                    <a:pt x="98" y="0"/>
                  </a:lnTo>
                  <a:lnTo>
                    <a:pt x="97" y="2"/>
                  </a:lnTo>
                  <a:lnTo>
                    <a:pt x="1" y="97"/>
                  </a:lnTo>
                  <a:lnTo>
                    <a:pt x="0" y="99"/>
                  </a:lnTo>
                  <a:lnTo>
                    <a:pt x="0" y="104"/>
                  </a:lnTo>
                  <a:lnTo>
                    <a:pt x="1" y="104"/>
                  </a:lnTo>
                  <a:lnTo>
                    <a:pt x="3" y="106"/>
                  </a:lnTo>
                  <a:lnTo>
                    <a:pt x="8" y="106"/>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3" name="Rectangle 106">
              <a:extLst>
                <a:ext uri="{FF2B5EF4-FFF2-40B4-BE49-F238E27FC236}">
                  <a16:creationId xmlns:a16="http://schemas.microsoft.com/office/drawing/2014/main" id="{2349ACD9-F5AC-B2FF-7370-B2DC61EB113D}"/>
                </a:ext>
              </a:extLst>
            </p:cNvPr>
            <p:cNvSpPr>
              <a:spLocks noChangeAspect="1" noChangeArrowheads="1"/>
            </p:cNvSpPr>
            <p:nvPr/>
          </p:nvSpPr>
          <p:spPr bwMode="auto">
            <a:xfrm>
              <a:off x="4544" y="3427"/>
              <a:ext cx="5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19564" name="Freeform 107">
              <a:extLst>
                <a:ext uri="{FF2B5EF4-FFF2-40B4-BE49-F238E27FC236}">
                  <a16:creationId xmlns:a16="http://schemas.microsoft.com/office/drawing/2014/main" id="{D578CF92-57E3-E006-2EF2-34DEA806F71C}"/>
                </a:ext>
              </a:extLst>
            </p:cNvPr>
            <p:cNvSpPr>
              <a:spLocks noChangeAspect="1"/>
            </p:cNvSpPr>
            <p:nvPr/>
          </p:nvSpPr>
          <p:spPr bwMode="auto">
            <a:xfrm>
              <a:off x="4254" y="3206"/>
              <a:ext cx="19" cy="171"/>
            </a:xfrm>
            <a:custGeom>
              <a:avLst/>
              <a:gdLst>
                <a:gd name="T0" fmla="*/ 19 w 19"/>
                <a:gd name="T1" fmla="*/ 10 h 171"/>
                <a:gd name="T2" fmla="*/ 19 w 19"/>
                <a:gd name="T3" fmla="*/ 7 h 171"/>
                <a:gd name="T4" fmla="*/ 16 w 19"/>
                <a:gd name="T5" fmla="*/ 3 h 171"/>
                <a:gd name="T6" fmla="*/ 13 w 19"/>
                <a:gd name="T7" fmla="*/ 0 h 171"/>
                <a:gd name="T8" fmla="*/ 6 w 19"/>
                <a:gd name="T9" fmla="*/ 0 h 171"/>
                <a:gd name="T10" fmla="*/ 3 w 19"/>
                <a:gd name="T11" fmla="*/ 3 h 171"/>
                <a:gd name="T12" fmla="*/ 0 w 19"/>
                <a:gd name="T13" fmla="*/ 7 h 171"/>
                <a:gd name="T14" fmla="*/ 0 w 19"/>
                <a:gd name="T15" fmla="*/ 165 h 171"/>
                <a:gd name="T16" fmla="*/ 3 w 19"/>
                <a:gd name="T17" fmla="*/ 168 h 171"/>
                <a:gd name="T18" fmla="*/ 6 w 19"/>
                <a:gd name="T19" fmla="*/ 171 h 171"/>
                <a:gd name="T20" fmla="*/ 13 w 19"/>
                <a:gd name="T21" fmla="*/ 171 h 171"/>
                <a:gd name="T22" fmla="*/ 16 w 19"/>
                <a:gd name="T23" fmla="*/ 168 h 171"/>
                <a:gd name="T24" fmla="*/ 19 w 19"/>
                <a:gd name="T25" fmla="*/ 165 h 171"/>
                <a:gd name="T26" fmla="*/ 19 w 19"/>
                <a:gd name="T27" fmla="*/ 161 h 171"/>
                <a:gd name="T28" fmla="*/ 19 w 19"/>
                <a:gd name="T29" fmla="*/ 10 h 1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1"/>
                <a:gd name="T47" fmla="*/ 19 w 19"/>
                <a:gd name="T48" fmla="*/ 171 h 17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1">
                  <a:moveTo>
                    <a:pt x="19" y="10"/>
                  </a:moveTo>
                  <a:lnTo>
                    <a:pt x="19" y="7"/>
                  </a:lnTo>
                  <a:lnTo>
                    <a:pt x="16" y="3"/>
                  </a:lnTo>
                  <a:lnTo>
                    <a:pt x="13" y="0"/>
                  </a:lnTo>
                  <a:lnTo>
                    <a:pt x="6" y="0"/>
                  </a:lnTo>
                  <a:lnTo>
                    <a:pt x="3" y="3"/>
                  </a:lnTo>
                  <a:lnTo>
                    <a:pt x="0" y="7"/>
                  </a:lnTo>
                  <a:lnTo>
                    <a:pt x="0" y="165"/>
                  </a:lnTo>
                  <a:lnTo>
                    <a:pt x="3" y="168"/>
                  </a:lnTo>
                  <a:lnTo>
                    <a:pt x="6" y="171"/>
                  </a:lnTo>
                  <a:lnTo>
                    <a:pt x="13" y="171"/>
                  </a:lnTo>
                  <a:lnTo>
                    <a:pt x="16" y="168"/>
                  </a:lnTo>
                  <a:lnTo>
                    <a:pt x="19" y="165"/>
                  </a:lnTo>
                  <a:lnTo>
                    <a:pt x="19" y="161"/>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5" name="Freeform 108">
              <a:extLst>
                <a:ext uri="{FF2B5EF4-FFF2-40B4-BE49-F238E27FC236}">
                  <a16:creationId xmlns:a16="http://schemas.microsoft.com/office/drawing/2014/main" id="{99E23AD1-A1B7-9FCD-763D-5C02216952CC}"/>
                </a:ext>
              </a:extLst>
            </p:cNvPr>
            <p:cNvSpPr>
              <a:spLocks noChangeAspect="1"/>
            </p:cNvSpPr>
            <p:nvPr/>
          </p:nvSpPr>
          <p:spPr bwMode="auto">
            <a:xfrm>
              <a:off x="4247" y="3298"/>
              <a:ext cx="46" cy="86"/>
            </a:xfrm>
            <a:custGeom>
              <a:avLst/>
              <a:gdLst>
                <a:gd name="T0" fmla="*/ 0 w 46"/>
                <a:gd name="T1" fmla="*/ 73 h 86"/>
                <a:gd name="T2" fmla="*/ 0 w 46"/>
                <a:gd name="T3" fmla="*/ 79 h 86"/>
                <a:gd name="T4" fmla="*/ 2 w 46"/>
                <a:gd name="T5" fmla="*/ 83 h 86"/>
                <a:gd name="T6" fmla="*/ 3 w 46"/>
                <a:gd name="T7" fmla="*/ 84 h 86"/>
                <a:gd name="T8" fmla="*/ 7 w 46"/>
                <a:gd name="T9" fmla="*/ 86 h 86"/>
                <a:gd name="T10" fmla="*/ 13 w 46"/>
                <a:gd name="T11" fmla="*/ 86 h 86"/>
                <a:gd name="T12" fmla="*/ 17 w 46"/>
                <a:gd name="T13" fmla="*/ 84 h 86"/>
                <a:gd name="T14" fmla="*/ 18 w 46"/>
                <a:gd name="T15" fmla="*/ 83 h 86"/>
                <a:gd name="T16" fmla="*/ 20 w 46"/>
                <a:gd name="T17" fmla="*/ 79 h 86"/>
                <a:gd name="T18" fmla="*/ 46 w 46"/>
                <a:gd name="T19" fmla="*/ 13 h 86"/>
                <a:gd name="T20" fmla="*/ 46 w 46"/>
                <a:gd name="T21" fmla="*/ 7 h 86"/>
                <a:gd name="T22" fmla="*/ 45 w 46"/>
                <a:gd name="T23" fmla="*/ 4 h 86"/>
                <a:gd name="T24" fmla="*/ 43 w 46"/>
                <a:gd name="T25" fmla="*/ 2 h 86"/>
                <a:gd name="T26" fmla="*/ 40 w 46"/>
                <a:gd name="T27" fmla="*/ 0 h 86"/>
                <a:gd name="T28" fmla="*/ 33 w 46"/>
                <a:gd name="T29" fmla="*/ 0 h 86"/>
                <a:gd name="T30" fmla="*/ 30 w 46"/>
                <a:gd name="T31" fmla="*/ 2 h 86"/>
                <a:gd name="T32" fmla="*/ 28 w 46"/>
                <a:gd name="T33" fmla="*/ 4 h 86"/>
                <a:gd name="T34" fmla="*/ 26 w 46"/>
                <a:gd name="T35" fmla="*/ 7 h 86"/>
                <a:gd name="T36" fmla="*/ 0 w 46"/>
                <a:gd name="T37" fmla="*/ 73 h 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6"/>
                <a:gd name="T58" fmla="*/ 0 h 86"/>
                <a:gd name="T59" fmla="*/ 46 w 46"/>
                <a:gd name="T60" fmla="*/ 86 h 8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6" h="86">
                  <a:moveTo>
                    <a:pt x="0" y="73"/>
                  </a:moveTo>
                  <a:lnTo>
                    <a:pt x="0" y="79"/>
                  </a:lnTo>
                  <a:lnTo>
                    <a:pt x="2" y="83"/>
                  </a:lnTo>
                  <a:lnTo>
                    <a:pt x="3" y="84"/>
                  </a:lnTo>
                  <a:lnTo>
                    <a:pt x="7" y="86"/>
                  </a:lnTo>
                  <a:lnTo>
                    <a:pt x="13" y="86"/>
                  </a:lnTo>
                  <a:lnTo>
                    <a:pt x="17" y="84"/>
                  </a:lnTo>
                  <a:lnTo>
                    <a:pt x="18" y="83"/>
                  </a:lnTo>
                  <a:lnTo>
                    <a:pt x="20" y="79"/>
                  </a:lnTo>
                  <a:lnTo>
                    <a:pt x="46" y="13"/>
                  </a:lnTo>
                  <a:lnTo>
                    <a:pt x="46" y="7"/>
                  </a:lnTo>
                  <a:lnTo>
                    <a:pt x="45" y="4"/>
                  </a:lnTo>
                  <a:lnTo>
                    <a:pt x="43" y="2"/>
                  </a:lnTo>
                  <a:lnTo>
                    <a:pt x="40" y="0"/>
                  </a:lnTo>
                  <a:lnTo>
                    <a:pt x="33" y="0"/>
                  </a:lnTo>
                  <a:lnTo>
                    <a:pt x="30" y="2"/>
                  </a:lnTo>
                  <a:lnTo>
                    <a:pt x="28" y="4"/>
                  </a:lnTo>
                  <a:lnTo>
                    <a:pt x="26" y="7"/>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6" name="Freeform 109">
              <a:extLst>
                <a:ext uri="{FF2B5EF4-FFF2-40B4-BE49-F238E27FC236}">
                  <a16:creationId xmlns:a16="http://schemas.microsoft.com/office/drawing/2014/main" id="{863579C7-8EFA-51C1-323D-E34C6C8A640A}"/>
                </a:ext>
              </a:extLst>
            </p:cNvPr>
            <p:cNvSpPr>
              <a:spLocks noChangeAspect="1"/>
            </p:cNvSpPr>
            <p:nvPr/>
          </p:nvSpPr>
          <p:spPr bwMode="auto">
            <a:xfrm>
              <a:off x="4227" y="3298"/>
              <a:ext cx="40" cy="79"/>
            </a:xfrm>
            <a:custGeom>
              <a:avLst/>
              <a:gdLst>
                <a:gd name="T0" fmla="*/ 20 w 40"/>
                <a:gd name="T1" fmla="*/ 73 h 79"/>
                <a:gd name="T2" fmla="*/ 23 w 40"/>
                <a:gd name="T3" fmla="*/ 76 h 79"/>
                <a:gd name="T4" fmla="*/ 25 w 40"/>
                <a:gd name="T5" fmla="*/ 78 h 79"/>
                <a:gd name="T6" fmla="*/ 28 w 40"/>
                <a:gd name="T7" fmla="*/ 79 h 79"/>
                <a:gd name="T8" fmla="*/ 33 w 40"/>
                <a:gd name="T9" fmla="*/ 79 h 79"/>
                <a:gd name="T10" fmla="*/ 37 w 40"/>
                <a:gd name="T11" fmla="*/ 76 h 79"/>
                <a:gd name="T12" fmla="*/ 38 w 40"/>
                <a:gd name="T13" fmla="*/ 74 h 79"/>
                <a:gd name="T14" fmla="*/ 40 w 40"/>
                <a:gd name="T15" fmla="*/ 71 h 79"/>
                <a:gd name="T16" fmla="*/ 40 w 40"/>
                <a:gd name="T17" fmla="*/ 66 h 79"/>
                <a:gd name="T18" fmla="*/ 20 w 40"/>
                <a:gd name="T19" fmla="*/ 7 h 79"/>
                <a:gd name="T20" fmla="*/ 17 w 40"/>
                <a:gd name="T21" fmla="*/ 4 h 79"/>
                <a:gd name="T22" fmla="*/ 15 w 40"/>
                <a:gd name="T23" fmla="*/ 2 h 79"/>
                <a:gd name="T24" fmla="*/ 12 w 40"/>
                <a:gd name="T25" fmla="*/ 0 h 79"/>
                <a:gd name="T26" fmla="*/ 7 w 40"/>
                <a:gd name="T27" fmla="*/ 0 h 79"/>
                <a:gd name="T28" fmla="*/ 4 w 40"/>
                <a:gd name="T29" fmla="*/ 4 h 79"/>
                <a:gd name="T30" fmla="*/ 2 w 40"/>
                <a:gd name="T31" fmla="*/ 5 h 79"/>
                <a:gd name="T32" fmla="*/ 0 w 40"/>
                <a:gd name="T33" fmla="*/ 8 h 79"/>
                <a:gd name="T34" fmla="*/ 0 w 40"/>
                <a:gd name="T35" fmla="*/ 13 h 79"/>
                <a:gd name="T36" fmla="*/ 20 w 40"/>
                <a:gd name="T37" fmla="*/ 73 h 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79"/>
                <a:gd name="T59" fmla="*/ 40 w 40"/>
                <a:gd name="T60" fmla="*/ 79 h 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79">
                  <a:moveTo>
                    <a:pt x="20" y="73"/>
                  </a:moveTo>
                  <a:lnTo>
                    <a:pt x="23" y="76"/>
                  </a:lnTo>
                  <a:lnTo>
                    <a:pt x="25" y="78"/>
                  </a:lnTo>
                  <a:lnTo>
                    <a:pt x="28" y="79"/>
                  </a:lnTo>
                  <a:lnTo>
                    <a:pt x="33" y="79"/>
                  </a:lnTo>
                  <a:lnTo>
                    <a:pt x="37" y="76"/>
                  </a:lnTo>
                  <a:lnTo>
                    <a:pt x="38" y="74"/>
                  </a:lnTo>
                  <a:lnTo>
                    <a:pt x="40" y="71"/>
                  </a:lnTo>
                  <a:lnTo>
                    <a:pt x="40" y="66"/>
                  </a:lnTo>
                  <a:lnTo>
                    <a:pt x="20" y="7"/>
                  </a:lnTo>
                  <a:lnTo>
                    <a:pt x="17" y="4"/>
                  </a:lnTo>
                  <a:lnTo>
                    <a:pt x="15" y="2"/>
                  </a:lnTo>
                  <a:lnTo>
                    <a:pt x="12" y="0"/>
                  </a:lnTo>
                  <a:lnTo>
                    <a:pt x="7" y="0"/>
                  </a:lnTo>
                  <a:lnTo>
                    <a:pt x="4" y="4"/>
                  </a:lnTo>
                  <a:lnTo>
                    <a:pt x="2" y="5"/>
                  </a:lnTo>
                  <a:lnTo>
                    <a:pt x="0" y="8"/>
                  </a:lnTo>
                  <a:lnTo>
                    <a:pt x="0" y="13"/>
                  </a:lnTo>
                  <a:lnTo>
                    <a:pt x="2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7" name="Freeform 110">
              <a:extLst>
                <a:ext uri="{FF2B5EF4-FFF2-40B4-BE49-F238E27FC236}">
                  <a16:creationId xmlns:a16="http://schemas.microsoft.com/office/drawing/2014/main" id="{3E705644-3085-D63C-51C8-11BA163E485D}"/>
                </a:ext>
              </a:extLst>
            </p:cNvPr>
            <p:cNvSpPr>
              <a:spLocks noChangeAspect="1"/>
            </p:cNvSpPr>
            <p:nvPr/>
          </p:nvSpPr>
          <p:spPr bwMode="auto">
            <a:xfrm>
              <a:off x="5005" y="3173"/>
              <a:ext cx="20" cy="173"/>
            </a:xfrm>
            <a:custGeom>
              <a:avLst/>
              <a:gdLst>
                <a:gd name="T0" fmla="*/ 20 w 20"/>
                <a:gd name="T1" fmla="*/ 10 h 173"/>
                <a:gd name="T2" fmla="*/ 20 w 20"/>
                <a:gd name="T3" fmla="*/ 7 h 173"/>
                <a:gd name="T4" fmla="*/ 17 w 20"/>
                <a:gd name="T5" fmla="*/ 3 h 173"/>
                <a:gd name="T6" fmla="*/ 13 w 20"/>
                <a:gd name="T7" fmla="*/ 0 h 173"/>
                <a:gd name="T8" fmla="*/ 7 w 20"/>
                <a:gd name="T9" fmla="*/ 0 h 173"/>
                <a:gd name="T10" fmla="*/ 4 w 20"/>
                <a:gd name="T11" fmla="*/ 3 h 173"/>
                <a:gd name="T12" fmla="*/ 0 w 20"/>
                <a:gd name="T13" fmla="*/ 7 h 173"/>
                <a:gd name="T14" fmla="*/ 0 w 20"/>
                <a:gd name="T15" fmla="*/ 166 h 173"/>
                <a:gd name="T16" fmla="*/ 4 w 20"/>
                <a:gd name="T17" fmla="*/ 170 h 173"/>
                <a:gd name="T18" fmla="*/ 7 w 20"/>
                <a:gd name="T19" fmla="*/ 173 h 173"/>
                <a:gd name="T20" fmla="*/ 13 w 20"/>
                <a:gd name="T21" fmla="*/ 173 h 173"/>
                <a:gd name="T22" fmla="*/ 17 w 20"/>
                <a:gd name="T23" fmla="*/ 170 h 173"/>
                <a:gd name="T24" fmla="*/ 20 w 20"/>
                <a:gd name="T25" fmla="*/ 166 h 173"/>
                <a:gd name="T26" fmla="*/ 20 w 20"/>
                <a:gd name="T27" fmla="*/ 163 h 173"/>
                <a:gd name="T28" fmla="*/ 20 w 20"/>
                <a:gd name="T29" fmla="*/ 10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7" y="3"/>
                  </a:lnTo>
                  <a:lnTo>
                    <a:pt x="13" y="0"/>
                  </a:lnTo>
                  <a:lnTo>
                    <a:pt x="7" y="0"/>
                  </a:lnTo>
                  <a:lnTo>
                    <a:pt x="4" y="3"/>
                  </a:lnTo>
                  <a:lnTo>
                    <a:pt x="0" y="7"/>
                  </a:lnTo>
                  <a:lnTo>
                    <a:pt x="0" y="166"/>
                  </a:lnTo>
                  <a:lnTo>
                    <a:pt x="4" y="170"/>
                  </a:lnTo>
                  <a:lnTo>
                    <a:pt x="7" y="173"/>
                  </a:lnTo>
                  <a:lnTo>
                    <a:pt x="13" y="173"/>
                  </a:lnTo>
                  <a:lnTo>
                    <a:pt x="17" y="170"/>
                  </a:lnTo>
                  <a:lnTo>
                    <a:pt x="20" y="166"/>
                  </a:lnTo>
                  <a:lnTo>
                    <a:pt x="20" y="163"/>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8" name="Freeform 111">
              <a:extLst>
                <a:ext uri="{FF2B5EF4-FFF2-40B4-BE49-F238E27FC236}">
                  <a16:creationId xmlns:a16="http://schemas.microsoft.com/office/drawing/2014/main" id="{79CCF155-B6C7-8F23-7B68-16F2D7A66626}"/>
                </a:ext>
              </a:extLst>
            </p:cNvPr>
            <p:cNvSpPr>
              <a:spLocks noChangeAspect="1"/>
            </p:cNvSpPr>
            <p:nvPr/>
          </p:nvSpPr>
          <p:spPr bwMode="auto">
            <a:xfrm>
              <a:off x="4999" y="3265"/>
              <a:ext cx="46" cy="86"/>
            </a:xfrm>
            <a:custGeom>
              <a:avLst/>
              <a:gdLst>
                <a:gd name="T0" fmla="*/ 0 w 46"/>
                <a:gd name="T1" fmla="*/ 73 h 86"/>
                <a:gd name="T2" fmla="*/ 0 w 46"/>
                <a:gd name="T3" fmla="*/ 79 h 86"/>
                <a:gd name="T4" fmla="*/ 1 w 46"/>
                <a:gd name="T5" fmla="*/ 83 h 86"/>
                <a:gd name="T6" fmla="*/ 3 w 46"/>
                <a:gd name="T7" fmla="*/ 84 h 86"/>
                <a:gd name="T8" fmla="*/ 6 w 46"/>
                <a:gd name="T9" fmla="*/ 86 h 86"/>
                <a:gd name="T10" fmla="*/ 13 w 46"/>
                <a:gd name="T11" fmla="*/ 86 h 86"/>
                <a:gd name="T12" fmla="*/ 16 w 46"/>
                <a:gd name="T13" fmla="*/ 84 h 86"/>
                <a:gd name="T14" fmla="*/ 18 w 46"/>
                <a:gd name="T15" fmla="*/ 83 h 86"/>
                <a:gd name="T16" fmla="*/ 19 w 46"/>
                <a:gd name="T17" fmla="*/ 79 h 86"/>
                <a:gd name="T18" fmla="*/ 46 w 46"/>
                <a:gd name="T19" fmla="*/ 13 h 86"/>
                <a:gd name="T20" fmla="*/ 46 w 46"/>
                <a:gd name="T21" fmla="*/ 7 h 86"/>
                <a:gd name="T22" fmla="*/ 44 w 46"/>
                <a:gd name="T23" fmla="*/ 4 h 86"/>
                <a:gd name="T24" fmla="*/ 42 w 46"/>
                <a:gd name="T25" fmla="*/ 2 h 86"/>
                <a:gd name="T26" fmla="*/ 39 w 46"/>
                <a:gd name="T27" fmla="*/ 0 h 86"/>
                <a:gd name="T28" fmla="*/ 33 w 46"/>
                <a:gd name="T29" fmla="*/ 0 h 86"/>
                <a:gd name="T30" fmla="*/ 29 w 46"/>
                <a:gd name="T31" fmla="*/ 2 h 86"/>
                <a:gd name="T32" fmla="*/ 28 w 46"/>
                <a:gd name="T33" fmla="*/ 4 h 86"/>
                <a:gd name="T34" fmla="*/ 26 w 46"/>
                <a:gd name="T35" fmla="*/ 7 h 86"/>
                <a:gd name="T36" fmla="*/ 0 w 46"/>
                <a:gd name="T37" fmla="*/ 73 h 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6"/>
                <a:gd name="T58" fmla="*/ 0 h 86"/>
                <a:gd name="T59" fmla="*/ 46 w 46"/>
                <a:gd name="T60" fmla="*/ 86 h 8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6" h="86">
                  <a:moveTo>
                    <a:pt x="0" y="73"/>
                  </a:moveTo>
                  <a:lnTo>
                    <a:pt x="0" y="79"/>
                  </a:lnTo>
                  <a:lnTo>
                    <a:pt x="1" y="83"/>
                  </a:lnTo>
                  <a:lnTo>
                    <a:pt x="3" y="84"/>
                  </a:lnTo>
                  <a:lnTo>
                    <a:pt x="6" y="86"/>
                  </a:lnTo>
                  <a:lnTo>
                    <a:pt x="13" y="86"/>
                  </a:lnTo>
                  <a:lnTo>
                    <a:pt x="16" y="84"/>
                  </a:lnTo>
                  <a:lnTo>
                    <a:pt x="18" y="83"/>
                  </a:lnTo>
                  <a:lnTo>
                    <a:pt x="19" y="79"/>
                  </a:lnTo>
                  <a:lnTo>
                    <a:pt x="46" y="13"/>
                  </a:lnTo>
                  <a:lnTo>
                    <a:pt x="46" y="7"/>
                  </a:lnTo>
                  <a:lnTo>
                    <a:pt x="44" y="4"/>
                  </a:lnTo>
                  <a:lnTo>
                    <a:pt x="42" y="2"/>
                  </a:lnTo>
                  <a:lnTo>
                    <a:pt x="39" y="0"/>
                  </a:lnTo>
                  <a:lnTo>
                    <a:pt x="33" y="0"/>
                  </a:lnTo>
                  <a:lnTo>
                    <a:pt x="29" y="2"/>
                  </a:lnTo>
                  <a:lnTo>
                    <a:pt x="28" y="4"/>
                  </a:lnTo>
                  <a:lnTo>
                    <a:pt x="26" y="7"/>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69" name="Freeform 112">
              <a:extLst>
                <a:ext uri="{FF2B5EF4-FFF2-40B4-BE49-F238E27FC236}">
                  <a16:creationId xmlns:a16="http://schemas.microsoft.com/office/drawing/2014/main" id="{7CF639A4-95C0-8441-3A05-0259892067FD}"/>
                </a:ext>
              </a:extLst>
            </p:cNvPr>
            <p:cNvSpPr>
              <a:spLocks noChangeAspect="1"/>
            </p:cNvSpPr>
            <p:nvPr/>
          </p:nvSpPr>
          <p:spPr bwMode="auto">
            <a:xfrm>
              <a:off x="4979" y="3265"/>
              <a:ext cx="39" cy="81"/>
            </a:xfrm>
            <a:custGeom>
              <a:avLst/>
              <a:gdLst>
                <a:gd name="T0" fmla="*/ 20 w 39"/>
                <a:gd name="T1" fmla="*/ 74 h 81"/>
                <a:gd name="T2" fmla="*/ 23 w 39"/>
                <a:gd name="T3" fmla="*/ 78 h 81"/>
                <a:gd name="T4" fmla="*/ 25 w 39"/>
                <a:gd name="T5" fmla="*/ 79 h 81"/>
                <a:gd name="T6" fmla="*/ 28 w 39"/>
                <a:gd name="T7" fmla="*/ 81 h 81"/>
                <a:gd name="T8" fmla="*/ 33 w 39"/>
                <a:gd name="T9" fmla="*/ 81 h 81"/>
                <a:gd name="T10" fmla="*/ 36 w 39"/>
                <a:gd name="T11" fmla="*/ 78 h 81"/>
                <a:gd name="T12" fmla="*/ 38 w 39"/>
                <a:gd name="T13" fmla="*/ 76 h 81"/>
                <a:gd name="T14" fmla="*/ 39 w 39"/>
                <a:gd name="T15" fmla="*/ 73 h 81"/>
                <a:gd name="T16" fmla="*/ 39 w 39"/>
                <a:gd name="T17" fmla="*/ 68 h 81"/>
                <a:gd name="T18" fmla="*/ 20 w 39"/>
                <a:gd name="T19" fmla="*/ 7 h 81"/>
                <a:gd name="T20" fmla="*/ 16 w 39"/>
                <a:gd name="T21" fmla="*/ 4 h 81"/>
                <a:gd name="T22" fmla="*/ 15 w 39"/>
                <a:gd name="T23" fmla="*/ 2 h 81"/>
                <a:gd name="T24" fmla="*/ 11 w 39"/>
                <a:gd name="T25" fmla="*/ 0 h 81"/>
                <a:gd name="T26" fmla="*/ 6 w 39"/>
                <a:gd name="T27" fmla="*/ 0 h 81"/>
                <a:gd name="T28" fmla="*/ 3 w 39"/>
                <a:gd name="T29" fmla="*/ 4 h 81"/>
                <a:gd name="T30" fmla="*/ 1 w 39"/>
                <a:gd name="T31" fmla="*/ 5 h 81"/>
                <a:gd name="T32" fmla="*/ 0 w 39"/>
                <a:gd name="T33" fmla="*/ 9 h 81"/>
                <a:gd name="T34" fmla="*/ 0 w 39"/>
                <a:gd name="T35" fmla="*/ 13 h 81"/>
                <a:gd name="T36" fmla="*/ 20 w 39"/>
                <a:gd name="T37" fmla="*/ 74 h 8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9"/>
                <a:gd name="T58" fmla="*/ 0 h 81"/>
                <a:gd name="T59" fmla="*/ 39 w 39"/>
                <a:gd name="T60" fmla="*/ 81 h 8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9" h="81">
                  <a:moveTo>
                    <a:pt x="20" y="74"/>
                  </a:moveTo>
                  <a:lnTo>
                    <a:pt x="23" y="78"/>
                  </a:lnTo>
                  <a:lnTo>
                    <a:pt x="25" y="79"/>
                  </a:lnTo>
                  <a:lnTo>
                    <a:pt x="28" y="81"/>
                  </a:lnTo>
                  <a:lnTo>
                    <a:pt x="33" y="81"/>
                  </a:lnTo>
                  <a:lnTo>
                    <a:pt x="36" y="78"/>
                  </a:lnTo>
                  <a:lnTo>
                    <a:pt x="38" y="76"/>
                  </a:lnTo>
                  <a:lnTo>
                    <a:pt x="39" y="73"/>
                  </a:lnTo>
                  <a:lnTo>
                    <a:pt x="39" y="68"/>
                  </a:lnTo>
                  <a:lnTo>
                    <a:pt x="20" y="7"/>
                  </a:lnTo>
                  <a:lnTo>
                    <a:pt x="16" y="4"/>
                  </a:lnTo>
                  <a:lnTo>
                    <a:pt x="15" y="2"/>
                  </a:lnTo>
                  <a:lnTo>
                    <a:pt x="11" y="0"/>
                  </a:lnTo>
                  <a:lnTo>
                    <a:pt x="6" y="0"/>
                  </a:lnTo>
                  <a:lnTo>
                    <a:pt x="3" y="4"/>
                  </a:lnTo>
                  <a:lnTo>
                    <a:pt x="1" y="5"/>
                  </a:lnTo>
                  <a:lnTo>
                    <a:pt x="0" y="9"/>
                  </a:lnTo>
                  <a:lnTo>
                    <a:pt x="0" y="13"/>
                  </a:lnTo>
                  <a:lnTo>
                    <a:pt x="20"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70" name="Rectangle 113">
              <a:extLst>
                <a:ext uri="{FF2B5EF4-FFF2-40B4-BE49-F238E27FC236}">
                  <a16:creationId xmlns:a16="http://schemas.microsoft.com/office/drawing/2014/main" id="{B27642BC-926A-AD9C-4A70-954FD9014958}"/>
                </a:ext>
              </a:extLst>
            </p:cNvPr>
            <p:cNvSpPr>
              <a:spLocks noChangeAspect="1" noChangeArrowheads="1"/>
            </p:cNvSpPr>
            <p:nvPr/>
          </p:nvSpPr>
          <p:spPr bwMode="auto">
            <a:xfrm>
              <a:off x="4979" y="3603"/>
              <a:ext cx="14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R2</a:t>
              </a:r>
              <a:endParaRPr lang="en-US" altLang="es-ES" sz="2800" b="0" i="0" baseline="0"/>
            </a:p>
          </p:txBody>
        </p:sp>
        <p:sp>
          <p:nvSpPr>
            <p:cNvPr id="19571" name="Rectangle 114">
              <a:extLst>
                <a:ext uri="{FF2B5EF4-FFF2-40B4-BE49-F238E27FC236}">
                  <a16:creationId xmlns:a16="http://schemas.microsoft.com/office/drawing/2014/main" id="{2269064E-B063-A51A-9C68-817969B923C7}"/>
                </a:ext>
              </a:extLst>
            </p:cNvPr>
            <p:cNvSpPr>
              <a:spLocks noChangeAspect="1" noChangeArrowheads="1"/>
            </p:cNvSpPr>
            <p:nvPr/>
          </p:nvSpPr>
          <p:spPr bwMode="auto">
            <a:xfrm>
              <a:off x="4928" y="3366"/>
              <a:ext cx="26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2800" b="0" i="0" baseline="0"/>
            </a:p>
          </p:txBody>
        </p:sp>
        <p:sp>
          <p:nvSpPr>
            <p:cNvPr id="19572" name="Freeform 115">
              <a:extLst>
                <a:ext uri="{FF2B5EF4-FFF2-40B4-BE49-F238E27FC236}">
                  <a16:creationId xmlns:a16="http://schemas.microsoft.com/office/drawing/2014/main" id="{A7D28915-84EE-D761-D44D-7FA2D5FF7188}"/>
                </a:ext>
              </a:extLst>
            </p:cNvPr>
            <p:cNvSpPr>
              <a:spLocks noChangeAspect="1"/>
            </p:cNvSpPr>
            <p:nvPr/>
          </p:nvSpPr>
          <p:spPr bwMode="auto">
            <a:xfrm>
              <a:off x="4847" y="3343"/>
              <a:ext cx="376" cy="588"/>
            </a:xfrm>
            <a:custGeom>
              <a:avLst/>
              <a:gdLst>
                <a:gd name="T0" fmla="*/ 10 w 376"/>
                <a:gd name="T1" fmla="*/ 0 h 588"/>
                <a:gd name="T2" fmla="*/ 7 w 376"/>
                <a:gd name="T3" fmla="*/ 0 h 588"/>
                <a:gd name="T4" fmla="*/ 3 w 376"/>
                <a:gd name="T5" fmla="*/ 3 h 588"/>
                <a:gd name="T6" fmla="*/ 0 w 376"/>
                <a:gd name="T7" fmla="*/ 6 h 588"/>
                <a:gd name="T8" fmla="*/ 0 w 376"/>
                <a:gd name="T9" fmla="*/ 581 h 588"/>
                <a:gd name="T10" fmla="*/ 3 w 376"/>
                <a:gd name="T11" fmla="*/ 585 h 588"/>
                <a:gd name="T12" fmla="*/ 7 w 376"/>
                <a:gd name="T13" fmla="*/ 588 h 588"/>
                <a:gd name="T14" fmla="*/ 369 w 376"/>
                <a:gd name="T15" fmla="*/ 588 h 588"/>
                <a:gd name="T16" fmla="*/ 372 w 376"/>
                <a:gd name="T17" fmla="*/ 585 h 588"/>
                <a:gd name="T18" fmla="*/ 376 w 376"/>
                <a:gd name="T19" fmla="*/ 581 h 588"/>
                <a:gd name="T20" fmla="*/ 376 w 376"/>
                <a:gd name="T21" fmla="*/ 6 h 588"/>
                <a:gd name="T22" fmla="*/ 372 w 376"/>
                <a:gd name="T23" fmla="*/ 3 h 588"/>
                <a:gd name="T24" fmla="*/ 369 w 376"/>
                <a:gd name="T25" fmla="*/ 0 h 588"/>
                <a:gd name="T26" fmla="*/ 366 w 376"/>
                <a:gd name="T27" fmla="*/ 0 h 588"/>
                <a:gd name="T28" fmla="*/ 10 w 376"/>
                <a:gd name="T29" fmla="*/ 0 h 588"/>
                <a:gd name="T30" fmla="*/ 10 w 376"/>
                <a:gd name="T31" fmla="*/ 20 h 588"/>
                <a:gd name="T32" fmla="*/ 366 w 376"/>
                <a:gd name="T33" fmla="*/ 20 h 588"/>
                <a:gd name="T34" fmla="*/ 356 w 376"/>
                <a:gd name="T35" fmla="*/ 10 h 588"/>
                <a:gd name="T36" fmla="*/ 356 w 376"/>
                <a:gd name="T37" fmla="*/ 578 h 588"/>
                <a:gd name="T38" fmla="*/ 366 w 376"/>
                <a:gd name="T39" fmla="*/ 568 h 588"/>
                <a:gd name="T40" fmla="*/ 10 w 376"/>
                <a:gd name="T41" fmla="*/ 568 h 588"/>
                <a:gd name="T42" fmla="*/ 20 w 376"/>
                <a:gd name="T43" fmla="*/ 578 h 588"/>
                <a:gd name="T44" fmla="*/ 20 w 376"/>
                <a:gd name="T45" fmla="*/ 10 h 588"/>
                <a:gd name="T46" fmla="*/ 10 w 376"/>
                <a:gd name="T47" fmla="*/ 20 h 588"/>
                <a:gd name="T48" fmla="*/ 10 w 376"/>
                <a:gd name="T49" fmla="*/ 0 h 58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88"/>
                <a:gd name="T77" fmla="*/ 376 w 376"/>
                <a:gd name="T78" fmla="*/ 588 h 58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88">
                  <a:moveTo>
                    <a:pt x="10" y="0"/>
                  </a:moveTo>
                  <a:lnTo>
                    <a:pt x="7" y="0"/>
                  </a:lnTo>
                  <a:lnTo>
                    <a:pt x="3" y="3"/>
                  </a:lnTo>
                  <a:lnTo>
                    <a:pt x="0" y="6"/>
                  </a:lnTo>
                  <a:lnTo>
                    <a:pt x="0" y="581"/>
                  </a:lnTo>
                  <a:lnTo>
                    <a:pt x="3" y="585"/>
                  </a:lnTo>
                  <a:lnTo>
                    <a:pt x="7" y="588"/>
                  </a:lnTo>
                  <a:lnTo>
                    <a:pt x="369" y="588"/>
                  </a:lnTo>
                  <a:lnTo>
                    <a:pt x="372" y="585"/>
                  </a:lnTo>
                  <a:lnTo>
                    <a:pt x="376" y="581"/>
                  </a:lnTo>
                  <a:lnTo>
                    <a:pt x="376" y="6"/>
                  </a:lnTo>
                  <a:lnTo>
                    <a:pt x="372" y="3"/>
                  </a:lnTo>
                  <a:lnTo>
                    <a:pt x="369" y="0"/>
                  </a:lnTo>
                  <a:lnTo>
                    <a:pt x="366" y="0"/>
                  </a:lnTo>
                  <a:lnTo>
                    <a:pt x="10" y="0"/>
                  </a:lnTo>
                  <a:lnTo>
                    <a:pt x="10" y="20"/>
                  </a:lnTo>
                  <a:lnTo>
                    <a:pt x="366" y="20"/>
                  </a:lnTo>
                  <a:lnTo>
                    <a:pt x="356" y="10"/>
                  </a:lnTo>
                  <a:lnTo>
                    <a:pt x="356" y="578"/>
                  </a:lnTo>
                  <a:lnTo>
                    <a:pt x="366" y="568"/>
                  </a:lnTo>
                  <a:lnTo>
                    <a:pt x="10" y="568"/>
                  </a:lnTo>
                  <a:lnTo>
                    <a:pt x="20" y="578"/>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73" name="Freeform 116">
              <a:extLst>
                <a:ext uri="{FF2B5EF4-FFF2-40B4-BE49-F238E27FC236}">
                  <a16:creationId xmlns:a16="http://schemas.microsoft.com/office/drawing/2014/main" id="{07B2D570-2C63-615A-D069-2375CF3EA2B5}"/>
                </a:ext>
              </a:extLst>
            </p:cNvPr>
            <p:cNvSpPr>
              <a:spLocks noChangeAspect="1"/>
            </p:cNvSpPr>
            <p:nvPr/>
          </p:nvSpPr>
          <p:spPr bwMode="auto">
            <a:xfrm>
              <a:off x="3140" y="2563"/>
              <a:ext cx="545" cy="20"/>
            </a:xfrm>
            <a:custGeom>
              <a:avLst/>
              <a:gdLst>
                <a:gd name="T0" fmla="*/ 535 w 545"/>
                <a:gd name="T1" fmla="*/ 20 h 20"/>
                <a:gd name="T2" fmla="*/ 538 w 545"/>
                <a:gd name="T3" fmla="*/ 20 h 20"/>
                <a:gd name="T4" fmla="*/ 542 w 545"/>
                <a:gd name="T5" fmla="*/ 17 h 20"/>
                <a:gd name="T6" fmla="*/ 545 w 545"/>
                <a:gd name="T7" fmla="*/ 13 h 20"/>
                <a:gd name="T8" fmla="*/ 545 w 545"/>
                <a:gd name="T9" fmla="*/ 7 h 20"/>
                <a:gd name="T10" fmla="*/ 542 w 545"/>
                <a:gd name="T11" fmla="*/ 4 h 20"/>
                <a:gd name="T12" fmla="*/ 538 w 545"/>
                <a:gd name="T13" fmla="*/ 0 h 20"/>
                <a:gd name="T14" fmla="*/ 6 w 545"/>
                <a:gd name="T15" fmla="*/ 0 h 20"/>
                <a:gd name="T16" fmla="*/ 3 w 545"/>
                <a:gd name="T17" fmla="*/ 4 h 20"/>
                <a:gd name="T18" fmla="*/ 0 w 545"/>
                <a:gd name="T19" fmla="*/ 7 h 20"/>
                <a:gd name="T20" fmla="*/ 0 w 545"/>
                <a:gd name="T21" fmla="*/ 13 h 20"/>
                <a:gd name="T22" fmla="*/ 3 w 545"/>
                <a:gd name="T23" fmla="*/ 17 h 20"/>
                <a:gd name="T24" fmla="*/ 6 w 545"/>
                <a:gd name="T25" fmla="*/ 20 h 20"/>
                <a:gd name="T26" fmla="*/ 9 w 545"/>
                <a:gd name="T27" fmla="*/ 20 h 20"/>
                <a:gd name="T28" fmla="*/ 535 w 545"/>
                <a:gd name="T29" fmla="*/ 2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45"/>
                <a:gd name="T46" fmla="*/ 0 h 20"/>
                <a:gd name="T47" fmla="*/ 545 w 545"/>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45" h="20">
                  <a:moveTo>
                    <a:pt x="535" y="20"/>
                  </a:moveTo>
                  <a:lnTo>
                    <a:pt x="538" y="20"/>
                  </a:lnTo>
                  <a:lnTo>
                    <a:pt x="542" y="17"/>
                  </a:lnTo>
                  <a:lnTo>
                    <a:pt x="545" y="13"/>
                  </a:lnTo>
                  <a:lnTo>
                    <a:pt x="545" y="7"/>
                  </a:lnTo>
                  <a:lnTo>
                    <a:pt x="542" y="4"/>
                  </a:lnTo>
                  <a:lnTo>
                    <a:pt x="538" y="0"/>
                  </a:lnTo>
                  <a:lnTo>
                    <a:pt x="6" y="0"/>
                  </a:lnTo>
                  <a:lnTo>
                    <a:pt x="3" y="4"/>
                  </a:lnTo>
                  <a:lnTo>
                    <a:pt x="0" y="7"/>
                  </a:lnTo>
                  <a:lnTo>
                    <a:pt x="0" y="13"/>
                  </a:lnTo>
                  <a:lnTo>
                    <a:pt x="3" y="17"/>
                  </a:lnTo>
                  <a:lnTo>
                    <a:pt x="6" y="20"/>
                  </a:lnTo>
                  <a:lnTo>
                    <a:pt x="9" y="20"/>
                  </a:lnTo>
                  <a:lnTo>
                    <a:pt x="535"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74" name="Oval 117">
              <a:extLst>
                <a:ext uri="{FF2B5EF4-FFF2-40B4-BE49-F238E27FC236}">
                  <a16:creationId xmlns:a16="http://schemas.microsoft.com/office/drawing/2014/main" id="{884B72B0-7856-3460-6A17-F63ADF4EE71B}"/>
                </a:ext>
              </a:extLst>
            </p:cNvPr>
            <p:cNvSpPr>
              <a:spLocks noChangeAspect="1" noChangeArrowheads="1"/>
            </p:cNvSpPr>
            <p:nvPr/>
          </p:nvSpPr>
          <p:spPr bwMode="auto">
            <a:xfrm>
              <a:off x="3082" y="2540"/>
              <a:ext cx="54" cy="5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75" name="Freeform 118">
              <a:extLst>
                <a:ext uri="{FF2B5EF4-FFF2-40B4-BE49-F238E27FC236}">
                  <a16:creationId xmlns:a16="http://schemas.microsoft.com/office/drawing/2014/main" id="{25C8D3D8-1725-D513-6A10-1F9DA899ED7B}"/>
                </a:ext>
              </a:extLst>
            </p:cNvPr>
            <p:cNvSpPr>
              <a:spLocks noChangeAspect="1"/>
            </p:cNvSpPr>
            <p:nvPr/>
          </p:nvSpPr>
          <p:spPr bwMode="auto">
            <a:xfrm>
              <a:off x="3072" y="2530"/>
              <a:ext cx="71" cy="71"/>
            </a:xfrm>
            <a:custGeom>
              <a:avLst/>
              <a:gdLst>
                <a:gd name="T0" fmla="*/ 2 w 71"/>
                <a:gd name="T1" fmla="*/ 50 h 71"/>
                <a:gd name="T2" fmla="*/ 7 w 71"/>
                <a:gd name="T3" fmla="*/ 58 h 71"/>
                <a:gd name="T4" fmla="*/ 10 w 71"/>
                <a:gd name="T5" fmla="*/ 60 h 71"/>
                <a:gd name="T6" fmla="*/ 12 w 71"/>
                <a:gd name="T7" fmla="*/ 63 h 71"/>
                <a:gd name="T8" fmla="*/ 18 w 71"/>
                <a:gd name="T9" fmla="*/ 68 h 71"/>
                <a:gd name="T10" fmla="*/ 23 w 71"/>
                <a:gd name="T11" fmla="*/ 71 h 71"/>
                <a:gd name="T12" fmla="*/ 46 w 71"/>
                <a:gd name="T13" fmla="*/ 63 h 71"/>
                <a:gd name="T14" fmla="*/ 49 w 71"/>
                <a:gd name="T15" fmla="*/ 70 h 71"/>
                <a:gd name="T16" fmla="*/ 58 w 71"/>
                <a:gd name="T17" fmla="*/ 65 h 71"/>
                <a:gd name="T18" fmla="*/ 59 w 71"/>
                <a:gd name="T19" fmla="*/ 61 h 71"/>
                <a:gd name="T20" fmla="*/ 63 w 71"/>
                <a:gd name="T21" fmla="*/ 60 h 71"/>
                <a:gd name="T22" fmla="*/ 68 w 71"/>
                <a:gd name="T23" fmla="*/ 53 h 71"/>
                <a:gd name="T24" fmla="*/ 71 w 71"/>
                <a:gd name="T25" fmla="*/ 48 h 71"/>
                <a:gd name="T26" fmla="*/ 69 w 71"/>
                <a:gd name="T27" fmla="*/ 30 h 71"/>
                <a:gd name="T28" fmla="*/ 69 w 71"/>
                <a:gd name="T29" fmla="*/ 22 h 71"/>
                <a:gd name="T30" fmla="*/ 64 w 71"/>
                <a:gd name="T31" fmla="*/ 13 h 71"/>
                <a:gd name="T32" fmla="*/ 61 w 71"/>
                <a:gd name="T33" fmla="*/ 12 h 71"/>
                <a:gd name="T34" fmla="*/ 59 w 71"/>
                <a:gd name="T35" fmla="*/ 9 h 71"/>
                <a:gd name="T36" fmla="*/ 53 w 71"/>
                <a:gd name="T37" fmla="*/ 4 h 71"/>
                <a:gd name="T38" fmla="*/ 48 w 71"/>
                <a:gd name="T39" fmla="*/ 0 h 71"/>
                <a:gd name="T40" fmla="*/ 20 w 71"/>
                <a:gd name="T41" fmla="*/ 2 h 71"/>
                <a:gd name="T42" fmla="*/ 13 w 71"/>
                <a:gd name="T43" fmla="*/ 9 h 71"/>
                <a:gd name="T44" fmla="*/ 10 w 71"/>
                <a:gd name="T45" fmla="*/ 10 h 71"/>
                <a:gd name="T46" fmla="*/ 8 w 71"/>
                <a:gd name="T47" fmla="*/ 13 h 71"/>
                <a:gd name="T48" fmla="*/ 2 w 71"/>
                <a:gd name="T49" fmla="*/ 20 h 71"/>
                <a:gd name="T50" fmla="*/ 0 w 71"/>
                <a:gd name="T51" fmla="*/ 37 h 71"/>
                <a:gd name="T52" fmla="*/ 21 w 71"/>
                <a:gd name="T53" fmla="*/ 28 h 71"/>
                <a:gd name="T54" fmla="*/ 20 w 71"/>
                <a:gd name="T55" fmla="*/ 27 h 71"/>
                <a:gd name="T56" fmla="*/ 23 w 71"/>
                <a:gd name="T57" fmla="*/ 25 h 71"/>
                <a:gd name="T58" fmla="*/ 25 w 71"/>
                <a:gd name="T59" fmla="*/ 22 h 71"/>
                <a:gd name="T60" fmla="*/ 25 w 71"/>
                <a:gd name="T61" fmla="*/ 23 h 71"/>
                <a:gd name="T62" fmla="*/ 30 w 71"/>
                <a:gd name="T63" fmla="*/ 20 h 71"/>
                <a:gd name="T64" fmla="*/ 43 w 71"/>
                <a:gd name="T65" fmla="*/ 22 h 71"/>
                <a:gd name="T66" fmla="*/ 44 w 71"/>
                <a:gd name="T67" fmla="*/ 20 h 71"/>
                <a:gd name="T68" fmla="*/ 46 w 71"/>
                <a:gd name="T69" fmla="*/ 23 h 71"/>
                <a:gd name="T70" fmla="*/ 49 w 71"/>
                <a:gd name="T71" fmla="*/ 25 h 71"/>
                <a:gd name="T72" fmla="*/ 48 w 71"/>
                <a:gd name="T73" fmla="*/ 25 h 71"/>
                <a:gd name="T74" fmla="*/ 51 w 71"/>
                <a:gd name="T75" fmla="*/ 30 h 71"/>
                <a:gd name="T76" fmla="*/ 63 w 71"/>
                <a:gd name="T77" fmla="*/ 27 h 71"/>
                <a:gd name="T78" fmla="*/ 49 w 71"/>
                <a:gd name="T79" fmla="*/ 43 h 71"/>
                <a:gd name="T80" fmla="*/ 51 w 71"/>
                <a:gd name="T81" fmla="*/ 45 h 71"/>
                <a:gd name="T82" fmla="*/ 48 w 71"/>
                <a:gd name="T83" fmla="*/ 46 h 71"/>
                <a:gd name="T84" fmla="*/ 46 w 71"/>
                <a:gd name="T85" fmla="*/ 50 h 71"/>
                <a:gd name="T86" fmla="*/ 46 w 71"/>
                <a:gd name="T87" fmla="*/ 48 h 71"/>
                <a:gd name="T88" fmla="*/ 41 w 71"/>
                <a:gd name="T89" fmla="*/ 51 h 71"/>
                <a:gd name="T90" fmla="*/ 43 w 71"/>
                <a:gd name="T91" fmla="*/ 56 h 71"/>
                <a:gd name="T92" fmla="*/ 28 w 71"/>
                <a:gd name="T93" fmla="*/ 50 h 71"/>
                <a:gd name="T94" fmla="*/ 26 w 71"/>
                <a:gd name="T95" fmla="*/ 51 h 71"/>
                <a:gd name="T96" fmla="*/ 25 w 71"/>
                <a:gd name="T97" fmla="*/ 48 h 71"/>
                <a:gd name="T98" fmla="*/ 21 w 71"/>
                <a:gd name="T99" fmla="*/ 46 h 71"/>
                <a:gd name="T100" fmla="*/ 23 w 71"/>
                <a:gd name="T101" fmla="*/ 46 h 71"/>
                <a:gd name="T102" fmla="*/ 20 w 71"/>
                <a:gd name="T103" fmla="*/ 41 h 7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1"/>
                <a:gd name="T157" fmla="*/ 0 h 71"/>
                <a:gd name="T158" fmla="*/ 71 w 71"/>
                <a:gd name="T159" fmla="*/ 71 h 7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1" h="71">
                  <a:moveTo>
                    <a:pt x="0" y="37"/>
                  </a:moveTo>
                  <a:lnTo>
                    <a:pt x="0" y="48"/>
                  </a:lnTo>
                  <a:lnTo>
                    <a:pt x="2" y="50"/>
                  </a:lnTo>
                  <a:lnTo>
                    <a:pt x="2" y="51"/>
                  </a:lnTo>
                  <a:lnTo>
                    <a:pt x="3" y="53"/>
                  </a:lnTo>
                  <a:lnTo>
                    <a:pt x="7" y="58"/>
                  </a:lnTo>
                  <a:lnTo>
                    <a:pt x="8" y="58"/>
                  </a:lnTo>
                  <a:lnTo>
                    <a:pt x="8" y="60"/>
                  </a:lnTo>
                  <a:lnTo>
                    <a:pt x="10" y="60"/>
                  </a:lnTo>
                  <a:lnTo>
                    <a:pt x="10" y="61"/>
                  </a:lnTo>
                  <a:lnTo>
                    <a:pt x="12" y="61"/>
                  </a:lnTo>
                  <a:lnTo>
                    <a:pt x="12" y="63"/>
                  </a:lnTo>
                  <a:lnTo>
                    <a:pt x="13" y="63"/>
                  </a:lnTo>
                  <a:lnTo>
                    <a:pt x="13" y="65"/>
                  </a:lnTo>
                  <a:lnTo>
                    <a:pt x="18" y="68"/>
                  </a:lnTo>
                  <a:lnTo>
                    <a:pt x="20" y="70"/>
                  </a:lnTo>
                  <a:lnTo>
                    <a:pt x="21" y="70"/>
                  </a:lnTo>
                  <a:lnTo>
                    <a:pt x="23" y="71"/>
                  </a:lnTo>
                  <a:lnTo>
                    <a:pt x="31" y="71"/>
                  </a:lnTo>
                  <a:lnTo>
                    <a:pt x="30" y="70"/>
                  </a:lnTo>
                  <a:lnTo>
                    <a:pt x="46" y="63"/>
                  </a:lnTo>
                  <a:lnTo>
                    <a:pt x="43" y="68"/>
                  </a:lnTo>
                  <a:lnTo>
                    <a:pt x="48" y="71"/>
                  </a:lnTo>
                  <a:lnTo>
                    <a:pt x="49" y="70"/>
                  </a:lnTo>
                  <a:lnTo>
                    <a:pt x="51" y="70"/>
                  </a:lnTo>
                  <a:lnTo>
                    <a:pt x="53" y="68"/>
                  </a:lnTo>
                  <a:lnTo>
                    <a:pt x="58" y="65"/>
                  </a:lnTo>
                  <a:lnTo>
                    <a:pt x="58" y="63"/>
                  </a:lnTo>
                  <a:lnTo>
                    <a:pt x="59" y="63"/>
                  </a:lnTo>
                  <a:lnTo>
                    <a:pt x="59" y="61"/>
                  </a:lnTo>
                  <a:lnTo>
                    <a:pt x="61" y="61"/>
                  </a:lnTo>
                  <a:lnTo>
                    <a:pt x="61" y="60"/>
                  </a:lnTo>
                  <a:lnTo>
                    <a:pt x="63" y="60"/>
                  </a:lnTo>
                  <a:lnTo>
                    <a:pt x="63" y="58"/>
                  </a:lnTo>
                  <a:lnTo>
                    <a:pt x="64" y="58"/>
                  </a:lnTo>
                  <a:lnTo>
                    <a:pt x="68" y="53"/>
                  </a:lnTo>
                  <a:lnTo>
                    <a:pt x="69" y="51"/>
                  </a:lnTo>
                  <a:lnTo>
                    <a:pt x="69" y="50"/>
                  </a:lnTo>
                  <a:lnTo>
                    <a:pt x="71" y="48"/>
                  </a:lnTo>
                  <a:lnTo>
                    <a:pt x="68" y="43"/>
                  </a:lnTo>
                  <a:lnTo>
                    <a:pt x="63" y="46"/>
                  </a:lnTo>
                  <a:lnTo>
                    <a:pt x="69" y="30"/>
                  </a:lnTo>
                  <a:lnTo>
                    <a:pt x="71" y="32"/>
                  </a:lnTo>
                  <a:lnTo>
                    <a:pt x="71" y="23"/>
                  </a:lnTo>
                  <a:lnTo>
                    <a:pt x="69" y="22"/>
                  </a:lnTo>
                  <a:lnTo>
                    <a:pt x="69" y="20"/>
                  </a:lnTo>
                  <a:lnTo>
                    <a:pt x="68" y="18"/>
                  </a:lnTo>
                  <a:lnTo>
                    <a:pt x="64" y="13"/>
                  </a:lnTo>
                  <a:lnTo>
                    <a:pt x="63" y="13"/>
                  </a:lnTo>
                  <a:lnTo>
                    <a:pt x="63" y="12"/>
                  </a:lnTo>
                  <a:lnTo>
                    <a:pt x="61" y="12"/>
                  </a:lnTo>
                  <a:lnTo>
                    <a:pt x="61" y="10"/>
                  </a:lnTo>
                  <a:lnTo>
                    <a:pt x="59" y="10"/>
                  </a:lnTo>
                  <a:lnTo>
                    <a:pt x="59" y="9"/>
                  </a:lnTo>
                  <a:lnTo>
                    <a:pt x="58" y="9"/>
                  </a:lnTo>
                  <a:lnTo>
                    <a:pt x="58" y="7"/>
                  </a:lnTo>
                  <a:lnTo>
                    <a:pt x="53" y="4"/>
                  </a:lnTo>
                  <a:lnTo>
                    <a:pt x="51" y="2"/>
                  </a:lnTo>
                  <a:lnTo>
                    <a:pt x="49" y="2"/>
                  </a:lnTo>
                  <a:lnTo>
                    <a:pt x="48" y="0"/>
                  </a:lnTo>
                  <a:lnTo>
                    <a:pt x="23" y="0"/>
                  </a:lnTo>
                  <a:lnTo>
                    <a:pt x="21" y="2"/>
                  </a:lnTo>
                  <a:lnTo>
                    <a:pt x="20" y="2"/>
                  </a:lnTo>
                  <a:lnTo>
                    <a:pt x="18" y="4"/>
                  </a:lnTo>
                  <a:lnTo>
                    <a:pt x="13" y="7"/>
                  </a:lnTo>
                  <a:lnTo>
                    <a:pt x="13" y="9"/>
                  </a:lnTo>
                  <a:lnTo>
                    <a:pt x="12" y="9"/>
                  </a:lnTo>
                  <a:lnTo>
                    <a:pt x="12" y="10"/>
                  </a:lnTo>
                  <a:lnTo>
                    <a:pt x="10" y="10"/>
                  </a:lnTo>
                  <a:lnTo>
                    <a:pt x="10" y="12"/>
                  </a:lnTo>
                  <a:lnTo>
                    <a:pt x="8" y="12"/>
                  </a:lnTo>
                  <a:lnTo>
                    <a:pt x="8" y="13"/>
                  </a:lnTo>
                  <a:lnTo>
                    <a:pt x="7" y="13"/>
                  </a:lnTo>
                  <a:lnTo>
                    <a:pt x="3" y="18"/>
                  </a:lnTo>
                  <a:lnTo>
                    <a:pt x="2" y="20"/>
                  </a:lnTo>
                  <a:lnTo>
                    <a:pt x="2" y="22"/>
                  </a:lnTo>
                  <a:lnTo>
                    <a:pt x="0" y="23"/>
                  </a:lnTo>
                  <a:lnTo>
                    <a:pt x="0" y="37"/>
                  </a:lnTo>
                  <a:lnTo>
                    <a:pt x="20" y="37"/>
                  </a:lnTo>
                  <a:lnTo>
                    <a:pt x="20" y="30"/>
                  </a:lnTo>
                  <a:lnTo>
                    <a:pt x="21" y="28"/>
                  </a:lnTo>
                  <a:lnTo>
                    <a:pt x="21" y="27"/>
                  </a:lnTo>
                  <a:lnTo>
                    <a:pt x="23" y="25"/>
                  </a:lnTo>
                  <a:lnTo>
                    <a:pt x="20" y="27"/>
                  </a:lnTo>
                  <a:lnTo>
                    <a:pt x="21" y="27"/>
                  </a:lnTo>
                  <a:lnTo>
                    <a:pt x="21" y="25"/>
                  </a:lnTo>
                  <a:lnTo>
                    <a:pt x="23" y="25"/>
                  </a:lnTo>
                  <a:lnTo>
                    <a:pt x="23" y="23"/>
                  </a:lnTo>
                  <a:lnTo>
                    <a:pt x="25" y="23"/>
                  </a:lnTo>
                  <a:lnTo>
                    <a:pt x="25" y="22"/>
                  </a:lnTo>
                  <a:lnTo>
                    <a:pt x="26" y="22"/>
                  </a:lnTo>
                  <a:lnTo>
                    <a:pt x="26" y="20"/>
                  </a:lnTo>
                  <a:lnTo>
                    <a:pt x="25" y="23"/>
                  </a:lnTo>
                  <a:lnTo>
                    <a:pt x="26" y="22"/>
                  </a:lnTo>
                  <a:lnTo>
                    <a:pt x="28" y="22"/>
                  </a:lnTo>
                  <a:lnTo>
                    <a:pt x="30" y="20"/>
                  </a:lnTo>
                  <a:lnTo>
                    <a:pt x="36" y="20"/>
                  </a:lnTo>
                  <a:lnTo>
                    <a:pt x="41" y="20"/>
                  </a:lnTo>
                  <a:lnTo>
                    <a:pt x="43" y="22"/>
                  </a:lnTo>
                  <a:lnTo>
                    <a:pt x="44" y="22"/>
                  </a:lnTo>
                  <a:lnTo>
                    <a:pt x="46" y="23"/>
                  </a:lnTo>
                  <a:lnTo>
                    <a:pt x="44" y="20"/>
                  </a:lnTo>
                  <a:lnTo>
                    <a:pt x="44" y="22"/>
                  </a:lnTo>
                  <a:lnTo>
                    <a:pt x="46" y="22"/>
                  </a:lnTo>
                  <a:lnTo>
                    <a:pt x="46" y="23"/>
                  </a:lnTo>
                  <a:lnTo>
                    <a:pt x="48" y="23"/>
                  </a:lnTo>
                  <a:lnTo>
                    <a:pt x="48" y="25"/>
                  </a:lnTo>
                  <a:lnTo>
                    <a:pt x="49" y="25"/>
                  </a:lnTo>
                  <a:lnTo>
                    <a:pt x="49" y="27"/>
                  </a:lnTo>
                  <a:lnTo>
                    <a:pt x="51" y="27"/>
                  </a:lnTo>
                  <a:lnTo>
                    <a:pt x="48" y="25"/>
                  </a:lnTo>
                  <a:lnTo>
                    <a:pt x="49" y="27"/>
                  </a:lnTo>
                  <a:lnTo>
                    <a:pt x="49" y="28"/>
                  </a:lnTo>
                  <a:lnTo>
                    <a:pt x="51" y="30"/>
                  </a:lnTo>
                  <a:lnTo>
                    <a:pt x="51" y="38"/>
                  </a:lnTo>
                  <a:lnTo>
                    <a:pt x="56" y="43"/>
                  </a:lnTo>
                  <a:lnTo>
                    <a:pt x="63" y="27"/>
                  </a:lnTo>
                  <a:lnTo>
                    <a:pt x="54" y="30"/>
                  </a:lnTo>
                  <a:lnTo>
                    <a:pt x="51" y="41"/>
                  </a:lnTo>
                  <a:lnTo>
                    <a:pt x="49" y="43"/>
                  </a:lnTo>
                  <a:lnTo>
                    <a:pt x="49" y="45"/>
                  </a:lnTo>
                  <a:lnTo>
                    <a:pt x="48" y="46"/>
                  </a:lnTo>
                  <a:lnTo>
                    <a:pt x="51" y="45"/>
                  </a:lnTo>
                  <a:lnTo>
                    <a:pt x="49" y="45"/>
                  </a:lnTo>
                  <a:lnTo>
                    <a:pt x="49" y="46"/>
                  </a:lnTo>
                  <a:lnTo>
                    <a:pt x="48" y="46"/>
                  </a:lnTo>
                  <a:lnTo>
                    <a:pt x="48" y="48"/>
                  </a:lnTo>
                  <a:lnTo>
                    <a:pt x="46" y="48"/>
                  </a:lnTo>
                  <a:lnTo>
                    <a:pt x="46" y="50"/>
                  </a:lnTo>
                  <a:lnTo>
                    <a:pt x="44" y="50"/>
                  </a:lnTo>
                  <a:lnTo>
                    <a:pt x="44" y="51"/>
                  </a:lnTo>
                  <a:lnTo>
                    <a:pt x="46" y="48"/>
                  </a:lnTo>
                  <a:lnTo>
                    <a:pt x="44" y="50"/>
                  </a:lnTo>
                  <a:lnTo>
                    <a:pt x="43" y="50"/>
                  </a:lnTo>
                  <a:lnTo>
                    <a:pt x="41" y="51"/>
                  </a:lnTo>
                  <a:lnTo>
                    <a:pt x="30" y="55"/>
                  </a:lnTo>
                  <a:lnTo>
                    <a:pt x="26" y="63"/>
                  </a:lnTo>
                  <a:lnTo>
                    <a:pt x="43" y="56"/>
                  </a:lnTo>
                  <a:lnTo>
                    <a:pt x="38" y="51"/>
                  </a:lnTo>
                  <a:lnTo>
                    <a:pt x="30" y="51"/>
                  </a:lnTo>
                  <a:lnTo>
                    <a:pt x="28" y="50"/>
                  </a:lnTo>
                  <a:lnTo>
                    <a:pt x="26" y="50"/>
                  </a:lnTo>
                  <a:lnTo>
                    <a:pt x="25" y="48"/>
                  </a:lnTo>
                  <a:lnTo>
                    <a:pt x="26" y="51"/>
                  </a:lnTo>
                  <a:lnTo>
                    <a:pt x="26" y="50"/>
                  </a:lnTo>
                  <a:lnTo>
                    <a:pt x="25" y="50"/>
                  </a:lnTo>
                  <a:lnTo>
                    <a:pt x="25" y="48"/>
                  </a:lnTo>
                  <a:lnTo>
                    <a:pt x="23" y="48"/>
                  </a:lnTo>
                  <a:lnTo>
                    <a:pt x="23" y="46"/>
                  </a:lnTo>
                  <a:lnTo>
                    <a:pt x="21" y="46"/>
                  </a:lnTo>
                  <a:lnTo>
                    <a:pt x="21" y="45"/>
                  </a:lnTo>
                  <a:lnTo>
                    <a:pt x="20" y="45"/>
                  </a:lnTo>
                  <a:lnTo>
                    <a:pt x="23" y="46"/>
                  </a:lnTo>
                  <a:lnTo>
                    <a:pt x="21" y="45"/>
                  </a:lnTo>
                  <a:lnTo>
                    <a:pt x="21" y="43"/>
                  </a:lnTo>
                  <a:lnTo>
                    <a:pt x="20" y="41"/>
                  </a:lnTo>
                  <a:lnTo>
                    <a:pt x="20" y="37"/>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76" name="Freeform 119">
              <a:extLst>
                <a:ext uri="{FF2B5EF4-FFF2-40B4-BE49-F238E27FC236}">
                  <a16:creationId xmlns:a16="http://schemas.microsoft.com/office/drawing/2014/main" id="{E547465B-74D2-CB7B-4BB9-32845744EB7A}"/>
                </a:ext>
              </a:extLst>
            </p:cNvPr>
            <p:cNvSpPr>
              <a:spLocks noChangeAspect="1"/>
            </p:cNvSpPr>
            <p:nvPr/>
          </p:nvSpPr>
          <p:spPr bwMode="auto">
            <a:xfrm>
              <a:off x="4621" y="1622"/>
              <a:ext cx="147" cy="50"/>
            </a:xfrm>
            <a:custGeom>
              <a:avLst/>
              <a:gdLst>
                <a:gd name="T0" fmla="*/ 139 w 147"/>
                <a:gd name="T1" fmla="*/ 20 h 50"/>
                <a:gd name="T2" fmla="*/ 142 w 147"/>
                <a:gd name="T3" fmla="*/ 18 h 50"/>
                <a:gd name="T4" fmla="*/ 145 w 147"/>
                <a:gd name="T5" fmla="*/ 15 h 50"/>
                <a:gd name="T6" fmla="*/ 147 w 147"/>
                <a:gd name="T7" fmla="*/ 13 h 50"/>
                <a:gd name="T8" fmla="*/ 147 w 147"/>
                <a:gd name="T9" fmla="*/ 9 h 50"/>
                <a:gd name="T10" fmla="*/ 145 w 147"/>
                <a:gd name="T11" fmla="*/ 5 h 50"/>
                <a:gd name="T12" fmla="*/ 142 w 147"/>
                <a:gd name="T13" fmla="*/ 2 h 50"/>
                <a:gd name="T14" fmla="*/ 140 w 147"/>
                <a:gd name="T15" fmla="*/ 0 h 50"/>
                <a:gd name="T16" fmla="*/ 135 w 147"/>
                <a:gd name="T17" fmla="*/ 0 h 50"/>
                <a:gd name="T18" fmla="*/ 8 w 147"/>
                <a:gd name="T19" fmla="*/ 30 h 50"/>
                <a:gd name="T20" fmla="*/ 5 w 147"/>
                <a:gd name="T21" fmla="*/ 32 h 50"/>
                <a:gd name="T22" fmla="*/ 2 w 147"/>
                <a:gd name="T23" fmla="*/ 35 h 50"/>
                <a:gd name="T24" fmla="*/ 0 w 147"/>
                <a:gd name="T25" fmla="*/ 37 h 50"/>
                <a:gd name="T26" fmla="*/ 0 w 147"/>
                <a:gd name="T27" fmla="*/ 41 h 50"/>
                <a:gd name="T28" fmla="*/ 2 w 147"/>
                <a:gd name="T29" fmla="*/ 45 h 50"/>
                <a:gd name="T30" fmla="*/ 5 w 147"/>
                <a:gd name="T31" fmla="*/ 48 h 50"/>
                <a:gd name="T32" fmla="*/ 7 w 147"/>
                <a:gd name="T33" fmla="*/ 50 h 50"/>
                <a:gd name="T34" fmla="*/ 12 w 147"/>
                <a:gd name="T35" fmla="*/ 50 h 50"/>
                <a:gd name="T36" fmla="*/ 139 w 147"/>
                <a:gd name="T37" fmla="*/ 20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7"/>
                <a:gd name="T58" fmla="*/ 0 h 50"/>
                <a:gd name="T59" fmla="*/ 147 w 14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7" h="50">
                  <a:moveTo>
                    <a:pt x="139" y="20"/>
                  </a:moveTo>
                  <a:lnTo>
                    <a:pt x="142" y="18"/>
                  </a:lnTo>
                  <a:lnTo>
                    <a:pt x="145" y="15"/>
                  </a:lnTo>
                  <a:lnTo>
                    <a:pt x="147" y="13"/>
                  </a:lnTo>
                  <a:lnTo>
                    <a:pt x="147" y="9"/>
                  </a:lnTo>
                  <a:lnTo>
                    <a:pt x="145" y="5"/>
                  </a:lnTo>
                  <a:lnTo>
                    <a:pt x="142" y="2"/>
                  </a:lnTo>
                  <a:lnTo>
                    <a:pt x="140" y="0"/>
                  </a:lnTo>
                  <a:lnTo>
                    <a:pt x="135" y="0"/>
                  </a:lnTo>
                  <a:lnTo>
                    <a:pt x="8" y="30"/>
                  </a:lnTo>
                  <a:lnTo>
                    <a:pt x="5" y="32"/>
                  </a:lnTo>
                  <a:lnTo>
                    <a:pt x="2" y="35"/>
                  </a:lnTo>
                  <a:lnTo>
                    <a:pt x="0" y="37"/>
                  </a:lnTo>
                  <a:lnTo>
                    <a:pt x="0" y="41"/>
                  </a:lnTo>
                  <a:lnTo>
                    <a:pt x="2" y="45"/>
                  </a:lnTo>
                  <a:lnTo>
                    <a:pt x="5" y="48"/>
                  </a:lnTo>
                  <a:lnTo>
                    <a:pt x="7" y="50"/>
                  </a:lnTo>
                  <a:lnTo>
                    <a:pt x="12" y="50"/>
                  </a:lnTo>
                  <a:lnTo>
                    <a:pt x="139"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77" name="Freeform 120">
              <a:extLst>
                <a:ext uri="{FF2B5EF4-FFF2-40B4-BE49-F238E27FC236}">
                  <a16:creationId xmlns:a16="http://schemas.microsoft.com/office/drawing/2014/main" id="{AFB1C7BB-46FC-E609-6E14-F6ACBDD6B008}"/>
                </a:ext>
              </a:extLst>
            </p:cNvPr>
            <p:cNvSpPr>
              <a:spLocks noChangeAspect="1"/>
            </p:cNvSpPr>
            <p:nvPr/>
          </p:nvSpPr>
          <p:spPr bwMode="auto">
            <a:xfrm>
              <a:off x="4601" y="1660"/>
              <a:ext cx="177" cy="48"/>
            </a:xfrm>
            <a:custGeom>
              <a:avLst/>
              <a:gdLst>
                <a:gd name="T0" fmla="*/ 12 w 177"/>
                <a:gd name="T1" fmla="*/ 0 h 48"/>
                <a:gd name="T2" fmla="*/ 7 w 177"/>
                <a:gd name="T3" fmla="*/ 0 h 48"/>
                <a:gd name="T4" fmla="*/ 5 w 177"/>
                <a:gd name="T5" fmla="*/ 2 h 48"/>
                <a:gd name="T6" fmla="*/ 2 w 177"/>
                <a:gd name="T7" fmla="*/ 3 h 48"/>
                <a:gd name="T8" fmla="*/ 2 w 177"/>
                <a:gd name="T9" fmla="*/ 5 h 48"/>
                <a:gd name="T10" fmla="*/ 0 w 177"/>
                <a:gd name="T11" fmla="*/ 8 h 48"/>
                <a:gd name="T12" fmla="*/ 0 w 177"/>
                <a:gd name="T13" fmla="*/ 13 h 48"/>
                <a:gd name="T14" fmla="*/ 2 w 177"/>
                <a:gd name="T15" fmla="*/ 15 h 48"/>
                <a:gd name="T16" fmla="*/ 4 w 177"/>
                <a:gd name="T17" fmla="*/ 18 h 48"/>
                <a:gd name="T18" fmla="*/ 5 w 177"/>
                <a:gd name="T19" fmla="*/ 18 h 48"/>
                <a:gd name="T20" fmla="*/ 9 w 177"/>
                <a:gd name="T21" fmla="*/ 20 h 48"/>
                <a:gd name="T22" fmla="*/ 165 w 177"/>
                <a:gd name="T23" fmla="*/ 48 h 48"/>
                <a:gd name="T24" fmla="*/ 170 w 177"/>
                <a:gd name="T25" fmla="*/ 48 h 48"/>
                <a:gd name="T26" fmla="*/ 172 w 177"/>
                <a:gd name="T27" fmla="*/ 46 h 48"/>
                <a:gd name="T28" fmla="*/ 175 w 177"/>
                <a:gd name="T29" fmla="*/ 45 h 48"/>
                <a:gd name="T30" fmla="*/ 175 w 177"/>
                <a:gd name="T31" fmla="*/ 43 h 48"/>
                <a:gd name="T32" fmla="*/ 177 w 177"/>
                <a:gd name="T33" fmla="*/ 40 h 48"/>
                <a:gd name="T34" fmla="*/ 177 w 177"/>
                <a:gd name="T35" fmla="*/ 35 h 48"/>
                <a:gd name="T36" fmla="*/ 175 w 177"/>
                <a:gd name="T37" fmla="*/ 33 h 48"/>
                <a:gd name="T38" fmla="*/ 173 w 177"/>
                <a:gd name="T39" fmla="*/ 30 h 48"/>
                <a:gd name="T40" fmla="*/ 172 w 177"/>
                <a:gd name="T41" fmla="*/ 30 h 48"/>
                <a:gd name="T42" fmla="*/ 169 w 177"/>
                <a:gd name="T43" fmla="*/ 28 h 48"/>
                <a:gd name="T44" fmla="*/ 12 w 177"/>
                <a:gd name="T45" fmla="*/ 0 h 4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7"/>
                <a:gd name="T70" fmla="*/ 0 h 48"/>
                <a:gd name="T71" fmla="*/ 177 w 177"/>
                <a:gd name="T72" fmla="*/ 48 h 4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7" h="48">
                  <a:moveTo>
                    <a:pt x="12" y="0"/>
                  </a:moveTo>
                  <a:lnTo>
                    <a:pt x="7" y="0"/>
                  </a:lnTo>
                  <a:lnTo>
                    <a:pt x="5" y="2"/>
                  </a:lnTo>
                  <a:lnTo>
                    <a:pt x="2" y="3"/>
                  </a:lnTo>
                  <a:lnTo>
                    <a:pt x="2" y="5"/>
                  </a:lnTo>
                  <a:lnTo>
                    <a:pt x="0" y="8"/>
                  </a:lnTo>
                  <a:lnTo>
                    <a:pt x="0" y="13"/>
                  </a:lnTo>
                  <a:lnTo>
                    <a:pt x="2" y="15"/>
                  </a:lnTo>
                  <a:lnTo>
                    <a:pt x="4" y="18"/>
                  </a:lnTo>
                  <a:lnTo>
                    <a:pt x="5" y="18"/>
                  </a:lnTo>
                  <a:lnTo>
                    <a:pt x="9" y="20"/>
                  </a:lnTo>
                  <a:lnTo>
                    <a:pt x="165" y="48"/>
                  </a:lnTo>
                  <a:lnTo>
                    <a:pt x="170" y="48"/>
                  </a:lnTo>
                  <a:lnTo>
                    <a:pt x="172" y="46"/>
                  </a:lnTo>
                  <a:lnTo>
                    <a:pt x="175" y="45"/>
                  </a:lnTo>
                  <a:lnTo>
                    <a:pt x="175" y="43"/>
                  </a:lnTo>
                  <a:lnTo>
                    <a:pt x="177" y="40"/>
                  </a:lnTo>
                  <a:lnTo>
                    <a:pt x="177" y="35"/>
                  </a:lnTo>
                  <a:lnTo>
                    <a:pt x="175" y="33"/>
                  </a:lnTo>
                  <a:lnTo>
                    <a:pt x="173" y="30"/>
                  </a:lnTo>
                  <a:lnTo>
                    <a:pt x="172" y="30"/>
                  </a:lnTo>
                  <a:lnTo>
                    <a:pt x="169" y="28"/>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78" name="Freeform 121">
              <a:extLst>
                <a:ext uri="{FF2B5EF4-FFF2-40B4-BE49-F238E27FC236}">
                  <a16:creationId xmlns:a16="http://schemas.microsoft.com/office/drawing/2014/main" id="{1D52423A-0AEC-5BF2-EBED-47AC32A7E60C}"/>
                </a:ext>
              </a:extLst>
            </p:cNvPr>
            <p:cNvSpPr>
              <a:spLocks noChangeAspect="1"/>
            </p:cNvSpPr>
            <p:nvPr/>
          </p:nvSpPr>
          <p:spPr bwMode="auto">
            <a:xfrm>
              <a:off x="4633" y="3775"/>
              <a:ext cx="148" cy="49"/>
            </a:xfrm>
            <a:custGeom>
              <a:avLst/>
              <a:gdLst>
                <a:gd name="T0" fmla="*/ 140 w 148"/>
                <a:gd name="T1" fmla="*/ 19 h 49"/>
                <a:gd name="T2" fmla="*/ 143 w 148"/>
                <a:gd name="T3" fmla="*/ 18 h 49"/>
                <a:gd name="T4" fmla="*/ 146 w 148"/>
                <a:gd name="T5" fmla="*/ 14 h 49"/>
                <a:gd name="T6" fmla="*/ 148 w 148"/>
                <a:gd name="T7" fmla="*/ 13 h 49"/>
                <a:gd name="T8" fmla="*/ 148 w 148"/>
                <a:gd name="T9" fmla="*/ 8 h 49"/>
                <a:gd name="T10" fmla="*/ 146 w 148"/>
                <a:gd name="T11" fmla="*/ 4 h 49"/>
                <a:gd name="T12" fmla="*/ 143 w 148"/>
                <a:gd name="T13" fmla="*/ 1 h 49"/>
                <a:gd name="T14" fmla="*/ 141 w 148"/>
                <a:gd name="T15" fmla="*/ 0 h 49"/>
                <a:gd name="T16" fmla="*/ 137 w 148"/>
                <a:gd name="T17" fmla="*/ 0 h 49"/>
                <a:gd name="T18" fmla="*/ 8 w 148"/>
                <a:gd name="T19" fmla="*/ 29 h 49"/>
                <a:gd name="T20" fmla="*/ 5 w 148"/>
                <a:gd name="T21" fmla="*/ 31 h 49"/>
                <a:gd name="T22" fmla="*/ 1 w 148"/>
                <a:gd name="T23" fmla="*/ 34 h 49"/>
                <a:gd name="T24" fmla="*/ 0 w 148"/>
                <a:gd name="T25" fmla="*/ 36 h 49"/>
                <a:gd name="T26" fmla="*/ 0 w 148"/>
                <a:gd name="T27" fmla="*/ 41 h 49"/>
                <a:gd name="T28" fmla="*/ 1 w 148"/>
                <a:gd name="T29" fmla="*/ 44 h 49"/>
                <a:gd name="T30" fmla="*/ 5 w 148"/>
                <a:gd name="T31" fmla="*/ 47 h 49"/>
                <a:gd name="T32" fmla="*/ 6 w 148"/>
                <a:gd name="T33" fmla="*/ 49 h 49"/>
                <a:gd name="T34" fmla="*/ 11 w 148"/>
                <a:gd name="T35" fmla="*/ 49 h 49"/>
                <a:gd name="T36" fmla="*/ 140 w 148"/>
                <a:gd name="T37" fmla="*/ 19 h 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8"/>
                <a:gd name="T58" fmla="*/ 0 h 49"/>
                <a:gd name="T59" fmla="*/ 148 w 148"/>
                <a:gd name="T60" fmla="*/ 49 h 4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8" h="49">
                  <a:moveTo>
                    <a:pt x="140" y="19"/>
                  </a:moveTo>
                  <a:lnTo>
                    <a:pt x="143" y="18"/>
                  </a:lnTo>
                  <a:lnTo>
                    <a:pt x="146" y="14"/>
                  </a:lnTo>
                  <a:lnTo>
                    <a:pt x="148" y="13"/>
                  </a:lnTo>
                  <a:lnTo>
                    <a:pt x="148" y="8"/>
                  </a:lnTo>
                  <a:lnTo>
                    <a:pt x="146" y="4"/>
                  </a:lnTo>
                  <a:lnTo>
                    <a:pt x="143" y="1"/>
                  </a:lnTo>
                  <a:lnTo>
                    <a:pt x="141" y="0"/>
                  </a:lnTo>
                  <a:lnTo>
                    <a:pt x="137" y="0"/>
                  </a:lnTo>
                  <a:lnTo>
                    <a:pt x="8" y="29"/>
                  </a:lnTo>
                  <a:lnTo>
                    <a:pt x="5" y="31"/>
                  </a:lnTo>
                  <a:lnTo>
                    <a:pt x="1" y="34"/>
                  </a:lnTo>
                  <a:lnTo>
                    <a:pt x="0" y="36"/>
                  </a:lnTo>
                  <a:lnTo>
                    <a:pt x="0" y="41"/>
                  </a:lnTo>
                  <a:lnTo>
                    <a:pt x="1" y="44"/>
                  </a:lnTo>
                  <a:lnTo>
                    <a:pt x="5" y="47"/>
                  </a:lnTo>
                  <a:lnTo>
                    <a:pt x="6" y="49"/>
                  </a:lnTo>
                  <a:lnTo>
                    <a:pt x="11" y="49"/>
                  </a:lnTo>
                  <a:lnTo>
                    <a:pt x="14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19579" name="Freeform 122">
              <a:extLst>
                <a:ext uri="{FF2B5EF4-FFF2-40B4-BE49-F238E27FC236}">
                  <a16:creationId xmlns:a16="http://schemas.microsoft.com/office/drawing/2014/main" id="{703656B9-5B23-D086-D198-A0419E1AB641}"/>
                </a:ext>
              </a:extLst>
            </p:cNvPr>
            <p:cNvSpPr>
              <a:spLocks noChangeAspect="1"/>
            </p:cNvSpPr>
            <p:nvPr/>
          </p:nvSpPr>
          <p:spPr bwMode="auto">
            <a:xfrm>
              <a:off x="4613" y="3811"/>
              <a:ext cx="178" cy="49"/>
            </a:xfrm>
            <a:custGeom>
              <a:avLst/>
              <a:gdLst>
                <a:gd name="T0" fmla="*/ 12 w 178"/>
                <a:gd name="T1" fmla="*/ 0 h 49"/>
                <a:gd name="T2" fmla="*/ 7 w 178"/>
                <a:gd name="T3" fmla="*/ 0 h 49"/>
                <a:gd name="T4" fmla="*/ 5 w 178"/>
                <a:gd name="T5" fmla="*/ 1 h 49"/>
                <a:gd name="T6" fmla="*/ 2 w 178"/>
                <a:gd name="T7" fmla="*/ 3 h 49"/>
                <a:gd name="T8" fmla="*/ 2 w 178"/>
                <a:gd name="T9" fmla="*/ 5 h 49"/>
                <a:gd name="T10" fmla="*/ 0 w 178"/>
                <a:gd name="T11" fmla="*/ 8 h 49"/>
                <a:gd name="T12" fmla="*/ 0 w 178"/>
                <a:gd name="T13" fmla="*/ 13 h 49"/>
                <a:gd name="T14" fmla="*/ 2 w 178"/>
                <a:gd name="T15" fmla="*/ 15 h 49"/>
                <a:gd name="T16" fmla="*/ 3 w 178"/>
                <a:gd name="T17" fmla="*/ 18 h 49"/>
                <a:gd name="T18" fmla="*/ 5 w 178"/>
                <a:gd name="T19" fmla="*/ 18 h 49"/>
                <a:gd name="T20" fmla="*/ 8 w 178"/>
                <a:gd name="T21" fmla="*/ 20 h 49"/>
                <a:gd name="T22" fmla="*/ 166 w 178"/>
                <a:gd name="T23" fmla="*/ 49 h 49"/>
                <a:gd name="T24" fmla="*/ 171 w 178"/>
                <a:gd name="T25" fmla="*/ 49 h 49"/>
                <a:gd name="T26" fmla="*/ 173 w 178"/>
                <a:gd name="T27" fmla="*/ 48 h 49"/>
                <a:gd name="T28" fmla="*/ 176 w 178"/>
                <a:gd name="T29" fmla="*/ 46 h 49"/>
                <a:gd name="T30" fmla="*/ 176 w 178"/>
                <a:gd name="T31" fmla="*/ 44 h 49"/>
                <a:gd name="T32" fmla="*/ 178 w 178"/>
                <a:gd name="T33" fmla="*/ 41 h 49"/>
                <a:gd name="T34" fmla="*/ 178 w 178"/>
                <a:gd name="T35" fmla="*/ 36 h 49"/>
                <a:gd name="T36" fmla="*/ 176 w 178"/>
                <a:gd name="T37" fmla="*/ 34 h 49"/>
                <a:gd name="T38" fmla="*/ 175 w 178"/>
                <a:gd name="T39" fmla="*/ 31 h 49"/>
                <a:gd name="T40" fmla="*/ 173 w 178"/>
                <a:gd name="T41" fmla="*/ 31 h 49"/>
                <a:gd name="T42" fmla="*/ 170 w 178"/>
                <a:gd name="T43" fmla="*/ 29 h 49"/>
                <a:gd name="T44" fmla="*/ 12 w 178"/>
                <a:gd name="T45" fmla="*/ 0 h 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8"/>
                <a:gd name="T70" fmla="*/ 0 h 49"/>
                <a:gd name="T71" fmla="*/ 178 w 178"/>
                <a:gd name="T72" fmla="*/ 49 h 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8" h="49">
                  <a:moveTo>
                    <a:pt x="12" y="0"/>
                  </a:moveTo>
                  <a:lnTo>
                    <a:pt x="7" y="0"/>
                  </a:lnTo>
                  <a:lnTo>
                    <a:pt x="5" y="1"/>
                  </a:lnTo>
                  <a:lnTo>
                    <a:pt x="2" y="3"/>
                  </a:lnTo>
                  <a:lnTo>
                    <a:pt x="2" y="5"/>
                  </a:lnTo>
                  <a:lnTo>
                    <a:pt x="0" y="8"/>
                  </a:lnTo>
                  <a:lnTo>
                    <a:pt x="0" y="13"/>
                  </a:lnTo>
                  <a:lnTo>
                    <a:pt x="2" y="15"/>
                  </a:lnTo>
                  <a:lnTo>
                    <a:pt x="3" y="18"/>
                  </a:lnTo>
                  <a:lnTo>
                    <a:pt x="5" y="18"/>
                  </a:lnTo>
                  <a:lnTo>
                    <a:pt x="8" y="20"/>
                  </a:lnTo>
                  <a:lnTo>
                    <a:pt x="166" y="49"/>
                  </a:lnTo>
                  <a:lnTo>
                    <a:pt x="171" y="49"/>
                  </a:lnTo>
                  <a:lnTo>
                    <a:pt x="173" y="48"/>
                  </a:lnTo>
                  <a:lnTo>
                    <a:pt x="176" y="46"/>
                  </a:lnTo>
                  <a:lnTo>
                    <a:pt x="176" y="44"/>
                  </a:lnTo>
                  <a:lnTo>
                    <a:pt x="178" y="41"/>
                  </a:lnTo>
                  <a:lnTo>
                    <a:pt x="178" y="36"/>
                  </a:lnTo>
                  <a:lnTo>
                    <a:pt x="176" y="34"/>
                  </a:lnTo>
                  <a:lnTo>
                    <a:pt x="175" y="31"/>
                  </a:lnTo>
                  <a:lnTo>
                    <a:pt x="173" y="31"/>
                  </a:lnTo>
                  <a:lnTo>
                    <a:pt x="170" y="29"/>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3 Marcador de número de diapositiva">
            <a:extLst>
              <a:ext uri="{FF2B5EF4-FFF2-40B4-BE49-F238E27FC236}">
                <a16:creationId xmlns:a16="http://schemas.microsoft.com/office/drawing/2014/main" id="{0F48A568-EDA1-BF00-3188-D37AFD8821E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6853F7B5-20CD-446B-AC39-EEE6883DA804}" type="slidenum">
              <a:rPr lang="en-US" altLang="es-ES" sz="1600" b="0" i="0" baseline="0"/>
              <a:pPr/>
              <a:t>16</a:t>
            </a:fld>
            <a:endParaRPr lang="en-US" altLang="es-ES" sz="1600" b="0" i="0" baseline="0"/>
          </a:p>
        </p:txBody>
      </p:sp>
      <p:sp>
        <p:nvSpPr>
          <p:cNvPr id="20483" name="Rectangle 2">
            <a:extLst>
              <a:ext uri="{FF2B5EF4-FFF2-40B4-BE49-F238E27FC236}">
                <a16:creationId xmlns:a16="http://schemas.microsoft.com/office/drawing/2014/main" id="{F66B3217-8145-FDE8-1925-A135B6603F08}"/>
              </a:ext>
            </a:extLst>
          </p:cNvPr>
          <p:cNvSpPr>
            <a:spLocks noGrp="1" noChangeArrowheads="1"/>
          </p:cNvSpPr>
          <p:nvPr>
            <p:ph type="title"/>
          </p:nvPr>
        </p:nvSpPr>
        <p:spPr/>
        <p:txBody>
          <a:bodyPr/>
          <a:lstStyle/>
          <a:p>
            <a:r>
              <a:rPr lang="en-US" altLang="es-ES">
                <a:solidFill>
                  <a:schemeClr val="tx1"/>
                </a:solidFill>
              </a:rPr>
              <a:t>Multiplexer Bus</a:t>
            </a:r>
          </a:p>
        </p:txBody>
      </p:sp>
      <p:sp>
        <p:nvSpPr>
          <p:cNvPr id="20484" name="Rectangle 3">
            <a:extLst>
              <a:ext uri="{FF2B5EF4-FFF2-40B4-BE49-F238E27FC236}">
                <a16:creationId xmlns:a16="http://schemas.microsoft.com/office/drawing/2014/main" id="{BD66B930-AD99-285C-24AD-1620D7F976AD}"/>
              </a:ext>
            </a:extLst>
          </p:cNvPr>
          <p:cNvSpPr>
            <a:spLocks noGrp="1" noChangeArrowheads="1"/>
          </p:cNvSpPr>
          <p:nvPr>
            <p:ph type="body" idx="1"/>
          </p:nvPr>
        </p:nvSpPr>
        <p:spPr>
          <a:xfrm>
            <a:off x="631825" y="1501775"/>
            <a:ext cx="4005263" cy="4724400"/>
          </a:xfrm>
        </p:spPr>
        <p:txBody>
          <a:bodyPr/>
          <a:lstStyle/>
          <a:p>
            <a:pPr>
              <a:lnSpc>
                <a:spcPct val="90000"/>
              </a:lnSpc>
            </a:pPr>
            <a:r>
              <a:rPr lang="en-US" altLang="es-ES" sz="2800">
                <a:cs typeface="Times New Roman" panose="02020603050405020304" pitchFamily="18" charset="0"/>
              </a:rPr>
              <a:t>A single bus driven by a multiplexer lowers cost, but limits the available transfers =&gt;</a:t>
            </a:r>
          </a:p>
          <a:p>
            <a:pPr>
              <a:lnSpc>
                <a:spcPct val="90000"/>
              </a:lnSpc>
            </a:pPr>
            <a:r>
              <a:rPr lang="en-US" altLang="es-ES" sz="2800">
                <a:cs typeface="Times New Roman" panose="02020603050405020304" pitchFamily="18" charset="0"/>
              </a:rPr>
              <a:t>Characterize the simultaneous transfers possible with this structure. </a:t>
            </a:r>
          </a:p>
          <a:p>
            <a:pPr>
              <a:lnSpc>
                <a:spcPct val="90000"/>
              </a:lnSpc>
            </a:pPr>
            <a:r>
              <a:rPr lang="en-US" altLang="es-ES" sz="2800">
                <a:cs typeface="Times New Roman" panose="02020603050405020304" pitchFamily="18" charset="0"/>
              </a:rPr>
              <a:t>Characterize the cost savings compared to </a:t>
            </a:r>
            <a:br>
              <a:rPr lang="en-US" altLang="es-ES" sz="2800">
                <a:cs typeface="Times New Roman" panose="02020603050405020304" pitchFamily="18" charset="0"/>
              </a:rPr>
            </a:br>
            <a:r>
              <a:rPr lang="en-US" altLang="es-ES" sz="2800">
                <a:cs typeface="Times New Roman" panose="02020603050405020304" pitchFamily="18" charset="0"/>
              </a:rPr>
              <a:t>dedicated multiplexers  </a:t>
            </a:r>
          </a:p>
        </p:txBody>
      </p:sp>
      <p:sp>
        <p:nvSpPr>
          <p:cNvPr id="20485" name="Rectangle 4">
            <a:extLst>
              <a:ext uri="{FF2B5EF4-FFF2-40B4-BE49-F238E27FC236}">
                <a16:creationId xmlns:a16="http://schemas.microsoft.com/office/drawing/2014/main" id="{5260A226-9485-BB5F-75F8-39AD08477901}"/>
              </a:ext>
            </a:extLst>
          </p:cNvPr>
          <p:cNvSpPr>
            <a:spLocks noChangeArrowheads="1"/>
          </p:cNvSpPr>
          <p:nvPr/>
        </p:nvSpPr>
        <p:spPr bwMode="auto">
          <a:xfrm>
            <a:off x="7926388" y="1371600"/>
            <a:ext cx="2365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L0</a:t>
            </a:r>
            <a:endParaRPr lang="en-US" altLang="es-ES" sz="2800" b="0" i="0" baseline="0"/>
          </a:p>
        </p:txBody>
      </p:sp>
      <p:grpSp>
        <p:nvGrpSpPr>
          <p:cNvPr id="20486" name="Group 5">
            <a:extLst>
              <a:ext uri="{FF2B5EF4-FFF2-40B4-BE49-F238E27FC236}">
                <a16:creationId xmlns:a16="http://schemas.microsoft.com/office/drawing/2014/main" id="{6F53BED6-5AB2-3C1A-AD76-66F32AFCAF97}"/>
              </a:ext>
            </a:extLst>
          </p:cNvPr>
          <p:cNvGrpSpPr>
            <a:grpSpLocks noChangeAspect="1"/>
          </p:cNvGrpSpPr>
          <p:nvPr/>
        </p:nvGrpSpPr>
        <p:grpSpPr bwMode="auto">
          <a:xfrm>
            <a:off x="4702175" y="1377950"/>
            <a:ext cx="3436938" cy="4803775"/>
            <a:chOff x="3168" y="971"/>
            <a:chExt cx="2083" cy="2911"/>
          </a:xfrm>
        </p:grpSpPr>
        <p:sp>
          <p:nvSpPr>
            <p:cNvPr id="20487" name="Freeform 6">
              <a:extLst>
                <a:ext uri="{FF2B5EF4-FFF2-40B4-BE49-F238E27FC236}">
                  <a16:creationId xmlns:a16="http://schemas.microsoft.com/office/drawing/2014/main" id="{C1E8C9F7-725F-E3FA-BB4F-631B52F79F41}"/>
                </a:ext>
              </a:extLst>
            </p:cNvPr>
            <p:cNvSpPr>
              <a:spLocks noChangeAspect="1"/>
            </p:cNvSpPr>
            <p:nvPr/>
          </p:nvSpPr>
          <p:spPr bwMode="auto">
            <a:xfrm>
              <a:off x="3337" y="2355"/>
              <a:ext cx="424" cy="21"/>
            </a:xfrm>
            <a:custGeom>
              <a:avLst/>
              <a:gdLst>
                <a:gd name="T0" fmla="*/ 11 w 424"/>
                <a:gd name="T1" fmla="*/ 0 h 21"/>
                <a:gd name="T2" fmla="*/ 7 w 424"/>
                <a:gd name="T3" fmla="*/ 0 h 21"/>
                <a:gd name="T4" fmla="*/ 4 w 424"/>
                <a:gd name="T5" fmla="*/ 4 h 21"/>
                <a:gd name="T6" fmla="*/ 0 w 424"/>
                <a:gd name="T7" fmla="*/ 7 h 21"/>
                <a:gd name="T8" fmla="*/ 0 w 424"/>
                <a:gd name="T9" fmla="*/ 14 h 21"/>
                <a:gd name="T10" fmla="*/ 4 w 424"/>
                <a:gd name="T11" fmla="*/ 18 h 21"/>
                <a:gd name="T12" fmla="*/ 7 w 424"/>
                <a:gd name="T13" fmla="*/ 21 h 21"/>
                <a:gd name="T14" fmla="*/ 417 w 424"/>
                <a:gd name="T15" fmla="*/ 21 h 21"/>
                <a:gd name="T16" fmla="*/ 420 w 424"/>
                <a:gd name="T17" fmla="*/ 18 h 21"/>
                <a:gd name="T18" fmla="*/ 424 w 424"/>
                <a:gd name="T19" fmla="*/ 14 h 21"/>
                <a:gd name="T20" fmla="*/ 424 w 424"/>
                <a:gd name="T21" fmla="*/ 7 h 21"/>
                <a:gd name="T22" fmla="*/ 420 w 424"/>
                <a:gd name="T23" fmla="*/ 4 h 21"/>
                <a:gd name="T24" fmla="*/ 417 w 424"/>
                <a:gd name="T25" fmla="*/ 0 h 21"/>
                <a:gd name="T26" fmla="*/ 413 w 424"/>
                <a:gd name="T27" fmla="*/ 0 h 21"/>
                <a:gd name="T28" fmla="*/ 11 w 424"/>
                <a:gd name="T29" fmla="*/ 0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4"/>
                <a:gd name="T46" fmla="*/ 0 h 21"/>
                <a:gd name="T47" fmla="*/ 424 w 424"/>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4" h="21">
                  <a:moveTo>
                    <a:pt x="11" y="0"/>
                  </a:moveTo>
                  <a:lnTo>
                    <a:pt x="7" y="0"/>
                  </a:lnTo>
                  <a:lnTo>
                    <a:pt x="4" y="4"/>
                  </a:lnTo>
                  <a:lnTo>
                    <a:pt x="0" y="7"/>
                  </a:lnTo>
                  <a:lnTo>
                    <a:pt x="0" y="14"/>
                  </a:lnTo>
                  <a:lnTo>
                    <a:pt x="4" y="18"/>
                  </a:lnTo>
                  <a:lnTo>
                    <a:pt x="7" y="21"/>
                  </a:lnTo>
                  <a:lnTo>
                    <a:pt x="417" y="21"/>
                  </a:lnTo>
                  <a:lnTo>
                    <a:pt x="420" y="18"/>
                  </a:lnTo>
                  <a:lnTo>
                    <a:pt x="424" y="14"/>
                  </a:lnTo>
                  <a:lnTo>
                    <a:pt x="424" y="7"/>
                  </a:lnTo>
                  <a:lnTo>
                    <a:pt x="420" y="4"/>
                  </a:lnTo>
                  <a:lnTo>
                    <a:pt x="417" y="0"/>
                  </a:lnTo>
                  <a:lnTo>
                    <a:pt x="413" y="0"/>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88" name="Freeform 7">
              <a:extLst>
                <a:ext uri="{FF2B5EF4-FFF2-40B4-BE49-F238E27FC236}">
                  <a16:creationId xmlns:a16="http://schemas.microsoft.com/office/drawing/2014/main" id="{93CD0DA3-6DF2-DBD9-5AC5-3B09CBC50A47}"/>
                </a:ext>
              </a:extLst>
            </p:cNvPr>
            <p:cNvSpPr>
              <a:spLocks noChangeAspect="1"/>
            </p:cNvSpPr>
            <p:nvPr/>
          </p:nvSpPr>
          <p:spPr bwMode="auto">
            <a:xfrm>
              <a:off x="3647" y="2355"/>
              <a:ext cx="114" cy="45"/>
            </a:xfrm>
            <a:custGeom>
              <a:avLst/>
              <a:gdLst>
                <a:gd name="T0" fmla="*/ 107 w 114"/>
                <a:gd name="T1" fmla="*/ 21 h 45"/>
                <a:gd name="T2" fmla="*/ 110 w 114"/>
                <a:gd name="T3" fmla="*/ 18 h 45"/>
                <a:gd name="T4" fmla="*/ 114 w 114"/>
                <a:gd name="T5" fmla="*/ 14 h 45"/>
                <a:gd name="T6" fmla="*/ 114 w 114"/>
                <a:gd name="T7" fmla="*/ 7 h 45"/>
                <a:gd name="T8" fmla="*/ 110 w 114"/>
                <a:gd name="T9" fmla="*/ 4 h 45"/>
                <a:gd name="T10" fmla="*/ 107 w 114"/>
                <a:gd name="T11" fmla="*/ 0 h 45"/>
                <a:gd name="T12" fmla="*/ 100 w 114"/>
                <a:gd name="T13" fmla="*/ 0 h 45"/>
                <a:gd name="T14" fmla="*/ 7 w 114"/>
                <a:gd name="T15" fmla="*/ 25 h 45"/>
                <a:gd name="T16" fmla="*/ 3 w 114"/>
                <a:gd name="T17" fmla="*/ 28 h 45"/>
                <a:gd name="T18" fmla="*/ 0 w 114"/>
                <a:gd name="T19" fmla="*/ 32 h 45"/>
                <a:gd name="T20" fmla="*/ 0 w 114"/>
                <a:gd name="T21" fmla="*/ 39 h 45"/>
                <a:gd name="T22" fmla="*/ 3 w 114"/>
                <a:gd name="T23" fmla="*/ 42 h 45"/>
                <a:gd name="T24" fmla="*/ 7 w 114"/>
                <a:gd name="T25" fmla="*/ 45 h 45"/>
                <a:gd name="T26" fmla="*/ 14 w 114"/>
                <a:gd name="T27" fmla="*/ 45 h 45"/>
                <a:gd name="T28" fmla="*/ 107 w 114"/>
                <a:gd name="T29" fmla="*/ 21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4"/>
                <a:gd name="T46" fmla="*/ 0 h 45"/>
                <a:gd name="T47" fmla="*/ 114 w 11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4" h="45">
                  <a:moveTo>
                    <a:pt x="107" y="21"/>
                  </a:moveTo>
                  <a:lnTo>
                    <a:pt x="110" y="18"/>
                  </a:lnTo>
                  <a:lnTo>
                    <a:pt x="114" y="14"/>
                  </a:lnTo>
                  <a:lnTo>
                    <a:pt x="114" y="7"/>
                  </a:lnTo>
                  <a:lnTo>
                    <a:pt x="110" y="4"/>
                  </a:lnTo>
                  <a:lnTo>
                    <a:pt x="107" y="0"/>
                  </a:lnTo>
                  <a:lnTo>
                    <a:pt x="100" y="0"/>
                  </a:lnTo>
                  <a:lnTo>
                    <a:pt x="7" y="25"/>
                  </a:lnTo>
                  <a:lnTo>
                    <a:pt x="3" y="28"/>
                  </a:lnTo>
                  <a:lnTo>
                    <a:pt x="0" y="32"/>
                  </a:lnTo>
                  <a:lnTo>
                    <a:pt x="0" y="39"/>
                  </a:lnTo>
                  <a:lnTo>
                    <a:pt x="3" y="42"/>
                  </a:lnTo>
                  <a:lnTo>
                    <a:pt x="7" y="45"/>
                  </a:lnTo>
                  <a:lnTo>
                    <a:pt x="14" y="45"/>
                  </a:lnTo>
                  <a:lnTo>
                    <a:pt x="107"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89" name="Freeform 8">
              <a:extLst>
                <a:ext uri="{FF2B5EF4-FFF2-40B4-BE49-F238E27FC236}">
                  <a16:creationId xmlns:a16="http://schemas.microsoft.com/office/drawing/2014/main" id="{B17B4BA0-E7A7-C184-B273-1F4D8138B8FF}"/>
                </a:ext>
              </a:extLst>
            </p:cNvPr>
            <p:cNvSpPr>
              <a:spLocks noChangeAspect="1"/>
            </p:cNvSpPr>
            <p:nvPr/>
          </p:nvSpPr>
          <p:spPr bwMode="auto">
            <a:xfrm>
              <a:off x="3647" y="2333"/>
              <a:ext cx="114" cy="43"/>
            </a:xfrm>
            <a:custGeom>
              <a:avLst/>
              <a:gdLst>
                <a:gd name="T0" fmla="*/ 102 w 114"/>
                <a:gd name="T1" fmla="*/ 43 h 43"/>
                <a:gd name="T2" fmla="*/ 107 w 114"/>
                <a:gd name="T3" fmla="*/ 43 h 43"/>
                <a:gd name="T4" fmla="*/ 110 w 114"/>
                <a:gd name="T5" fmla="*/ 40 h 43"/>
                <a:gd name="T6" fmla="*/ 112 w 114"/>
                <a:gd name="T7" fmla="*/ 38 h 43"/>
                <a:gd name="T8" fmla="*/ 114 w 114"/>
                <a:gd name="T9" fmla="*/ 35 h 43"/>
                <a:gd name="T10" fmla="*/ 114 w 114"/>
                <a:gd name="T11" fmla="*/ 29 h 43"/>
                <a:gd name="T12" fmla="*/ 110 w 114"/>
                <a:gd name="T13" fmla="*/ 26 h 43"/>
                <a:gd name="T14" fmla="*/ 109 w 114"/>
                <a:gd name="T15" fmla="*/ 24 h 43"/>
                <a:gd name="T16" fmla="*/ 105 w 114"/>
                <a:gd name="T17" fmla="*/ 22 h 43"/>
                <a:gd name="T18" fmla="*/ 12 w 114"/>
                <a:gd name="T19" fmla="*/ 0 h 43"/>
                <a:gd name="T20" fmla="*/ 7 w 114"/>
                <a:gd name="T21" fmla="*/ 0 h 43"/>
                <a:gd name="T22" fmla="*/ 3 w 114"/>
                <a:gd name="T23" fmla="*/ 3 h 43"/>
                <a:gd name="T24" fmla="*/ 1 w 114"/>
                <a:gd name="T25" fmla="*/ 5 h 43"/>
                <a:gd name="T26" fmla="*/ 0 w 114"/>
                <a:gd name="T27" fmla="*/ 9 h 43"/>
                <a:gd name="T28" fmla="*/ 0 w 114"/>
                <a:gd name="T29" fmla="*/ 14 h 43"/>
                <a:gd name="T30" fmla="*/ 3 w 114"/>
                <a:gd name="T31" fmla="*/ 17 h 43"/>
                <a:gd name="T32" fmla="*/ 5 w 114"/>
                <a:gd name="T33" fmla="*/ 19 h 43"/>
                <a:gd name="T34" fmla="*/ 8 w 114"/>
                <a:gd name="T35" fmla="*/ 21 h 43"/>
                <a:gd name="T36" fmla="*/ 102 w 114"/>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43"/>
                <a:gd name="T59" fmla="*/ 114 w 114"/>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43">
                  <a:moveTo>
                    <a:pt x="102" y="43"/>
                  </a:moveTo>
                  <a:lnTo>
                    <a:pt x="107" y="43"/>
                  </a:lnTo>
                  <a:lnTo>
                    <a:pt x="110" y="40"/>
                  </a:lnTo>
                  <a:lnTo>
                    <a:pt x="112" y="38"/>
                  </a:lnTo>
                  <a:lnTo>
                    <a:pt x="114" y="35"/>
                  </a:lnTo>
                  <a:lnTo>
                    <a:pt x="114" y="29"/>
                  </a:lnTo>
                  <a:lnTo>
                    <a:pt x="110" y="26"/>
                  </a:lnTo>
                  <a:lnTo>
                    <a:pt x="109" y="24"/>
                  </a:lnTo>
                  <a:lnTo>
                    <a:pt x="105" y="22"/>
                  </a:lnTo>
                  <a:lnTo>
                    <a:pt x="12" y="0"/>
                  </a:lnTo>
                  <a:lnTo>
                    <a:pt x="7" y="0"/>
                  </a:lnTo>
                  <a:lnTo>
                    <a:pt x="3" y="3"/>
                  </a:lnTo>
                  <a:lnTo>
                    <a:pt x="1" y="5"/>
                  </a:lnTo>
                  <a:lnTo>
                    <a:pt x="0" y="9"/>
                  </a:lnTo>
                  <a:lnTo>
                    <a:pt x="0" y="14"/>
                  </a:lnTo>
                  <a:lnTo>
                    <a:pt x="3" y="17"/>
                  </a:lnTo>
                  <a:lnTo>
                    <a:pt x="5" y="19"/>
                  </a:lnTo>
                  <a:lnTo>
                    <a:pt x="8" y="21"/>
                  </a:lnTo>
                  <a:lnTo>
                    <a:pt x="102"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90" name="Freeform 9">
              <a:extLst>
                <a:ext uri="{FF2B5EF4-FFF2-40B4-BE49-F238E27FC236}">
                  <a16:creationId xmlns:a16="http://schemas.microsoft.com/office/drawing/2014/main" id="{EF922AFE-EE3B-2185-99F7-7078CF116DE3}"/>
                </a:ext>
              </a:extLst>
            </p:cNvPr>
            <p:cNvSpPr>
              <a:spLocks noChangeAspect="1"/>
            </p:cNvSpPr>
            <p:nvPr/>
          </p:nvSpPr>
          <p:spPr bwMode="auto">
            <a:xfrm>
              <a:off x="3462" y="2314"/>
              <a:ext cx="105" cy="105"/>
            </a:xfrm>
            <a:custGeom>
              <a:avLst/>
              <a:gdLst>
                <a:gd name="T0" fmla="*/ 103 w 105"/>
                <a:gd name="T1" fmla="*/ 9 h 105"/>
                <a:gd name="T2" fmla="*/ 105 w 105"/>
                <a:gd name="T3" fmla="*/ 9 h 105"/>
                <a:gd name="T4" fmla="*/ 105 w 105"/>
                <a:gd name="T5" fmla="*/ 3 h 105"/>
                <a:gd name="T6" fmla="*/ 103 w 105"/>
                <a:gd name="T7" fmla="*/ 2 h 105"/>
                <a:gd name="T8" fmla="*/ 103 w 105"/>
                <a:gd name="T9" fmla="*/ 0 h 105"/>
                <a:gd name="T10" fmla="*/ 98 w 105"/>
                <a:gd name="T11" fmla="*/ 0 h 105"/>
                <a:gd name="T12" fmla="*/ 97 w 105"/>
                <a:gd name="T13" fmla="*/ 2 h 105"/>
                <a:gd name="T14" fmla="*/ 2 w 105"/>
                <a:gd name="T15" fmla="*/ 97 h 105"/>
                <a:gd name="T16" fmla="*/ 0 w 105"/>
                <a:gd name="T17" fmla="*/ 99 h 105"/>
                <a:gd name="T18" fmla="*/ 0 w 105"/>
                <a:gd name="T19" fmla="*/ 104 h 105"/>
                <a:gd name="T20" fmla="*/ 2 w 105"/>
                <a:gd name="T21" fmla="*/ 104 h 105"/>
                <a:gd name="T22" fmla="*/ 3 w 105"/>
                <a:gd name="T23" fmla="*/ 105 h 105"/>
                <a:gd name="T24" fmla="*/ 8 w 105"/>
                <a:gd name="T25" fmla="*/ 105 h 105"/>
                <a:gd name="T26" fmla="*/ 8 w 105"/>
                <a:gd name="T27" fmla="*/ 104 h 105"/>
                <a:gd name="T28" fmla="*/ 103 w 105"/>
                <a:gd name="T29" fmla="*/ 9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3" y="9"/>
                  </a:moveTo>
                  <a:lnTo>
                    <a:pt x="105" y="9"/>
                  </a:lnTo>
                  <a:lnTo>
                    <a:pt x="105" y="3"/>
                  </a:lnTo>
                  <a:lnTo>
                    <a:pt x="103" y="2"/>
                  </a:lnTo>
                  <a:lnTo>
                    <a:pt x="103" y="0"/>
                  </a:lnTo>
                  <a:lnTo>
                    <a:pt x="98" y="0"/>
                  </a:lnTo>
                  <a:lnTo>
                    <a:pt x="97" y="2"/>
                  </a:lnTo>
                  <a:lnTo>
                    <a:pt x="2" y="97"/>
                  </a:lnTo>
                  <a:lnTo>
                    <a:pt x="0" y="99"/>
                  </a:lnTo>
                  <a:lnTo>
                    <a:pt x="0" y="104"/>
                  </a:lnTo>
                  <a:lnTo>
                    <a:pt x="2" y="104"/>
                  </a:lnTo>
                  <a:lnTo>
                    <a:pt x="3" y="105"/>
                  </a:lnTo>
                  <a:lnTo>
                    <a:pt x="8" y="105"/>
                  </a:lnTo>
                  <a:lnTo>
                    <a:pt x="8" y="104"/>
                  </a:lnTo>
                  <a:lnTo>
                    <a:pt x="10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91" name="Rectangle 10">
              <a:extLst>
                <a:ext uri="{FF2B5EF4-FFF2-40B4-BE49-F238E27FC236}">
                  <a16:creationId xmlns:a16="http://schemas.microsoft.com/office/drawing/2014/main" id="{E920A357-AD34-74A8-3BCD-01A1BE567B20}"/>
                </a:ext>
              </a:extLst>
            </p:cNvPr>
            <p:cNvSpPr>
              <a:spLocks noChangeAspect="1" noChangeArrowheads="1"/>
            </p:cNvSpPr>
            <p:nvPr/>
          </p:nvSpPr>
          <p:spPr bwMode="auto">
            <a:xfrm>
              <a:off x="3446" y="2259"/>
              <a:ext cx="5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20492" name="Freeform 11">
              <a:extLst>
                <a:ext uri="{FF2B5EF4-FFF2-40B4-BE49-F238E27FC236}">
                  <a16:creationId xmlns:a16="http://schemas.microsoft.com/office/drawing/2014/main" id="{1D22F0F3-2823-B982-E61E-F09E9D3BAB2F}"/>
                </a:ext>
              </a:extLst>
            </p:cNvPr>
            <p:cNvSpPr>
              <a:spLocks noChangeAspect="1"/>
            </p:cNvSpPr>
            <p:nvPr/>
          </p:nvSpPr>
          <p:spPr bwMode="auto">
            <a:xfrm>
              <a:off x="3327" y="2188"/>
              <a:ext cx="425" cy="21"/>
            </a:xfrm>
            <a:custGeom>
              <a:avLst/>
              <a:gdLst>
                <a:gd name="T0" fmla="*/ 10 w 425"/>
                <a:gd name="T1" fmla="*/ 0 h 21"/>
                <a:gd name="T2" fmla="*/ 7 w 425"/>
                <a:gd name="T3" fmla="*/ 0 h 21"/>
                <a:gd name="T4" fmla="*/ 3 w 425"/>
                <a:gd name="T5" fmla="*/ 3 h 21"/>
                <a:gd name="T6" fmla="*/ 0 w 425"/>
                <a:gd name="T7" fmla="*/ 7 h 21"/>
                <a:gd name="T8" fmla="*/ 0 w 425"/>
                <a:gd name="T9" fmla="*/ 14 h 21"/>
                <a:gd name="T10" fmla="*/ 3 w 425"/>
                <a:gd name="T11" fmla="*/ 17 h 21"/>
                <a:gd name="T12" fmla="*/ 7 w 425"/>
                <a:gd name="T13" fmla="*/ 21 h 21"/>
                <a:gd name="T14" fmla="*/ 418 w 425"/>
                <a:gd name="T15" fmla="*/ 21 h 21"/>
                <a:gd name="T16" fmla="*/ 422 w 425"/>
                <a:gd name="T17" fmla="*/ 17 h 21"/>
                <a:gd name="T18" fmla="*/ 425 w 425"/>
                <a:gd name="T19" fmla="*/ 14 h 21"/>
                <a:gd name="T20" fmla="*/ 425 w 425"/>
                <a:gd name="T21" fmla="*/ 7 h 21"/>
                <a:gd name="T22" fmla="*/ 422 w 425"/>
                <a:gd name="T23" fmla="*/ 3 h 21"/>
                <a:gd name="T24" fmla="*/ 418 w 425"/>
                <a:gd name="T25" fmla="*/ 0 h 21"/>
                <a:gd name="T26" fmla="*/ 415 w 425"/>
                <a:gd name="T27" fmla="*/ 0 h 21"/>
                <a:gd name="T28" fmla="*/ 10 w 425"/>
                <a:gd name="T29" fmla="*/ 0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5"/>
                <a:gd name="T46" fmla="*/ 0 h 21"/>
                <a:gd name="T47" fmla="*/ 425 w 425"/>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5" h="21">
                  <a:moveTo>
                    <a:pt x="10" y="0"/>
                  </a:moveTo>
                  <a:lnTo>
                    <a:pt x="7" y="0"/>
                  </a:lnTo>
                  <a:lnTo>
                    <a:pt x="3" y="3"/>
                  </a:lnTo>
                  <a:lnTo>
                    <a:pt x="0" y="7"/>
                  </a:lnTo>
                  <a:lnTo>
                    <a:pt x="0" y="14"/>
                  </a:lnTo>
                  <a:lnTo>
                    <a:pt x="3" y="17"/>
                  </a:lnTo>
                  <a:lnTo>
                    <a:pt x="7" y="21"/>
                  </a:lnTo>
                  <a:lnTo>
                    <a:pt x="418" y="21"/>
                  </a:lnTo>
                  <a:lnTo>
                    <a:pt x="422" y="17"/>
                  </a:lnTo>
                  <a:lnTo>
                    <a:pt x="425" y="14"/>
                  </a:lnTo>
                  <a:lnTo>
                    <a:pt x="425" y="7"/>
                  </a:lnTo>
                  <a:lnTo>
                    <a:pt x="422" y="3"/>
                  </a:lnTo>
                  <a:lnTo>
                    <a:pt x="418" y="0"/>
                  </a:lnTo>
                  <a:lnTo>
                    <a:pt x="415"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93" name="Freeform 12">
              <a:extLst>
                <a:ext uri="{FF2B5EF4-FFF2-40B4-BE49-F238E27FC236}">
                  <a16:creationId xmlns:a16="http://schemas.microsoft.com/office/drawing/2014/main" id="{E6FDA4FD-82CB-55A2-2C2E-214158539E23}"/>
                </a:ext>
              </a:extLst>
            </p:cNvPr>
            <p:cNvSpPr>
              <a:spLocks noChangeAspect="1"/>
            </p:cNvSpPr>
            <p:nvPr/>
          </p:nvSpPr>
          <p:spPr bwMode="auto">
            <a:xfrm>
              <a:off x="3636" y="2188"/>
              <a:ext cx="116" cy="45"/>
            </a:xfrm>
            <a:custGeom>
              <a:avLst/>
              <a:gdLst>
                <a:gd name="T0" fmla="*/ 108 w 116"/>
                <a:gd name="T1" fmla="*/ 21 h 45"/>
                <a:gd name="T2" fmla="*/ 111 w 116"/>
                <a:gd name="T3" fmla="*/ 19 h 45"/>
                <a:gd name="T4" fmla="*/ 114 w 116"/>
                <a:gd name="T5" fmla="*/ 15 h 45"/>
                <a:gd name="T6" fmla="*/ 116 w 116"/>
                <a:gd name="T7" fmla="*/ 14 h 45"/>
                <a:gd name="T8" fmla="*/ 116 w 116"/>
                <a:gd name="T9" fmla="*/ 8 h 45"/>
                <a:gd name="T10" fmla="*/ 114 w 116"/>
                <a:gd name="T11" fmla="*/ 5 h 45"/>
                <a:gd name="T12" fmla="*/ 111 w 116"/>
                <a:gd name="T13" fmla="*/ 2 h 45"/>
                <a:gd name="T14" fmla="*/ 109 w 116"/>
                <a:gd name="T15" fmla="*/ 0 h 45"/>
                <a:gd name="T16" fmla="*/ 104 w 116"/>
                <a:gd name="T17" fmla="*/ 0 h 45"/>
                <a:gd name="T18" fmla="*/ 9 w 116"/>
                <a:gd name="T19" fmla="*/ 24 h 45"/>
                <a:gd name="T20" fmla="*/ 6 w 116"/>
                <a:gd name="T21" fmla="*/ 26 h 45"/>
                <a:gd name="T22" fmla="*/ 2 w 116"/>
                <a:gd name="T23" fmla="*/ 29 h 45"/>
                <a:gd name="T24" fmla="*/ 0 w 116"/>
                <a:gd name="T25" fmla="*/ 31 h 45"/>
                <a:gd name="T26" fmla="*/ 0 w 116"/>
                <a:gd name="T27" fmla="*/ 36 h 45"/>
                <a:gd name="T28" fmla="*/ 2 w 116"/>
                <a:gd name="T29" fmla="*/ 40 h 45"/>
                <a:gd name="T30" fmla="*/ 6 w 116"/>
                <a:gd name="T31" fmla="*/ 43 h 45"/>
                <a:gd name="T32" fmla="*/ 7 w 116"/>
                <a:gd name="T33" fmla="*/ 45 h 45"/>
                <a:gd name="T34" fmla="*/ 12 w 116"/>
                <a:gd name="T35" fmla="*/ 45 h 45"/>
                <a:gd name="T36" fmla="*/ 108 w 116"/>
                <a:gd name="T37" fmla="*/ 21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6"/>
                <a:gd name="T58" fmla="*/ 0 h 45"/>
                <a:gd name="T59" fmla="*/ 116 w 116"/>
                <a:gd name="T60" fmla="*/ 45 h 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6" h="45">
                  <a:moveTo>
                    <a:pt x="108" y="21"/>
                  </a:moveTo>
                  <a:lnTo>
                    <a:pt x="111" y="19"/>
                  </a:lnTo>
                  <a:lnTo>
                    <a:pt x="114" y="15"/>
                  </a:lnTo>
                  <a:lnTo>
                    <a:pt x="116" y="14"/>
                  </a:lnTo>
                  <a:lnTo>
                    <a:pt x="116" y="8"/>
                  </a:lnTo>
                  <a:lnTo>
                    <a:pt x="114" y="5"/>
                  </a:lnTo>
                  <a:lnTo>
                    <a:pt x="111" y="2"/>
                  </a:lnTo>
                  <a:lnTo>
                    <a:pt x="109" y="0"/>
                  </a:lnTo>
                  <a:lnTo>
                    <a:pt x="104" y="0"/>
                  </a:lnTo>
                  <a:lnTo>
                    <a:pt x="9" y="24"/>
                  </a:lnTo>
                  <a:lnTo>
                    <a:pt x="6" y="26"/>
                  </a:lnTo>
                  <a:lnTo>
                    <a:pt x="2" y="29"/>
                  </a:lnTo>
                  <a:lnTo>
                    <a:pt x="0" y="31"/>
                  </a:lnTo>
                  <a:lnTo>
                    <a:pt x="0" y="36"/>
                  </a:lnTo>
                  <a:lnTo>
                    <a:pt x="2" y="40"/>
                  </a:lnTo>
                  <a:lnTo>
                    <a:pt x="6" y="43"/>
                  </a:lnTo>
                  <a:lnTo>
                    <a:pt x="7" y="45"/>
                  </a:lnTo>
                  <a:lnTo>
                    <a:pt x="12" y="45"/>
                  </a:lnTo>
                  <a:lnTo>
                    <a:pt x="108"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94" name="Freeform 13">
              <a:extLst>
                <a:ext uri="{FF2B5EF4-FFF2-40B4-BE49-F238E27FC236}">
                  <a16:creationId xmlns:a16="http://schemas.microsoft.com/office/drawing/2014/main" id="{2CAC3DEB-8843-03A1-925A-5170E30ABAB4}"/>
                </a:ext>
              </a:extLst>
            </p:cNvPr>
            <p:cNvSpPr>
              <a:spLocks noChangeAspect="1"/>
            </p:cNvSpPr>
            <p:nvPr/>
          </p:nvSpPr>
          <p:spPr bwMode="auto">
            <a:xfrm>
              <a:off x="3636" y="2164"/>
              <a:ext cx="116" cy="45"/>
            </a:xfrm>
            <a:custGeom>
              <a:avLst/>
              <a:gdLst>
                <a:gd name="T0" fmla="*/ 104 w 116"/>
                <a:gd name="T1" fmla="*/ 45 h 45"/>
                <a:gd name="T2" fmla="*/ 109 w 116"/>
                <a:gd name="T3" fmla="*/ 45 h 45"/>
                <a:gd name="T4" fmla="*/ 113 w 116"/>
                <a:gd name="T5" fmla="*/ 41 h 45"/>
                <a:gd name="T6" fmla="*/ 114 w 116"/>
                <a:gd name="T7" fmla="*/ 39 h 45"/>
                <a:gd name="T8" fmla="*/ 116 w 116"/>
                <a:gd name="T9" fmla="*/ 36 h 45"/>
                <a:gd name="T10" fmla="*/ 116 w 116"/>
                <a:gd name="T11" fmla="*/ 31 h 45"/>
                <a:gd name="T12" fmla="*/ 113 w 116"/>
                <a:gd name="T13" fmla="*/ 27 h 45"/>
                <a:gd name="T14" fmla="*/ 111 w 116"/>
                <a:gd name="T15" fmla="*/ 26 h 45"/>
                <a:gd name="T16" fmla="*/ 108 w 116"/>
                <a:gd name="T17" fmla="*/ 24 h 45"/>
                <a:gd name="T18" fmla="*/ 12 w 116"/>
                <a:gd name="T19" fmla="*/ 0 h 45"/>
                <a:gd name="T20" fmla="*/ 7 w 116"/>
                <a:gd name="T21" fmla="*/ 0 h 45"/>
                <a:gd name="T22" fmla="*/ 4 w 116"/>
                <a:gd name="T23" fmla="*/ 3 h 45"/>
                <a:gd name="T24" fmla="*/ 2 w 116"/>
                <a:gd name="T25" fmla="*/ 5 h 45"/>
                <a:gd name="T26" fmla="*/ 0 w 116"/>
                <a:gd name="T27" fmla="*/ 8 h 45"/>
                <a:gd name="T28" fmla="*/ 0 w 116"/>
                <a:gd name="T29" fmla="*/ 13 h 45"/>
                <a:gd name="T30" fmla="*/ 4 w 116"/>
                <a:gd name="T31" fmla="*/ 17 h 45"/>
                <a:gd name="T32" fmla="*/ 6 w 116"/>
                <a:gd name="T33" fmla="*/ 19 h 45"/>
                <a:gd name="T34" fmla="*/ 9 w 116"/>
                <a:gd name="T35" fmla="*/ 20 h 45"/>
                <a:gd name="T36" fmla="*/ 104 w 116"/>
                <a:gd name="T37" fmla="*/ 45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6"/>
                <a:gd name="T58" fmla="*/ 0 h 45"/>
                <a:gd name="T59" fmla="*/ 116 w 116"/>
                <a:gd name="T60" fmla="*/ 45 h 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6" h="45">
                  <a:moveTo>
                    <a:pt x="104" y="45"/>
                  </a:moveTo>
                  <a:lnTo>
                    <a:pt x="109" y="45"/>
                  </a:lnTo>
                  <a:lnTo>
                    <a:pt x="113" y="41"/>
                  </a:lnTo>
                  <a:lnTo>
                    <a:pt x="114" y="39"/>
                  </a:lnTo>
                  <a:lnTo>
                    <a:pt x="116" y="36"/>
                  </a:lnTo>
                  <a:lnTo>
                    <a:pt x="116" y="31"/>
                  </a:lnTo>
                  <a:lnTo>
                    <a:pt x="113" y="27"/>
                  </a:lnTo>
                  <a:lnTo>
                    <a:pt x="111" y="26"/>
                  </a:lnTo>
                  <a:lnTo>
                    <a:pt x="108" y="24"/>
                  </a:lnTo>
                  <a:lnTo>
                    <a:pt x="12" y="0"/>
                  </a:lnTo>
                  <a:lnTo>
                    <a:pt x="7" y="0"/>
                  </a:lnTo>
                  <a:lnTo>
                    <a:pt x="4" y="3"/>
                  </a:lnTo>
                  <a:lnTo>
                    <a:pt x="2" y="5"/>
                  </a:lnTo>
                  <a:lnTo>
                    <a:pt x="0" y="8"/>
                  </a:lnTo>
                  <a:lnTo>
                    <a:pt x="0" y="13"/>
                  </a:lnTo>
                  <a:lnTo>
                    <a:pt x="4" y="17"/>
                  </a:lnTo>
                  <a:lnTo>
                    <a:pt x="6" y="19"/>
                  </a:lnTo>
                  <a:lnTo>
                    <a:pt x="9" y="20"/>
                  </a:lnTo>
                  <a:lnTo>
                    <a:pt x="104"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95" name="Freeform 14">
              <a:extLst>
                <a:ext uri="{FF2B5EF4-FFF2-40B4-BE49-F238E27FC236}">
                  <a16:creationId xmlns:a16="http://schemas.microsoft.com/office/drawing/2014/main" id="{C0F3C212-3755-2F63-44D4-B0E3E068BD9B}"/>
                </a:ext>
              </a:extLst>
            </p:cNvPr>
            <p:cNvSpPr>
              <a:spLocks noChangeAspect="1"/>
            </p:cNvSpPr>
            <p:nvPr/>
          </p:nvSpPr>
          <p:spPr bwMode="auto">
            <a:xfrm>
              <a:off x="3451" y="2145"/>
              <a:ext cx="106" cy="105"/>
            </a:xfrm>
            <a:custGeom>
              <a:avLst/>
              <a:gdLst>
                <a:gd name="T0" fmla="*/ 104 w 106"/>
                <a:gd name="T1" fmla="*/ 8 h 105"/>
                <a:gd name="T2" fmla="*/ 106 w 106"/>
                <a:gd name="T3" fmla="*/ 8 h 105"/>
                <a:gd name="T4" fmla="*/ 106 w 106"/>
                <a:gd name="T5" fmla="*/ 3 h 105"/>
                <a:gd name="T6" fmla="*/ 104 w 106"/>
                <a:gd name="T7" fmla="*/ 1 h 105"/>
                <a:gd name="T8" fmla="*/ 104 w 106"/>
                <a:gd name="T9" fmla="*/ 0 h 105"/>
                <a:gd name="T10" fmla="*/ 99 w 106"/>
                <a:gd name="T11" fmla="*/ 0 h 105"/>
                <a:gd name="T12" fmla="*/ 97 w 106"/>
                <a:gd name="T13" fmla="*/ 1 h 105"/>
                <a:gd name="T14" fmla="*/ 2 w 106"/>
                <a:gd name="T15" fmla="*/ 96 h 105"/>
                <a:gd name="T16" fmla="*/ 0 w 106"/>
                <a:gd name="T17" fmla="*/ 98 h 105"/>
                <a:gd name="T18" fmla="*/ 0 w 106"/>
                <a:gd name="T19" fmla="*/ 103 h 105"/>
                <a:gd name="T20" fmla="*/ 2 w 106"/>
                <a:gd name="T21" fmla="*/ 103 h 105"/>
                <a:gd name="T22" fmla="*/ 4 w 106"/>
                <a:gd name="T23" fmla="*/ 105 h 105"/>
                <a:gd name="T24" fmla="*/ 9 w 106"/>
                <a:gd name="T25" fmla="*/ 105 h 105"/>
                <a:gd name="T26" fmla="*/ 9 w 106"/>
                <a:gd name="T27" fmla="*/ 103 h 105"/>
                <a:gd name="T28" fmla="*/ 104 w 106"/>
                <a:gd name="T29" fmla="*/ 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5"/>
                <a:gd name="T47" fmla="*/ 106 w 106"/>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5">
                  <a:moveTo>
                    <a:pt x="104" y="8"/>
                  </a:moveTo>
                  <a:lnTo>
                    <a:pt x="106" y="8"/>
                  </a:lnTo>
                  <a:lnTo>
                    <a:pt x="106" y="3"/>
                  </a:lnTo>
                  <a:lnTo>
                    <a:pt x="104" y="1"/>
                  </a:lnTo>
                  <a:lnTo>
                    <a:pt x="104" y="0"/>
                  </a:lnTo>
                  <a:lnTo>
                    <a:pt x="99" y="0"/>
                  </a:lnTo>
                  <a:lnTo>
                    <a:pt x="97" y="1"/>
                  </a:lnTo>
                  <a:lnTo>
                    <a:pt x="2" y="96"/>
                  </a:lnTo>
                  <a:lnTo>
                    <a:pt x="0" y="98"/>
                  </a:lnTo>
                  <a:lnTo>
                    <a:pt x="0" y="103"/>
                  </a:lnTo>
                  <a:lnTo>
                    <a:pt x="2" y="103"/>
                  </a:lnTo>
                  <a:lnTo>
                    <a:pt x="4" y="105"/>
                  </a:lnTo>
                  <a:lnTo>
                    <a:pt x="9" y="105"/>
                  </a:lnTo>
                  <a:lnTo>
                    <a:pt x="9" y="103"/>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96" name="Rectangle 15">
              <a:extLst>
                <a:ext uri="{FF2B5EF4-FFF2-40B4-BE49-F238E27FC236}">
                  <a16:creationId xmlns:a16="http://schemas.microsoft.com/office/drawing/2014/main" id="{A20218F2-33CD-95C6-23D8-8BADFBA5F964}"/>
                </a:ext>
              </a:extLst>
            </p:cNvPr>
            <p:cNvSpPr>
              <a:spLocks noChangeAspect="1" noChangeArrowheads="1"/>
            </p:cNvSpPr>
            <p:nvPr/>
          </p:nvSpPr>
          <p:spPr bwMode="auto">
            <a:xfrm>
              <a:off x="3436" y="2091"/>
              <a:ext cx="5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20497" name="Freeform 16">
              <a:extLst>
                <a:ext uri="{FF2B5EF4-FFF2-40B4-BE49-F238E27FC236}">
                  <a16:creationId xmlns:a16="http://schemas.microsoft.com/office/drawing/2014/main" id="{E34BF9F1-53C2-2049-D118-1FFF1D67F08B}"/>
                </a:ext>
              </a:extLst>
            </p:cNvPr>
            <p:cNvSpPr>
              <a:spLocks noChangeAspect="1"/>
            </p:cNvSpPr>
            <p:nvPr/>
          </p:nvSpPr>
          <p:spPr bwMode="auto">
            <a:xfrm>
              <a:off x="3733" y="2012"/>
              <a:ext cx="427" cy="705"/>
            </a:xfrm>
            <a:custGeom>
              <a:avLst/>
              <a:gdLst>
                <a:gd name="T0" fmla="*/ 11 w 427"/>
                <a:gd name="T1" fmla="*/ 0 h 705"/>
                <a:gd name="T2" fmla="*/ 7 w 427"/>
                <a:gd name="T3" fmla="*/ 0 h 705"/>
                <a:gd name="T4" fmla="*/ 4 w 427"/>
                <a:gd name="T5" fmla="*/ 3 h 705"/>
                <a:gd name="T6" fmla="*/ 0 w 427"/>
                <a:gd name="T7" fmla="*/ 6 h 705"/>
                <a:gd name="T8" fmla="*/ 0 w 427"/>
                <a:gd name="T9" fmla="*/ 698 h 705"/>
                <a:gd name="T10" fmla="*/ 4 w 427"/>
                <a:gd name="T11" fmla="*/ 701 h 705"/>
                <a:gd name="T12" fmla="*/ 7 w 427"/>
                <a:gd name="T13" fmla="*/ 705 h 705"/>
                <a:gd name="T14" fmla="*/ 420 w 427"/>
                <a:gd name="T15" fmla="*/ 705 h 705"/>
                <a:gd name="T16" fmla="*/ 424 w 427"/>
                <a:gd name="T17" fmla="*/ 701 h 705"/>
                <a:gd name="T18" fmla="*/ 427 w 427"/>
                <a:gd name="T19" fmla="*/ 698 h 705"/>
                <a:gd name="T20" fmla="*/ 427 w 427"/>
                <a:gd name="T21" fmla="*/ 6 h 705"/>
                <a:gd name="T22" fmla="*/ 424 w 427"/>
                <a:gd name="T23" fmla="*/ 3 h 705"/>
                <a:gd name="T24" fmla="*/ 420 w 427"/>
                <a:gd name="T25" fmla="*/ 0 h 705"/>
                <a:gd name="T26" fmla="*/ 417 w 427"/>
                <a:gd name="T27" fmla="*/ 0 h 705"/>
                <a:gd name="T28" fmla="*/ 11 w 427"/>
                <a:gd name="T29" fmla="*/ 0 h 705"/>
                <a:gd name="T30" fmla="*/ 11 w 427"/>
                <a:gd name="T31" fmla="*/ 20 h 705"/>
                <a:gd name="T32" fmla="*/ 417 w 427"/>
                <a:gd name="T33" fmla="*/ 20 h 705"/>
                <a:gd name="T34" fmla="*/ 406 w 427"/>
                <a:gd name="T35" fmla="*/ 10 h 705"/>
                <a:gd name="T36" fmla="*/ 406 w 427"/>
                <a:gd name="T37" fmla="*/ 694 h 705"/>
                <a:gd name="T38" fmla="*/ 417 w 427"/>
                <a:gd name="T39" fmla="*/ 684 h 705"/>
                <a:gd name="T40" fmla="*/ 11 w 427"/>
                <a:gd name="T41" fmla="*/ 684 h 705"/>
                <a:gd name="T42" fmla="*/ 21 w 427"/>
                <a:gd name="T43" fmla="*/ 694 h 705"/>
                <a:gd name="T44" fmla="*/ 21 w 427"/>
                <a:gd name="T45" fmla="*/ 10 h 705"/>
                <a:gd name="T46" fmla="*/ 11 w 427"/>
                <a:gd name="T47" fmla="*/ 20 h 705"/>
                <a:gd name="T48" fmla="*/ 11 w 427"/>
                <a:gd name="T49" fmla="*/ 0 h 70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27"/>
                <a:gd name="T76" fmla="*/ 0 h 705"/>
                <a:gd name="T77" fmla="*/ 427 w 427"/>
                <a:gd name="T78" fmla="*/ 705 h 70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27" h="705">
                  <a:moveTo>
                    <a:pt x="11" y="0"/>
                  </a:moveTo>
                  <a:lnTo>
                    <a:pt x="7" y="0"/>
                  </a:lnTo>
                  <a:lnTo>
                    <a:pt x="4" y="3"/>
                  </a:lnTo>
                  <a:lnTo>
                    <a:pt x="0" y="6"/>
                  </a:lnTo>
                  <a:lnTo>
                    <a:pt x="0" y="698"/>
                  </a:lnTo>
                  <a:lnTo>
                    <a:pt x="4" y="701"/>
                  </a:lnTo>
                  <a:lnTo>
                    <a:pt x="7" y="705"/>
                  </a:lnTo>
                  <a:lnTo>
                    <a:pt x="420" y="705"/>
                  </a:lnTo>
                  <a:lnTo>
                    <a:pt x="424" y="701"/>
                  </a:lnTo>
                  <a:lnTo>
                    <a:pt x="427" y="698"/>
                  </a:lnTo>
                  <a:lnTo>
                    <a:pt x="427" y="6"/>
                  </a:lnTo>
                  <a:lnTo>
                    <a:pt x="424" y="3"/>
                  </a:lnTo>
                  <a:lnTo>
                    <a:pt x="420" y="0"/>
                  </a:lnTo>
                  <a:lnTo>
                    <a:pt x="417" y="0"/>
                  </a:lnTo>
                  <a:lnTo>
                    <a:pt x="11" y="0"/>
                  </a:lnTo>
                  <a:lnTo>
                    <a:pt x="11" y="20"/>
                  </a:lnTo>
                  <a:lnTo>
                    <a:pt x="417" y="20"/>
                  </a:lnTo>
                  <a:lnTo>
                    <a:pt x="406" y="10"/>
                  </a:lnTo>
                  <a:lnTo>
                    <a:pt x="406" y="694"/>
                  </a:lnTo>
                  <a:lnTo>
                    <a:pt x="417" y="684"/>
                  </a:lnTo>
                  <a:lnTo>
                    <a:pt x="11" y="684"/>
                  </a:lnTo>
                  <a:lnTo>
                    <a:pt x="21" y="694"/>
                  </a:lnTo>
                  <a:lnTo>
                    <a:pt x="21" y="10"/>
                  </a:lnTo>
                  <a:lnTo>
                    <a:pt x="11" y="20"/>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498" name="Rectangle 17">
              <a:extLst>
                <a:ext uri="{FF2B5EF4-FFF2-40B4-BE49-F238E27FC236}">
                  <a16:creationId xmlns:a16="http://schemas.microsoft.com/office/drawing/2014/main" id="{D05401AD-92A3-5061-3DFE-C9BE289B8C2C}"/>
                </a:ext>
              </a:extLst>
            </p:cNvPr>
            <p:cNvSpPr>
              <a:spLocks noChangeAspect="1" noChangeArrowheads="1"/>
            </p:cNvSpPr>
            <p:nvPr/>
          </p:nvSpPr>
          <p:spPr bwMode="auto">
            <a:xfrm>
              <a:off x="3932" y="2407"/>
              <a:ext cx="23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MUX</a:t>
              </a:r>
              <a:endParaRPr lang="en-US" altLang="es-ES" sz="2800" b="0" i="0" baseline="0"/>
            </a:p>
          </p:txBody>
        </p:sp>
        <p:sp>
          <p:nvSpPr>
            <p:cNvPr id="20499" name="Rectangle 18">
              <a:extLst>
                <a:ext uri="{FF2B5EF4-FFF2-40B4-BE49-F238E27FC236}">
                  <a16:creationId xmlns:a16="http://schemas.microsoft.com/office/drawing/2014/main" id="{22FFCABD-A335-3512-3AA5-5694E4D4C92A}"/>
                </a:ext>
              </a:extLst>
            </p:cNvPr>
            <p:cNvSpPr>
              <a:spLocks noChangeAspect="1" noChangeArrowheads="1"/>
            </p:cNvSpPr>
            <p:nvPr/>
          </p:nvSpPr>
          <p:spPr bwMode="auto">
            <a:xfrm>
              <a:off x="3799" y="2037"/>
              <a:ext cx="26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S1  S0</a:t>
              </a:r>
              <a:endParaRPr lang="en-US" altLang="es-ES" sz="2800" b="0" i="0" baseline="0"/>
            </a:p>
          </p:txBody>
        </p:sp>
        <p:sp>
          <p:nvSpPr>
            <p:cNvPr id="20500" name="Rectangle 19">
              <a:extLst>
                <a:ext uri="{FF2B5EF4-FFF2-40B4-BE49-F238E27FC236}">
                  <a16:creationId xmlns:a16="http://schemas.microsoft.com/office/drawing/2014/main" id="{38BEDD53-45B3-A743-8D20-90BA99E176DB}"/>
                </a:ext>
              </a:extLst>
            </p:cNvPr>
            <p:cNvSpPr>
              <a:spLocks noChangeAspect="1" noChangeArrowheads="1"/>
            </p:cNvSpPr>
            <p:nvPr/>
          </p:nvSpPr>
          <p:spPr bwMode="auto">
            <a:xfrm>
              <a:off x="3782" y="2134"/>
              <a:ext cx="5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0</a:t>
              </a:r>
              <a:endParaRPr lang="en-US" altLang="es-ES" sz="2800" b="0" i="0" baseline="0"/>
            </a:p>
          </p:txBody>
        </p:sp>
        <p:sp>
          <p:nvSpPr>
            <p:cNvPr id="20501" name="Rectangle 20">
              <a:extLst>
                <a:ext uri="{FF2B5EF4-FFF2-40B4-BE49-F238E27FC236}">
                  <a16:creationId xmlns:a16="http://schemas.microsoft.com/office/drawing/2014/main" id="{7BB6C342-65F1-77E5-E1D8-A304671E575B}"/>
                </a:ext>
              </a:extLst>
            </p:cNvPr>
            <p:cNvSpPr>
              <a:spLocks noChangeAspect="1" noChangeArrowheads="1"/>
            </p:cNvSpPr>
            <p:nvPr/>
          </p:nvSpPr>
          <p:spPr bwMode="auto">
            <a:xfrm>
              <a:off x="3778" y="2302"/>
              <a:ext cx="5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1</a:t>
              </a:r>
              <a:endParaRPr lang="en-US" altLang="es-ES" sz="2800" b="0" i="0" baseline="0"/>
            </a:p>
          </p:txBody>
        </p:sp>
        <p:sp>
          <p:nvSpPr>
            <p:cNvPr id="20502" name="Freeform 21">
              <a:extLst>
                <a:ext uri="{FF2B5EF4-FFF2-40B4-BE49-F238E27FC236}">
                  <a16:creationId xmlns:a16="http://schemas.microsoft.com/office/drawing/2014/main" id="{39725D3E-54CB-B820-D11E-61CF51C18A78}"/>
                </a:ext>
              </a:extLst>
            </p:cNvPr>
            <p:cNvSpPr>
              <a:spLocks noChangeAspect="1"/>
            </p:cNvSpPr>
            <p:nvPr/>
          </p:nvSpPr>
          <p:spPr bwMode="auto">
            <a:xfrm>
              <a:off x="3330" y="2530"/>
              <a:ext cx="424" cy="21"/>
            </a:xfrm>
            <a:custGeom>
              <a:avLst/>
              <a:gdLst>
                <a:gd name="T0" fmla="*/ 11 w 424"/>
                <a:gd name="T1" fmla="*/ 0 h 21"/>
                <a:gd name="T2" fmla="*/ 7 w 424"/>
                <a:gd name="T3" fmla="*/ 0 h 21"/>
                <a:gd name="T4" fmla="*/ 4 w 424"/>
                <a:gd name="T5" fmla="*/ 4 h 21"/>
                <a:gd name="T6" fmla="*/ 0 w 424"/>
                <a:gd name="T7" fmla="*/ 7 h 21"/>
                <a:gd name="T8" fmla="*/ 0 w 424"/>
                <a:gd name="T9" fmla="*/ 14 h 21"/>
                <a:gd name="T10" fmla="*/ 4 w 424"/>
                <a:gd name="T11" fmla="*/ 17 h 21"/>
                <a:gd name="T12" fmla="*/ 7 w 424"/>
                <a:gd name="T13" fmla="*/ 21 h 21"/>
                <a:gd name="T14" fmla="*/ 417 w 424"/>
                <a:gd name="T15" fmla="*/ 21 h 21"/>
                <a:gd name="T16" fmla="*/ 420 w 424"/>
                <a:gd name="T17" fmla="*/ 17 h 21"/>
                <a:gd name="T18" fmla="*/ 424 w 424"/>
                <a:gd name="T19" fmla="*/ 14 h 21"/>
                <a:gd name="T20" fmla="*/ 424 w 424"/>
                <a:gd name="T21" fmla="*/ 7 h 21"/>
                <a:gd name="T22" fmla="*/ 420 w 424"/>
                <a:gd name="T23" fmla="*/ 4 h 21"/>
                <a:gd name="T24" fmla="*/ 417 w 424"/>
                <a:gd name="T25" fmla="*/ 0 h 21"/>
                <a:gd name="T26" fmla="*/ 414 w 424"/>
                <a:gd name="T27" fmla="*/ 0 h 21"/>
                <a:gd name="T28" fmla="*/ 11 w 424"/>
                <a:gd name="T29" fmla="*/ 0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4"/>
                <a:gd name="T46" fmla="*/ 0 h 21"/>
                <a:gd name="T47" fmla="*/ 424 w 424"/>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4" h="21">
                  <a:moveTo>
                    <a:pt x="11" y="0"/>
                  </a:moveTo>
                  <a:lnTo>
                    <a:pt x="7" y="0"/>
                  </a:lnTo>
                  <a:lnTo>
                    <a:pt x="4" y="4"/>
                  </a:lnTo>
                  <a:lnTo>
                    <a:pt x="0" y="7"/>
                  </a:lnTo>
                  <a:lnTo>
                    <a:pt x="0" y="14"/>
                  </a:lnTo>
                  <a:lnTo>
                    <a:pt x="4" y="17"/>
                  </a:lnTo>
                  <a:lnTo>
                    <a:pt x="7" y="21"/>
                  </a:lnTo>
                  <a:lnTo>
                    <a:pt x="417" y="21"/>
                  </a:lnTo>
                  <a:lnTo>
                    <a:pt x="420" y="17"/>
                  </a:lnTo>
                  <a:lnTo>
                    <a:pt x="424" y="14"/>
                  </a:lnTo>
                  <a:lnTo>
                    <a:pt x="424" y="7"/>
                  </a:lnTo>
                  <a:lnTo>
                    <a:pt x="420" y="4"/>
                  </a:lnTo>
                  <a:lnTo>
                    <a:pt x="417" y="0"/>
                  </a:lnTo>
                  <a:lnTo>
                    <a:pt x="414" y="0"/>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03" name="Freeform 22">
              <a:extLst>
                <a:ext uri="{FF2B5EF4-FFF2-40B4-BE49-F238E27FC236}">
                  <a16:creationId xmlns:a16="http://schemas.microsoft.com/office/drawing/2014/main" id="{BAEDB23B-D7AA-724B-1109-045CB8E22D8B}"/>
                </a:ext>
              </a:extLst>
            </p:cNvPr>
            <p:cNvSpPr>
              <a:spLocks noChangeAspect="1"/>
            </p:cNvSpPr>
            <p:nvPr/>
          </p:nvSpPr>
          <p:spPr bwMode="auto">
            <a:xfrm>
              <a:off x="3638" y="2530"/>
              <a:ext cx="116" cy="45"/>
            </a:xfrm>
            <a:custGeom>
              <a:avLst/>
              <a:gdLst>
                <a:gd name="T0" fmla="*/ 107 w 116"/>
                <a:gd name="T1" fmla="*/ 21 h 45"/>
                <a:gd name="T2" fmla="*/ 111 w 116"/>
                <a:gd name="T3" fmla="*/ 19 h 45"/>
                <a:gd name="T4" fmla="*/ 114 w 116"/>
                <a:gd name="T5" fmla="*/ 16 h 45"/>
                <a:gd name="T6" fmla="*/ 116 w 116"/>
                <a:gd name="T7" fmla="*/ 14 h 45"/>
                <a:gd name="T8" fmla="*/ 116 w 116"/>
                <a:gd name="T9" fmla="*/ 9 h 45"/>
                <a:gd name="T10" fmla="*/ 114 w 116"/>
                <a:gd name="T11" fmla="*/ 5 h 45"/>
                <a:gd name="T12" fmla="*/ 111 w 116"/>
                <a:gd name="T13" fmla="*/ 2 h 45"/>
                <a:gd name="T14" fmla="*/ 109 w 116"/>
                <a:gd name="T15" fmla="*/ 0 h 45"/>
                <a:gd name="T16" fmla="*/ 104 w 116"/>
                <a:gd name="T17" fmla="*/ 0 h 45"/>
                <a:gd name="T18" fmla="*/ 9 w 116"/>
                <a:gd name="T19" fmla="*/ 24 h 45"/>
                <a:gd name="T20" fmla="*/ 5 w 116"/>
                <a:gd name="T21" fmla="*/ 26 h 45"/>
                <a:gd name="T22" fmla="*/ 2 w 116"/>
                <a:gd name="T23" fmla="*/ 29 h 45"/>
                <a:gd name="T24" fmla="*/ 0 w 116"/>
                <a:gd name="T25" fmla="*/ 31 h 45"/>
                <a:gd name="T26" fmla="*/ 0 w 116"/>
                <a:gd name="T27" fmla="*/ 36 h 45"/>
                <a:gd name="T28" fmla="*/ 2 w 116"/>
                <a:gd name="T29" fmla="*/ 40 h 45"/>
                <a:gd name="T30" fmla="*/ 5 w 116"/>
                <a:gd name="T31" fmla="*/ 43 h 45"/>
                <a:gd name="T32" fmla="*/ 7 w 116"/>
                <a:gd name="T33" fmla="*/ 45 h 45"/>
                <a:gd name="T34" fmla="*/ 12 w 116"/>
                <a:gd name="T35" fmla="*/ 45 h 45"/>
                <a:gd name="T36" fmla="*/ 107 w 116"/>
                <a:gd name="T37" fmla="*/ 21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6"/>
                <a:gd name="T58" fmla="*/ 0 h 45"/>
                <a:gd name="T59" fmla="*/ 116 w 116"/>
                <a:gd name="T60" fmla="*/ 45 h 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6" h="45">
                  <a:moveTo>
                    <a:pt x="107" y="21"/>
                  </a:moveTo>
                  <a:lnTo>
                    <a:pt x="111" y="19"/>
                  </a:lnTo>
                  <a:lnTo>
                    <a:pt x="114" y="16"/>
                  </a:lnTo>
                  <a:lnTo>
                    <a:pt x="116" y="14"/>
                  </a:lnTo>
                  <a:lnTo>
                    <a:pt x="116" y="9"/>
                  </a:lnTo>
                  <a:lnTo>
                    <a:pt x="114" y="5"/>
                  </a:lnTo>
                  <a:lnTo>
                    <a:pt x="111" y="2"/>
                  </a:lnTo>
                  <a:lnTo>
                    <a:pt x="109" y="0"/>
                  </a:lnTo>
                  <a:lnTo>
                    <a:pt x="104" y="0"/>
                  </a:lnTo>
                  <a:lnTo>
                    <a:pt x="9" y="24"/>
                  </a:lnTo>
                  <a:lnTo>
                    <a:pt x="5" y="26"/>
                  </a:lnTo>
                  <a:lnTo>
                    <a:pt x="2" y="29"/>
                  </a:lnTo>
                  <a:lnTo>
                    <a:pt x="0" y="31"/>
                  </a:lnTo>
                  <a:lnTo>
                    <a:pt x="0" y="36"/>
                  </a:lnTo>
                  <a:lnTo>
                    <a:pt x="2" y="40"/>
                  </a:lnTo>
                  <a:lnTo>
                    <a:pt x="5" y="43"/>
                  </a:lnTo>
                  <a:lnTo>
                    <a:pt x="7" y="45"/>
                  </a:lnTo>
                  <a:lnTo>
                    <a:pt x="12" y="45"/>
                  </a:lnTo>
                  <a:lnTo>
                    <a:pt x="107"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04" name="Freeform 23">
              <a:extLst>
                <a:ext uri="{FF2B5EF4-FFF2-40B4-BE49-F238E27FC236}">
                  <a16:creationId xmlns:a16="http://schemas.microsoft.com/office/drawing/2014/main" id="{11D81C74-5AE3-6EA6-AF69-C219339C2D7E}"/>
                </a:ext>
              </a:extLst>
            </p:cNvPr>
            <p:cNvSpPr>
              <a:spLocks noChangeAspect="1"/>
            </p:cNvSpPr>
            <p:nvPr/>
          </p:nvSpPr>
          <p:spPr bwMode="auto">
            <a:xfrm>
              <a:off x="3638" y="2506"/>
              <a:ext cx="116" cy="45"/>
            </a:xfrm>
            <a:custGeom>
              <a:avLst/>
              <a:gdLst>
                <a:gd name="T0" fmla="*/ 104 w 116"/>
                <a:gd name="T1" fmla="*/ 45 h 45"/>
                <a:gd name="T2" fmla="*/ 109 w 116"/>
                <a:gd name="T3" fmla="*/ 45 h 45"/>
                <a:gd name="T4" fmla="*/ 112 w 116"/>
                <a:gd name="T5" fmla="*/ 41 h 45"/>
                <a:gd name="T6" fmla="*/ 114 w 116"/>
                <a:gd name="T7" fmla="*/ 40 h 45"/>
                <a:gd name="T8" fmla="*/ 116 w 116"/>
                <a:gd name="T9" fmla="*/ 36 h 45"/>
                <a:gd name="T10" fmla="*/ 116 w 116"/>
                <a:gd name="T11" fmla="*/ 31 h 45"/>
                <a:gd name="T12" fmla="*/ 112 w 116"/>
                <a:gd name="T13" fmla="*/ 28 h 45"/>
                <a:gd name="T14" fmla="*/ 111 w 116"/>
                <a:gd name="T15" fmla="*/ 26 h 45"/>
                <a:gd name="T16" fmla="*/ 107 w 116"/>
                <a:gd name="T17" fmla="*/ 24 h 45"/>
                <a:gd name="T18" fmla="*/ 12 w 116"/>
                <a:gd name="T19" fmla="*/ 0 h 45"/>
                <a:gd name="T20" fmla="*/ 7 w 116"/>
                <a:gd name="T21" fmla="*/ 0 h 45"/>
                <a:gd name="T22" fmla="*/ 4 w 116"/>
                <a:gd name="T23" fmla="*/ 3 h 45"/>
                <a:gd name="T24" fmla="*/ 2 w 116"/>
                <a:gd name="T25" fmla="*/ 5 h 45"/>
                <a:gd name="T26" fmla="*/ 0 w 116"/>
                <a:gd name="T27" fmla="*/ 8 h 45"/>
                <a:gd name="T28" fmla="*/ 0 w 116"/>
                <a:gd name="T29" fmla="*/ 14 h 45"/>
                <a:gd name="T30" fmla="*/ 4 w 116"/>
                <a:gd name="T31" fmla="*/ 17 h 45"/>
                <a:gd name="T32" fmla="*/ 5 w 116"/>
                <a:gd name="T33" fmla="*/ 19 h 45"/>
                <a:gd name="T34" fmla="*/ 9 w 116"/>
                <a:gd name="T35" fmla="*/ 21 h 45"/>
                <a:gd name="T36" fmla="*/ 104 w 116"/>
                <a:gd name="T37" fmla="*/ 45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6"/>
                <a:gd name="T58" fmla="*/ 0 h 45"/>
                <a:gd name="T59" fmla="*/ 116 w 116"/>
                <a:gd name="T60" fmla="*/ 45 h 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6" h="45">
                  <a:moveTo>
                    <a:pt x="104" y="45"/>
                  </a:moveTo>
                  <a:lnTo>
                    <a:pt x="109" y="45"/>
                  </a:lnTo>
                  <a:lnTo>
                    <a:pt x="112" y="41"/>
                  </a:lnTo>
                  <a:lnTo>
                    <a:pt x="114" y="40"/>
                  </a:lnTo>
                  <a:lnTo>
                    <a:pt x="116" y="36"/>
                  </a:lnTo>
                  <a:lnTo>
                    <a:pt x="116" y="31"/>
                  </a:lnTo>
                  <a:lnTo>
                    <a:pt x="112" y="28"/>
                  </a:lnTo>
                  <a:lnTo>
                    <a:pt x="111" y="26"/>
                  </a:lnTo>
                  <a:lnTo>
                    <a:pt x="107" y="24"/>
                  </a:lnTo>
                  <a:lnTo>
                    <a:pt x="12" y="0"/>
                  </a:lnTo>
                  <a:lnTo>
                    <a:pt x="7" y="0"/>
                  </a:lnTo>
                  <a:lnTo>
                    <a:pt x="4" y="3"/>
                  </a:lnTo>
                  <a:lnTo>
                    <a:pt x="2" y="5"/>
                  </a:lnTo>
                  <a:lnTo>
                    <a:pt x="0" y="8"/>
                  </a:lnTo>
                  <a:lnTo>
                    <a:pt x="0" y="14"/>
                  </a:lnTo>
                  <a:lnTo>
                    <a:pt x="4" y="17"/>
                  </a:lnTo>
                  <a:lnTo>
                    <a:pt x="5" y="19"/>
                  </a:lnTo>
                  <a:lnTo>
                    <a:pt x="9" y="21"/>
                  </a:lnTo>
                  <a:lnTo>
                    <a:pt x="104"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05" name="Freeform 24">
              <a:extLst>
                <a:ext uri="{FF2B5EF4-FFF2-40B4-BE49-F238E27FC236}">
                  <a16:creationId xmlns:a16="http://schemas.microsoft.com/office/drawing/2014/main" id="{22EDE084-369C-29C9-DF90-A86A206A8B14}"/>
                </a:ext>
              </a:extLst>
            </p:cNvPr>
            <p:cNvSpPr>
              <a:spLocks noChangeAspect="1"/>
            </p:cNvSpPr>
            <p:nvPr/>
          </p:nvSpPr>
          <p:spPr bwMode="auto">
            <a:xfrm>
              <a:off x="3453" y="2487"/>
              <a:ext cx="106" cy="105"/>
            </a:xfrm>
            <a:custGeom>
              <a:avLst/>
              <a:gdLst>
                <a:gd name="T0" fmla="*/ 104 w 106"/>
                <a:gd name="T1" fmla="*/ 8 h 105"/>
                <a:gd name="T2" fmla="*/ 106 w 106"/>
                <a:gd name="T3" fmla="*/ 8 h 105"/>
                <a:gd name="T4" fmla="*/ 106 w 106"/>
                <a:gd name="T5" fmla="*/ 3 h 105"/>
                <a:gd name="T6" fmla="*/ 104 w 106"/>
                <a:gd name="T7" fmla="*/ 2 h 105"/>
                <a:gd name="T8" fmla="*/ 104 w 106"/>
                <a:gd name="T9" fmla="*/ 0 h 105"/>
                <a:gd name="T10" fmla="*/ 99 w 106"/>
                <a:gd name="T11" fmla="*/ 0 h 105"/>
                <a:gd name="T12" fmla="*/ 97 w 106"/>
                <a:gd name="T13" fmla="*/ 2 h 105"/>
                <a:gd name="T14" fmla="*/ 2 w 106"/>
                <a:gd name="T15" fmla="*/ 97 h 105"/>
                <a:gd name="T16" fmla="*/ 0 w 106"/>
                <a:gd name="T17" fmla="*/ 98 h 105"/>
                <a:gd name="T18" fmla="*/ 0 w 106"/>
                <a:gd name="T19" fmla="*/ 104 h 105"/>
                <a:gd name="T20" fmla="*/ 2 w 106"/>
                <a:gd name="T21" fmla="*/ 104 h 105"/>
                <a:gd name="T22" fmla="*/ 4 w 106"/>
                <a:gd name="T23" fmla="*/ 105 h 105"/>
                <a:gd name="T24" fmla="*/ 9 w 106"/>
                <a:gd name="T25" fmla="*/ 105 h 105"/>
                <a:gd name="T26" fmla="*/ 9 w 106"/>
                <a:gd name="T27" fmla="*/ 104 h 105"/>
                <a:gd name="T28" fmla="*/ 104 w 106"/>
                <a:gd name="T29" fmla="*/ 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5"/>
                <a:gd name="T47" fmla="*/ 106 w 106"/>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5">
                  <a:moveTo>
                    <a:pt x="104" y="8"/>
                  </a:moveTo>
                  <a:lnTo>
                    <a:pt x="106" y="8"/>
                  </a:lnTo>
                  <a:lnTo>
                    <a:pt x="106" y="3"/>
                  </a:lnTo>
                  <a:lnTo>
                    <a:pt x="104" y="2"/>
                  </a:lnTo>
                  <a:lnTo>
                    <a:pt x="104" y="0"/>
                  </a:lnTo>
                  <a:lnTo>
                    <a:pt x="99" y="0"/>
                  </a:lnTo>
                  <a:lnTo>
                    <a:pt x="97" y="2"/>
                  </a:lnTo>
                  <a:lnTo>
                    <a:pt x="2" y="97"/>
                  </a:lnTo>
                  <a:lnTo>
                    <a:pt x="0" y="98"/>
                  </a:lnTo>
                  <a:lnTo>
                    <a:pt x="0" y="104"/>
                  </a:lnTo>
                  <a:lnTo>
                    <a:pt x="2" y="104"/>
                  </a:lnTo>
                  <a:lnTo>
                    <a:pt x="4" y="105"/>
                  </a:lnTo>
                  <a:lnTo>
                    <a:pt x="9" y="105"/>
                  </a:lnTo>
                  <a:lnTo>
                    <a:pt x="9"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06" name="Rectangle 25">
              <a:extLst>
                <a:ext uri="{FF2B5EF4-FFF2-40B4-BE49-F238E27FC236}">
                  <a16:creationId xmlns:a16="http://schemas.microsoft.com/office/drawing/2014/main" id="{5E81CCFB-357A-ED0F-E60E-8D8F3865AB79}"/>
                </a:ext>
              </a:extLst>
            </p:cNvPr>
            <p:cNvSpPr>
              <a:spLocks noChangeAspect="1" noChangeArrowheads="1"/>
            </p:cNvSpPr>
            <p:nvPr/>
          </p:nvSpPr>
          <p:spPr bwMode="auto">
            <a:xfrm>
              <a:off x="3439" y="2433"/>
              <a:ext cx="5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sp>
          <p:nvSpPr>
            <p:cNvPr id="20507" name="Rectangle 26">
              <a:extLst>
                <a:ext uri="{FF2B5EF4-FFF2-40B4-BE49-F238E27FC236}">
                  <a16:creationId xmlns:a16="http://schemas.microsoft.com/office/drawing/2014/main" id="{A50B772E-032B-17DA-3DBE-349D02A66A4B}"/>
                </a:ext>
              </a:extLst>
            </p:cNvPr>
            <p:cNvSpPr>
              <a:spLocks noChangeAspect="1" noChangeArrowheads="1"/>
            </p:cNvSpPr>
            <p:nvPr/>
          </p:nvSpPr>
          <p:spPr bwMode="auto">
            <a:xfrm>
              <a:off x="3787" y="2487"/>
              <a:ext cx="5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2</a:t>
              </a:r>
              <a:endParaRPr lang="en-US" altLang="es-ES" sz="2800" b="0" i="0" baseline="0"/>
            </a:p>
          </p:txBody>
        </p:sp>
        <p:sp>
          <p:nvSpPr>
            <p:cNvPr id="20508" name="Freeform 27">
              <a:extLst>
                <a:ext uri="{FF2B5EF4-FFF2-40B4-BE49-F238E27FC236}">
                  <a16:creationId xmlns:a16="http://schemas.microsoft.com/office/drawing/2014/main" id="{E390DC16-A78C-4EBB-48F4-E32A87D19025}"/>
                </a:ext>
              </a:extLst>
            </p:cNvPr>
            <p:cNvSpPr>
              <a:spLocks noChangeAspect="1"/>
            </p:cNvSpPr>
            <p:nvPr/>
          </p:nvSpPr>
          <p:spPr bwMode="auto">
            <a:xfrm>
              <a:off x="4672" y="2627"/>
              <a:ext cx="148" cy="50"/>
            </a:xfrm>
            <a:custGeom>
              <a:avLst/>
              <a:gdLst>
                <a:gd name="T0" fmla="*/ 140 w 148"/>
                <a:gd name="T1" fmla="*/ 21 h 50"/>
                <a:gd name="T2" fmla="*/ 143 w 148"/>
                <a:gd name="T3" fmla="*/ 19 h 50"/>
                <a:gd name="T4" fmla="*/ 146 w 148"/>
                <a:gd name="T5" fmla="*/ 15 h 50"/>
                <a:gd name="T6" fmla="*/ 148 w 148"/>
                <a:gd name="T7" fmla="*/ 14 h 50"/>
                <a:gd name="T8" fmla="*/ 148 w 148"/>
                <a:gd name="T9" fmla="*/ 8 h 50"/>
                <a:gd name="T10" fmla="*/ 146 w 148"/>
                <a:gd name="T11" fmla="*/ 5 h 50"/>
                <a:gd name="T12" fmla="*/ 143 w 148"/>
                <a:gd name="T13" fmla="*/ 2 h 50"/>
                <a:gd name="T14" fmla="*/ 141 w 148"/>
                <a:gd name="T15" fmla="*/ 0 h 50"/>
                <a:gd name="T16" fmla="*/ 136 w 148"/>
                <a:gd name="T17" fmla="*/ 0 h 50"/>
                <a:gd name="T18" fmla="*/ 8 w 148"/>
                <a:gd name="T19" fmla="*/ 29 h 50"/>
                <a:gd name="T20" fmla="*/ 5 w 148"/>
                <a:gd name="T21" fmla="*/ 31 h 50"/>
                <a:gd name="T22" fmla="*/ 1 w 148"/>
                <a:gd name="T23" fmla="*/ 34 h 50"/>
                <a:gd name="T24" fmla="*/ 0 w 148"/>
                <a:gd name="T25" fmla="*/ 36 h 50"/>
                <a:gd name="T26" fmla="*/ 0 w 148"/>
                <a:gd name="T27" fmla="*/ 41 h 50"/>
                <a:gd name="T28" fmla="*/ 1 w 148"/>
                <a:gd name="T29" fmla="*/ 45 h 50"/>
                <a:gd name="T30" fmla="*/ 5 w 148"/>
                <a:gd name="T31" fmla="*/ 48 h 50"/>
                <a:gd name="T32" fmla="*/ 6 w 148"/>
                <a:gd name="T33" fmla="*/ 50 h 50"/>
                <a:gd name="T34" fmla="*/ 12 w 148"/>
                <a:gd name="T35" fmla="*/ 50 h 50"/>
                <a:gd name="T36" fmla="*/ 140 w 148"/>
                <a:gd name="T37" fmla="*/ 21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8"/>
                <a:gd name="T58" fmla="*/ 0 h 50"/>
                <a:gd name="T59" fmla="*/ 148 w 148"/>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8" h="50">
                  <a:moveTo>
                    <a:pt x="140" y="21"/>
                  </a:moveTo>
                  <a:lnTo>
                    <a:pt x="143" y="19"/>
                  </a:lnTo>
                  <a:lnTo>
                    <a:pt x="146" y="15"/>
                  </a:lnTo>
                  <a:lnTo>
                    <a:pt x="148" y="14"/>
                  </a:lnTo>
                  <a:lnTo>
                    <a:pt x="148" y="8"/>
                  </a:lnTo>
                  <a:lnTo>
                    <a:pt x="146" y="5"/>
                  </a:lnTo>
                  <a:lnTo>
                    <a:pt x="143" y="2"/>
                  </a:lnTo>
                  <a:lnTo>
                    <a:pt x="141" y="0"/>
                  </a:lnTo>
                  <a:lnTo>
                    <a:pt x="136" y="0"/>
                  </a:lnTo>
                  <a:lnTo>
                    <a:pt x="8" y="29"/>
                  </a:lnTo>
                  <a:lnTo>
                    <a:pt x="5" y="31"/>
                  </a:lnTo>
                  <a:lnTo>
                    <a:pt x="1" y="34"/>
                  </a:lnTo>
                  <a:lnTo>
                    <a:pt x="0" y="36"/>
                  </a:lnTo>
                  <a:lnTo>
                    <a:pt x="0" y="41"/>
                  </a:lnTo>
                  <a:lnTo>
                    <a:pt x="1" y="45"/>
                  </a:lnTo>
                  <a:lnTo>
                    <a:pt x="5" y="48"/>
                  </a:lnTo>
                  <a:lnTo>
                    <a:pt x="6" y="50"/>
                  </a:lnTo>
                  <a:lnTo>
                    <a:pt x="12" y="50"/>
                  </a:lnTo>
                  <a:lnTo>
                    <a:pt x="14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09" name="Freeform 28">
              <a:extLst>
                <a:ext uri="{FF2B5EF4-FFF2-40B4-BE49-F238E27FC236}">
                  <a16:creationId xmlns:a16="http://schemas.microsoft.com/office/drawing/2014/main" id="{DCC0CAFB-06D2-9314-7699-7EF42B1E8D08}"/>
                </a:ext>
              </a:extLst>
            </p:cNvPr>
            <p:cNvSpPr>
              <a:spLocks noChangeAspect="1"/>
            </p:cNvSpPr>
            <p:nvPr/>
          </p:nvSpPr>
          <p:spPr bwMode="auto">
            <a:xfrm>
              <a:off x="4653" y="2663"/>
              <a:ext cx="178" cy="50"/>
            </a:xfrm>
            <a:custGeom>
              <a:avLst/>
              <a:gdLst>
                <a:gd name="T0" fmla="*/ 12 w 178"/>
                <a:gd name="T1" fmla="*/ 0 h 50"/>
                <a:gd name="T2" fmla="*/ 6 w 178"/>
                <a:gd name="T3" fmla="*/ 0 h 50"/>
                <a:gd name="T4" fmla="*/ 5 w 178"/>
                <a:gd name="T5" fmla="*/ 2 h 50"/>
                <a:gd name="T6" fmla="*/ 1 w 178"/>
                <a:gd name="T7" fmla="*/ 4 h 50"/>
                <a:gd name="T8" fmla="*/ 1 w 178"/>
                <a:gd name="T9" fmla="*/ 5 h 50"/>
                <a:gd name="T10" fmla="*/ 0 w 178"/>
                <a:gd name="T11" fmla="*/ 9 h 50"/>
                <a:gd name="T12" fmla="*/ 0 w 178"/>
                <a:gd name="T13" fmla="*/ 14 h 50"/>
                <a:gd name="T14" fmla="*/ 1 w 178"/>
                <a:gd name="T15" fmla="*/ 16 h 50"/>
                <a:gd name="T16" fmla="*/ 3 w 178"/>
                <a:gd name="T17" fmla="*/ 19 h 50"/>
                <a:gd name="T18" fmla="*/ 5 w 178"/>
                <a:gd name="T19" fmla="*/ 19 h 50"/>
                <a:gd name="T20" fmla="*/ 8 w 178"/>
                <a:gd name="T21" fmla="*/ 21 h 50"/>
                <a:gd name="T22" fmla="*/ 165 w 178"/>
                <a:gd name="T23" fmla="*/ 50 h 50"/>
                <a:gd name="T24" fmla="*/ 171 w 178"/>
                <a:gd name="T25" fmla="*/ 50 h 50"/>
                <a:gd name="T26" fmla="*/ 172 w 178"/>
                <a:gd name="T27" fmla="*/ 49 h 50"/>
                <a:gd name="T28" fmla="*/ 176 w 178"/>
                <a:gd name="T29" fmla="*/ 47 h 50"/>
                <a:gd name="T30" fmla="*/ 176 w 178"/>
                <a:gd name="T31" fmla="*/ 45 h 50"/>
                <a:gd name="T32" fmla="*/ 178 w 178"/>
                <a:gd name="T33" fmla="*/ 42 h 50"/>
                <a:gd name="T34" fmla="*/ 178 w 178"/>
                <a:gd name="T35" fmla="*/ 36 h 50"/>
                <a:gd name="T36" fmla="*/ 176 w 178"/>
                <a:gd name="T37" fmla="*/ 35 h 50"/>
                <a:gd name="T38" fmla="*/ 174 w 178"/>
                <a:gd name="T39" fmla="*/ 31 h 50"/>
                <a:gd name="T40" fmla="*/ 172 w 178"/>
                <a:gd name="T41" fmla="*/ 31 h 50"/>
                <a:gd name="T42" fmla="*/ 169 w 178"/>
                <a:gd name="T43" fmla="*/ 30 h 50"/>
                <a:gd name="T44" fmla="*/ 12 w 178"/>
                <a:gd name="T45" fmla="*/ 0 h 5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8"/>
                <a:gd name="T70" fmla="*/ 0 h 50"/>
                <a:gd name="T71" fmla="*/ 178 w 178"/>
                <a:gd name="T72" fmla="*/ 50 h 5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8" h="50">
                  <a:moveTo>
                    <a:pt x="12" y="0"/>
                  </a:moveTo>
                  <a:lnTo>
                    <a:pt x="6" y="0"/>
                  </a:lnTo>
                  <a:lnTo>
                    <a:pt x="5" y="2"/>
                  </a:lnTo>
                  <a:lnTo>
                    <a:pt x="1" y="4"/>
                  </a:lnTo>
                  <a:lnTo>
                    <a:pt x="1" y="5"/>
                  </a:lnTo>
                  <a:lnTo>
                    <a:pt x="0" y="9"/>
                  </a:lnTo>
                  <a:lnTo>
                    <a:pt x="0" y="14"/>
                  </a:lnTo>
                  <a:lnTo>
                    <a:pt x="1" y="16"/>
                  </a:lnTo>
                  <a:lnTo>
                    <a:pt x="3" y="19"/>
                  </a:lnTo>
                  <a:lnTo>
                    <a:pt x="5" y="19"/>
                  </a:lnTo>
                  <a:lnTo>
                    <a:pt x="8" y="21"/>
                  </a:lnTo>
                  <a:lnTo>
                    <a:pt x="165" y="50"/>
                  </a:lnTo>
                  <a:lnTo>
                    <a:pt x="171" y="50"/>
                  </a:lnTo>
                  <a:lnTo>
                    <a:pt x="172" y="49"/>
                  </a:lnTo>
                  <a:lnTo>
                    <a:pt x="176" y="47"/>
                  </a:lnTo>
                  <a:lnTo>
                    <a:pt x="176" y="45"/>
                  </a:lnTo>
                  <a:lnTo>
                    <a:pt x="178" y="42"/>
                  </a:lnTo>
                  <a:lnTo>
                    <a:pt x="178" y="36"/>
                  </a:lnTo>
                  <a:lnTo>
                    <a:pt x="176" y="35"/>
                  </a:lnTo>
                  <a:lnTo>
                    <a:pt x="174" y="31"/>
                  </a:lnTo>
                  <a:lnTo>
                    <a:pt x="172" y="31"/>
                  </a:lnTo>
                  <a:lnTo>
                    <a:pt x="169" y="30"/>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10" name="Rectangle 29">
              <a:extLst>
                <a:ext uri="{FF2B5EF4-FFF2-40B4-BE49-F238E27FC236}">
                  <a16:creationId xmlns:a16="http://schemas.microsoft.com/office/drawing/2014/main" id="{6D05F458-AD8E-A7DE-753E-4212CFA40792}"/>
                </a:ext>
              </a:extLst>
            </p:cNvPr>
            <p:cNvSpPr>
              <a:spLocks noChangeAspect="1" noChangeArrowheads="1"/>
            </p:cNvSpPr>
            <p:nvPr/>
          </p:nvSpPr>
          <p:spPr bwMode="auto">
            <a:xfrm>
              <a:off x="3965" y="1719"/>
              <a:ext cx="13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S0</a:t>
              </a:r>
              <a:endParaRPr lang="en-US" altLang="es-ES" sz="2800" b="0" i="0" baseline="0"/>
            </a:p>
          </p:txBody>
        </p:sp>
        <p:sp>
          <p:nvSpPr>
            <p:cNvPr id="20511" name="Rectangle 30">
              <a:extLst>
                <a:ext uri="{FF2B5EF4-FFF2-40B4-BE49-F238E27FC236}">
                  <a16:creationId xmlns:a16="http://schemas.microsoft.com/office/drawing/2014/main" id="{A35EBBE4-3B53-F7AD-BD29-234FE9BBD60A}"/>
                </a:ext>
              </a:extLst>
            </p:cNvPr>
            <p:cNvSpPr>
              <a:spLocks noChangeAspect="1" noChangeArrowheads="1"/>
            </p:cNvSpPr>
            <p:nvPr/>
          </p:nvSpPr>
          <p:spPr bwMode="auto">
            <a:xfrm>
              <a:off x="3795" y="1719"/>
              <a:ext cx="13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S1</a:t>
              </a:r>
              <a:endParaRPr lang="en-US" altLang="es-ES" sz="2800" b="0" i="0" baseline="0"/>
            </a:p>
          </p:txBody>
        </p:sp>
        <p:sp>
          <p:nvSpPr>
            <p:cNvPr id="20512" name="Rectangle 31">
              <a:extLst>
                <a:ext uri="{FF2B5EF4-FFF2-40B4-BE49-F238E27FC236}">
                  <a16:creationId xmlns:a16="http://schemas.microsoft.com/office/drawing/2014/main" id="{6F82EDD6-3AA8-0D96-0464-AF2E8CC4D696}"/>
                </a:ext>
              </a:extLst>
            </p:cNvPr>
            <p:cNvSpPr>
              <a:spLocks noChangeAspect="1" noChangeArrowheads="1"/>
            </p:cNvSpPr>
            <p:nvPr/>
          </p:nvSpPr>
          <p:spPr bwMode="auto">
            <a:xfrm>
              <a:off x="4986" y="1899"/>
              <a:ext cx="14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L1</a:t>
              </a:r>
              <a:endParaRPr lang="en-US" altLang="es-ES" sz="2800" b="0" i="0" baseline="0"/>
            </a:p>
          </p:txBody>
        </p:sp>
        <p:sp>
          <p:nvSpPr>
            <p:cNvPr id="20513" name="Rectangle 32">
              <a:extLst>
                <a:ext uri="{FF2B5EF4-FFF2-40B4-BE49-F238E27FC236}">
                  <a16:creationId xmlns:a16="http://schemas.microsoft.com/office/drawing/2014/main" id="{DED34847-0492-A974-CEE0-1E6B10F47103}"/>
                </a:ext>
              </a:extLst>
            </p:cNvPr>
            <p:cNvSpPr>
              <a:spLocks noChangeAspect="1" noChangeArrowheads="1"/>
            </p:cNvSpPr>
            <p:nvPr/>
          </p:nvSpPr>
          <p:spPr bwMode="auto">
            <a:xfrm>
              <a:off x="4972" y="2974"/>
              <a:ext cx="14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L2</a:t>
              </a:r>
              <a:endParaRPr lang="en-US" altLang="es-ES" sz="2800" b="0" i="0" baseline="0"/>
            </a:p>
          </p:txBody>
        </p:sp>
        <p:sp>
          <p:nvSpPr>
            <p:cNvPr id="20514" name="Freeform 33">
              <a:extLst>
                <a:ext uri="{FF2B5EF4-FFF2-40B4-BE49-F238E27FC236}">
                  <a16:creationId xmlns:a16="http://schemas.microsoft.com/office/drawing/2014/main" id="{809F6CB4-7A48-E2BC-E0AB-1A1BC2DF3A93}"/>
                </a:ext>
              </a:extLst>
            </p:cNvPr>
            <p:cNvSpPr>
              <a:spLocks noChangeAspect="1"/>
            </p:cNvSpPr>
            <p:nvPr/>
          </p:nvSpPr>
          <p:spPr bwMode="auto">
            <a:xfrm>
              <a:off x="3327" y="1605"/>
              <a:ext cx="1562" cy="23"/>
            </a:xfrm>
            <a:custGeom>
              <a:avLst/>
              <a:gdLst>
                <a:gd name="T0" fmla="*/ 1552 w 1562"/>
                <a:gd name="T1" fmla="*/ 23 h 23"/>
                <a:gd name="T2" fmla="*/ 1555 w 1562"/>
                <a:gd name="T3" fmla="*/ 23 h 23"/>
                <a:gd name="T4" fmla="*/ 1559 w 1562"/>
                <a:gd name="T5" fmla="*/ 19 h 23"/>
                <a:gd name="T6" fmla="*/ 1562 w 1562"/>
                <a:gd name="T7" fmla="*/ 16 h 23"/>
                <a:gd name="T8" fmla="*/ 1562 w 1562"/>
                <a:gd name="T9" fmla="*/ 9 h 23"/>
                <a:gd name="T10" fmla="*/ 1559 w 1562"/>
                <a:gd name="T11" fmla="*/ 6 h 23"/>
                <a:gd name="T12" fmla="*/ 1555 w 1562"/>
                <a:gd name="T13" fmla="*/ 2 h 23"/>
                <a:gd name="T14" fmla="*/ 1552 w 1562"/>
                <a:gd name="T15" fmla="*/ 2 h 23"/>
                <a:gd name="T16" fmla="*/ 10 w 1562"/>
                <a:gd name="T17" fmla="*/ 0 h 23"/>
                <a:gd name="T18" fmla="*/ 7 w 1562"/>
                <a:gd name="T19" fmla="*/ 0 h 23"/>
                <a:gd name="T20" fmla="*/ 3 w 1562"/>
                <a:gd name="T21" fmla="*/ 4 h 23"/>
                <a:gd name="T22" fmla="*/ 0 w 1562"/>
                <a:gd name="T23" fmla="*/ 7 h 23"/>
                <a:gd name="T24" fmla="*/ 0 w 1562"/>
                <a:gd name="T25" fmla="*/ 14 h 23"/>
                <a:gd name="T26" fmla="*/ 3 w 1562"/>
                <a:gd name="T27" fmla="*/ 18 h 23"/>
                <a:gd name="T28" fmla="*/ 7 w 1562"/>
                <a:gd name="T29" fmla="*/ 21 h 23"/>
                <a:gd name="T30" fmla="*/ 10 w 1562"/>
                <a:gd name="T31" fmla="*/ 21 h 23"/>
                <a:gd name="T32" fmla="*/ 1552 w 1562"/>
                <a:gd name="T33" fmla="*/ 23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62"/>
                <a:gd name="T52" fmla="*/ 0 h 23"/>
                <a:gd name="T53" fmla="*/ 1562 w 1562"/>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62" h="23">
                  <a:moveTo>
                    <a:pt x="1552" y="23"/>
                  </a:moveTo>
                  <a:lnTo>
                    <a:pt x="1555" y="23"/>
                  </a:lnTo>
                  <a:lnTo>
                    <a:pt x="1559" y="19"/>
                  </a:lnTo>
                  <a:lnTo>
                    <a:pt x="1562" y="16"/>
                  </a:lnTo>
                  <a:lnTo>
                    <a:pt x="1562" y="9"/>
                  </a:lnTo>
                  <a:lnTo>
                    <a:pt x="1559" y="6"/>
                  </a:lnTo>
                  <a:lnTo>
                    <a:pt x="1555" y="2"/>
                  </a:lnTo>
                  <a:lnTo>
                    <a:pt x="1552" y="2"/>
                  </a:lnTo>
                  <a:lnTo>
                    <a:pt x="10" y="0"/>
                  </a:lnTo>
                  <a:lnTo>
                    <a:pt x="7" y="0"/>
                  </a:lnTo>
                  <a:lnTo>
                    <a:pt x="3" y="4"/>
                  </a:lnTo>
                  <a:lnTo>
                    <a:pt x="0" y="7"/>
                  </a:lnTo>
                  <a:lnTo>
                    <a:pt x="0" y="14"/>
                  </a:lnTo>
                  <a:lnTo>
                    <a:pt x="3" y="18"/>
                  </a:lnTo>
                  <a:lnTo>
                    <a:pt x="7" y="21"/>
                  </a:lnTo>
                  <a:lnTo>
                    <a:pt x="10" y="21"/>
                  </a:lnTo>
                  <a:lnTo>
                    <a:pt x="1552"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15" name="Freeform 34">
              <a:extLst>
                <a:ext uri="{FF2B5EF4-FFF2-40B4-BE49-F238E27FC236}">
                  <a16:creationId xmlns:a16="http://schemas.microsoft.com/office/drawing/2014/main" id="{7AC01206-72B8-4B2F-D8CF-CF151CB037DE}"/>
                </a:ext>
              </a:extLst>
            </p:cNvPr>
            <p:cNvSpPr>
              <a:spLocks noChangeAspect="1"/>
            </p:cNvSpPr>
            <p:nvPr/>
          </p:nvSpPr>
          <p:spPr bwMode="auto">
            <a:xfrm>
              <a:off x="3327" y="3759"/>
              <a:ext cx="1550" cy="21"/>
            </a:xfrm>
            <a:custGeom>
              <a:avLst/>
              <a:gdLst>
                <a:gd name="T0" fmla="*/ 1540 w 1550"/>
                <a:gd name="T1" fmla="*/ 21 h 21"/>
                <a:gd name="T2" fmla="*/ 1543 w 1550"/>
                <a:gd name="T3" fmla="*/ 21 h 21"/>
                <a:gd name="T4" fmla="*/ 1547 w 1550"/>
                <a:gd name="T5" fmla="*/ 17 h 21"/>
                <a:gd name="T6" fmla="*/ 1550 w 1550"/>
                <a:gd name="T7" fmla="*/ 14 h 21"/>
                <a:gd name="T8" fmla="*/ 1550 w 1550"/>
                <a:gd name="T9" fmla="*/ 7 h 21"/>
                <a:gd name="T10" fmla="*/ 1547 w 1550"/>
                <a:gd name="T11" fmla="*/ 3 h 21"/>
                <a:gd name="T12" fmla="*/ 1543 w 1550"/>
                <a:gd name="T13" fmla="*/ 0 h 21"/>
                <a:gd name="T14" fmla="*/ 7 w 1550"/>
                <a:gd name="T15" fmla="*/ 0 h 21"/>
                <a:gd name="T16" fmla="*/ 3 w 1550"/>
                <a:gd name="T17" fmla="*/ 3 h 21"/>
                <a:gd name="T18" fmla="*/ 0 w 1550"/>
                <a:gd name="T19" fmla="*/ 7 h 21"/>
                <a:gd name="T20" fmla="*/ 0 w 1550"/>
                <a:gd name="T21" fmla="*/ 14 h 21"/>
                <a:gd name="T22" fmla="*/ 3 w 1550"/>
                <a:gd name="T23" fmla="*/ 17 h 21"/>
                <a:gd name="T24" fmla="*/ 7 w 1550"/>
                <a:gd name="T25" fmla="*/ 21 h 21"/>
                <a:gd name="T26" fmla="*/ 10 w 1550"/>
                <a:gd name="T27" fmla="*/ 21 h 21"/>
                <a:gd name="T28" fmla="*/ 1540 w 1550"/>
                <a:gd name="T29" fmla="*/ 21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50"/>
                <a:gd name="T46" fmla="*/ 0 h 21"/>
                <a:gd name="T47" fmla="*/ 1550 w 1550"/>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50" h="21">
                  <a:moveTo>
                    <a:pt x="1540" y="21"/>
                  </a:moveTo>
                  <a:lnTo>
                    <a:pt x="1543" y="21"/>
                  </a:lnTo>
                  <a:lnTo>
                    <a:pt x="1547" y="17"/>
                  </a:lnTo>
                  <a:lnTo>
                    <a:pt x="1550" y="14"/>
                  </a:lnTo>
                  <a:lnTo>
                    <a:pt x="1550" y="7"/>
                  </a:lnTo>
                  <a:lnTo>
                    <a:pt x="1547" y="3"/>
                  </a:lnTo>
                  <a:lnTo>
                    <a:pt x="1543" y="0"/>
                  </a:lnTo>
                  <a:lnTo>
                    <a:pt x="7" y="0"/>
                  </a:lnTo>
                  <a:lnTo>
                    <a:pt x="3" y="3"/>
                  </a:lnTo>
                  <a:lnTo>
                    <a:pt x="0" y="7"/>
                  </a:lnTo>
                  <a:lnTo>
                    <a:pt x="0" y="14"/>
                  </a:lnTo>
                  <a:lnTo>
                    <a:pt x="3" y="17"/>
                  </a:lnTo>
                  <a:lnTo>
                    <a:pt x="7" y="21"/>
                  </a:lnTo>
                  <a:lnTo>
                    <a:pt x="10" y="21"/>
                  </a:lnTo>
                  <a:lnTo>
                    <a:pt x="154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16" name="Freeform 35">
              <a:extLst>
                <a:ext uri="{FF2B5EF4-FFF2-40B4-BE49-F238E27FC236}">
                  <a16:creationId xmlns:a16="http://schemas.microsoft.com/office/drawing/2014/main" id="{50475197-0C5C-7AC0-CEC8-B35616457115}"/>
                </a:ext>
              </a:extLst>
            </p:cNvPr>
            <p:cNvSpPr>
              <a:spLocks noChangeAspect="1"/>
            </p:cNvSpPr>
            <p:nvPr/>
          </p:nvSpPr>
          <p:spPr bwMode="auto">
            <a:xfrm>
              <a:off x="4532" y="2663"/>
              <a:ext cx="357" cy="23"/>
            </a:xfrm>
            <a:custGeom>
              <a:avLst/>
              <a:gdLst>
                <a:gd name="T0" fmla="*/ 347 w 357"/>
                <a:gd name="T1" fmla="*/ 21 h 23"/>
                <a:gd name="T2" fmla="*/ 350 w 357"/>
                <a:gd name="T3" fmla="*/ 21 h 23"/>
                <a:gd name="T4" fmla="*/ 354 w 357"/>
                <a:gd name="T5" fmla="*/ 17 h 23"/>
                <a:gd name="T6" fmla="*/ 357 w 357"/>
                <a:gd name="T7" fmla="*/ 14 h 23"/>
                <a:gd name="T8" fmla="*/ 357 w 357"/>
                <a:gd name="T9" fmla="*/ 7 h 23"/>
                <a:gd name="T10" fmla="*/ 354 w 357"/>
                <a:gd name="T11" fmla="*/ 4 h 23"/>
                <a:gd name="T12" fmla="*/ 350 w 357"/>
                <a:gd name="T13" fmla="*/ 0 h 23"/>
                <a:gd name="T14" fmla="*/ 347 w 357"/>
                <a:gd name="T15" fmla="*/ 0 h 23"/>
                <a:gd name="T16" fmla="*/ 10 w 357"/>
                <a:gd name="T17" fmla="*/ 2 h 23"/>
                <a:gd name="T18" fmla="*/ 7 w 357"/>
                <a:gd name="T19" fmla="*/ 2 h 23"/>
                <a:gd name="T20" fmla="*/ 3 w 357"/>
                <a:gd name="T21" fmla="*/ 5 h 23"/>
                <a:gd name="T22" fmla="*/ 0 w 357"/>
                <a:gd name="T23" fmla="*/ 9 h 23"/>
                <a:gd name="T24" fmla="*/ 0 w 357"/>
                <a:gd name="T25" fmla="*/ 16 h 23"/>
                <a:gd name="T26" fmla="*/ 3 w 357"/>
                <a:gd name="T27" fmla="*/ 19 h 23"/>
                <a:gd name="T28" fmla="*/ 7 w 357"/>
                <a:gd name="T29" fmla="*/ 23 h 23"/>
                <a:gd name="T30" fmla="*/ 10 w 357"/>
                <a:gd name="T31" fmla="*/ 23 h 23"/>
                <a:gd name="T32" fmla="*/ 347 w 357"/>
                <a:gd name="T33" fmla="*/ 21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7"/>
                <a:gd name="T52" fmla="*/ 0 h 23"/>
                <a:gd name="T53" fmla="*/ 357 w 357"/>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7" h="23">
                  <a:moveTo>
                    <a:pt x="347" y="21"/>
                  </a:moveTo>
                  <a:lnTo>
                    <a:pt x="350" y="21"/>
                  </a:lnTo>
                  <a:lnTo>
                    <a:pt x="354" y="17"/>
                  </a:lnTo>
                  <a:lnTo>
                    <a:pt x="357" y="14"/>
                  </a:lnTo>
                  <a:lnTo>
                    <a:pt x="357" y="7"/>
                  </a:lnTo>
                  <a:lnTo>
                    <a:pt x="354" y="4"/>
                  </a:lnTo>
                  <a:lnTo>
                    <a:pt x="350" y="0"/>
                  </a:lnTo>
                  <a:lnTo>
                    <a:pt x="347" y="0"/>
                  </a:lnTo>
                  <a:lnTo>
                    <a:pt x="10" y="2"/>
                  </a:lnTo>
                  <a:lnTo>
                    <a:pt x="7" y="2"/>
                  </a:lnTo>
                  <a:lnTo>
                    <a:pt x="3" y="5"/>
                  </a:lnTo>
                  <a:lnTo>
                    <a:pt x="0" y="9"/>
                  </a:lnTo>
                  <a:lnTo>
                    <a:pt x="0" y="16"/>
                  </a:lnTo>
                  <a:lnTo>
                    <a:pt x="3" y="19"/>
                  </a:lnTo>
                  <a:lnTo>
                    <a:pt x="7" y="23"/>
                  </a:lnTo>
                  <a:lnTo>
                    <a:pt x="10" y="23"/>
                  </a:lnTo>
                  <a:lnTo>
                    <a:pt x="347"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17" name="Oval 36">
              <a:extLst>
                <a:ext uri="{FF2B5EF4-FFF2-40B4-BE49-F238E27FC236}">
                  <a16:creationId xmlns:a16="http://schemas.microsoft.com/office/drawing/2014/main" id="{09573331-3367-D5EA-7B67-51B891EFC34E}"/>
                </a:ext>
              </a:extLst>
            </p:cNvPr>
            <p:cNvSpPr>
              <a:spLocks noChangeAspect="1" noChangeArrowheads="1"/>
            </p:cNvSpPr>
            <p:nvPr/>
          </p:nvSpPr>
          <p:spPr bwMode="auto">
            <a:xfrm>
              <a:off x="4443" y="2352"/>
              <a:ext cx="54" cy="5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18" name="Freeform 37">
              <a:extLst>
                <a:ext uri="{FF2B5EF4-FFF2-40B4-BE49-F238E27FC236}">
                  <a16:creationId xmlns:a16="http://schemas.microsoft.com/office/drawing/2014/main" id="{287F1AB6-E574-47B2-F17C-F4E7AB33ADD2}"/>
                </a:ext>
              </a:extLst>
            </p:cNvPr>
            <p:cNvSpPr>
              <a:spLocks noChangeAspect="1"/>
            </p:cNvSpPr>
            <p:nvPr/>
          </p:nvSpPr>
          <p:spPr bwMode="auto">
            <a:xfrm>
              <a:off x="4433" y="2342"/>
              <a:ext cx="71" cy="71"/>
            </a:xfrm>
            <a:custGeom>
              <a:avLst/>
              <a:gdLst>
                <a:gd name="T0" fmla="*/ 5 w 71"/>
                <a:gd name="T1" fmla="*/ 52 h 71"/>
                <a:gd name="T2" fmla="*/ 7 w 71"/>
                <a:gd name="T3" fmla="*/ 57 h 71"/>
                <a:gd name="T4" fmla="*/ 16 w 71"/>
                <a:gd name="T5" fmla="*/ 65 h 71"/>
                <a:gd name="T6" fmla="*/ 16 w 71"/>
                <a:gd name="T7" fmla="*/ 64 h 71"/>
                <a:gd name="T8" fmla="*/ 19 w 71"/>
                <a:gd name="T9" fmla="*/ 67 h 71"/>
                <a:gd name="T10" fmla="*/ 47 w 71"/>
                <a:gd name="T11" fmla="*/ 62 h 71"/>
                <a:gd name="T12" fmla="*/ 52 w 71"/>
                <a:gd name="T13" fmla="*/ 65 h 71"/>
                <a:gd name="T14" fmla="*/ 57 w 71"/>
                <a:gd name="T15" fmla="*/ 64 h 71"/>
                <a:gd name="T16" fmla="*/ 66 w 71"/>
                <a:gd name="T17" fmla="*/ 55 h 71"/>
                <a:gd name="T18" fmla="*/ 64 w 71"/>
                <a:gd name="T19" fmla="*/ 55 h 71"/>
                <a:gd name="T20" fmla="*/ 67 w 71"/>
                <a:gd name="T21" fmla="*/ 52 h 71"/>
                <a:gd name="T22" fmla="*/ 69 w 71"/>
                <a:gd name="T23" fmla="*/ 29 h 71"/>
                <a:gd name="T24" fmla="*/ 66 w 71"/>
                <a:gd name="T25" fmla="*/ 19 h 71"/>
                <a:gd name="T26" fmla="*/ 64 w 71"/>
                <a:gd name="T27" fmla="*/ 13 h 71"/>
                <a:gd name="T28" fmla="*/ 55 w 71"/>
                <a:gd name="T29" fmla="*/ 5 h 71"/>
                <a:gd name="T30" fmla="*/ 55 w 71"/>
                <a:gd name="T31" fmla="*/ 7 h 71"/>
                <a:gd name="T32" fmla="*/ 52 w 71"/>
                <a:gd name="T33" fmla="*/ 3 h 71"/>
                <a:gd name="T34" fmla="*/ 19 w 71"/>
                <a:gd name="T35" fmla="*/ 5 h 71"/>
                <a:gd name="T36" fmla="*/ 14 w 71"/>
                <a:gd name="T37" fmla="*/ 7 h 71"/>
                <a:gd name="T38" fmla="*/ 5 w 71"/>
                <a:gd name="T39" fmla="*/ 15 h 71"/>
                <a:gd name="T40" fmla="*/ 7 w 71"/>
                <a:gd name="T41" fmla="*/ 15 h 71"/>
                <a:gd name="T42" fmla="*/ 4 w 71"/>
                <a:gd name="T43" fmla="*/ 19 h 71"/>
                <a:gd name="T44" fmla="*/ 17 w 71"/>
                <a:gd name="T45" fmla="*/ 33 h 71"/>
                <a:gd name="T46" fmla="*/ 21 w 71"/>
                <a:gd name="T47" fmla="*/ 29 h 71"/>
                <a:gd name="T48" fmla="*/ 26 w 71"/>
                <a:gd name="T49" fmla="*/ 22 h 71"/>
                <a:gd name="T50" fmla="*/ 28 w 71"/>
                <a:gd name="T51" fmla="*/ 20 h 71"/>
                <a:gd name="T52" fmla="*/ 33 w 71"/>
                <a:gd name="T53" fmla="*/ 19 h 71"/>
                <a:gd name="T54" fmla="*/ 38 w 71"/>
                <a:gd name="T55" fmla="*/ 17 h 71"/>
                <a:gd name="T56" fmla="*/ 42 w 71"/>
                <a:gd name="T57" fmla="*/ 20 h 71"/>
                <a:gd name="T58" fmla="*/ 48 w 71"/>
                <a:gd name="T59" fmla="*/ 26 h 71"/>
                <a:gd name="T60" fmla="*/ 50 w 71"/>
                <a:gd name="T61" fmla="*/ 27 h 71"/>
                <a:gd name="T62" fmla="*/ 52 w 71"/>
                <a:gd name="T63" fmla="*/ 33 h 71"/>
                <a:gd name="T64" fmla="*/ 55 w 71"/>
                <a:gd name="T65" fmla="*/ 43 h 71"/>
                <a:gd name="T66" fmla="*/ 54 w 71"/>
                <a:gd name="T67" fmla="*/ 38 h 71"/>
                <a:gd name="T68" fmla="*/ 50 w 71"/>
                <a:gd name="T69" fmla="*/ 41 h 71"/>
                <a:gd name="T70" fmla="*/ 45 w 71"/>
                <a:gd name="T71" fmla="*/ 48 h 71"/>
                <a:gd name="T72" fmla="*/ 43 w 71"/>
                <a:gd name="T73" fmla="*/ 50 h 71"/>
                <a:gd name="T74" fmla="*/ 38 w 71"/>
                <a:gd name="T75" fmla="*/ 52 h 71"/>
                <a:gd name="T76" fmla="*/ 26 w 71"/>
                <a:gd name="T77" fmla="*/ 62 h 71"/>
                <a:gd name="T78" fmla="*/ 33 w 71"/>
                <a:gd name="T79" fmla="*/ 53 h 71"/>
                <a:gd name="T80" fmla="*/ 29 w 71"/>
                <a:gd name="T81" fmla="*/ 50 h 71"/>
                <a:gd name="T82" fmla="*/ 23 w 71"/>
                <a:gd name="T83" fmla="*/ 45 h 71"/>
                <a:gd name="T84" fmla="*/ 21 w 71"/>
                <a:gd name="T85" fmla="*/ 43 h 71"/>
                <a:gd name="T86" fmla="*/ 19 w 71"/>
                <a:gd name="T87" fmla="*/ 38 h 71"/>
                <a:gd name="T88" fmla="*/ 0 w 71"/>
                <a:gd name="T89" fmla="*/ 36 h 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1"/>
                <a:gd name="T136" fmla="*/ 0 h 71"/>
                <a:gd name="T137" fmla="*/ 71 w 71"/>
                <a:gd name="T138" fmla="*/ 71 h 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1" h="71">
                  <a:moveTo>
                    <a:pt x="0" y="36"/>
                  </a:moveTo>
                  <a:lnTo>
                    <a:pt x="4" y="52"/>
                  </a:lnTo>
                  <a:lnTo>
                    <a:pt x="5" y="52"/>
                  </a:lnTo>
                  <a:lnTo>
                    <a:pt x="5" y="55"/>
                  </a:lnTo>
                  <a:lnTo>
                    <a:pt x="7" y="55"/>
                  </a:lnTo>
                  <a:lnTo>
                    <a:pt x="7" y="57"/>
                  </a:lnTo>
                  <a:lnTo>
                    <a:pt x="9" y="57"/>
                  </a:lnTo>
                  <a:lnTo>
                    <a:pt x="5" y="55"/>
                  </a:lnTo>
                  <a:lnTo>
                    <a:pt x="16" y="65"/>
                  </a:lnTo>
                  <a:lnTo>
                    <a:pt x="14" y="62"/>
                  </a:lnTo>
                  <a:lnTo>
                    <a:pt x="14" y="64"/>
                  </a:lnTo>
                  <a:lnTo>
                    <a:pt x="16" y="64"/>
                  </a:lnTo>
                  <a:lnTo>
                    <a:pt x="16" y="65"/>
                  </a:lnTo>
                  <a:lnTo>
                    <a:pt x="19" y="65"/>
                  </a:lnTo>
                  <a:lnTo>
                    <a:pt x="19" y="67"/>
                  </a:lnTo>
                  <a:lnTo>
                    <a:pt x="31" y="71"/>
                  </a:lnTo>
                  <a:lnTo>
                    <a:pt x="29" y="69"/>
                  </a:lnTo>
                  <a:lnTo>
                    <a:pt x="47" y="62"/>
                  </a:lnTo>
                  <a:lnTo>
                    <a:pt x="43" y="67"/>
                  </a:lnTo>
                  <a:lnTo>
                    <a:pt x="52" y="67"/>
                  </a:lnTo>
                  <a:lnTo>
                    <a:pt x="52" y="65"/>
                  </a:lnTo>
                  <a:lnTo>
                    <a:pt x="55" y="65"/>
                  </a:lnTo>
                  <a:lnTo>
                    <a:pt x="55" y="64"/>
                  </a:lnTo>
                  <a:lnTo>
                    <a:pt x="57" y="64"/>
                  </a:lnTo>
                  <a:lnTo>
                    <a:pt x="57" y="62"/>
                  </a:lnTo>
                  <a:lnTo>
                    <a:pt x="55" y="65"/>
                  </a:lnTo>
                  <a:lnTo>
                    <a:pt x="66" y="55"/>
                  </a:lnTo>
                  <a:lnTo>
                    <a:pt x="62" y="57"/>
                  </a:lnTo>
                  <a:lnTo>
                    <a:pt x="64" y="57"/>
                  </a:lnTo>
                  <a:lnTo>
                    <a:pt x="64" y="55"/>
                  </a:lnTo>
                  <a:lnTo>
                    <a:pt x="66" y="55"/>
                  </a:lnTo>
                  <a:lnTo>
                    <a:pt x="66" y="52"/>
                  </a:lnTo>
                  <a:lnTo>
                    <a:pt x="67" y="52"/>
                  </a:lnTo>
                  <a:lnTo>
                    <a:pt x="67" y="43"/>
                  </a:lnTo>
                  <a:lnTo>
                    <a:pt x="62" y="46"/>
                  </a:lnTo>
                  <a:lnTo>
                    <a:pt x="69" y="29"/>
                  </a:lnTo>
                  <a:lnTo>
                    <a:pt x="71" y="31"/>
                  </a:lnTo>
                  <a:lnTo>
                    <a:pt x="67" y="19"/>
                  </a:lnTo>
                  <a:lnTo>
                    <a:pt x="66" y="19"/>
                  </a:lnTo>
                  <a:lnTo>
                    <a:pt x="66" y="15"/>
                  </a:lnTo>
                  <a:lnTo>
                    <a:pt x="64" y="15"/>
                  </a:lnTo>
                  <a:lnTo>
                    <a:pt x="64" y="13"/>
                  </a:lnTo>
                  <a:lnTo>
                    <a:pt x="62" y="13"/>
                  </a:lnTo>
                  <a:lnTo>
                    <a:pt x="66" y="15"/>
                  </a:lnTo>
                  <a:lnTo>
                    <a:pt x="55" y="5"/>
                  </a:lnTo>
                  <a:lnTo>
                    <a:pt x="57" y="8"/>
                  </a:lnTo>
                  <a:lnTo>
                    <a:pt x="57" y="7"/>
                  </a:lnTo>
                  <a:lnTo>
                    <a:pt x="55" y="7"/>
                  </a:lnTo>
                  <a:lnTo>
                    <a:pt x="55" y="5"/>
                  </a:lnTo>
                  <a:lnTo>
                    <a:pt x="52" y="5"/>
                  </a:lnTo>
                  <a:lnTo>
                    <a:pt x="52" y="3"/>
                  </a:lnTo>
                  <a:lnTo>
                    <a:pt x="36" y="0"/>
                  </a:lnTo>
                  <a:lnTo>
                    <a:pt x="19" y="3"/>
                  </a:lnTo>
                  <a:lnTo>
                    <a:pt x="19" y="5"/>
                  </a:lnTo>
                  <a:lnTo>
                    <a:pt x="16" y="5"/>
                  </a:lnTo>
                  <a:lnTo>
                    <a:pt x="16" y="7"/>
                  </a:lnTo>
                  <a:lnTo>
                    <a:pt x="14" y="7"/>
                  </a:lnTo>
                  <a:lnTo>
                    <a:pt x="14" y="8"/>
                  </a:lnTo>
                  <a:lnTo>
                    <a:pt x="16" y="5"/>
                  </a:lnTo>
                  <a:lnTo>
                    <a:pt x="5" y="15"/>
                  </a:lnTo>
                  <a:lnTo>
                    <a:pt x="9" y="13"/>
                  </a:lnTo>
                  <a:lnTo>
                    <a:pt x="7" y="13"/>
                  </a:lnTo>
                  <a:lnTo>
                    <a:pt x="7" y="15"/>
                  </a:lnTo>
                  <a:lnTo>
                    <a:pt x="5" y="15"/>
                  </a:lnTo>
                  <a:lnTo>
                    <a:pt x="5" y="19"/>
                  </a:lnTo>
                  <a:lnTo>
                    <a:pt x="4" y="19"/>
                  </a:lnTo>
                  <a:lnTo>
                    <a:pt x="0" y="36"/>
                  </a:lnTo>
                  <a:lnTo>
                    <a:pt x="21" y="36"/>
                  </a:lnTo>
                  <a:lnTo>
                    <a:pt x="17" y="33"/>
                  </a:lnTo>
                  <a:lnTo>
                    <a:pt x="19" y="33"/>
                  </a:lnTo>
                  <a:lnTo>
                    <a:pt x="19" y="29"/>
                  </a:lnTo>
                  <a:lnTo>
                    <a:pt x="21" y="29"/>
                  </a:lnTo>
                  <a:lnTo>
                    <a:pt x="21" y="27"/>
                  </a:lnTo>
                  <a:lnTo>
                    <a:pt x="23" y="27"/>
                  </a:lnTo>
                  <a:lnTo>
                    <a:pt x="26" y="22"/>
                  </a:lnTo>
                  <a:lnTo>
                    <a:pt x="23" y="26"/>
                  </a:lnTo>
                  <a:lnTo>
                    <a:pt x="28" y="22"/>
                  </a:lnTo>
                  <a:lnTo>
                    <a:pt x="28" y="20"/>
                  </a:lnTo>
                  <a:lnTo>
                    <a:pt x="29" y="20"/>
                  </a:lnTo>
                  <a:lnTo>
                    <a:pt x="29" y="19"/>
                  </a:lnTo>
                  <a:lnTo>
                    <a:pt x="33" y="19"/>
                  </a:lnTo>
                  <a:lnTo>
                    <a:pt x="33" y="17"/>
                  </a:lnTo>
                  <a:lnTo>
                    <a:pt x="36" y="20"/>
                  </a:lnTo>
                  <a:lnTo>
                    <a:pt x="38" y="17"/>
                  </a:lnTo>
                  <a:lnTo>
                    <a:pt x="38" y="19"/>
                  </a:lnTo>
                  <a:lnTo>
                    <a:pt x="42" y="19"/>
                  </a:lnTo>
                  <a:lnTo>
                    <a:pt x="42" y="20"/>
                  </a:lnTo>
                  <a:lnTo>
                    <a:pt x="43" y="20"/>
                  </a:lnTo>
                  <a:lnTo>
                    <a:pt x="43" y="22"/>
                  </a:lnTo>
                  <a:lnTo>
                    <a:pt x="48" y="26"/>
                  </a:lnTo>
                  <a:lnTo>
                    <a:pt x="45" y="22"/>
                  </a:lnTo>
                  <a:lnTo>
                    <a:pt x="48" y="27"/>
                  </a:lnTo>
                  <a:lnTo>
                    <a:pt x="50" y="27"/>
                  </a:lnTo>
                  <a:lnTo>
                    <a:pt x="50" y="29"/>
                  </a:lnTo>
                  <a:lnTo>
                    <a:pt x="52" y="29"/>
                  </a:lnTo>
                  <a:lnTo>
                    <a:pt x="52" y="33"/>
                  </a:lnTo>
                  <a:lnTo>
                    <a:pt x="54" y="33"/>
                  </a:lnTo>
                  <a:lnTo>
                    <a:pt x="50" y="38"/>
                  </a:lnTo>
                  <a:lnTo>
                    <a:pt x="55" y="43"/>
                  </a:lnTo>
                  <a:lnTo>
                    <a:pt x="62" y="26"/>
                  </a:lnTo>
                  <a:lnTo>
                    <a:pt x="54" y="29"/>
                  </a:lnTo>
                  <a:lnTo>
                    <a:pt x="54" y="38"/>
                  </a:lnTo>
                  <a:lnTo>
                    <a:pt x="52" y="38"/>
                  </a:lnTo>
                  <a:lnTo>
                    <a:pt x="52" y="41"/>
                  </a:lnTo>
                  <a:lnTo>
                    <a:pt x="50" y="41"/>
                  </a:lnTo>
                  <a:lnTo>
                    <a:pt x="50" y="43"/>
                  </a:lnTo>
                  <a:lnTo>
                    <a:pt x="48" y="43"/>
                  </a:lnTo>
                  <a:lnTo>
                    <a:pt x="45" y="48"/>
                  </a:lnTo>
                  <a:lnTo>
                    <a:pt x="48" y="45"/>
                  </a:lnTo>
                  <a:lnTo>
                    <a:pt x="43" y="48"/>
                  </a:lnTo>
                  <a:lnTo>
                    <a:pt x="43" y="50"/>
                  </a:lnTo>
                  <a:lnTo>
                    <a:pt x="42" y="50"/>
                  </a:lnTo>
                  <a:lnTo>
                    <a:pt x="42" y="52"/>
                  </a:lnTo>
                  <a:lnTo>
                    <a:pt x="38" y="52"/>
                  </a:lnTo>
                  <a:lnTo>
                    <a:pt x="38" y="53"/>
                  </a:lnTo>
                  <a:lnTo>
                    <a:pt x="29" y="53"/>
                  </a:lnTo>
                  <a:lnTo>
                    <a:pt x="26" y="62"/>
                  </a:lnTo>
                  <a:lnTo>
                    <a:pt x="43" y="55"/>
                  </a:lnTo>
                  <a:lnTo>
                    <a:pt x="38" y="50"/>
                  </a:lnTo>
                  <a:lnTo>
                    <a:pt x="33" y="53"/>
                  </a:lnTo>
                  <a:lnTo>
                    <a:pt x="33" y="52"/>
                  </a:lnTo>
                  <a:lnTo>
                    <a:pt x="29" y="52"/>
                  </a:lnTo>
                  <a:lnTo>
                    <a:pt x="29" y="50"/>
                  </a:lnTo>
                  <a:lnTo>
                    <a:pt x="28" y="50"/>
                  </a:lnTo>
                  <a:lnTo>
                    <a:pt x="28" y="48"/>
                  </a:lnTo>
                  <a:lnTo>
                    <a:pt x="23" y="45"/>
                  </a:lnTo>
                  <a:lnTo>
                    <a:pt x="26" y="48"/>
                  </a:lnTo>
                  <a:lnTo>
                    <a:pt x="23" y="43"/>
                  </a:lnTo>
                  <a:lnTo>
                    <a:pt x="21" y="43"/>
                  </a:lnTo>
                  <a:lnTo>
                    <a:pt x="21" y="41"/>
                  </a:lnTo>
                  <a:lnTo>
                    <a:pt x="19" y="41"/>
                  </a:lnTo>
                  <a:lnTo>
                    <a:pt x="19" y="38"/>
                  </a:lnTo>
                  <a:lnTo>
                    <a:pt x="17" y="38"/>
                  </a:lnTo>
                  <a:lnTo>
                    <a:pt x="21" y="36"/>
                  </a:lnTo>
                  <a:lnTo>
                    <a:pt x="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19" name="Freeform 38">
              <a:extLst>
                <a:ext uri="{FF2B5EF4-FFF2-40B4-BE49-F238E27FC236}">
                  <a16:creationId xmlns:a16="http://schemas.microsoft.com/office/drawing/2014/main" id="{DF04D1C9-134D-80C7-C81D-18ECC816D448}"/>
                </a:ext>
              </a:extLst>
            </p:cNvPr>
            <p:cNvSpPr>
              <a:spLocks noChangeAspect="1"/>
            </p:cNvSpPr>
            <p:nvPr/>
          </p:nvSpPr>
          <p:spPr bwMode="auto">
            <a:xfrm>
              <a:off x="4461" y="1322"/>
              <a:ext cx="423" cy="21"/>
            </a:xfrm>
            <a:custGeom>
              <a:avLst/>
              <a:gdLst>
                <a:gd name="T0" fmla="*/ 10 w 423"/>
                <a:gd name="T1" fmla="*/ 0 h 21"/>
                <a:gd name="T2" fmla="*/ 7 w 423"/>
                <a:gd name="T3" fmla="*/ 0 h 21"/>
                <a:gd name="T4" fmla="*/ 3 w 423"/>
                <a:gd name="T5" fmla="*/ 3 h 21"/>
                <a:gd name="T6" fmla="*/ 0 w 423"/>
                <a:gd name="T7" fmla="*/ 7 h 21"/>
                <a:gd name="T8" fmla="*/ 0 w 423"/>
                <a:gd name="T9" fmla="*/ 14 h 21"/>
                <a:gd name="T10" fmla="*/ 3 w 423"/>
                <a:gd name="T11" fmla="*/ 17 h 21"/>
                <a:gd name="T12" fmla="*/ 7 w 423"/>
                <a:gd name="T13" fmla="*/ 21 h 21"/>
                <a:gd name="T14" fmla="*/ 416 w 423"/>
                <a:gd name="T15" fmla="*/ 21 h 21"/>
                <a:gd name="T16" fmla="*/ 420 w 423"/>
                <a:gd name="T17" fmla="*/ 17 h 21"/>
                <a:gd name="T18" fmla="*/ 423 w 423"/>
                <a:gd name="T19" fmla="*/ 14 h 21"/>
                <a:gd name="T20" fmla="*/ 423 w 423"/>
                <a:gd name="T21" fmla="*/ 7 h 21"/>
                <a:gd name="T22" fmla="*/ 420 w 423"/>
                <a:gd name="T23" fmla="*/ 3 h 21"/>
                <a:gd name="T24" fmla="*/ 416 w 423"/>
                <a:gd name="T25" fmla="*/ 0 h 21"/>
                <a:gd name="T26" fmla="*/ 413 w 423"/>
                <a:gd name="T27" fmla="*/ 0 h 21"/>
                <a:gd name="T28" fmla="*/ 10 w 423"/>
                <a:gd name="T29" fmla="*/ 0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3"/>
                <a:gd name="T46" fmla="*/ 0 h 21"/>
                <a:gd name="T47" fmla="*/ 423 w 423"/>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3" h="21">
                  <a:moveTo>
                    <a:pt x="10" y="0"/>
                  </a:moveTo>
                  <a:lnTo>
                    <a:pt x="7" y="0"/>
                  </a:lnTo>
                  <a:lnTo>
                    <a:pt x="3" y="3"/>
                  </a:lnTo>
                  <a:lnTo>
                    <a:pt x="0" y="7"/>
                  </a:lnTo>
                  <a:lnTo>
                    <a:pt x="0" y="14"/>
                  </a:lnTo>
                  <a:lnTo>
                    <a:pt x="3" y="17"/>
                  </a:lnTo>
                  <a:lnTo>
                    <a:pt x="7" y="21"/>
                  </a:lnTo>
                  <a:lnTo>
                    <a:pt x="416" y="21"/>
                  </a:lnTo>
                  <a:lnTo>
                    <a:pt x="420" y="17"/>
                  </a:lnTo>
                  <a:lnTo>
                    <a:pt x="423" y="14"/>
                  </a:lnTo>
                  <a:lnTo>
                    <a:pt x="423" y="7"/>
                  </a:lnTo>
                  <a:lnTo>
                    <a:pt x="420" y="3"/>
                  </a:lnTo>
                  <a:lnTo>
                    <a:pt x="416" y="0"/>
                  </a:lnTo>
                  <a:lnTo>
                    <a:pt x="413"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0" name="Freeform 39">
              <a:extLst>
                <a:ext uri="{FF2B5EF4-FFF2-40B4-BE49-F238E27FC236}">
                  <a16:creationId xmlns:a16="http://schemas.microsoft.com/office/drawing/2014/main" id="{41B739B6-D798-978F-1AD7-FF526E79F572}"/>
                </a:ext>
              </a:extLst>
            </p:cNvPr>
            <p:cNvSpPr>
              <a:spLocks noChangeAspect="1"/>
            </p:cNvSpPr>
            <p:nvPr/>
          </p:nvSpPr>
          <p:spPr bwMode="auto">
            <a:xfrm>
              <a:off x="4770" y="1322"/>
              <a:ext cx="114" cy="45"/>
            </a:xfrm>
            <a:custGeom>
              <a:avLst/>
              <a:gdLst>
                <a:gd name="T0" fmla="*/ 107 w 114"/>
                <a:gd name="T1" fmla="*/ 21 h 45"/>
                <a:gd name="T2" fmla="*/ 111 w 114"/>
                <a:gd name="T3" fmla="*/ 17 h 45"/>
                <a:gd name="T4" fmla="*/ 114 w 114"/>
                <a:gd name="T5" fmla="*/ 14 h 45"/>
                <a:gd name="T6" fmla="*/ 114 w 114"/>
                <a:gd name="T7" fmla="*/ 7 h 45"/>
                <a:gd name="T8" fmla="*/ 111 w 114"/>
                <a:gd name="T9" fmla="*/ 3 h 45"/>
                <a:gd name="T10" fmla="*/ 107 w 114"/>
                <a:gd name="T11" fmla="*/ 0 h 45"/>
                <a:gd name="T12" fmla="*/ 100 w 114"/>
                <a:gd name="T13" fmla="*/ 0 h 45"/>
                <a:gd name="T14" fmla="*/ 7 w 114"/>
                <a:gd name="T15" fmla="*/ 24 h 45"/>
                <a:gd name="T16" fmla="*/ 4 w 114"/>
                <a:gd name="T17" fmla="*/ 28 h 45"/>
                <a:gd name="T18" fmla="*/ 0 w 114"/>
                <a:gd name="T19" fmla="*/ 31 h 45"/>
                <a:gd name="T20" fmla="*/ 0 w 114"/>
                <a:gd name="T21" fmla="*/ 38 h 45"/>
                <a:gd name="T22" fmla="*/ 4 w 114"/>
                <a:gd name="T23" fmla="*/ 41 h 45"/>
                <a:gd name="T24" fmla="*/ 7 w 114"/>
                <a:gd name="T25" fmla="*/ 45 h 45"/>
                <a:gd name="T26" fmla="*/ 14 w 114"/>
                <a:gd name="T27" fmla="*/ 45 h 45"/>
                <a:gd name="T28" fmla="*/ 107 w 114"/>
                <a:gd name="T29" fmla="*/ 21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4"/>
                <a:gd name="T46" fmla="*/ 0 h 45"/>
                <a:gd name="T47" fmla="*/ 114 w 11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4" h="45">
                  <a:moveTo>
                    <a:pt x="107" y="21"/>
                  </a:moveTo>
                  <a:lnTo>
                    <a:pt x="111" y="17"/>
                  </a:lnTo>
                  <a:lnTo>
                    <a:pt x="114" y="14"/>
                  </a:lnTo>
                  <a:lnTo>
                    <a:pt x="114" y="7"/>
                  </a:lnTo>
                  <a:lnTo>
                    <a:pt x="111" y="3"/>
                  </a:lnTo>
                  <a:lnTo>
                    <a:pt x="107" y="0"/>
                  </a:lnTo>
                  <a:lnTo>
                    <a:pt x="100" y="0"/>
                  </a:lnTo>
                  <a:lnTo>
                    <a:pt x="7" y="24"/>
                  </a:lnTo>
                  <a:lnTo>
                    <a:pt x="4" y="28"/>
                  </a:lnTo>
                  <a:lnTo>
                    <a:pt x="0" y="31"/>
                  </a:lnTo>
                  <a:lnTo>
                    <a:pt x="0" y="38"/>
                  </a:lnTo>
                  <a:lnTo>
                    <a:pt x="4" y="41"/>
                  </a:lnTo>
                  <a:lnTo>
                    <a:pt x="7" y="45"/>
                  </a:lnTo>
                  <a:lnTo>
                    <a:pt x="14" y="45"/>
                  </a:lnTo>
                  <a:lnTo>
                    <a:pt x="107"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1" name="Freeform 40">
              <a:extLst>
                <a:ext uri="{FF2B5EF4-FFF2-40B4-BE49-F238E27FC236}">
                  <a16:creationId xmlns:a16="http://schemas.microsoft.com/office/drawing/2014/main" id="{FA46D053-5B0B-80F5-3215-2C0E1CD225D2}"/>
                </a:ext>
              </a:extLst>
            </p:cNvPr>
            <p:cNvSpPr>
              <a:spLocks noChangeAspect="1"/>
            </p:cNvSpPr>
            <p:nvPr/>
          </p:nvSpPr>
          <p:spPr bwMode="auto">
            <a:xfrm>
              <a:off x="4770" y="1300"/>
              <a:ext cx="114" cy="43"/>
            </a:xfrm>
            <a:custGeom>
              <a:avLst/>
              <a:gdLst>
                <a:gd name="T0" fmla="*/ 102 w 114"/>
                <a:gd name="T1" fmla="*/ 43 h 43"/>
                <a:gd name="T2" fmla="*/ 107 w 114"/>
                <a:gd name="T3" fmla="*/ 43 h 43"/>
                <a:gd name="T4" fmla="*/ 111 w 114"/>
                <a:gd name="T5" fmla="*/ 39 h 43"/>
                <a:gd name="T6" fmla="*/ 112 w 114"/>
                <a:gd name="T7" fmla="*/ 38 h 43"/>
                <a:gd name="T8" fmla="*/ 114 w 114"/>
                <a:gd name="T9" fmla="*/ 34 h 43"/>
                <a:gd name="T10" fmla="*/ 114 w 114"/>
                <a:gd name="T11" fmla="*/ 29 h 43"/>
                <a:gd name="T12" fmla="*/ 111 w 114"/>
                <a:gd name="T13" fmla="*/ 25 h 43"/>
                <a:gd name="T14" fmla="*/ 109 w 114"/>
                <a:gd name="T15" fmla="*/ 24 h 43"/>
                <a:gd name="T16" fmla="*/ 106 w 114"/>
                <a:gd name="T17" fmla="*/ 22 h 43"/>
                <a:gd name="T18" fmla="*/ 12 w 114"/>
                <a:gd name="T19" fmla="*/ 0 h 43"/>
                <a:gd name="T20" fmla="*/ 7 w 114"/>
                <a:gd name="T21" fmla="*/ 0 h 43"/>
                <a:gd name="T22" fmla="*/ 4 w 114"/>
                <a:gd name="T23" fmla="*/ 3 h 43"/>
                <a:gd name="T24" fmla="*/ 2 w 114"/>
                <a:gd name="T25" fmla="*/ 5 h 43"/>
                <a:gd name="T26" fmla="*/ 0 w 114"/>
                <a:gd name="T27" fmla="*/ 8 h 43"/>
                <a:gd name="T28" fmla="*/ 0 w 114"/>
                <a:gd name="T29" fmla="*/ 13 h 43"/>
                <a:gd name="T30" fmla="*/ 4 w 114"/>
                <a:gd name="T31" fmla="*/ 17 h 43"/>
                <a:gd name="T32" fmla="*/ 5 w 114"/>
                <a:gd name="T33" fmla="*/ 19 h 43"/>
                <a:gd name="T34" fmla="*/ 9 w 114"/>
                <a:gd name="T35" fmla="*/ 20 h 43"/>
                <a:gd name="T36" fmla="*/ 102 w 114"/>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43"/>
                <a:gd name="T59" fmla="*/ 114 w 114"/>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43">
                  <a:moveTo>
                    <a:pt x="102" y="43"/>
                  </a:moveTo>
                  <a:lnTo>
                    <a:pt x="107" y="43"/>
                  </a:lnTo>
                  <a:lnTo>
                    <a:pt x="111" y="39"/>
                  </a:lnTo>
                  <a:lnTo>
                    <a:pt x="112" y="38"/>
                  </a:lnTo>
                  <a:lnTo>
                    <a:pt x="114" y="34"/>
                  </a:lnTo>
                  <a:lnTo>
                    <a:pt x="114" y="29"/>
                  </a:lnTo>
                  <a:lnTo>
                    <a:pt x="111" y="25"/>
                  </a:lnTo>
                  <a:lnTo>
                    <a:pt x="109" y="24"/>
                  </a:lnTo>
                  <a:lnTo>
                    <a:pt x="106" y="22"/>
                  </a:lnTo>
                  <a:lnTo>
                    <a:pt x="12" y="0"/>
                  </a:lnTo>
                  <a:lnTo>
                    <a:pt x="7" y="0"/>
                  </a:lnTo>
                  <a:lnTo>
                    <a:pt x="4" y="3"/>
                  </a:lnTo>
                  <a:lnTo>
                    <a:pt x="2" y="5"/>
                  </a:lnTo>
                  <a:lnTo>
                    <a:pt x="0" y="8"/>
                  </a:lnTo>
                  <a:lnTo>
                    <a:pt x="0" y="13"/>
                  </a:lnTo>
                  <a:lnTo>
                    <a:pt x="4" y="17"/>
                  </a:lnTo>
                  <a:lnTo>
                    <a:pt x="5" y="19"/>
                  </a:lnTo>
                  <a:lnTo>
                    <a:pt x="9" y="20"/>
                  </a:lnTo>
                  <a:lnTo>
                    <a:pt x="102"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2" name="Freeform 41">
              <a:extLst>
                <a:ext uri="{FF2B5EF4-FFF2-40B4-BE49-F238E27FC236}">
                  <a16:creationId xmlns:a16="http://schemas.microsoft.com/office/drawing/2014/main" id="{20A102BB-425A-0736-C96E-6087A79E0CCF}"/>
                </a:ext>
              </a:extLst>
            </p:cNvPr>
            <p:cNvSpPr>
              <a:spLocks noChangeAspect="1"/>
            </p:cNvSpPr>
            <p:nvPr/>
          </p:nvSpPr>
          <p:spPr bwMode="auto">
            <a:xfrm>
              <a:off x="4585" y="1281"/>
              <a:ext cx="106" cy="105"/>
            </a:xfrm>
            <a:custGeom>
              <a:avLst/>
              <a:gdLst>
                <a:gd name="T0" fmla="*/ 104 w 106"/>
                <a:gd name="T1" fmla="*/ 8 h 105"/>
                <a:gd name="T2" fmla="*/ 106 w 106"/>
                <a:gd name="T3" fmla="*/ 8 h 105"/>
                <a:gd name="T4" fmla="*/ 106 w 106"/>
                <a:gd name="T5" fmla="*/ 3 h 105"/>
                <a:gd name="T6" fmla="*/ 104 w 106"/>
                <a:gd name="T7" fmla="*/ 1 h 105"/>
                <a:gd name="T8" fmla="*/ 104 w 106"/>
                <a:gd name="T9" fmla="*/ 0 h 105"/>
                <a:gd name="T10" fmla="*/ 99 w 106"/>
                <a:gd name="T11" fmla="*/ 0 h 105"/>
                <a:gd name="T12" fmla="*/ 97 w 106"/>
                <a:gd name="T13" fmla="*/ 1 h 105"/>
                <a:gd name="T14" fmla="*/ 2 w 106"/>
                <a:gd name="T15" fmla="*/ 96 h 105"/>
                <a:gd name="T16" fmla="*/ 0 w 106"/>
                <a:gd name="T17" fmla="*/ 98 h 105"/>
                <a:gd name="T18" fmla="*/ 0 w 106"/>
                <a:gd name="T19" fmla="*/ 103 h 105"/>
                <a:gd name="T20" fmla="*/ 2 w 106"/>
                <a:gd name="T21" fmla="*/ 103 h 105"/>
                <a:gd name="T22" fmla="*/ 4 w 106"/>
                <a:gd name="T23" fmla="*/ 105 h 105"/>
                <a:gd name="T24" fmla="*/ 9 w 106"/>
                <a:gd name="T25" fmla="*/ 105 h 105"/>
                <a:gd name="T26" fmla="*/ 9 w 106"/>
                <a:gd name="T27" fmla="*/ 103 h 105"/>
                <a:gd name="T28" fmla="*/ 104 w 106"/>
                <a:gd name="T29" fmla="*/ 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5"/>
                <a:gd name="T47" fmla="*/ 106 w 106"/>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5">
                  <a:moveTo>
                    <a:pt x="104" y="8"/>
                  </a:moveTo>
                  <a:lnTo>
                    <a:pt x="106" y="8"/>
                  </a:lnTo>
                  <a:lnTo>
                    <a:pt x="106" y="3"/>
                  </a:lnTo>
                  <a:lnTo>
                    <a:pt x="104" y="1"/>
                  </a:lnTo>
                  <a:lnTo>
                    <a:pt x="104" y="0"/>
                  </a:lnTo>
                  <a:lnTo>
                    <a:pt x="99" y="0"/>
                  </a:lnTo>
                  <a:lnTo>
                    <a:pt x="97" y="1"/>
                  </a:lnTo>
                  <a:lnTo>
                    <a:pt x="2" y="96"/>
                  </a:lnTo>
                  <a:lnTo>
                    <a:pt x="0" y="98"/>
                  </a:lnTo>
                  <a:lnTo>
                    <a:pt x="0" y="103"/>
                  </a:lnTo>
                  <a:lnTo>
                    <a:pt x="2" y="103"/>
                  </a:lnTo>
                  <a:lnTo>
                    <a:pt x="4" y="105"/>
                  </a:lnTo>
                  <a:lnTo>
                    <a:pt x="9" y="105"/>
                  </a:lnTo>
                  <a:lnTo>
                    <a:pt x="9" y="103"/>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3" name="Rectangle 42">
              <a:extLst>
                <a:ext uri="{FF2B5EF4-FFF2-40B4-BE49-F238E27FC236}">
                  <a16:creationId xmlns:a16="http://schemas.microsoft.com/office/drawing/2014/main" id="{0C38199D-BEAD-E4EA-4EFF-0C078AF79E81}"/>
                </a:ext>
              </a:extLst>
            </p:cNvPr>
            <p:cNvSpPr>
              <a:spLocks noChangeAspect="1" noChangeArrowheads="1"/>
            </p:cNvSpPr>
            <p:nvPr/>
          </p:nvSpPr>
          <p:spPr bwMode="auto">
            <a:xfrm>
              <a:off x="4570" y="1227"/>
              <a:ext cx="68"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n</a:t>
              </a:r>
              <a:endParaRPr lang="en-US" altLang="es-ES" sz="2800" b="0" i="0" baseline="0"/>
            </a:p>
          </p:txBody>
        </p:sp>
        <p:sp>
          <p:nvSpPr>
            <p:cNvPr id="20524" name="Freeform 43">
              <a:extLst>
                <a:ext uri="{FF2B5EF4-FFF2-40B4-BE49-F238E27FC236}">
                  <a16:creationId xmlns:a16="http://schemas.microsoft.com/office/drawing/2014/main" id="{D7413C54-CBDC-E5F4-DC7F-BC38EB38E69E}"/>
                </a:ext>
              </a:extLst>
            </p:cNvPr>
            <p:cNvSpPr>
              <a:spLocks noChangeAspect="1"/>
            </p:cNvSpPr>
            <p:nvPr/>
          </p:nvSpPr>
          <p:spPr bwMode="auto">
            <a:xfrm>
              <a:off x="3851" y="1832"/>
              <a:ext cx="20" cy="185"/>
            </a:xfrm>
            <a:custGeom>
              <a:avLst/>
              <a:gdLst>
                <a:gd name="T0" fmla="*/ 20 w 20"/>
                <a:gd name="T1" fmla="*/ 10 h 185"/>
                <a:gd name="T2" fmla="*/ 20 w 20"/>
                <a:gd name="T3" fmla="*/ 7 h 185"/>
                <a:gd name="T4" fmla="*/ 17 w 20"/>
                <a:gd name="T5" fmla="*/ 3 h 185"/>
                <a:gd name="T6" fmla="*/ 13 w 20"/>
                <a:gd name="T7" fmla="*/ 0 h 185"/>
                <a:gd name="T8" fmla="*/ 7 w 20"/>
                <a:gd name="T9" fmla="*/ 0 h 185"/>
                <a:gd name="T10" fmla="*/ 3 w 20"/>
                <a:gd name="T11" fmla="*/ 3 h 185"/>
                <a:gd name="T12" fmla="*/ 0 w 20"/>
                <a:gd name="T13" fmla="*/ 7 h 185"/>
                <a:gd name="T14" fmla="*/ 0 w 20"/>
                <a:gd name="T15" fmla="*/ 178 h 185"/>
                <a:gd name="T16" fmla="*/ 3 w 20"/>
                <a:gd name="T17" fmla="*/ 181 h 185"/>
                <a:gd name="T18" fmla="*/ 7 w 20"/>
                <a:gd name="T19" fmla="*/ 185 h 185"/>
                <a:gd name="T20" fmla="*/ 13 w 20"/>
                <a:gd name="T21" fmla="*/ 185 h 185"/>
                <a:gd name="T22" fmla="*/ 17 w 20"/>
                <a:gd name="T23" fmla="*/ 181 h 185"/>
                <a:gd name="T24" fmla="*/ 20 w 20"/>
                <a:gd name="T25" fmla="*/ 178 h 185"/>
                <a:gd name="T26" fmla="*/ 20 w 20"/>
                <a:gd name="T27" fmla="*/ 174 h 185"/>
                <a:gd name="T28" fmla="*/ 20 w 20"/>
                <a:gd name="T29" fmla="*/ 10 h 1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85"/>
                <a:gd name="T47" fmla="*/ 20 w 20"/>
                <a:gd name="T48" fmla="*/ 185 h 1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85">
                  <a:moveTo>
                    <a:pt x="20" y="10"/>
                  </a:moveTo>
                  <a:lnTo>
                    <a:pt x="20" y="7"/>
                  </a:lnTo>
                  <a:lnTo>
                    <a:pt x="17" y="3"/>
                  </a:lnTo>
                  <a:lnTo>
                    <a:pt x="13" y="0"/>
                  </a:lnTo>
                  <a:lnTo>
                    <a:pt x="7" y="0"/>
                  </a:lnTo>
                  <a:lnTo>
                    <a:pt x="3" y="3"/>
                  </a:lnTo>
                  <a:lnTo>
                    <a:pt x="0" y="7"/>
                  </a:lnTo>
                  <a:lnTo>
                    <a:pt x="0" y="178"/>
                  </a:lnTo>
                  <a:lnTo>
                    <a:pt x="3" y="181"/>
                  </a:lnTo>
                  <a:lnTo>
                    <a:pt x="7" y="185"/>
                  </a:lnTo>
                  <a:lnTo>
                    <a:pt x="13" y="185"/>
                  </a:lnTo>
                  <a:lnTo>
                    <a:pt x="17" y="181"/>
                  </a:lnTo>
                  <a:lnTo>
                    <a:pt x="20" y="178"/>
                  </a:lnTo>
                  <a:lnTo>
                    <a:pt x="20" y="174"/>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5" name="Freeform 44">
              <a:extLst>
                <a:ext uri="{FF2B5EF4-FFF2-40B4-BE49-F238E27FC236}">
                  <a16:creationId xmlns:a16="http://schemas.microsoft.com/office/drawing/2014/main" id="{93F73BF3-5C25-58C8-F93B-526D16B77BF4}"/>
                </a:ext>
              </a:extLst>
            </p:cNvPr>
            <p:cNvSpPr>
              <a:spLocks noChangeAspect="1"/>
            </p:cNvSpPr>
            <p:nvPr/>
          </p:nvSpPr>
          <p:spPr bwMode="auto">
            <a:xfrm>
              <a:off x="3844" y="1932"/>
              <a:ext cx="46" cy="92"/>
            </a:xfrm>
            <a:custGeom>
              <a:avLst/>
              <a:gdLst>
                <a:gd name="T0" fmla="*/ 0 w 46"/>
                <a:gd name="T1" fmla="*/ 78 h 92"/>
                <a:gd name="T2" fmla="*/ 0 w 46"/>
                <a:gd name="T3" fmla="*/ 83 h 92"/>
                <a:gd name="T4" fmla="*/ 1 w 46"/>
                <a:gd name="T5" fmla="*/ 86 h 92"/>
                <a:gd name="T6" fmla="*/ 1 w 46"/>
                <a:gd name="T7" fmla="*/ 88 h 92"/>
                <a:gd name="T8" fmla="*/ 5 w 46"/>
                <a:gd name="T9" fmla="*/ 90 h 92"/>
                <a:gd name="T10" fmla="*/ 7 w 46"/>
                <a:gd name="T11" fmla="*/ 92 h 92"/>
                <a:gd name="T12" fmla="*/ 12 w 46"/>
                <a:gd name="T13" fmla="*/ 92 h 92"/>
                <a:gd name="T14" fmla="*/ 15 w 46"/>
                <a:gd name="T15" fmla="*/ 90 h 92"/>
                <a:gd name="T16" fmla="*/ 17 w 46"/>
                <a:gd name="T17" fmla="*/ 90 h 92"/>
                <a:gd name="T18" fmla="*/ 19 w 46"/>
                <a:gd name="T19" fmla="*/ 86 h 92"/>
                <a:gd name="T20" fmla="*/ 20 w 46"/>
                <a:gd name="T21" fmla="*/ 85 h 92"/>
                <a:gd name="T22" fmla="*/ 46 w 46"/>
                <a:gd name="T23" fmla="*/ 14 h 92"/>
                <a:gd name="T24" fmla="*/ 46 w 46"/>
                <a:gd name="T25" fmla="*/ 9 h 92"/>
                <a:gd name="T26" fmla="*/ 45 w 46"/>
                <a:gd name="T27" fmla="*/ 5 h 92"/>
                <a:gd name="T28" fmla="*/ 45 w 46"/>
                <a:gd name="T29" fmla="*/ 4 h 92"/>
                <a:gd name="T30" fmla="*/ 41 w 46"/>
                <a:gd name="T31" fmla="*/ 2 h 92"/>
                <a:gd name="T32" fmla="*/ 39 w 46"/>
                <a:gd name="T33" fmla="*/ 0 h 92"/>
                <a:gd name="T34" fmla="*/ 34 w 46"/>
                <a:gd name="T35" fmla="*/ 0 h 92"/>
                <a:gd name="T36" fmla="*/ 31 w 46"/>
                <a:gd name="T37" fmla="*/ 2 h 92"/>
                <a:gd name="T38" fmla="*/ 29 w 46"/>
                <a:gd name="T39" fmla="*/ 2 h 92"/>
                <a:gd name="T40" fmla="*/ 27 w 46"/>
                <a:gd name="T41" fmla="*/ 5 h 92"/>
                <a:gd name="T42" fmla="*/ 26 w 46"/>
                <a:gd name="T43" fmla="*/ 7 h 92"/>
                <a:gd name="T44" fmla="*/ 0 w 46"/>
                <a:gd name="T45" fmla="*/ 78 h 9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6"/>
                <a:gd name="T70" fmla="*/ 0 h 92"/>
                <a:gd name="T71" fmla="*/ 46 w 46"/>
                <a:gd name="T72" fmla="*/ 92 h 9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6" h="92">
                  <a:moveTo>
                    <a:pt x="0" y="78"/>
                  </a:moveTo>
                  <a:lnTo>
                    <a:pt x="0" y="83"/>
                  </a:lnTo>
                  <a:lnTo>
                    <a:pt x="1" y="86"/>
                  </a:lnTo>
                  <a:lnTo>
                    <a:pt x="1" y="88"/>
                  </a:lnTo>
                  <a:lnTo>
                    <a:pt x="5" y="90"/>
                  </a:lnTo>
                  <a:lnTo>
                    <a:pt x="7" y="92"/>
                  </a:lnTo>
                  <a:lnTo>
                    <a:pt x="12" y="92"/>
                  </a:lnTo>
                  <a:lnTo>
                    <a:pt x="15" y="90"/>
                  </a:lnTo>
                  <a:lnTo>
                    <a:pt x="17" y="90"/>
                  </a:lnTo>
                  <a:lnTo>
                    <a:pt x="19" y="86"/>
                  </a:lnTo>
                  <a:lnTo>
                    <a:pt x="20" y="85"/>
                  </a:lnTo>
                  <a:lnTo>
                    <a:pt x="46" y="14"/>
                  </a:lnTo>
                  <a:lnTo>
                    <a:pt x="46" y="9"/>
                  </a:lnTo>
                  <a:lnTo>
                    <a:pt x="45" y="5"/>
                  </a:lnTo>
                  <a:lnTo>
                    <a:pt x="45" y="4"/>
                  </a:lnTo>
                  <a:lnTo>
                    <a:pt x="41" y="2"/>
                  </a:lnTo>
                  <a:lnTo>
                    <a:pt x="39" y="0"/>
                  </a:lnTo>
                  <a:lnTo>
                    <a:pt x="34" y="0"/>
                  </a:lnTo>
                  <a:lnTo>
                    <a:pt x="31" y="2"/>
                  </a:lnTo>
                  <a:lnTo>
                    <a:pt x="29" y="2"/>
                  </a:lnTo>
                  <a:lnTo>
                    <a:pt x="27" y="5"/>
                  </a:lnTo>
                  <a:lnTo>
                    <a:pt x="26" y="7"/>
                  </a:lnTo>
                  <a:lnTo>
                    <a:pt x="0"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6" name="Freeform 45">
              <a:extLst>
                <a:ext uri="{FF2B5EF4-FFF2-40B4-BE49-F238E27FC236}">
                  <a16:creationId xmlns:a16="http://schemas.microsoft.com/office/drawing/2014/main" id="{FE29716E-82F2-646F-03EB-BCAE10C3096F}"/>
                </a:ext>
              </a:extLst>
            </p:cNvPr>
            <p:cNvSpPr>
              <a:spLocks noChangeAspect="1"/>
            </p:cNvSpPr>
            <p:nvPr/>
          </p:nvSpPr>
          <p:spPr bwMode="auto">
            <a:xfrm>
              <a:off x="3823" y="1932"/>
              <a:ext cx="41" cy="85"/>
            </a:xfrm>
            <a:custGeom>
              <a:avLst/>
              <a:gdLst>
                <a:gd name="T0" fmla="*/ 21 w 41"/>
                <a:gd name="T1" fmla="*/ 78 h 85"/>
                <a:gd name="T2" fmla="*/ 24 w 41"/>
                <a:gd name="T3" fmla="*/ 81 h 85"/>
                <a:gd name="T4" fmla="*/ 26 w 41"/>
                <a:gd name="T5" fmla="*/ 83 h 85"/>
                <a:gd name="T6" fmla="*/ 29 w 41"/>
                <a:gd name="T7" fmla="*/ 85 h 85"/>
                <a:gd name="T8" fmla="*/ 35 w 41"/>
                <a:gd name="T9" fmla="*/ 85 h 85"/>
                <a:gd name="T10" fmla="*/ 38 w 41"/>
                <a:gd name="T11" fmla="*/ 81 h 85"/>
                <a:gd name="T12" fmla="*/ 40 w 41"/>
                <a:gd name="T13" fmla="*/ 80 h 85"/>
                <a:gd name="T14" fmla="*/ 41 w 41"/>
                <a:gd name="T15" fmla="*/ 76 h 85"/>
                <a:gd name="T16" fmla="*/ 41 w 41"/>
                <a:gd name="T17" fmla="*/ 71 h 85"/>
                <a:gd name="T18" fmla="*/ 21 w 41"/>
                <a:gd name="T19" fmla="*/ 7 h 85"/>
                <a:gd name="T20" fmla="*/ 17 w 41"/>
                <a:gd name="T21" fmla="*/ 4 h 85"/>
                <a:gd name="T22" fmla="*/ 16 w 41"/>
                <a:gd name="T23" fmla="*/ 2 h 85"/>
                <a:gd name="T24" fmla="*/ 12 w 41"/>
                <a:gd name="T25" fmla="*/ 0 h 85"/>
                <a:gd name="T26" fmla="*/ 7 w 41"/>
                <a:gd name="T27" fmla="*/ 0 h 85"/>
                <a:gd name="T28" fmla="*/ 3 w 41"/>
                <a:gd name="T29" fmla="*/ 4 h 85"/>
                <a:gd name="T30" fmla="*/ 2 w 41"/>
                <a:gd name="T31" fmla="*/ 5 h 85"/>
                <a:gd name="T32" fmla="*/ 0 w 41"/>
                <a:gd name="T33" fmla="*/ 9 h 85"/>
                <a:gd name="T34" fmla="*/ 0 w 41"/>
                <a:gd name="T35" fmla="*/ 14 h 85"/>
                <a:gd name="T36" fmla="*/ 21 w 41"/>
                <a:gd name="T37" fmla="*/ 78 h 8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85"/>
                <a:gd name="T59" fmla="*/ 41 w 41"/>
                <a:gd name="T60" fmla="*/ 85 h 8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85">
                  <a:moveTo>
                    <a:pt x="21" y="78"/>
                  </a:moveTo>
                  <a:lnTo>
                    <a:pt x="24" y="81"/>
                  </a:lnTo>
                  <a:lnTo>
                    <a:pt x="26" y="83"/>
                  </a:lnTo>
                  <a:lnTo>
                    <a:pt x="29" y="85"/>
                  </a:lnTo>
                  <a:lnTo>
                    <a:pt x="35" y="85"/>
                  </a:lnTo>
                  <a:lnTo>
                    <a:pt x="38" y="81"/>
                  </a:lnTo>
                  <a:lnTo>
                    <a:pt x="40" y="80"/>
                  </a:lnTo>
                  <a:lnTo>
                    <a:pt x="41" y="76"/>
                  </a:lnTo>
                  <a:lnTo>
                    <a:pt x="41" y="71"/>
                  </a:lnTo>
                  <a:lnTo>
                    <a:pt x="21" y="7"/>
                  </a:lnTo>
                  <a:lnTo>
                    <a:pt x="17" y="4"/>
                  </a:lnTo>
                  <a:lnTo>
                    <a:pt x="16" y="2"/>
                  </a:lnTo>
                  <a:lnTo>
                    <a:pt x="12" y="0"/>
                  </a:lnTo>
                  <a:lnTo>
                    <a:pt x="7" y="0"/>
                  </a:lnTo>
                  <a:lnTo>
                    <a:pt x="3" y="4"/>
                  </a:lnTo>
                  <a:lnTo>
                    <a:pt x="2" y="5"/>
                  </a:lnTo>
                  <a:lnTo>
                    <a:pt x="0" y="9"/>
                  </a:lnTo>
                  <a:lnTo>
                    <a:pt x="0" y="14"/>
                  </a:lnTo>
                  <a:lnTo>
                    <a:pt x="21"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7" name="Freeform 46">
              <a:extLst>
                <a:ext uri="{FF2B5EF4-FFF2-40B4-BE49-F238E27FC236}">
                  <a16:creationId xmlns:a16="http://schemas.microsoft.com/office/drawing/2014/main" id="{E51B3E80-3A8A-7C9B-3452-A195CBDD166C}"/>
                </a:ext>
              </a:extLst>
            </p:cNvPr>
            <p:cNvSpPr>
              <a:spLocks noChangeAspect="1"/>
            </p:cNvSpPr>
            <p:nvPr/>
          </p:nvSpPr>
          <p:spPr bwMode="auto">
            <a:xfrm>
              <a:off x="5031" y="971"/>
              <a:ext cx="21" cy="173"/>
            </a:xfrm>
            <a:custGeom>
              <a:avLst/>
              <a:gdLst>
                <a:gd name="T0" fmla="*/ 21 w 21"/>
                <a:gd name="T1" fmla="*/ 11 h 173"/>
                <a:gd name="T2" fmla="*/ 21 w 21"/>
                <a:gd name="T3" fmla="*/ 7 h 173"/>
                <a:gd name="T4" fmla="*/ 17 w 21"/>
                <a:gd name="T5" fmla="*/ 4 h 173"/>
                <a:gd name="T6" fmla="*/ 14 w 21"/>
                <a:gd name="T7" fmla="*/ 0 h 173"/>
                <a:gd name="T8" fmla="*/ 7 w 21"/>
                <a:gd name="T9" fmla="*/ 0 h 173"/>
                <a:gd name="T10" fmla="*/ 4 w 21"/>
                <a:gd name="T11" fmla="*/ 4 h 173"/>
                <a:gd name="T12" fmla="*/ 0 w 21"/>
                <a:gd name="T13" fmla="*/ 7 h 173"/>
                <a:gd name="T14" fmla="*/ 0 w 21"/>
                <a:gd name="T15" fmla="*/ 166 h 173"/>
                <a:gd name="T16" fmla="*/ 4 w 21"/>
                <a:gd name="T17" fmla="*/ 170 h 173"/>
                <a:gd name="T18" fmla="*/ 7 w 21"/>
                <a:gd name="T19" fmla="*/ 173 h 173"/>
                <a:gd name="T20" fmla="*/ 14 w 21"/>
                <a:gd name="T21" fmla="*/ 173 h 173"/>
                <a:gd name="T22" fmla="*/ 17 w 21"/>
                <a:gd name="T23" fmla="*/ 170 h 173"/>
                <a:gd name="T24" fmla="*/ 21 w 21"/>
                <a:gd name="T25" fmla="*/ 166 h 173"/>
                <a:gd name="T26" fmla="*/ 21 w 21"/>
                <a:gd name="T27" fmla="*/ 163 h 173"/>
                <a:gd name="T28" fmla="*/ 21 w 21"/>
                <a:gd name="T29" fmla="*/ 11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173"/>
                <a:gd name="T47" fmla="*/ 21 w 21"/>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173">
                  <a:moveTo>
                    <a:pt x="21" y="11"/>
                  </a:moveTo>
                  <a:lnTo>
                    <a:pt x="21" y="7"/>
                  </a:lnTo>
                  <a:lnTo>
                    <a:pt x="17" y="4"/>
                  </a:lnTo>
                  <a:lnTo>
                    <a:pt x="14" y="0"/>
                  </a:lnTo>
                  <a:lnTo>
                    <a:pt x="7" y="0"/>
                  </a:lnTo>
                  <a:lnTo>
                    <a:pt x="4" y="4"/>
                  </a:lnTo>
                  <a:lnTo>
                    <a:pt x="0" y="7"/>
                  </a:lnTo>
                  <a:lnTo>
                    <a:pt x="0" y="166"/>
                  </a:lnTo>
                  <a:lnTo>
                    <a:pt x="4" y="170"/>
                  </a:lnTo>
                  <a:lnTo>
                    <a:pt x="7" y="173"/>
                  </a:lnTo>
                  <a:lnTo>
                    <a:pt x="14" y="173"/>
                  </a:lnTo>
                  <a:lnTo>
                    <a:pt x="17" y="170"/>
                  </a:lnTo>
                  <a:lnTo>
                    <a:pt x="21" y="166"/>
                  </a:lnTo>
                  <a:lnTo>
                    <a:pt x="21" y="163"/>
                  </a:lnTo>
                  <a:lnTo>
                    <a:pt x="2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8" name="Freeform 47">
              <a:extLst>
                <a:ext uri="{FF2B5EF4-FFF2-40B4-BE49-F238E27FC236}">
                  <a16:creationId xmlns:a16="http://schemas.microsoft.com/office/drawing/2014/main" id="{9BA7AE14-3337-46D9-F91E-6BE34821FA38}"/>
                </a:ext>
              </a:extLst>
            </p:cNvPr>
            <p:cNvSpPr>
              <a:spLocks noChangeAspect="1"/>
            </p:cNvSpPr>
            <p:nvPr/>
          </p:nvSpPr>
          <p:spPr bwMode="auto">
            <a:xfrm>
              <a:off x="5022" y="1064"/>
              <a:ext cx="49" cy="87"/>
            </a:xfrm>
            <a:custGeom>
              <a:avLst/>
              <a:gdLst>
                <a:gd name="T0" fmla="*/ 0 w 49"/>
                <a:gd name="T1" fmla="*/ 73 h 87"/>
                <a:gd name="T2" fmla="*/ 0 w 49"/>
                <a:gd name="T3" fmla="*/ 80 h 87"/>
                <a:gd name="T4" fmla="*/ 2 w 49"/>
                <a:gd name="T5" fmla="*/ 83 h 87"/>
                <a:gd name="T6" fmla="*/ 4 w 49"/>
                <a:gd name="T7" fmla="*/ 85 h 87"/>
                <a:gd name="T8" fmla="*/ 7 w 49"/>
                <a:gd name="T9" fmla="*/ 87 h 87"/>
                <a:gd name="T10" fmla="*/ 14 w 49"/>
                <a:gd name="T11" fmla="*/ 87 h 87"/>
                <a:gd name="T12" fmla="*/ 18 w 49"/>
                <a:gd name="T13" fmla="*/ 85 h 87"/>
                <a:gd name="T14" fmla="*/ 19 w 49"/>
                <a:gd name="T15" fmla="*/ 83 h 87"/>
                <a:gd name="T16" fmla="*/ 21 w 49"/>
                <a:gd name="T17" fmla="*/ 80 h 87"/>
                <a:gd name="T18" fmla="*/ 49 w 49"/>
                <a:gd name="T19" fmla="*/ 14 h 87"/>
                <a:gd name="T20" fmla="*/ 49 w 49"/>
                <a:gd name="T21" fmla="*/ 7 h 87"/>
                <a:gd name="T22" fmla="*/ 47 w 49"/>
                <a:gd name="T23" fmla="*/ 4 h 87"/>
                <a:gd name="T24" fmla="*/ 45 w 49"/>
                <a:gd name="T25" fmla="*/ 2 h 87"/>
                <a:gd name="T26" fmla="*/ 42 w 49"/>
                <a:gd name="T27" fmla="*/ 0 h 87"/>
                <a:gd name="T28" fmla="*/ 35 w 49"/>
                <a:gd name="T29" fmla="*/ 0 h 87"/>
                <a:gd name="T30" fmla="*/ 32 w 49"/>
                <a:gd name="T31" fmla="*/ 2 h 87"/>
                <a:gd name="T32" fmla="*/ 30 w 49"/>
                <a:gd name="T33" fmla="*/ 4 h 87"/>
                <a:gd name="T34" fmla="*/ 28 w 49"/>
                <a:gd name="T35" fmla="*/ 7 h 87"/>
                <a:gd name="T36" fmla="*/ 0 w 49"/>
                <a:gd name="T37" fmla="*/ 73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
                <a:gd name="T58" fmla="*/ 0 h 87"/>
                <a:gd name="T59" fmla="*/ 49 w 49"/>
                <a:gd name="T60" fmla="*/ 87 h 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 h="87">
                  <a:moveTo>
                    <a:pt x="0" y="73"/>
                  </a:moveTo>
                  <a:lnTo>
                    <a:pt x="0" y="80"/>
                  </a:lnTo>
                  <a:lnTo>
                    <a:pt x="2" y="83"/>
                  </a:lnTo>
                  <a:lnTo>
                    <a:pt x="4" y="85"/>
                  </a:lnTo>
                  <a:lnTo>
                    <a:pt x="7" y="87"/>
                  </a:lnTo>
                  <a:lnTo>
                    <a:pt x="14" y="87"/>
                  </a:lnTo>
                  <a:lnTo>
                    <a:pt x="18" y="85"/>
                  </a:lnTo>
                  <a:lnTo>
                    <a:pt x="19" y="83"/>
                  </a:lnTo>
                  <a:lnTo>
                    <a:pt x="21" y="80"/>
                  </a:lnTo>
                  <a:lnTo>
                    <a:pt x="49" y="14"/>
                  </a:lnTo>
                  <a:lnTo>
                    <a:pt x="49" y="7"/>
                  </a:lnTo>
                  <a:lnTo>
                    <a:pt x="47" y="4"/>
                  </a:lnTo>
                  <a:lnTo>
                    <a:pt x="45" y="2"/>
                  </a:lnTo>
                  <a:lnTo>
                    <a:pt x="42" y="0"/>
                  </a:lnTo>
                  <a:lnTo>
                    <a:pt x="35" y="0"/>
                  </a:lnTo>
                  <a:lnTo>
                    <a:pt x="32" y="2"/>
                  </a:lnTo>
                  <a:lnTo>
                    <a:pt x="30" y="4"/>
                  </a:lnTo>
                  <a:lnTo>
                    <a:pt x="28" y="7"/>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29" name="Freeform 48">
              <a:extLst>
                <a:ext uri="{FF2B5EF4-FFF2-40B4-BE49-F238E27FC236}">
                  <a16:creationId xmlns:a16="http://schemas.microsoft.com/office/drawing/2014/main" id="{691D711C-BD63-7C7B-612C-60B66E2D42E4}"/>
                </a:ext>
              </a:extLst>
            </p:cNvPr>
            <p:cNvSpPr>
              <a:spLocks noChangeAspect="1"/>
            </p:cNvSpPr>
            <p:nvPr/>
          </p:nvSpPr>
          <p:spPr bwMode="auto">
            <a:xfrm>
              <a:off x="5003" y="1064"/>
              <a:ext cx="40" cy="80"/>
            </a:xfrm>
            <a:custGeom>
              <a:avLst/>
              <a:gdLst>
                <a:gd name="T0" fmla="*/ 19 w 40"/>
                <a:gd name="T1" fmla="*/ 73 h 80"/>
                <a:gd name="T2" fmla="*/ 23 w 40"/>
                <a:gd name="T3" fmla="*/ 77 h 80"/>
                <a:gd name="T4" fmla="*/ 25 w 40"/>
                <a:gd name="T5" fmla="*/ 78 h 80"/>
                <a:gd name="T6" fmla="*/ 28 w 40"/>
                <a:gd name="T7" fmla="*/ 80 h 80"/>
                <a:gd name="T8" fmla="*/ 33 w 40"/>
                <a:gd name="T9" fmla="*/ 80 h 80"/>
                <a:gd name="T10" fmla="*/ 37 w 40"/>
                <a:gd name="T11" fmla="*/ 77 h 80"/>
                <a:gd name="T12" fmla="*/ 38 w 40"/>
                <a:gd name="T13" fmla="*/ 75 h 80"/>
                <a:gd name="T14" fmla="*/ 40 w 40"/>
                <a:gd name="T15" fmla="*/ 71 h 80"/>
                <a:gd name="T16" fmla="*/ 40 w 40"/>
                <a:gd name="T17" fmla="*/ 66 h 80"/>
                <a:gd name="T18" fmla="*/ 21 w 40"/>
                <a:gd name="T19" fmla="*/ 7 h 80"/>
                <a:gd name="T20" fmla="*/ 18 w 40"/>
                <a:gd name="T21" fmla="*/ 4 h 80"/>
                <a:gd name="T22" fmla="*/ 16 w 40"/>
                <a:gd name="T23" fmla="*/ 2 h 80"/>
                <a:gd name="T24" fmla="*/ 13 w 40"/>
                <a:gd name="T25" fmla="*/ 0 h 80"/>
                <a:gd name="T26" fmla="*/ 7 w 40"/>
                <a:gd name="T27" fmla="*/ 0 h 80"/>
                <a:gd name="T28" fmla="*/ 4 w 40"/>
                <a:gd name="T29" fmla="*/ 4 h 80"/>
                <a:gd name="T30" fmla="*/ 2 w 40"/>
                <a:gd name="T31" fmla="*/ 6 h 80"/>
                <a:gd name="T32" fmla="*/ 0 w 40"/>
                <a:gd name="T33" fmla="*/ 9 h 80"/>
                <a:gd name="T34" fmla="*/ 0 w 40"/>
                <a:gd name="T35" fmla="*/ 14 h 80"/>
                <a:gd name="T36" fmla="*/ 19 w 40"/>
                <a:gd name="T37" fmla="*/ 73 h 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80"/>
                <a:gd name="T59" fmla="*/ 40 w 40"/>
                <a:gd name="T60" fmla="*/ 80 h 8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80">
                  <a:moveTo>
                    <a:pt x="19" y="73"/>
                  </a:moveTo>
                  <a:lnTo>
                    <a:pt x="23" y="77"/>
                  </a:lnTo>
                  <a:lnTo>
                    <a:pt x="25" y="78"/>
                  </a:lnTo>
                  <a:lnTo>
                    <a:pt x="28" y="80"/>
                  </a:lnTo>
                  <a:lnTo>
                    <a:pt x="33" y="80"/>
                  </a:lnTo>
                  <a:lnTo>
                    <a:pt x="37" y="77"/>
                  </a:lnTo>
                  <a:lnTo>
                    <a:pt x="38" y="75"/>
                  </a:lnTo>
                  <a:lnTo>
                    <a:pt x="40" y="71"/>
                  </a:lnTo>
                  <a:lnTo>
                    <a:pt x="40" y="66"/>
                  </a:lnTo>
                  <a:lnTo>
                    <a:pt x="21" y="7"/>
                  </a:lnTo>
                  <a:lnTo>
                    <a:pt x="18" y="4"/>
                  </a:lnTo>
                  <a:lnTo>
                    <a:pt x="16" y="2"/>
                  </a:lnTo>
                  <a:lnTo>
                    <a:pt x="13" y="0"/>
                  </a:lnTo>
                  <a:lnTo>
                    <a:pt x="7" y="0"/>
                  </a:lnTo>
                  <a:lnTo>
                    <a:pt x="4" y="4"/>
                  </a:lnTo>
                  <a:lnTo>
                    <a:pt x="2" y="6"/>
                  </a:lnTo>
                  <a:lnTo>
                    <a:pt x="0" y="9"/>
                  </a:lnTo>
                  <a:lnTo>
                    <a:pt x="0" y="14"/>
                  </a:lnTo>
                  <a:lnTo>
                    <a:pt x="19"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30" name="Rectangle 49">
              <a:extLst>
                <a:ext uri="{FF2B5EF4-FFF2-40B4-BE49-F238E27FC236}">
                  <a16:creationId xmlns:a16="http://schemas.microsoft.com/office/drawing/2014/main" id="{015EF37D-E897-CB4E-7CBF-8C2C416E64BA}"/>
                </a:ext>
              </a:extLst>
            </p:cNvPr>
            <p:cNvSpPr>
              <a:spLocks noChangeAspect="1" noChangeArrowheads="1"/>
            </p:cNvSpPr>
            <p:nvPr/>
          </p:nvSpPr>
          <p:spPr bwMode="auto">
            <a:xfrm>
              <a:off x="5005" y="1401"/>
              <a:ext cx="15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R0</a:t>
              </a:r>
              <a:endParaRPr lang="en-US" altLang="es-ES" sz="2800" b="0" i="0" baseline="0"/>
            </a:p>
          </p:txBody>
        </p:sp>
        <p:sp>
          <p:nvSpPr>
            <p:cNvPr id="20531" name="Rectangle 50">
              <a:extLst>
                <a:ext uri="{FF2B5EF4-FFF2-40B4-BE49-F238E27FC236}">
                  <a16:creationId xmlns:a16="http://schemas.microsoft.com/office/drawing/2014/main" id="{90B13621-9DF2-E50A-7C04-7FA8A854D724}"/>
                </a:ext>
              </a:extLst>
            </p:cNvPr>
            <p:cNvSpPr>
              <a:spLocks noChangeAspect="1" noChangeArrowheads="1"/>
            </p:cNvSpPr>
            <p:nvPr/>
          </p:nvSpPr>
          <p:spPr bwMode="auto">
            <a:xfrm>
              <a:off x="4953" y="1165"/>
              <a:ext cx="27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2800" b="0" i="0" baseline="0"/>
            </a:p>
          </p:txBody>
        </p:sp>
        <p:sp>
          <p:nvSpPr>
            <p:cNvPr id="20532" name="Freeform 51">
              <a:extLst>
                <a:ext uri="{FF2B5EF4-FFF2-40B4-BE49-F238E27FC236}">
                  <a16:creationId xmlns:a16="http://schemas.microsoft.com/office/drawing/2014/main" id="{6F24F780-6867-AC13-F3AA-368E52DA7433}"/>
                </a:ext>
              </a:extLst>
            </p:cNvPr>
            <p:cNvSpPr>
              <a:spLocks noChangeAspect="1"/>
            </p:cNvSpPr>
            <p:nvPr/>
          </p:nvSpPr>
          <p:spPr bwMode="auto">
            <a:xfrm>
              <a:off x="4872" y="1141"/>
              <a:ext cx="377" cy="589"/>
            </a:xfrm>
            <a:custGeom>
              <a:avLst/>
              <a:gdLst>
                <a:gd name="T0" fmla="*/ 10 w 377"/>
                <a:gd name="T1" fmla="*/ 0 h 589"/>
                <a:gd name="T2" fmla="*/ 7 w 377"/>
                <a:gd name="T3" fmla="*/ 0 h 589"/>
                <a:gd name="T4" fmla="*/ 4 w 377"/>
                <a:gd name="T5" fmla="*/ 3 h 589"/>
                <a:gd name="T6" fmla="*/ 0 w 377"/>
                <a:gd name="T7" fmla="*/ 6 h 589"/>
                <a:gd name="T8" fmla="*/ 0 w 377"/>
                <a:gd name="T9" fmla="*/ 582 h 589"/>
                <a:gd name="T10" fmla="*/ 4 w 377"/>
                <a:gd name="T11" fmla="*/ 585 h 589"/>
                <a:gd name="T12" fmla="*/ 7 w 377"/>
                <a:gd name="T13" fmla="*/ 589 h 589"/>
                <a:gd name="T14" fmla="*/ 370 w 377"/>
                <a:gd name="T15" fmla="*/ 589 h 589"/>
                <a:gd name="T16" fmla="*/ 373 w 377"/>
                <a:gd name="T17" fmla="*/ 585 h 589"/>
                <a:gd name="T18" fmla="*/ 377 w 377"/>
                <a:gd name="T19" fmla="*/ 582 h 589"/>
                <a:gd name="T20" fmla="*/ 377 w 377"/>
                <a:gd name="T21" fmla="*/ 6 h 589"/>
                <a:gd name="T22" fmla="*/ 373 w 377"/>
                <a:gd name="T23" fmla="*/ 3 h 589"/>
                <a:gd name="T24" fmla="*/ 370 w 377"/>
                <a:gd name="T25" fmla="*/ 0 h 589"/>
                <a:gd name="T26" fmla="*/ 366 w 377"/>
                <a:gd name="T27" fmla="*/ 0 h 589"/>
                <a:gd name="T28" fmla="*/ 10 w 377"/>
                <a:gd name="T29" fmla="*/ 0 h 589"/>
                <a:gd name="T30" fmla="*/ 10 w 377"/>
                <a:gd name="T31" fmla="*/ 20 h 589"/>
                <a:gd name="T32" fmla="*/ 366 w 377"/>
                <a:gd name="T33" fmla="*/ 20 h 589"/>
                <a:gd name="T34" fmla="*/ 356 w 377"/>
                <a:gd name="T35" fmla="*/ 10 h 589"/>
                <a:gd name="T36" fmla="*/ 356 w 377"/>
                <a:gd name="T37" fmla="*/ 578 h 589"/>
                <a:gd name="T38" fmla="*/ 366 w 377"/>
                <a:gd name="T39" fmla="*/ 568 h 589"/>
                <a:gd name="T40" fmla="*/ 10 w 377"/>
                <a:gd name="T41" fmla="*/ 568 h 589"/>
                <a:gd name="T42" fmla="*/ 21 w 377"/>
                <a:gd name="T43" fmla="*/ 578 h 589"/>
                <a:gd name="T44" fmla="*/ 21 w 377"/>
                <a:gd name="T45" fmla="*/ 10 h 589"/>
                <a:gd name="T46" fmla="*/ 10 w 377"/>
                <a:gd name="T47" fmla="*/ 20 h 589"/>
                <a:gd name="T48" fmla="*/ 10 w 377"/>
                <a:gd name="T49" fmla="*/ 0 h 58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7"/>
                <a:gd name="T76" fmla="*/ 0 h 589"/>
                <a:gd name="T77" fmla="*/ 377 w 377"/>
                <a:gd name="T78" fmla="*/ 589 h 58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7" h="589">
                  <a:moveTo>
                    <a:pt x="10" y="0"/>
                  </a:moveTo>
                  <a:lnTo>
                    <a:pt x="7" y="0"/>
                  </a:lnTo>
                  <a:lnTo>
                    <a:pt x="4" y="3"/>
                  </a:lnTo>
                  <a:lnTo>
                    <a:pt x="0" y="6"/>
                  </a:lnTo>
                  <a:lnTo>
                    <a:pt x="0" y="582"/>
                  </a:lnTo>
                  <a:lnTo>
                    <a:pt x="4" y="585"/>
                  </a:lnTo>
                  <a:lnTo>
                    <a:pt x="7" y="589"/>
                  </a:lnTo>
                  <a:lnTo>
                    <a:pt x="370" y="589"/>
                  </a:lnTo>
                  <a:lnTo>
                    <a:pt x="373" y="585"/>
                  </a:lnTo>
                  <a:lnTo>
                    <a:pt x="377" y="582"/>
                  </a:lnTo>
                  <a:lnTo>
                    <a:pt x="377" y="6"/>
                  </a:lnTo>
                  <a:lnTo>
                    <a:pt x="373" y="3"/>
                  </a:lnTo>
                  <a:lnTo>
                    <a:pt x="370" y="0"/>
                  </a:lnTo>
                  <a:lnTo>
                    <a:pt x="366" y="0"/>
                  </a:lnTo>
                  <a:lnTo>
                    <a:pt x="10" y="0"/>
                  </a:lnTo>
                  <a:lnTo>
                    <a:pt x="10" y="20"/>
                  </a:lnTo>
                  <a:lnTo>
                    <a:pt x="366" y="20"/>
                  </a:lnTo>
                  <a:lnTo>
                    <a:pt x="356" y="10"/>
                  </a:lnTo>
                  <a:lnTo>
                    <a:pt x="356" y="578"/>
                  </a:lnTo>
                  <a:lnTo>
                    <a:pt x="366" y="568"/>
                  </a:lnTo>
                  <a:lnTo>
                    <a:pt x="10" y="568"/>
                  </a:lnTo>
                  <a:lnTo>
                    <a:pt x="21" y="578"/>
                  </a:lnTo>
                  <a:lnTo>
                    <a:pt x="21"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33" name="Freeform 52">
              <a:extLst>
                <a:ext uri="{FF2B5EF4-FFF2-40B4-BE49-F238E27FC236}">
                  <a16:creationId xmlns:a16="http://schemas.microsoft.com/office/drawing/2014/main" id="{C918B201-0804-E9AE-C820-D27621FED118}"/>
                </a:ext>
              </a:extLst>
            </p:cNvPr>
            <p:cNvSpPr>
              <a:spLocks noChangeAspect="1"/>
            </p:cNvSpPr>
            <p:nvPr/>
          </p:nvSpPr>
          <p:spPr bwMode="auto">
            <a:xfrm>
              <a:off x="4462" y="2362"/>
              <a:ext cx="424" cy="21"/>
            </a:xfrm>
            <a:custGeom>
              <a:avLst/>
              <a:gdLst>
                <a:gd name="T0" fmla="*/ 11 w 424"/>
                <a:gd name="T1" fmla="*/ 0 h 21"/>
                <a:gd name="T2" fmla="*/ 7 w 424"/>
                <a:gd name="T3" fmla="*/ 0 h 21"/>
                <a:gd name="T4" fmla="*/ 4 w 424"/>
                <a:gd name="T5" fmla="*/ 4 h 21"/>
                <a:gd name="T6" fmla="*/ 0 w 424"/>
                <a:gd name="T7" fmla="*/ 7 h 21"/>
                <a:gd name="T8" fmla="*/ 0 w 424"/>
                <a:gd name="T9" fmla="*/ 14 h 21"/>
                <a:gd name="T10" fmla="*/ 4 w 424"/>
                <a:gd name="T11" fmla="*/ 18 h 21"/>
                <a:gd name="T12" fmla="*/ 7 w 424"/>
                <a:gd name="T13" fmla="*/ 21 h 21"/>
                <a:gd name="T14" fmla="*/ 417 w 424"/>
                <a:gd name="T15" fmla="*/ 21 h 21"/>
                <a:gd name="T16" fmla="*/ 420 w 424"/>
                <a:gd name="T17" fmla="*/ 18 h 21"/>
                <a:gd name="T18" fmla="*/ 424 w 424"/>
                <a:gd name="T19" fmla="*/ 14 h 21"/>
                <a:gd name="T20" fmla="*/ 424 w 424"/>
                <a:gd name="T21" fmla="*/ 7 h 21"/>
                <a:gd name="T22" fmla="*/ 420 w 424"/>
                <a:gd name="T23" fmla="*/ 4 h 21"/>
                <a:gd name="T24" fmla="*/ 417 w 424"/>
                <a:gd name="T25" fmla="*/ 0 h 21"/>
                <a:gd name="T26" fmla="*/ 414 w 424"/>
                <a:gd name="T27" fmla="*/ 0 h 21"/>
                <a:gd name="T28" fmla="*/ 11 w 424"/>
                <a:gd name="T29" fmla="*/ 0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4"/>
                <a:gd name="T46" fmla="*/ 0 h 21"/>
                <a:gd name="T47" fmla="*/ 424 w 424"/>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4" h="21">
                  <a:moveTo>
                    <a:pt x="11" y="0"/>
                  </a:moveTo>
                  <a:lnTo>
                    <a:pt x="7" y="0"/>
                  </a:lnTo>
                  <a:lnTo>
                    <a:pt x="4" y="4"/>
                  </a:lnTo>
                  <a:lnTo>
                    <a:pt x="0" y="7"/>
                  </a:lnTo>
                  <a:lnTo>
                    <a:pt x="0" y="14"/>
                  </a:lnTo>
                  <a:lnTo>
                    <a:pt x="4" y="18"/>
                  </a:lnTo>
                  <a:lnTo>
                    <a:pt x="7" y="21"/>
                  </a:lnTo>
                  <a:lnTo>
                    <a:pt x="417" y="21"/>
                  </a:lnTo>
                  <a:lnTo>
                    <a:pt x="420" y="18"/>
                  </a:lnTo>
                  <a:lnTo>
                    <a:pt x="424" y="14"/>
                  </a:lnTo>
                  <a:lnTo>
                    <a:pt x="424" y="7"/>
                  </a:lnTo>
                  <a:lnTo>
                    <a:pt x="420" y="4"/>
                  </a:lnTo>
                  <a:lnTo>
                    <a:pt x="417" y="0"/>
                  </a:lnTo>
                  <a:lnTo>
                    <a:pt x="414" y="0"/>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34" name="Freeform 53">
              <a:extLst>
                <a:ext uri="{FF2B5EF4-FFF2-40B4-BE49-F238E27FC236}">
                  <a16:creationId xmlns:a16="http://schemas.microsoft.com/office/drawing/2014/main" id="{A5B41001-1B4D-DF63-B085-FECD1D981EF1}"/>
                </a:ext>
              </a:extLst>
            </p:cNvPr>
            <p:cNvSpPr>
              <a:spLocks noChangeAspect="1"/>
            </p:cNvSpPr>
            <p:nvPr/>
          </p:nvSpPr>
          <p:spPr bwMode="auto">
            <a:xfrm>
              <a:off x="4772" y="2362"/>
              <a:ext cx="114" cy="45"/>
            </a:xfrm>
            <a:custGeom>
              <a:avLst/>
              <a:gdLst>
                <a:gd name="T0" fmla="*/ 107 w 114"/>
                <a:gd name="T1" fmla="*/ 21 h 45"/>
                <a:gd name="T2" fmla="*/ 110 w 114"/>
                <a:gd name="T3" fmla="*/ 18 h 45"/>
                <a:gd name="T4" fmla="*/ 114 w 114"/>
                <a:gd name="T5" fmla="*/ 14 h 45"/>
                <a:gd name="T6" fmla="*/ 114 w 114"/>
                <a:gd name="T7" fmla="*/ 7 h 45"/>
                <a:gd name="T8" fmla="*/ 110 w 114"/>
                <a:gd name="T9" fmla="*/ 4 h 45"/>
                <a:gd name="T10" fmla="*/ 107 w 114"/>
                <a:gd name="T11" fmla="*/ 0 h 45"/>
                <a:gd name="T12" fmla="*/ 100 w 114"/>
                <a:gd name="T13" fmla="*/ 0 h 45"/>
                <a:gd name="T14" fmla="*/ 7 w 114"/>
                <a:gd name="T15" fmla="*/ 25 h 45"/>
                <a:gd name="T16" fmla="*/ 3 w 114"/>
                <a:gd name="T17" fmla="*/ 28 h 45"/>
                <a:gd name="T18" fmla="*/ 0 w 114"/>
                <a:gd name="T19" fmla="*/ 32 h 45"/>
                <a:gd name="T20" fmla="*/ 0 w 114"/>
                <a:gd name="T21" fmla="*/ 38 h 45"/>
                <a:gd name="T22" fmla="*/ 3 w 114"/>
                <a:gd name="T23" fmla="*/ 42 h 45"/>
                <a:gd name="T24" fmla="*/ 7 w 114"/>
                <a:gd name="T25" fmla="*/ 45 h 45"/>
                <a:gd name="T26" fmla="*/ 14 w 114"/>
                <a:gd name="T27" fmla="*/ 45 h 45"/>
                <a:gd name="T28" fmla="*/ 107 w 114"/>
                <a:gd name="T29" fmla="*/ 21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4"/>
                <a:gd name="T46" fmla="*/ 0 h 45"/>
                <a:gd name="T47" fmla="*/ 114 w 11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4" h="45">
                  <a:moveTo>
                    <a:pt x="107" y="21"/>
                  </a:moveTo>
                  <a:lnTo>
                    <a:pt x="110" y="18"/>
                  </a:lnTo>
                  <a:lnTo>
                    <a:pt x="114" y="14"/>
                  </a:lnTo>
                  <a:lnTo>
                    <a:pt x="114" y="7"/>
                  </a:lnTo>
                  <a:lnTo>
                    <a:pt x="110" y="4"/>
                  </a:lnTo>
                  <a:lnTo>
                    <a:pt x="107" y="0"/>
                  </a:lnTo>
                  <a:lnTo>
                    <a:pt x="100" y="0"/>
                  </a:lnTo>
                  <a:lnTo>
                    <a:pt x="7" y="25"/>
                  </a:lnTo>
                  <a:lnTo>
                    <a:pt x="3" y="28"/>
                  </a:lnTo>
                  <a:lnTo>
                    <a:pt x="0" y="32"/>
                  </a:lnTo>
                  <a:lnTo>
                    <a:pt x="0" y="38"/>
                  </a:lnTo>
                  <a:lnTo>
                    <a:pt x="3" y="42"/>
                  </a:lnTo>
                  <a:lnTo>
                    <a:pt x="7" y="45"/>
                  </a:lnTo>
                  <a:lnTo>
                    <a:pt x="14" y="45"/>
                  </a:lnTo>
                  <a:lnTo>
                    <a:pt x="107"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35" name="Freeform 54">
              <a:extLst>
                <a:ext uri="{FF2B5EF4-FFF2-40B4-BE49-F238E27FC236}">
                  <a16:creationId xmlns:a16="http://schemas.microsoft.com/office/drawing/2014/main" id="{3A903E98-F634-FBE4-90F3-6F7F5CBC452D}"/>
                </a:ext>
              </a:extLst>
            </p:cNvPr>
            <p:cNvSpPr>
              <a:spLocks noChangeAspect="1"/>
            </p:cNvSpPr>
            <p:nvPr/>
          </p:nvSpPr>
          <p:spPr bwMode="auto">
            <a:xfrm>
              <a:off x="4772" y="2340"/>
              <a:ext cx="114" cy="43"/>
            </a:xfrm>
            <a:custGeom>
              <a:avLst/>
              <a:gdLst>
                <a:gd name="T0" fmla="*/ 102 w 114"/>
                <a:gd name="T1" fmla="*/ 43 h 43"/>
                <a:gd name="T2" fmla="*/ 107 w 114"/>
                <a:gd name="T3" fmla="*/ 43 h 43"/>
                <a:gd name="T4" fmla="*/ 110 w 114"/>
                <a:gd name="T5" fmla="*/ 40 h 43"/>
                <a:gd name="T6" fmla="*/ 112 w 114"/>
                <a:gd name="T7" fmla="*/ 38 h 43"/>
                <a:gd name="T8" fmla="*/ 114 w 114"/>
                <a:gd name="T9" fmla="*/ 35 h 43"/>
                <a:gd name="T10" fmla="*/ 114 w 114"/>
                <a:gd name="T11" fmla="*/ 29 h 43"/>
                <a:gd name="T12" fmla="*/ 110 w 114"/>
                <a:gd name="T13" fmla="*/ 26 h 43"/>
                <a:gd name="T14" fmla="*/ 109 w 114"/>
                <a:gd name="T15" fmla="*/ 24 h 43"/>
                <a:gd name="T16" fmla="*/ 105 w 114"/>
                <a:gd name="T17" fmla="*/ 22 h 43"/>
                <a:gd name="T18" fmla="*/ 12 w 114"/>
                <a:gd name="T19" fmla="*/ 0 h 43"/>
                <a:gd name="T20" fmla="*/ 7 w 114"/>
                <a:gd name="T21" fmla="*/ 0 h 43"/>
                <a:gd name="T22" fmla="*/ 3 w 114"/>
                <a:gd name="T23" fmla="*/ 3 h 43"/>
                <a:gd name="T24" fmla="*/ 2 w 114"/>
                <a:gd name="T25" fmla="*/ 5 h 43"/>
                <a:gd name="T26" fmla="*/ 0 w 114"/>
                <a:gd name="T27" fmla="*/ 9 h 43"/>
                <a:gd name="T28" fmla="*/ 0 w 114"/>
                <a:gd name="T29" fmla="*/ 14 h 43"/>
                <a:gd name="T30" fmla="*/ 3 w 114"/>
                <a:gd name="T31" fmla="*/ 17 h 43"/>
                <a:gd name="T32" fmla="*/ 5 w 114"/>
                <a:gd name="T33" fmla="*/ 19 h 43"/>
                <a:gd name="T34" fmla="*/ 8 w 114"/>
                <a:gd name="T35" fmla="*/ 21 h 43"/>
                <a:gd name="T36" fmla="*/ 102 w 114"/>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43"/>
                <a:gd name="T59" fmla="*/ 114 w 114"/>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43">
                  <a:moveTo>
                    <a:pt x="102" y="43"/>
                  </a:moveTo>
                  <a:lnTo>
                    <a:pt x="107" y="43"/>
                  </a:lnTo>
                  <a:lnTo>
                    <a:pt x="110" y="40"/>
                  </a:lnTo>
                  <a:lnTo>
                    <a:pt x="112" y="38"/>
                  </a:lnTo>
                  <a:lnTo>
                    <a:pt x="114" y="35"/>
                  </a:lnTo>
                  <a:lnTo>
                    <a:pt x="114" y="29"/>
                  </a:lnTo>
                  <a:lnTo>
                    <a:pt x="110" y="26"/>
                  </a:lnTo>
                  <a:lnTo>
                    <a:pt x="109" y="24"/>
                  </a:lnTo>
                  <a:lnTo>
                    <a:pt x="105" y="22"/>
                  </a:lnTo>
                  <a:lnTo>
                    <a:pt x="12" y="0"/>
                  </a:lnTo>
                  <a:lnTo>
                    <a:pt x="7" y="0"/>
                  </a:lnTo>
                  <a:lnTo>
                    <a:pt x="3" y="3"/>
                  </a:lnTo>
                  <a:lnTo>
                    <a:pt x="2" y="5"/>
                  </a:lnTo>
                  <a:lnTo>
                    <a:pt x="0" y="9"/>
                  </a:lnTo>
                  <a:lnTo>
                    <a:pt x="0" y="14"/>
                  </a:lnTo>
                  <a:lnTo>
                    <a:pt x="3" y="17"/>
                  </a:lnTo>
                  <a:lnTo>
                    <a:pt x="5" y="19"/>
                  </a:lnTo>
                  <a:lnTo>
                    <a:pt x="8" y="21"/>
                  </a:lnTo>
                  <a:lnTo>
                    <a:pt x="102"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36" name="Freeform 55">
              <a:extLst>
                <a:ext uri="{FF2B5EF4-FFF2-40B4-BE49-F238E27FC236}">
                  <a16:creationId xmlns:a16="http://schemas.microsoft.com/office/drawing/2014/main" id="{C447BFDF-7509-C1BB-22AB-459D034AA996}"/>
                </a:ext>
              </a:extLst>
            </p:cNvPr>
            <p:cNvSpPr>
              <a:spLocks noChangeAspect="1"/>
            </p:cNvSpPr>
            <p:nvPr/>
          </p:nvSpPr>
          <p:spPr bwMode="auto">
            <a:xfrm>
              <a:off x="4587" y="2321"/>
              <a:ext cx="105" cy="105"/>
            </a:xfrm>
            <a:custGeom>
              <a:avLst/>
              <a:gdLst>
                <a:gd name="T0" fmla="*/ 104 w 105"/>
                <a:gd name="T1" fmla="*/ 9 h 105"/>
                <a:gd name="T2" fmla="*/ 105 w 105"/>
                <a:gd name="T3" fmla="*/ 9 h 105"/>
                <a:gd name="T4" fmla="*/ 105 w 105"/>
                <a:gd name="T5" fmla="*/ 3 h 105"/>
                <a:gd name="T6" fmla="*/ 104 w 105"/>
                <a:gd name="T7" fmla="*/ 2 h 105"/>
                <a:gd name="T8" fmla="*/ 104 w 105"/>
                <a:gd name="T9" fmla="*/ 0 h 105"/>
                <a:gd name="T10" fmla="*/ 98 w 105"/>
                <a:gd name="T11" fmla="*/ 0 h 105"/>
                <a:gd name="T12" fmla="*/ 97 w 105"/>
                <a:gd name="T13" fmla="*/ 2 h 105"/>
                <a:gd name="T14" fmla="*/ 2 w 105"/>
                <a:gd name="T15" fmla="*/ 97 h 105"/>
                <a:gd name="T16" fmla="*/ 0 w 105"/>
                <a:gd name="T17" fmla="*/ 98 h 105"/>
                <a:gd name="T18" fmla="*/ 0 w 105"/>
                <a:gd name="T19" fmla="*/ 104 h 105"/>
                <a:gd name="T20" fmla="*/ 2 w 105"/>
                <a:gd name="T21" fmla="*/ 104 h 105"/>
                <a:gd name="T22" fmla="*/ 3 w 105"/>
                <a:gd name="T23" fmla="*/ 105 h 105"/>
                <a:gd name="T24" fmla="*/ 9 w 105"/>
                <a:gd name="T25" fmla="*/ 105 h 105"/>
                <a:gd name="T26" fmla="*/ 9 w 105"/>
                <a:gd name="T27" fmla="*/ 104 h 105"/>
                <a:gd name="T28" fmla="*/ 104 w 105"/>
                <a:gd name="T29" fmla="*/ 9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9"/>
                  </a:moveTo>
                  <a:lnTo>
                    <a:pt x="105" y="9"/>
                  </a:lnTo>
                  <a:lnTo>
                    <a:pt x="105" y="3"/>
                  </a:lnTo>
                  <a:lnTo>
                    <a:pt x="104" y="2"/>
                  </a:lnTo>
                  <a:lnTo>
                    <a:pt x="104" y="0"/>
                  </a:lnTo>
                  <a:lnTo>
                    <a:pt x="98" y="0"/>
                  </a:lnTo>
                  <a:lnTo>
                    <a:pt x="97" y="2"/>
                  </a:lnTo>
                  <a:lnTo>
                    <a:pt x="2" y="97"/>
                  </a:lnTo>
                  <a:lnTo>
                    <a:pt x="0" y="98"/>
                  </a:lnTo>
                  <a:lnTo>
                    <a:pt x="0" y="104"/>
                  </a:lnTo>
                  <a:lnTo>
                    <a:pt x="2" y="104"/>
                  </a:lnTo>
                  <a:lnTo>
                    <a:pt x="3" y="105"/>
                  </a:lnTo>
                  <a:lnTo>
                    <a:pt x="9" y="105"/>
                  </a:lnTo>
                  <a:lnTo>
                    <a:pt x="9" y="104"/>
                  </a:lnTo>
                  <a:lnTo>
                    <a:pt x="10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37" name="Rectangle 56">
              <a:extLst>
                <a:ext uri="{FF2B5EF4-FFF2-40B4-BE49-F238E27FC236}">
                  <a16:creationId xmlns:a16="http://schemas.microsoft.com/office/drawing/2014/main" id="{2ED0E309-B55B-29CA-E421-04E569B4BDD0}"/>
                </a:ext>
              </a:extLst>
            </p:cNvPr>
            <p:cNvSpPr>
              <a:spLocks noChangeAspect="1" noChangeArrowheads="1"/>
            </p:cNvSpPr>
            <p:nvPr/>
          </p:nvSpPr>
          <p:spPr bwMode="auto">
            <a:xfrm>
              <a:off x="4571" y="2267"/>
              <a:ext cx="68"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n</a:t>
              </a:r>
              <a:endParaRPr lang="en-US" altLang="es-ES" sz="2800" b="0" i="0" baseline="0"/>
            </a:p>
          </p:txBody>
        </p:sp>
        <p:sp>
          <p:nvSpPr>
            <p:cNvPr id="20538" name="Freeform 57">
              <a:extLst>
                <a:ext uri="{FF2B5EF4-FFF2-40B4-BE49-F238E27FC236}">
                  <a16:creationId xmlns:a16="http://schemas.microsoft.com/office/drawing/2014/main" id="{A99BDE0E-710D-FF90-60D9-98CE4E3356C5}"/>
                </a:ext>
              </a:extLst>
            </p:cNvPr>
            <p:cNvSpPr>
              <a:spLocks noChangeAspect="1"/>
            </p:cNvSpPr>
            <p:nvPr/>
          </p:nvSpPr>
          <p:spPr bwMode="auto">
            <a:xfrm>
              <a:off x="5031" y="2012"/>
              <a:ext cx="21" cy="174"/>
            </a:xfrm>
            <a:custGeom>
              <a:avLst/>
              <a:gdLst>
                <a:gd name="T0" fmla="*/ 21 w 21"/>
                <a:gd name="T1" fmla="*/ 10 h 174"/>
                <a:gd name="T2" fmla="*/ 21 w 21"/>
                <a:gd name="T3" fmla="*/ 6 h 174"/>
                <a:gd name="T4" fmla="*/ 17 w 21"/>
                <a:gd name="T5" fmla="*/ 3 h 174"/>
                <a:gd name="T6" fmla="*/ 14 w 21"/>
                <a:gd name="T7" fmla="*/ 0 h 174"/>
                <a:gd name="T8" fmla="*/ 7 w 21"/>
                <a:gd name="T9" fmla="*/ 0 h 174"/>
                <a:gd name="T10" fmla="*/ 4 w 21"/>
                <a:gd name="T11" fmla="*/ 3 h 174"/>
                <a:gd name="T12" fmla="*/ 0 w 21"/>
                <a:gd name="T13" fmla="*/ 6 h 174"/>
                <a:gd name="T14" fmla="*/ 0 w 21"/>
                <a:gd name="T15" fmla="*/ 167 h 174"/>
                <a:gd name="T16" fmla="*/ 4 w 21"/>
                <a:gd name="T17" fmla="*/ 171 h 174"/>
                <a:gd name="T18" fmla="*/ 7 w 21"/>
                <a:gd name="T19" fmla="*/ 174 h 174"/>
                <a:gd name="T20" fmla="*/ 14 w 21"/>
                <a:gd name="T21" fmla="*/ 174 h 174"/>
                <a:gd name="T22" fmla="*/ 17 w 21"/>
                <a:gd name="T23" fmla="*/ 171 h 174"/>
                <a:gd name="T24" fmla="*/ 21 w 21"/>
                <a:gd name="T25" fmla="*/ 167 h 174"/>
                <a:gd name="T26" fmla="*/ 21 w 21"/>
                <a:gd name="T27" fmla="*/ 164 h 174"/>
                <a:gd name="T28" fmla="*/ 21 w 21"/>
                <a:gd name="T29" fmla="*/ 10 h 1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174"/>
                <a:gd name="T47" fmla="*/ 21 w 21"/>
                <a:gd name="T48" fmla="*/ 174 h 1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174">
                  <a:moveTo>
                    <a:pt x="21" y="10"/>
                  </a:moveTo>
                  <a:lnTo>
                    <a:pt x="21" y="6"/>
                  </a:lnTo>
                  <a:lnTo>
                    <a:pt x="17" y="3"/>
                  </a:lnTo>
                  <a:lnTo>
                    <a:pt x="14" y="0"/>
                  </a:lnTo>
                  <a:lnTo>
                    <a:pt x="7" y="0"/>
                  </a:lnTo>
                  <a:lnTo>
                    <a:pt x="4" y="3"/>
                  </a:lnTo>
                  <a:lnTo>
                    <a:pt x="0" y="6"/>
                  </a:lnTo>
                  <a:lnTo>
                    <a:pt x="0" y="167"/>
                  </a:lnTo>
                  <a:lnTo>
                    <a:pt x="4" y="171"/>
                  </a:lnTo>
                  <a:lnTo>
                    <a:pt x="7" y="174"/>
                  </a:lnTo>
                  <a:lnTo>
                    <a:pt x="14" y="174"/>
                  </a:lnTo>
                  <a:lnTo>
                    <a:pt x="17" y="171"/>
                  </a:lnTo>
                  <a:lnTo>
                    <a:pt x="21" y="167"/>
                  </a:lnTo>
                  <a:lnTo>
                    <a:pt x="21" y="164"/>
                  </a:lnTo>
                  <a:lnTo>
                    <a:pt x="21"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39" name="Freeform 58">
              <a:extLst>
                <a:ext uri="{FF2B5EF4-FFF2-40B4-BE49-F238E27FC236}">
                  <a16:creationId xmlns:a16="http://schemas.microsoft.com/office/drawing/2014/main" id="{DD44DCD3-4853-1753-3E55-0AD2DE19B703}"/>
                </a:ext>
              </a:extLst>
            </p:cNvPr>
            <p:cNvSpPr>
              <a:spLocks noChangeAspect="1"/>
            </p:cNvSpPr>
            <p:nvPr/>
          </p:nvSpPr>
          <p:spPr bwMode="auto">
            <a:xfrm>
              <a:off x="5024" y="2105"/>
              <a:ext cx="49" cy="86"/>
            </a:xfrm>
            <a:custGeom>
              <a:avLst/>
              <a:gdLst>
                <a:gd name="T0" fmla="*/ 0 w 49"/>
                <a:gd name="T1" fmla="*/ 72 h 86"/>
                <a:gd name="T2" fmla="*/ 0 w 49"/>
                <a:gd name="T3" fmla="*/ 79 h 86"/>
                <a:gd name="T4" fmla="*/ 2 w 49"/>
                <a:gd name="T5" fmla="*/ 83 h 86"/>
                <a:gd name="T6" fmla="*/ 4 w 49"/>
                <a:gd name="T7" fmla="*/ 85 h 86"/>
                <a:gd name="T8" fmla="*/ 7 w 49"/>
                <a:gd name="T9" fmla="*/ 86 h 86"/>
                <a:gd name="T10" fmla="*/ 14 w 49"/>
                <a:gd name="T11" fmla="*/ 86 h 86"/>
                <a:gd name="T12" fmla="*/ 17 w 49"/>
                <a:gd name="T13" fmla="*/ 85 h 86"/>
                <a:gd name="T14" fmla="*/ 19 w 49"/>
                <a:gd name="T15" fmla="*/ 83 h 86"/>
                <a:gd name="T16" fmla="*/ 21 w 49"/>
                <a:gd name="T17" fmla="*/ 79 h 86"/>
                <a:gd name="T18" fmla="*/ 49 w 49"/>
                <a:gd name="T19" fmla="*/ 14 h 86"/>
                <a:gd name="T20" fmla="*/ 49 w 49"/>
                <a:gd name="T21" fmla="*/ 7 h 86"/>
                <a:gd name="T22" fmla="*/ 47 w 49"/>
                <a:gd name="T23" fmla="*/ 3 h 86"/>
                <a:gd name="T24" fmla="*/ 45 w 49"/>
                <a:gd name="T25" fmla="*/ 2 h 86"/>
                <a:gd name="T26" fmla="*/ 42 w 49"/>
                <a:gd name="T27" fmla="*/ 0 h 86"/>
                <a:gd name="T28" fmla="*/ 35 w 49"/>
                <a:gd name="T29" fmla="*/ 0 h 86"/>
                <a:gd name="T30" fmla="*/ 31 w 49"/>
                <a:gd name="T31" fmla="*/ 2 h 86"/>
                <a:gd name="T32" fmla="*/ 30 w 49"/>
                <a:gd name="T33" fmla="*/ 3 h 86"/>
                <a:gd name="T34" fmla="*/ 28 w 49"/>
                <a:gd name="T35" fmla="*/ 7 h 86"/>
                <a:gd name="T36" fmla="*/ 0 w 49"/>
                <a:gd name="T37" fmla="*/ 72 h 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
                <a:gd name="T58" fmla="*/ 0 h 86"/>
                <a:gd name="T59" fmla="*/ 49 w 49"/>
                <a:gd name="T60" fmla="*/ 86 h 8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 h="86">
                  <a:moveTo>
                    <a:pt x="0" y="72"/>
                  </a:moveTo>
                  <a:lnTo>
                    <a:pt x="0" y="79"/>
                  </a:lnTo>
                  <a:lnTo>
                    <a:pt x="2" y="83"/>
                  </a:lnTo>
                  <a:lnTo>
                    <a:pt x="4" y="85"/>
                  </a:lnTo>
                  <a:lnTo>
                    <a:pt x="7" y="86"/>
                  </a:lnTo>
                  <a:lnTo>
                    <a:pt x="14" y="86"/>
                  </a:lnTo>
                  <a:lnTo>
                    <a:pt x="17" y="85"/>
                  </a:lnTo>
                  <a:lnTo>
                    <a:pt x="19" y="83"/>
                  </a:lnTo>
                  <a:lnTo>
                    <a:pt x="21" y="79"/>
                  </a:lnTo>
                  <a:lnTo>
                    <a:pt x="49" y="14"/>
                  </a:lnTo>
                  <a:lnTo>
                    <a:pt x="49" y="7"/>
                  </a:lnTo>
                  <a:lnTo>
                    <a:pt x="47" y="3"/>
                  </a:lnTo>
                  <a:lnTo>
                    <a:pt x="45" y="2"/>
                  </a:lnTo>
                  <a:lnTo>
                    <a:pt x="42" y="0"/>
                  </a:lnTo>
                  <a:lnTo>
                    <a:pt x="35" y="0"/>
                  </a:lnTo>
                  <a:lnTo>
                    <a:pt x="31" y="2"/>
                  </a:lnTo>
                  <a:lnTo>
                    <a:pt x="30" y="3"/>
                  </a:lnTo>
                  <a:lnTo>
                    <a:pt x="28" y="7"/>
                  </a:lnTo>
                  <a:lnTo>
                    <a:pt x="0"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40" name="Freeform 59">
              <a:extLst>
                <a:ext uri="{FF2B5EF4-FFF2-40B4-BE49-F238E27FC236}">
                  <a16:creationId xmlns:a16="http://schemas.microsoft.com/office/drawing/2014/main" id="{9A606E97-A9D6-B993-6622-46BF324E80DE}"/>
                </a:ext>
              </a:extLst>
            </p:cNvPr>
            <p:cNvSpPr>
              <a:spLocks noChangeAspect="1"/>
            </p:cNvSpPr>
            <p:nvPr/>
          </p:nvSpPr>
          <p:spPr bwMode="auto">
            <a:xfrm>
              <a:off x="5005" y="2105"/>
              <a:ext cx="40" cy="81"/>
            </a:xfrm>
            <a:custGeom>
              <a:avLst/>
              <a:gdLst>
                <a:gd name="T0" fmla="*/ 19 w 40"/>
                <a:gd name="T1" fmla="*/ 74 h 81"/>
                <a:gd name="T2" fmla="*/ 23 w 40"/>
                <a:gd name="T3" fmla="*/ 78 h 81"/>
                <a:gd name="T4" fmla="*/ 24 w 40"/>
                <a:gd name="T5" fmla="*/ 79 h 81"/>
                <a:gd name="T6" fmla="*/ 28 w 40"/>
                <a:gd name="T7" fmla="*/ 81 h 81"/>
                <a:gd name="T8" fmla="*/ 33 w 40"/>
                <a:gd name="T9" fmla="*/ 81 h 81"/>
                <a:gd name="T10" fmla="*/ 36 w 40"/>
                <a:gd name="T11" fmla="*/ 78 h 81"/>
                <a:gd name="T12" fmla="*/ 38 w 40"/>
                <a:gd name="T13" fmla="*/ 76 h 81"/>
                <a:gd name="T14" fmla="*/ 40 w 40"/>
                <a:gd name="T15" fmla="*/ 72 h 81"/>
                <a:gd name="T16" fmla="*/ 40 w 40"/>
                <a:gd name="T17" fmla="*/ 67 h 81"/>
                <a:gd name="T18" fmla="*/ 21 w 40"/>
                <a:gd name="T19" fmla="*/ 7 h 81"/>
                <a:gd name="T20" fmla="*/ 17 w 40"/>
                <a:gd name="T21" fmla="*/ 3 h 81"/>
                <a:gd name="T22" fmla="*/ 16 w 40"/>
                <a:gd name="T23" fmla="*/ 2 h 81"/>
                <a:gd name="T24" fmla="*/ 12 w 40"/>
                <a:gd name="T25" fmla="*/ 0 h 81"/>
                <a:gd name="T26" fmla="*/ 7 w 40"/>
                <a:gd name="T27" fmla="*/ 0 h 81"/>
                <a:gd name="T28" fmla="*/ 4 w 40"/>
                <a:gd name="T29" fmla="*/ 3 h 81"/>
                <a:gd name="T30" fmla="*/ 2 w 40"/>
                <a:gd name="T31" fmla="*/ 5 h 81"/>
                <a:gd name="T32" fmla="*/ 0 w 40"/>
                <a:gd name="T33" fmla="*/ 9 h 81"/>
                <a:gd name="T34" fmla="*/ 0 w 40"/>
                <a:gd name="T35" fmla="*/ 14 h 81"/>
                <a:gd name="T36" fmla="*/ 19 w 40"/>
                <a:gd name="T37" fmla="*/ 74 h 8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81"/>
                <a:gd name="T59" fmla="*/ 40 w 40"/>
                <a:gd name="T60" fmla="*/ 81 h 8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81">
                  <a:moveTo>
                    <a:pt x="19" y="74"/>
                  </a:moveTo>
                  <a:lnTo>
                    <a:pt x="23" y="78"/>
                  </a:lnTo>
                  <a:lnTo>
                    <a:pt x="24" y="79"/>
                  </a:lnTo>
                  <a:lnTo>
                    <a:pt x="28" y="81"/>
                  </a:lnTo>
                  <a:lnTo>
                    <a:pt x="33" y="81"/>
                  </a:lnTo>
                  <a:lnTo>
                    <a:pt x="36" y="78"/>
                  </a:lnTo>
                  <a:lnTo>
                    <a:pt x="38" y="76"/>
                  </a:lnTo>
                  <a:lnTo>
                    <a:pt x="40" y="72"/>
                  </a:lnTo>
                  <a:lnTo>
                    <a:pt x="40" y="67"/>
                  </a:lnTo>
                  <a:lnTo>
                    <a:pt x="21" y="7"/>
                  </a:lnTo>
                  <a:lnTo>
                    <a:pt x="17" y="3"/>
                  </a:lnTo>
                  <a:lnTo>
                    <a:pt x="16" y="2"/>
                  </a:lnTo>
                  <a:lnTo>
                    <a:pt x="12" y="0"/>
                  </a:lnTo>
                  <a:lnTo>
                    <a:pt x="7" y="0"/>
                  </a:lnTo>
                  <a:lnTo>
                    <a:pt x="4" y="3"/>
                  </a:lnTo>
                  <a:lnTo>
                    <a:pt x="2" y="5"/>
                  </a:lnTo>
                  <a:lnTo>
                    <a:pt x="0" y="9"/>
                  </a:lnTo>
                  <a:lnTo>
                    <a:pt x="0" y="14"/>
                  </a:lnTo>
                  <a:lnTo>
                    <a:pt x="19"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41" name="Rectangle 60">
              <a:extLst>
                <a:ext uri="{FF2B5EF4-FFF2-40B4-BE49-F238E27FC236}">
                  <a16:creationId xmlns:a16="http://schemas.microsoft.com/office/drawing/2014/main" id="{676300DD-8F9A-2738-DF20-A969A3DEAD70}"/>
                </a:ext>
              </a:extLst>
            </p:cNvPr>
            <p:cNvSpPr>
              <a:spLocks noChangeAspect="1" noChangeArrowheads="1"/>
            </p:cNvSpPr>
            <p:nvPr/>
          </p:nvSpPr>
          <p:spPr bwMode="auto">
            <a:xfrm>
              <a:off x="5007" y="2442"/>
              <a:ext cx="15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R1</a:t>
              </a:r>
              <a:endParaRPr lang="en-US" altLang="es-ES" sz="2800" b="0" i="0" baseline="0"/>
            </a:p>
          </p:txBody>
        </p:sp>
        <p:sp>
          <p:nvSpPr>
            <p:cNvPr id="20542" name="Rectangle 61">
              <a:extLst>
                <a:ext uri="{FF2B5EF4-FFF2-40B4-BE49-F238E27FC236}">
                  <a16:creationId xmlns:a16="http://schemas.microsoft.com/office/drawing/2014/main" id="{FE82FF60-7D16-F419-41E8-D0FB8A8C50EE}"/>
                </a:ext>
              </a:extLst>
            </p:cNvPr>
            <p:cNvSpPr>
              <a:spLocks noChangeAspect="1" noChangeArrowheads="1"/>
            </p:cNvSpPr>
            <p:nvPr/>
          </p:nvSpPr>
          <p:spPr bwMode="auto">
            <a:xfrm>
              <a:off x="4955" y="2205"/>
              <a:ext cx="27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2800" b="0" i="0" baseline="0"/>
            </a:p>
          </p:txBody>
        </p:sp>
        <p:sp>
          <p:nvSpPr>
            <p:cNvPr id="20543" name="Freeform 62">
              <a:extLst>
                <a:ext uri="{FF2B5EF4-FFF2-40B4-BE49-F238E27FC236}">
                  <a16:creationId xmlns:a16="http://schemas.microsoft.com/office/drawing/2014/main" id="{EA0B8DE4-54D1-833D-0D76-EC0A88E4896E}"/>
                </a:ext>
              </a:extLst>
            </p:cNvPr>
            <p:cNvSpPr>
              <a:spLocks noChangeAspect="1"/>
            </p:cNvSpPr>
            <p:nvPr/>
          </p:nvSpPr>
          <p:spPr bwMode="auto">
            <a:xfrm>
              <a:off x="4874" y="2181"/>
              <a:ext cx="377" cy="591"/>
            </a:xfrm>
            <a:custGeom>
              <a:avLst/>
              <a:gdLst>
                <a:gd name="T0" fmla="*/ 10 w 377"/>
                <a:gd name="T1" fmla="*/ 0 h 591"/>
                <a:gd name="T2" fmla="*/ 7 w 377"/>
                <a:gd name="T3" fmla="*/ 0 h 591"/>
                <a:gd name="T4" fmla="*/ 3 w 377"/>
                <a:gd name="T5" fmla="*/ 3 h 591"/>
                <a:gd name="T6" fmla="*/ 0 w 377"/>
                <a:gd name="T7" fmla="*/ 7 h 591"/>
                <a:gd name="T8" fmla="*/ 0 w 377"/>
                <a:gd name="T9" fmla="*/ 584 h 591"/>
                <a:gd name="T10" fmla="*/ 3 w 377"/>
                <a:gd name="T11" fmla="*/ 588 h 591"/>
                <a:gd name="T12" fmla="*/ 7 w 377"/>
                <a:gd name="T13" fmla="*/ 591 h 591"/>
                <a:gd name="T14" fmla="*/ 370 w 377"/>
                <a:gd name="T15" fmla="*/ 591 h 591"/>
                <a:gd name="T16" fmla="*/ 373 w 377"/>
                <a:gd name="T17" fmla="*/ 588 h 591"/>
                <a:gd name="T18" fmla="*/ 377 w 377"/>
                <a:gd name="T19" fmla="*/ 584 h 591"/>
                <a:gd name="T20" fmla="*/ 377 w 377"/>
                <a:gd name="T21" fmla="*/ 7 h 591"/>
                <a:gd name="T22" fmla="*/ 373 w 377"/>
                <a:gd name="T23" fmla="*/ 3 h 591"/>
                <a:gd name="T24" fmla="*/ 370 w 377"/>
                <a:gd name="T25" fmla="*/ 0 h 591"/>
                <a:gd name="T26" fmla="*/ 366 w 377"/>
                <a:gd name="T27" fmla="*/ 0 h 591"/>
                <a:gd name="T28" fmla="*/ 10 w 377"/>
                <a:gd name="T29" fmla="*/ 0 h 591"/>
                <a:gd name="T30" fmla="*/ 10 w 377"/>
                <a:gd name="T31" fmla="*/ 21 h 591"/>
                <a:gd name="T32" fmla="*/ 366 w 377"/>
                <a:gd name="T33" fmla="*/ 21 h 591"/>
                <a:gd name="T34" fmla="*/ 356 w 377"/>
                <a:gd name="T35" fmla="*/ 10 h 591"/>
                <a:gd name="T36" fmla="*/ 356 w 377"/>
                <a:gd name="T37" fmla="*/ 581 h 591"/>
                <a:gd name="T38" fmla="*/ 366 w 377"/>
                <a:gd name="T39" fmla="*/ 570 h 591"/>
                <a:gd name="T40" fmla="*/ 10 w 377"/>
                <a:gd name="T41" fmla="*/ 570 h 591"/>
                <a:gd name="T42" fmla="*/ 21 w 377"/>
                <a:gd name="T43" fmla="*/ 581 h 591"/>
                <a:gd name="T44" fmla="*/ 21 w 377"/>
                <a:gd name="T45" fmla="*/ 10 h 591"/>
                <a:gd name="T46" fmla="*/ 10 w 377"/>
                <a:gd name="T47" fmla="*/ 21 h 591"/>
                <a:gd name="T48" fmla="*/ 10 w 377"/>
                <a:gd name="T49" fmla="*/ 0 h 5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7"/>
                <a:gd name="T76" fmla="*/ 0 h 591"/>
                <a:gd name="T77" fmla="*/ 377 w 377"/>
                <a:gd name="T78" fmla="*/ 591 h 5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7" h="591">
                  <a:moveTo>
                    <a:pt x="10" y="0"/>
                  </a:moveTo>
                  <a:lnTo>
                    <a:pt x="7" y="0"/>
                  </a:lnTo>
                  <a:lnTo>
                    <a:pt x="3" y="3"/>
                  </a:lnTo>
                  <a:lnTo>
                    <a:pt x="0" y="7"/>
                  </a:lnTo>
                  <a:lnTo>
                    <a:pt x="0" y="584"/>
                  </a:lnTo>
                  <a:lnTo>
                    <a:pt x="3" y="588"/>
                  </a:lnTo>
                  <a:lnTo>
                    <a:pt x="7" y="591"/>
                  </a:lnTo>
                  <a:lnTo>
                    <a:pt x="370" y="591"/>
                  </a:lnTo>
                  <a:lnTo>
                    <a:pt x="373" y="588"/>
                  </a:lnTo>
                  <a:lnTo>
                    <a:pt x="377" y="584"/>
                  </a:lnTo>
                  <a:lnTo>
                    <a:pt x="377" y="7"/>
                  </a:lnTo>
                  <a:lnTo>
                    <a:pt x="373" y="3"/>
                  </a:lnTo>
                  <a:lnTo>
                    <a:pt x="370" y="0"/>
                  </a:lnTo>
                  <a:lnTo>
                    <a:pt x="366" y="0"/>
                  </a:lnTo>
                  <a:lnTo>
                    <a:pt x="10" y="0"/>
                  </a:lnTo>
                  <a:lnTo>
                    <a:pt x="10" y="21"/>
                  </a:lnTo>
                  <a:lnTo>
                    <a:pt x="366" y="21"/>
                  </a:lnTo>
                  <a:lnTo>
                    <a:pt x="356" y="10"/>
                  </a:lnTo>
                  <a:lnTo>
                    <a:pt x="356" y="581"/>
                  </a:lnTo>
                  <a:lnTo>
                    <a:pt x="366" y="570"/>
                  </a:lnTo>
                  <a:lnTo>
                    <a:pt x="10" y="570"/>
                  </a:lnTo>
                  <a:lnTo>
                    <a:pt x="21" y="581"/>
                  </a:lnTo>
                  <a:lnTo>
                    <a:pt x="21" y="10"/>
                  </a:lnTo>
                  <a:lnTo>
                    <a:pt x="10" y="21"/>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44" name="Freeform 63">
              <a:extLst>
                <a:ext uri="{FF2B5EF4-FFF2-40B4-BE49-F238E27FC236}">
                  <a16:creationId xmlns:a16="http://schemas.microsoft.com/office/drawing/2014/main" id="{DEEE9AFD-19F5-3783-1D07-99254B38F2B7}"/>
                </a:ext>
              </a:extLst>
            </p:cNvPr>
            <p:cNvSpPr>
              <a:spLocks noChangeAspect="1"/>
            </p:cNvSpPr>
            <p:nvPr/>
          </p:nvSpPr>
          <p:spPr bwMode="auto">
            <a:xfrm>
              <a:off x="4457" y="3474"/>
              <a:ext cx="425" cy="20"/>
            </a:xfrm>
            <a:custGeom>
              <a:avLst/>
              <a:gdLst>
                <a:gd name="T0" fmla="*/ 11 w 425"/>
                <a:gd name="T1" fmla="*/ 0 h 20"/>
                <a:gd name="T2" fmla="*/ 7 w 425"/>
                <a:gd name="T3" fmla="*/ 0 h 20"/>
                <a:gd name="T4" fmla="*/ 4 w 425"/>
                <a:gd name="T5" fmla="*/ 3 h 20"/>
                <a:gd name="T6" fmla="*/ 0 w 425"/>
                <a:gd name="T7" fmla="*/ 7 h 20"/>
                <a:gd name="T8" fmla="*/ 0 w 425"/>
                <a:gd name="T9" fmla="*/ 14 h 20"/>
                <a:gd name="T10" fmla="*/ 4 w 425"/>
                <a:gd name="T11" fmla="*/ 17 h 20"/>
                <a:gd name="T12" fmla="*/ 7 w 425"/>
                <a:gd name="T13" fmla="*/ 20 h 20"/>
                <a:gd name="T14" fmla="*/ 419 w 425"/>
                <a:gd name="T15" fmla="*/ 20 h 20"/>
                <a:gd name="T16" fmla="*/ 422 w 425"/>
                <a:gd name="T17" fmla="*/ 17 h 20"/>
                <a:gd name="T18" fmla="*/ 425 w 425"/>
                <a:gd name="T19" fmla="*/ 14 h 20"/>
                <a:gd name="T20" fmla="*/ 425 w 425"/>
                <a:gd name="T21" fmla="*/ 7 h 20"/>
                <a:gd name="T22" fmla="*/ 422 w 425"/>
                <a:gd name="T23" fmla="*/ 3 h 20"/>
                <a:gd name="T24" fmla="*/ 419 w 425"/>
                <a:gd name="T25" fmla="*/ 0 h 20"/>
                <a:gd name="T26" fmla="*/ 415 w 425"/>
                <a:gd name="T27" fmla="*/ 0 h 20"/>
                <a:gd name="T28" fmla="*/ 11 w 425"/>
                <a:gd name="T29" fmla="*/ 0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5"/>
                <a:gd name="T46" fmla="*/ 0 h 20"/>
                <a:gd name="T47" fmla="*/ 425 w 425"/>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5" h="20">
                  <a:moveTo>
                    <a:pt x="11" y="0"/>
                  </a:moveTo>
                  <a:lnTo>
                    <a:pt x="7" y="0"/>
                  </a:lnTo>
                  <a:lnTo>
                    <a:pt x="4" y="3"/>
                  </a:lnTo>
                  <a:lnTo>
                    <a:pt x="0" y="7"/>
                  </a:lnTo>
                  <a:lnTo>
                    <a:pt x="0" y="14"/>
                  </a:lnTo>
                  <a:lnTo>
                    <a:pt x="4" y="17"/>
                  </a:lnTo>
                  <a:lnTo>
                    <a:pt x="7" y="20"/>
                  </a:lnTo>
                  <a:lnTo>
                    <a:pt x="419" y="20"/>
                  </a:lnTo>
                  <a:lnTo>
                    <a:pt x="422" y="17"/>
                  </a:lnTo>
                  <a:lnTo>
                    <a:pt x="425" y="14"/>
                  </a:lnTo>
                  <a:lnTo>
                    <a:pt x="425" y="7"/>
                  </a:lnTo>
                  <a:lnTo>
                    <a:pt x="422" y="3"/>
                  </a:lnTo>
                  <a:lnTo>
                    <a:pt x="419" y="0"/>
                  </a:lnTo>
                  <a:lnTo>
                    <a:pt x="415" y="0"/>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45" name="Freeform 64">
              <a:extLst>
                <a:ext uri="{FF2B5EF4-FFF2-40B4-BE49-F238E27FC236}">
                  <a16:creationId xmlns:a16="http://schemas.microsoft.com/office/drawing/2014/main" id="{CB57EF71-A9FC-BE3C-F3EA-55AEF7A54592}"/>
                </a:ext>
              </a:extLst>
            </p:cNvPr>
            <p:cNvSpPr>
              <a:spLocks noChangeAspect="1"/>
            </p:cNvSpPr>
            <p:nvPr/>
          </p:nvSpPr>
          <p:spPr bwMode="auto">
            <a:xfrm>
              <a:off x="4767" y="3474"/>
              <a:ext cx="115" cy="43"/>
            </a:xfrm>
            <a:custGeom>
              <a:avLst/>
              <a:gdLst>
                <a:gd name="T0" fmla="*/ 107 w 115"/>
                <a:gd name="T1" fmla="*/ 20 h 43"/>
                <a:gd name="T2" fmla="*/ 110 w 115"/>
                <a:gd name="T3" fmla="*/ 19 h 43"/>
                <a:gd name="T4" fmla="*/ 114 w 115"/>
                <a:gd name="T5" fmla="*/ 15 h 43"/>
                <a:gd name="T6" fmla="*/ 115 w 115"/>
                <a:gd name="T7" fmla="*/ 14 h 43"/>
                <a:gd name="T8" fmla="*/ 115 w 115"/>
                <a:gd name="T9" fmla="*/ 8 h 43"/>
                <a:gd name="T10" fmla="*/ 114 w 115"/>
                <a:gd name="T11" fmla="*/ 5 h 43"/>
                <a:gd name="T12" fmla="*/ 110 w 115"/>
                <a:gd name="T13" fmla="*/ 1 h 43"/>
                <a:gd name="T14" fmla="*/ 109 w 115"/>
                <a:gd name="T15" fmla="*/ 0 h 43"/>
                <a:gd name="T16" fmla="*/ 103 w 115"/>
                <a:gd name="T17" fmla="*/ 0 h 43"/>
                <a:gd name="T18" fmla="*/ 8 w 115"/>
                <a:gd name="T19" fmla="*/ 22 h 43"/>
                <a:gd name="T20" fmla="*/ 5 w 115"/>
                <a:gd name="T21" fmla="*/ 24 h 43"/>
                <a:gd name="T22" fmla="*/ 1 w 115"/>
                <a:gd name="T23" fmla="*/ 27 h 43"/>
                <a:gd name="T24" fmla="*/ 0 w 115"/>
                <a:gd name="T25" fmla="*/ 29 h 43"/>
                <a:gd name="T26" fmla="*/ 0 w 115"/>
                <a:gd name="T27" fmla="*/ 34 h 43"/>
                <a:gd name="T28" fmla="*/ 1 w 115"/>
                <a:gd name="T29" fmla="*/ 38 h 43"/>
                <a:gd name="T30" fmla="*/ 5 w 115"/>
                <a:gd name="T31" fmla="*/ 41 h 43"/>
                <a:gd name="T32" fmla="*/ 7 w 115"/>
                <a:gd name="T33" fmla="*/ 43 h 43"/>
                <a:gd name="T34" fmla="*/ 12 w 115"/>
                <a:gd name="T35" fmla="*/ 43 h 43"/>
                <a:gd name="T36" fmla="*/ 107 w 115"/>
                <a:gd name="T37" fmla="*/ 20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43"/>
                <a:gd name="T59" fmla="*/ 115 w 115"/>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43">
                  <a:moveTo>
                    <a:pt x="107" y="20"/>
                  </a:moveTo>
                  <a:lnTo>
                    <a:pt x="110" y="19"/>
                  </a:lnTo>
                  <a:lnTo>
                    <a:pt x="114" y="15"/>
                  </a:lnTo>
                  <a:lnTo>
                    <a:pt x="115" y="14"/>
                  </a:lnTo>
                  <a:lnTo>
                    <a:pt x="115" y="8"/>
                  </a:lnTo>
                  <a:lnTo>
                    <a:pt x="114" y="5"/>
                  </a:lnTo>
                  <a:lnTo>
                    <a:pt x="110" y="1"/>
                  </a:lnTo>
                  <a:lnTo>
                    <a:pt x="109" y="0"/>
                  </a:lnTo>
                  <a:lnTo>
                    <a:pt x="103" y="0"/>
                  </a:lnTo>
                  <a:lnTo>
                    <a:pt x="8" y="22"/>
                  </a:lnTo>
                  <a:lnTo>
                    <a:pt x="5" y="24"/>
                  </a:lnTo>
                  <a:lnTo>
                    <a:pt x="1" y="27"/>
                  </a:lnTo>
                  <a:lnTo>
                    <a:pt x="0" y="29"/>
                  </a:lnTo>
                  <a:lnTo>
                    <a:pt x="0" y="34"/>
                  </a:lnTo>
                  <a:lnTo>
                    <a:pt x="1" y="38"/>
                  </a:lnTo>
                  <a:lnTo>
                    <a:pt x="5" y="41"/>
                  </a:lnTo>
                  <a:lnTo>
                    <a:pt x="7" y="43"/>
                  </a:lnTo>
                  <a:lnTo>
                    <a:pt x="12" y="43"/>
                  </a:lnTo>
                  <a:lnTo>
                    <a:pt x="107"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46" name="Freeform 65">
              <a:extLst>
                <a:ext uri="{FF2B5EF4-FFF2-40B4-BE49-F238E27FC236}">
                  <a16:creationId xmlns:a16="http://schemas.microsoft.com/office/drawing/2014/main" id="{49C8FF3E-E716-EFF2-B409-56A5B4F0C37F}"/>
                </a:ext>
              </a:extLst>
            </p:cNvPr>
            <p:cNvSpPr>
              <a:spLocks noChangeAspect="1"/>
            </p:cNvSpPr>
            <p:nvPr/>
          </p:nvSpPr>
          <p:spPr bwMode="auto">
            <a:xfrm>
              <a:off x="4767" y="3449"/>
              <a:ext cx="115" cy="45"/>
            </a:xfrm>
            <a:custGeom>
              <a:avLst/>
              <a:gdLst>
                <a:gd name="T0" fmla="*/ 103 w 115"/>
                <a:gd name="T1" fmla="*/ 45 h 45"/>
                <a:gd name="T2" fmla="*/ 109 w 115"/>
                <a:gd name="T3" fmla="*/ 45 h 45"/>
                <a:gd name="T4" fmla="*/ 112 w 115"/>
                <a:gd name="T5" fmla="*/ 42 h 45"/>
                <a:gd name="T6" fmla="*/ 114 w 115"/>
                <a:gd name="T7" fmla="*/ 40 h 45"/>
                <a:gd name="T8" fmla="*/ 115 w 115"/>
                <a:gd name="T9" fmla="*/ 37 h 45"/>
                <a:gd name="T10" fmla="*/ 115 w 115"/>
                <a:gd name="T11" fmla="*/ 32 h 45"/>
                <a:gd name="T12" fmla="*/ 112 w 115"/>
                <a:gd name="T13" fmla="*/ 28 h 45"/>
                <a:gd name="T14" fmla="*/ 110 w 115"/>
                <a:gd name="T15" fmla="*/ 26 h 45"/>
                <a:gd name="T16" fmla="*/ 107 w 115"/>
                <a:gd name="T17" fmla="*/ 25 h 45"/>
                <a:gd name="T18" fmla="*/ 12 w 115"/>
                <a:gd name="T19" fmla="*/ 0 h 45"/>
                <a:gd name="T20" fmla="*/ 7 w 115"/>
                <a:gd name="T21" fmla="*/ 0 h 45"/>
                <a:gd name="T22" fmla="*/ 3 w 115"/>
                <a:gd name="T23" fmla="*/ 4 h 45"/>
                <a:gd name="T24" fmla="*/ 1 w 115"/>
                <a:gd name="T25" fmla="*/ 6 h 45"/>
                <a:gd name="T26" fmla="*/ 0 w 115"/>
                <a:gd name="T27" fmla="*/ 9 h 45"/>
                <a:gd name="T28" fmla="*/ 0 w 115"/>
                <a:gd name="T29" fmla="*/ 14 h 45"/>
                <a:gd name="T30" fmla="*/ 3 w 115"/>
                <a:gd name="T31" fmla="*/ 18 h 45"/>
                <a:gd name="T32" fmla="*/ 5 w 115"/>
                <a:gd name="T33" fmla="*/ 19 h 45"/>
                <a:gd name="T34" fmla="*/ 8 w 115"/>
                <a:gd name="T35" fmla="*/ 21 h 45"/>
                <a:gd name="T36" fmla="*/ 103 w 115"/>
                <a:gd name="T37" fmla="*/ 45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45"/>
                <a:gd name="T59" fmla="*/ 115 w 115"/>
                <a:gd name="T60" fmla="*/ 45 h 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45">
                  <a:moveTo>
                    <a:pt x="103" y="45"/>
                  </a:moveTo>
                  <a:lnTo>
                    <a:pt x="109" y="45"/>
                  </a:lnTo>
                  <a:lnTo>
                    <a:pt x="112" y="42"/>
                  </a:lnTo>
                  <a:lnTo>
                    <a:pt x="114" y="40"/>
                  </a:lnTo>
                  <a:lnTo>
                    <a:pt x="115" y="37"/>
                  </a:lnTo>
                  <a:lnTo>
                    <a:pt x="115" y="32"/>
                  </a:lnTo>
                  <a:lnTo>
                    <a:pt x="112" y="28"/>
                  </a:lnTo>
                  <a:lnTo>
                    <a:pt x="110" y="26"/>
                  </a:lnTo>
                  <a:lnTo>
                    <a:pt x="107" y="25"/>
                  </a:lnTo>
                  <a:lnTo>
                    <a:pt x="12" y="0"/>
                  </a:lnTo>
                  <a:lnTo>
                    <a:pt x="7" y="0"/>
                  </a:lnTo>
                  <a:lnTo>
                    <a:pt x="3" y="4"/>
                  </a:lnTo>
                  <a:lnTo>
                    <a:pt x="1" y="6"/>
                  </a:lnTo>
                  <a:lnTo>
                    <a:pt x="0" y="9"/>
                  </a:lnTo>
                  <a:lnTo>
                    <a:pt x="0" y="14"/>
                  </a:lnTo>
                  <a:lnTo>
                    <a:pt x="3" y="18"/>
                  </a:lnTo>
                  <a:lnTo>
                    <a:pt x="5" y="19"/>
                  </a:lnTo>
                  <a:lnTo>
                    <a:pt x="8" y="21"/>
                  </a:lnTo>
                  <a:lnTo>
                    <a:pt x="103"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47" name="Freeform 66">
              <a:extLst>
                <a:ext uri="{FF2B5EF4-FFF2-40B4-BE49-F238E27FC236}">
                  <a16:creationId xmlns:a16="http://schemas.microsoft.com/office/drawing/2014/main" id="{14B8EBC9-0EE7-A426-2D3C-6560DB38EACE}"/>
                </a:ext>
              </a:extLst>
            </p:cNvPr>
            <p:cNvSpPr>
              <a:spLocks noChangeAspect="1"/>
            </p:cNvSpPr>
            <p:nvPr/>
          </p:nvSpPr>
          <p:spPr bwMode="auto">
            <a:xfrm>
              <a:off x="4582" y="3430"/>
              <a:ext cx="105" cy="106"/>
            </a:xfrm>
            <a:custGeom>
              <a:avLst/>
              <a:gdLst>
                <a:gd name="T0" fmla="*/ 103 w 105"/>
                <a:gd name="T1" fmla="*/ 9 h 106"/>
                <a:gd name="T2" fmla="*/ 105 w 105"/>
                <a:gd name="T3" fmla="*/ 9 h 106"/>
                <a:gd name="T4" fmla="*/ 105 w 105"/>
                <a:gd name="T5" fmla="*/ 4 h 106"/>
                <a:gd name="T6" fmla="*/ 103 w 105"/>
                <a:gd name="T7" fmla="*/ 2 h 106"/>
                <a:gd name="T8" fmla="*/ 103 w 105"/>
                <a:gd name="T9" fmla="*/ 0 h 106"/>
                <a:gd name="T10" fmla="*/ 98 w 105"/>
                <a:gd name="T11" fmla="*/ 0 h 106"/>
                <a:gd name="T12" fmla="*/ 96 w 105"/>
                <a:gd name="T13" fmla="*/ 2 h 106"/>
                <a:gd name="T14" fmla="*/ 1 w 105"/>
                <a:gd name="T15" fmla="*/ 97 h 106"/>
                <a:gd name="T16" fmla="*/ 0 w 105"/>
                <a:gd name="T17" fmla="*/ 99 h 106"/>
                <a:gd name="T18" fmla="*/ 0 w 105"/>
                <a:gd name="T19" fmla="*/ 104 h 106"/>
                <a:gd name="T20" fmla="*/ 1 w 105"/>
                <a:gd name="T21" fmla="*/ 104 h 106"/>
                <a:gd name="T22" fmla="*/ 3 w 105"/>
                <a:gd name="T23" fmla="*/ 106 h 106"/>
                <a:gd name="T24" fmla="*/ 8 w 105"/>
                <a:gd name="T25" fmla="*/ 106 h 106"/>
                <a:gd name="T26" fmla="*/ 8 w 105"/>
                <a:gd name="T27" fmla="*/ 104 h 106"/>
                <a:gd name="T28" fmla="*/ 103 w 105"/>
                <a:gd name="T29" fmla="*/ 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9"/>
                  </a:moveTo>
                  <a:lnTo>
                    <a:pt x="105" y="9"/>
                  </a:lnTo>
                  <a:lnTo>
                    <a:pt x="105" y="4"/>
                  </a:lnTo>
                  <a:lnTo>
                    <a:pt x="103" y="2"/>
                  </a:lnTo>
                  <a:lnTo>
                    <a:pt x="103" y="0"/>
                  </a:lnTo>
                  <a:lnTo>
                    <a:pt x="98" y="0"/>
                  </a:lnTo>
                  <a:lnTo>
                    <a:pt x="96" y="2"/>
                  </a:lnTo>
                  <a:lnTo>
                    <a:pt x="1" y="97"/>
                  </a:lnTo>
                  <a:lnTo>
                    <a:pt x="0" y="99"/>
                  </a:lnTo>
                  <a:lnTo>
                    <a:pt x="0" y="104"/>
                  </a:lnTo>
                  <a:lnTo>
                    <a:pt x="1" y="104"/>
                  </a:lnTo>
                  <a:lnTo>
                    <a:pt x="3" y="106"/>
                  </a:lnTo>
                  <a:lnTo>
                    <a:pt x="8" y="106"/>
                  </a:lnTo>
                  <a:lnTo>
                    <a:pt x="8" y="104"/>
                  </a:lnTo>
                  <a:lnTo>
                    <a:pt x="10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48" name="Rectangle 67">
              <a:extLst>
                <a:ext uri="{FF2B5EF4-FFF2-40B4-BE49-F238E27FC236}">
                  <a16:creationId xmlns:a16="http://schemas.microsoft.com/office/drawing/2014/main" id="{A58DCECA-52BB-D0FD-8E4A-D7209E2D79E1}"/>
                </a:ext>
              </a:extLst>
            </p:cNvPr>
            <p:cNvSpPr>
              <a:spLocks noChangeAspect="1" noChangeArrowheads="1"/>
            </p:cNvSpPr>
            <p:nvPr/>
          </p:nvSpPr>
          <p:spPr bwMode="auto">
            <a:xfrm>
              <a:off x="4568" y="3377"/>
              <a:ext cx="68"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n</a:t>
              </a:r>
              <a:endParaRPr lang="en-US" altLang="es-ES" sz="2800" b="0" i="0" baseline="0"/>
            </a:p>
          </p:txBody>
        </p:sp>
        <p:sp>
          <p:nvSpPr>
            <p:cNvPr id="20549" name="Freeform 68">
              <a:extLst>
                <a:ext uri="{FF2B5EF4-FFF2-40B4-BE49-F238E27FC236}">
                  <a16:creationId xmlns:a16="http://schemas.microsoft.com/office/drawing/2014/main" id="{EC2B062E-EF10-C19C-AA1B-32A4305AE6E4}"/>
                </a:ext>
              </a:extLst>
            </p:cNvPr>
            <p:cNvSpPr>
              <a:spLocks noChangeAspect="1"/>
            </p:cNvSpPr>
            <p:nvPr/>
          </p:nvSpPr>
          <p:spPr bwMode="auto">
            <a:xfrm>
              <a:off x="4015" y="1851"/>
              <a:ext cx="21" cy="174"/>
            </a:xfrm>
            <a:custGeom>
              <a:avLst/>
              <a:gdLst>
                <a:gd name="T0" fmla="*/ 21 w 21"/>
                <a:gd name="T1" fmla="*/ 10 h 174"/>
                <a:gd name="T2" fmla="*/ 21 w 21"/>
                <a:gd name="T3" fmla="*/ 7 h 174"/>
                <a:gd name="T4" fmla="*/ 17 w 21"/>
                <a:gd name="T5" fmla="*/ 3 h 174"/>
                <a:gd name="T6" fmla="*/ 14 w 21"/>
                <a:gd name="T7" fmla="*/ 0 h 174"/>
                <a:gd name="T8" fmla="*/ 7 w 21"/>
                <a:gd name="T9" fmla="*/ 0 h 174"/>
                <a:gd name="T10" fmla="*/ 3 w 21"/>
                <a:gd name="T11" fmla="*/ 3 h 174"/>
                <a:gd name="T12" fmla="*/ 0 w 21"/>
                <a:gd name="T13" fmla="*/ 7 h 174"/>
                <a:gd name="T14" fmla="*/ 0 w 21"/>
                <a:gd name="T15" fmla="*/ 167 h 174"/>
                <a:gd name="T16" fmla="*/ 3 w 21"/>
                <a:gd name="T17" fmla="*/ 171 h 174"/>
                <a:gd name="T18" fmla="*/ 7 w 21"/>
                <a:gd name="T19" fmla="*/ 174 h 174"/>
                <a:gd name="T20" fmla="*/ 14 w 21"/>
                <a:gd name="T21" fmla="*/ 174 h 174"/>
                <a:gd name="T22" fmla="*/ 17 w 21"/>
                <a:gd name="T23" fmla="*/ 171 h 174"/>
                <a:gd name="T24" fmla="*/ 21 w 21"/>
                <a:gd name="T25" fmla="*/ 167 h 174"/>
                <a:gd name="T26" fmla="*/ 21 w 21"/>
                <a:gd name="T27" fmla="*/ 164 h 174"/>
                <a:gd name="T28" fmla="*/ 21 w 21"/>
                <a:gd name="T29" fmla="*/ 10 h 1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174"/>
                <a:gd name="T47" fmla="*/ 21 w 21"/>
                <a:gd name="T48" fmla="*/ 174 h 1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174">
                  <a:moveTo>
                    <a:pt x="21" y="10"/>
                  </a:moveTo>
                  <a:lnTo>
                    <a:pt x="21" y="7"/>
                  </a:lnTo>
                  <a:lnTo>
                    <a:pt x="17" y="3"/>
                  </a:lnTo>
                  <a:lnTo>
                    <a:pt x="14" y="0"/>
                  </a:lnTo>
                  <a:lnTo>
                    <a:pt x="7" y="0"/>
                  </a:lnTo>
                  <a:lnTo>
                    <a:pt x="3" y="3"/>
                  </a:lnTo>
                  <a:lnTo>
                    <a:pt x="0" y="7"/>
                  </a:lnTo>
                  <a:lnTo>
                    <a:pt x="0" y="167"/>
                  </a:lnTo>
                  <a:lnTo>
                    <a:pt x="3" y="171"/>
                  </a:lnTo>
                  <a:lnTo>
                    <a:pt x="7" y="174"/>
                  </a:lnTo>
                  <a:lnTo>
                    <a:pt x="14" y="174"/>
                  </a:lnTo>
                  <a:lnTo>
                    <a:pt x="17" y="171"/>
                  </a:lnTo>
                  <a:lnTo>
                    <a:pt x="21" y="167"/>
                  </a:lnTo>
                  <a:lnTo>
                    <a:pt x="21" y="164"/>
                  </a:lnTo>
                  <a:lnTo>
                    <a:pt x="21"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50" name="Freeform 69">
              <a:extLst>
                <a:ext uri="{FF2B5EF4-FFF2-40B4-BE49-F238E27FC236}">
                  <a16:creationId xmlns:a16="http://schemas.microsoft.com/office/drawing/2014/main" id="{56356EEE-2D31-661B-D661-A4E3E35AF9E5}"/>
                </a:ext>
              </a:extLst>
            </p:cNvPr>
            <p:cNvSpPr>
              <a:spLocks noChangeAspect="1"/>
            </p:cNvSpPr>
            <p:nvPr/>
          </p:nvSpPr>
          <p:spPr bwMode="auto">
            <a:xfrm>
              <a:off x="4008" y="1944"/>
              <a:ext cx="48" cy="87"/>
            </a:xfrm>
            <a:custGeom>
              <a:avLst/>
              <a:gdLst>
                <a:gd name="T0" fmla="*/ 0 w 48"/>
                <a:gd name="T1" fmla="*/ 73 h 87"/>
                <a:gd name="T2" fmla="*/ 0 w 48"/>
                <a:gd name="T3" fmla="*/ 80 h 87"/>
                <a:gd name="T4" fmla="*/ 2 w 48"/>
                <a:gd name="T5" fmla="*/ 83 h 87"/>
                <a:gd name="T6" fmla="*/ 3 w 48"/>
                <a:gd name="T7" fmla="*/ 85 h 87"/>
                <a:gd name="T8" fmla="*/ 7 w 48"/>
                <a:gd name="T9" fmla="*/ 87 h 87"/>
                <a:gd name="T10" fmla="*/ 14 w 48"/>
                <a:gd name="T11" fmla="*/ 87 h 87"/>
                <a:gd name="T12" fmla="*/ 17 w 48"/>
                <a:gd name="T13" fmla="*/ 85 h 87"/>
                <a:gd name="T14" fmla="*/ 19 w 48"/>
                <a:gd name="T15" fmla="*/ 83 h 87"/>
                <a:gd name="T16" fmla="*/ 21 w 48"/>
                <a:gd name="T17" fmla="*/ 80 h 87"/>
                <a:gd name="T18" fmla="*/ 48 w 48"/>
                <a:gd name="T19" fmla="*/ 14 h 87"/>
                <a:gd name="T20" fmla="*/ 48 w 48"/>
                <a:gd name="T21" fmla="*/ 7 h 87"/>
                <a:gd name="T22" fmla="*/ 47 w 48"/>
                <a:gd name="T23" fmla="*/ 4 h 87"/>
                <a:gd name="T24" fmla="*/ 45 w 48"/>
                <a:gd name="T25" fmla="*/ 2 h 87"/>
                <a:gd name="T26" fmla="*/ 41 w 48"/>
                <a:gd name="T27" fmla="*/ 0 h 87"/>
                <a:gd name="T28" fmla="*/ 34 w 48"/>
                <a:gd name="T29" fmla="*/ 0 h 87"/>
                <a:gd name="T30" fmla="*/ 31 w 48"/>
                <a:gd name="T31" fmla="*/ 2 h 87"/>
                <a:gd name="T32" fmla="*/ 29 w 48"/>
                <a:gd name="T33" fmla="*/ 4 h 87"/>
                <a:gd name="T34" fmla="*/ 28 w 48"/>
                <a:gd name="T35" fmla="*/ 7 h 87"/>
                <a:gd name="T36" fmla="*/ 0 w 48"/>
                <a:gd name="T37" fmla="*/ 73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87"/>
                <a:gd name="T59" fmla="*/ 48 w 48"/>
                <a:gd name="T60" fmla="*/ 87 h 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87">
                  <a:moveTo>
                    <a:pt x="0" y="73"/>
                  </a:moveTo>
                  <a:lnTo>
                    <a:pt x="0" y="80"/>
                  </a:lnTo>
                  <a:lnTo>
                    <a:pt x="2" y="83"/>
                  </a:lnTo>
                  <a:lnTo>
                    <a:pt x="3" y="85"/>
                  </a:lnTo>
                  <a:lnTo>
                    <a:pt x="7" y="87"/>
                  </a:lnTo>
                  <a:lnTo>
                    <a:pt x="14" y="87"/>
                  </a:lnTo>
                  <a:lnTo>
                    <a:pt x="17" y="85"/>
                  </a:lnTo>
                  <a:lnTo>
                    <a:pt x="19" y="83"/>
                  </a:lnTo>
                  <a:lnTo>
                    <a:pt x="21" y="80"/>
                  </a:lnTo>
                  <a:lnTo>
                    <a:pt x="48" y="14"/>
                  </a:lnTo>
                  <a:lnTo>
                    <a:pt x="48" y="7"/>
                  </a:lnTo>
                  <a:lnTo>
                    <a:pt x="47" y="4"/>
                  </a:lnTo>
                  <a:lnTo>
                    <a:pt x="45" y="2"/>
                  </a:lnTo>
                  <a:lnTo>
                    <a:pt x="41" y="0"/>
                  </a:lnTo>
                  <a:lnTo>
                    <a:pt x="34" y="0"/>
                  </a:lnTo>
                  <a:lnTo>
                    <a:pt x="31" y="2"/>
                  </a:lnTo>
                  <a:lnTo>
                    <a:pt x="29" y="4"/>
                  </a:lnTo>
                  <a:lnTo>
                    <a:pt x="28" y="7"/>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51" name="Freeform 70">
              <a:extLst>
                <a:ext uri="{FF2B5EF4-FFF2-40B4-BE49-F238E27FC236}">
                  <a16:creationId xmlns:a16="http://schemas.microsoft.com/office/drawing/2014/main" id="{7E82079F-4ADC-9A82-6C1D-E885325D1A18}"/>
                </a:ext>
              </a:extLst>
            </p:cNvPr>
            <p:cNvSpPr>
              <a:spLocks noChangeAspect="1"/>
            </p:cNvSpPr>
            <p:nvPr/>
          </p:nvSpPr>
          <p:spPr bwMode="auto">
            <a:xfrm>
              <a:off x="3989" y="1944"/>
              <a:ext cx="40" cy="81"/>
            </a:xfrm>
            <a:custGeom>
              <a:avLst/>
              <a:gdLst>
                <a:gd name="T0" fmla="*/ 19 w 40"/>
                <a:gd name="T1" fmla="*/ 74 h 81"/>
                <a:gd name="T2" fmla="*/ 22 w 40"/>
                <a:gd name="T3" fmla="*/ 78 h 81"/>
                <a:gd name="T4" fmla="*/ 24 w 40"/>
                <a:gd name="T5" fmla="*/ 80 h 81"/>
                <a:gd name="T6" fmla="*/ 28 w 40"/>
                <a:gd name="T7" fmla="*/ 81 h 81"/>
                <a:gd name="T8" fmla="*/ 33 w 40"/>
                <a:gd name="T9" fmla="*/ 81 h 81"/>
                <a:gd name="T10" fmla="*/ 36 w 40"/>
                <a:gd name="T11" fmla="*/ 78 h 81"/>
                <a:gd name="T12" fmla="*/ 38 w 40"/>
                <a:gd name="T13" fmla="*/ 76 h 81"/>
                <a:gd name="T14" fmla="*/ 40 w 40"/>
                <a:gd name="T15" fmla="*/ 73 h 81"/>
                <a:gd name="T16" fmla="*/ 40 w 40"/>
                <a:gd name="T17" fmla="*/ 68 h 81"/>
                <a:gd name="T18" fmla="*/ 21 w 40"/>
                <a:gd name="T19" fmla="*/ 7 h 81"/>
                <a:gd name="T20" fmla="*/ 17 w 40"/>
                <a:gd name="T21" fmla="*/ 4 h 81"/>
                <a:gd name="T22" fmla="*/ 15 w 40"/>
                <a:gd name="T23" fmla="*/ 2 h 81"/>
                <a:gd name="T24" fmla="*/ 12 w 40"/>
                <a:gd name="T25" fmla="*/ 0 h 81"/>
                <a:gd name="T26" fmla="*/ 7 w 40"/>
                <a:gd name="T27" fmla="*/ 0 h 81"/>
                <a:gd name="T28" fmla="*/ 3 w 40"/>
                <a:gd name="T29" fmla="*/ 4 h 81"/>
                <a:gd name="T30" fmla="*/ 2 w 40"/>
                <a:gd name="T31" fmla="*/ 5 h 81"/>
                <a:gd name="T32" fmla="*/ 0 w 40"/>
                <a:gd name="T33" fmla="*/ 9 h 81"/>
                <a:gd name="T34" fmla="*/ 0 w 40"/>
                <a:gd name="T35" fmla="*/ 14 h 81"/>
                <a:gd name="T36" fmla="*/ 19 w 40"/>
                <a:gd name="T37" fmla="*/ 74 h 8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81"/>
                <a:gd name="T59" fmla="*/ 40 w 40"/>
                <a:gd name="T60" fmla="*/ 81 h 8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81">
                  <a:moveTo>
                    <a:pt x="19" y="74"/>
                  </a:moveTo>
                  <a:lnTo>
                    <a:pt x="22" y="78"/>
                  </a:lnTo>
                  <a:lnTo>
                    <a:pt x="24" y="80"/>
                  </a:lnTo>
                  <a:lnTo>
                    <a:pt x="28" y="81"/>
                  </a:lnTo>
                  <a:lnTo>
                    <a:pt x="33" y="81"/>
                  </a:lnTo>
                  <a:lnTo>
                    <a:pt x="36" y="78"/>
                  </a:lnTo>
                  <a:lnTo>
                    <a:pt x="38" y="76"/>
                  </a:lnTo>
                  <a:lnTo>
                    <a:pt x="40" y="73"/>
                  </a:lnTo>
                  <a:lnTo>
                    <a:pt x="40" y="68"/>
                  </a:lnTo>
                  <a:lnTo>
                    <a:pt x="21" y="7"/>
                  </a:lnTo>
                  <a:lnTo>
                    <a:pt x="17" y="4"/>
                  </a:lnTo>
                  <a:lnTo>
                    <a:pt x="15" y="2"/>
                  </a:lnTo>
                  <a:lnTo>
                    <a:pt x="12" y="0"/>
                  </a:lnTo>
                  <a:lnTo>
                    <a:pt x="7" y="0"/>
                  </a:lnTo>
                  <a:lnTo>
                    <a:pt x="3" y="4"/>
                  </a:lnTo>
                  <a:lnTo>
                    <a:pt x="2" y="5"/>
                  </a:lnTo>
                  <a:lnTo>
                    <a:pt x="0" y="9"/>
                  </a:lnTo>
                  <a:lnTo>
                    <a:pt x="0" y="14"/>
                  </a:lnTo>
                  <a:lnTo>
                    <a:pt x="19"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52" name="Freeform 71">
              <a:extLst>
                <a:ext uri="{FF2B5EF4-FFF2-40B4-BE49-F238E27FC236}">
                  <a16:creationId xmlns:a16="http://schemas.microsoft.com/office/drawing/2014/main" id="{DA722374-0656-C277-8792-87B10AC5ED1F}"/>
                </a:ext>
              </a:extLst>
            </p:cNvPr>
            <p:cNvSpPr>
              <a:spLocks noChangeAspect="1"/>
            </p:cNvSpPr>
            <p:nvPr/>
          </p:nvSpPr>
          <p:spPr bwMode="auto">
            <a:xfrm>
              <a:off x="5028" y="3123"/>
              <a:ext cx="20" cy="173"/>
            </a:xfrm>
            <a:custGeom>
              <a:avLst/>
              <a:gdLst>
                <a:gd name="T0" fmla="*/ 20 w 20"/>
                <a:gd name="T1" fmla="*/ 10 h 173"/>
                <a:gd name="T2" fmla="*/ 20 w 20"/>
                <a:gd name="T3" fmla="*/ 7 h 173"/>
                <a:gd name="T4" fmla="*/ 17 w 20"/>
                <a:gd name="T5" fmla="*/ 3 h 173"/>
                <a:gd name="T6" fmla="*/ 13 w 20"/>
                <a:gd name="T7" fmla="*/ 0 h 173"/>
                <a:gd name="T8" fmla="*/ 7 w 20"/>
                <a:gd name="T9" fmla="*/ 0 h 173"/>
                <a:gd name="T10" fmla="*/ 3 w 20"/>
                <a:gd name="T11" fmla="*/ 3 h 173"/>
                <a:gd name="T12" fmla="*/ 0 w 20"/>
                <a:gd name="T13" fmla="*/ 7 h 173"/>
                <a:gd name="T14" fmla="*/ 0 w 20"/>
                <a:gd name="T15" fmla="*/ 166 h 173"/>
                <a:gd name="T16" fmla="*/ 3 w 20"/>
                <a:gd name="T17" fmla="*/ 169 h 173"/>
                <a:gd name="T18" fmla="*/ 7 w 20"/>
                <a:gd name="T19" fmla="*/ 173 h 173"/>
                <a:gd name="T20" fmla="*/ 13 w 20"/>
                <a:gd name="T21" fmla="*/ 173 h 173"/>
                <a:gd name="T22" fmla="*/ 17 w 20"/>
                <a:gd name="T23" fmla="*/ 169 h 173"/>
                <a:gd name="T24" fmla="*/ 20 w 20"/>
                <a:gd name="T25" fmla="*/ 166 h 173"/>
                <a:gd name="T26" fmla="*/ 20 w 20"/>
                <a:gd name="T27" fmla="*/ 162 h 173"/>
                <a:gd name="T28" fmla="*/ 20 w 20"/>
                <a:gd name="T29" fmla="*/ 10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7" y="3"/>
                  </a:lnTo>
                  <a:lnTo>
                    <a:pt x="13" y="0"/>
                  </a:lnTo>
                  <a:lnTo>
                    <a:pt x="7" y="0"/>
                  </a:lnTo>
                  <a:lnTo>
                    <a:pt x="3" y="3"/>
                  </a:lnTo>
                  <a:lnTo>
                    <a:pt x="0" y="7"/>
                  </a:lnTo>
                  <a:lnTo>
                    <a:pt x="0" y="166"/>
                  </a:lnTo>
                  <a:lnTo>
                    <a:pt x="3" y="169"/>
                  </a:lnTo>
                  <a:lnTo>
                    <a:pt x="7" y="173"/>
                  </a:lnTo>
                  <a:lnTo>
                    <a:pt x="13" y="173"/>
                  </a:lnTo>
                  <a:lnTo>
                    <a:pt x="17" y="169"/>
                  </a:lnTo>
                  <a:lnTo>
                    <a:pt x="20" y="166"/>
                  </a:lnTo>
                  <a:lnTo>
                    <a:pt x="20" y="162"/>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53" name="Freeform 72">
              <a:extLst>
                <a:ext uri="{FF2B5EF4-FFF2-40B4-BE49-F238E27FC236}">
                  <a16:creationId xmlns:a16="http://schemas.microsoft.com/office/drawing/2014/main" id="{F66931BB-5D09-D553-F457-9F6758B00B8F}"/>
                </a:ext>
              </a:extLst>
            </p:cNvPr>
            <p:cNvSpPr>
              <a:spLocks noChangeAspect="1"/>
            </p:cNvSpPr>
            <p:nvPr/>
          </p:nvSpPr>
          <p:spPr bwMode="auto">
            <a:xfrm>
              <a:off x="5021" y="3214"/>
              <a:ext cx="46" cy="89"/>
            </a:xfrm>
            <a:custGeom>
              <a:avLst/>
              <a:gdLst>
                <a:gd name="T0" fmla="*/ 0 w 46"/>
                <a:gd name="T1" fmla="*/ 75 h 89"/>
                <a:gd name="T2" fmla="*/ 0 w 46"/>
                <a:gd name="T3" fmla="*/ 80 h 89"/>
                <a:gd name="T4" fmla="*/ 1 w 46"/>
                <a:gd name="T5" fmla="*/ 82 h 89"/>
                <a:gd name="T6" fmla="*/ 1 w 46"/>
                <a:gd name="T7" fmla="*/ 85 h 89"/>
                <a:gd name="T8" fmla="*/ 3 w 46"/>
                <a:gd name="T9" fmla="*/ 87 h 89"/>
                <a:gd name="T10" fmla="*/ 7 w 46"/>
                <a:gd name="T11" fmla="*/ 89 h 89"/>
                <a:gd name="T12" fmla="*/ 12 w 46"/>
                <a:gd name="T13" fmla="*/ 89 h 89"/>
                <a:gd name="T14" fmla="*/ 14 w 46"/>
                <a:gd name="T15" fmla="*/ 87 h 89"/>
                <a:gd name="T16" fmla="*/ 17 w 46"/>
                <a:gd name="T17" fmla="*/ 87 h 89"/>
                <a:gd name="T18" fmla="*/ 19 w 46"/>
                <a:gd name="T19" fmla="*/ 85 h 89"/>
                <a:gd name="T20" fmla="*/ 20 w 46"/>
                <a:gd name="T21" fmla="*/ 82 h 89"/>
                <a:gd name="T22" fmla="*/ 46 w 46"/>
                <a:gd name="T23" fmla="*/ 14 h 89"/>
                <a:gd name="T24" fmla="*/ 46 w 46"/>
                <a:gd name="T25" fmla="*/ 9 h 89"/>
                <a:gd name="T26" fmla="*/ 45 w 46"/>
                <a:gd name="T27" fmla="*/ 7 h 89"/>
                <a:gd name="T28" fmla="*/ 45 w 46"/>
                <a:gd name="T29" fmla="*/ 4 h 89"/>
                <a:gd name="T30" fmla="*/ 43 w 46"/>
                <a:gd name="T31" fmla="*/ 2 h 89"/>
                <a:gd name="T32" fmla="*/ 39 w 46"/>
                <a:gd name="T33" fmla="*/ 0 h 89"/>
                <a:gd name="T34" fmla="*/ 34 w 46"/>
                <a:gd name="T35" fmla="*/ 0 h 89"/>
                <a:gd name="T36" fmla="*/ 33 w 46"/>
                <a:gd name="T37" fmla="*/ 2 h 89"/>
                <a:gd name="T38" fmla="*/ 29 w 46"/>
                <a:gd name="T39" fmla="*/ 2 h 89"/>
                <a:gd name="T40" fmla="*/ 27 w 46"/>
                <a:gd name="T41" fmla="*/ 4 h 89"/>
                <a:gd name="T42" fmla="*/ 26 w 46"/>
                <a:gd name="T43" fmla="*/ 7 h 89"/>
                <a:gd name="T44" fmla="*/ 0 w 46"/>
                <a:gd name="T45" fmla="*/ 75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6"/>
                <a:gd name="T70" fmla="*/ 0 h 89"/>
                <a:gd name="T71" fmla="*/ 46 w 46"/>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6" h="89">
                  <a:moveTo>
                    <a:pt x="0" y="75"/>
                  </a:moveTo>
                  <a:lnTo>
                    <a:pt x="0" y="80"/>
                  </a:lnTo>
                  <a:lnTo>
                    <a:pt x="1" y="82"/>
                  </a:lnTo>
                  <a:lnTo>
                    <a:pt x="1" y="85"/>
                  </a:lnTo>
                  <a:lnTo>
                    <a:pt x="3" y="87"/>
                  </a:lnTo>
                  <a:lnTo>
                    <a:pt x="7" y="89"/>
                  </a:lnTo>
                  <a:lnTo>
                    <a:pt x="12" y="89"/>
                  </a:lnTo>
                  <a:lnTo>
                    <a:pt x="14" y="87"/>
                  </a:lnTo>
                  <a:lnTo>
                    <a:pt x="17" y="87"/>
                  </a:lnTo>
                  <a:lnTo>
                    <a:pt x="19" y="85"/>
                  </a:lnTo>
                  <a:lnTo>
                    <a:pt x="20" y="82"/>
                  </a:lnTo>
                  <a:lnTo>
                    <a:pt x="46" y="14"/>
                  </a:lnTo>
                  <a:lnTo>
                    <a:pt x="46" y="9"/>
                  </a:lnTo>
                  <a:lnTo>
                    <a:pt x="45" y="7"/>
                  </a:lnTo>
                  <a:lnTo>
                    <a:pt x="45" y="4"/>
                  </a:lnTo>
                  <a:lnTo>
                    <a:pt x="43" y="2"/>
                  </a:lnTo>
                  <a:lnTo>
                    <a:pt x="39" y="0"/>
                  </a:lnTo>
                  <a:lnTo>
                    <a:pt x="34" y="0"/>
                  </a:lnTo>
                  <a:lnTo>
                    <a:pt x="33" y="2"/>
                  </a:lnTo>
                  <a:lnTo>
                    <a:pt x="29" y="2"/>
                  </a:lnTo>
                  <a:lnTo>
                    <a:pt x="27" y="4"/>
                  </a:lnTo>
                  <a:lnTo>
                    <a:pt x="26" y="7"/>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54" name="Freeform 73">
              <a:extLst>
                <a:ext uri="{FF2B5EF4-FFF2-40B4-BE49-F238E27FC236}">
                  <a16:creationId xmlns:a16="http://schemas.microsoft.com/office/drawing/2014/main" id="{3A8D53AC-9D1C-62E4-F33D-8E3D5B57E86F}"/>
                </a:ext>
              </a:extLst>
            </p:cNvPr>
            <p:cNvSpPr>
              <a:spLocks noChangeAspect="1"/>
            </p:cNvSpPr>
            <p:nvPr/>
          </p:nvSpPr>
          <p:spPr bwMode="auto">
            <a:xfrm>
              <a:off x="5000" y="3214"/>
              <a:ext cx="41" cy="82"/>
            </a:xfrm>
            <a:custGeom>
              <a:avLst/>
              <a:gdLst>
                <a:gd name="T0" fmla="*/ 21 w 41"/>
                <a:gd name="T1" fmla="*/ 75 h 82"/>
                <a:gd name="T2" fmla="*/ 22 w 41"/>
                <a:gd name="T3" fmla="*/ 76 h 82"/>
                <a:gd name="T4" fmla="*/ 24 w 41"/>
                <a:gd name="T5" fmla="*/ 80 h 82"/>
                <a:gd name="T6" fmla="*/ 26 w 41"/>
                <a:gd name="T7" fmla="*/ 80 h 82"/>
                <a:gd name="T8" fmla="*/ 29 w 41"/>
                <a:gd name="T9" fmla="*/ 82 h 82"/>
                <a:gd name="T10" fmla="*/ 35 w 41"/>
                <a:gd name="T11" fmla="*/ 82 h 82"/>
                <a:gd name="T12" fmla="*/ 36 w 41"/>
                <a:gd name="T13" fmla="*/ 80 h 82"/>
                <a:gd name="T14" fmla="*/ 40 w 41"/>
                <a:gd name="T15" fmla="*/ 78 h 82"/>
                <a:gd name="T16" fmla="*/ 40 w 41"/>
                <a:gd name="T17" fmla="*/ 76 h 82"/>
                <a:gd name="T18" fmla="*/ 41 w 41"/>
                <a:gd name="T19" fmla="*/ 73 h 82"/>
                <a:gd name="T20" fmla="*/ 41 w 41"/>
                <a:gd name="T21" fmla="*/ 68 h 82"/>
                <a:gd name="T22" fmla="*/ 21 w 41"/>
                <a:gd name="T23" fmla="*/ 7 h 82"/>
                <a:gd name="T24" fmla="*/ 19 w 41"/>
                <a:gd name="T25" fmla="*/ 6 h 82"/>
                <a:gd name="T26" fmla="*/ 17 w 41"/>
                <a:gd name="T27" fmla="*/ 2 h 82"/>
                <a:gd name="T28" fmla="*/ 16 w 41"/>
                <a:gd name="T29" fmla="*/ 2 h 82"/>
                <a:gd name="T30" fmla="*/ 12 w 41"/>
                <a:gd name="T31" fmla="*/ 0 h 82"/>
                <a:gd name="T32" fmla="*/ 7 w 41"/>
                <a:gd name="T33" fmla="*/ 0 h 82"/>
                <a:gd name="T34" fmla="*/ 5 w 41"/>
                <a:gd name="T35" fmla="*/ 2 h 82"/>
                <a:gd name="T36" fmla="*/ 2 w 41"/>
                <a:gd name="T37" fmla="*/ 4 h 82"/>
                <a:gd name="T38" fmla="*/ 2 w 41"/>
                <a:gd name="T39" fmla="*/ 6 h 82"/>
                <a:gd name="T40" fmla="*/ 0 w 41"/>
                <a:gd name="T41" fmla="*/ 9 h 82"/>
                <a:gd name="T42" fmla="*/ 0 w 41"/>
                <a:gd name="T43" fmla="*/ 14 h 82"/>
                <a:gd name="T44" fmla="*/ 21 w 41"/>
                <a:gd name="T45" fmla="*/ 75 h 8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1"/>
                <a:gd name="T70" fmla="*/ 0 h 82"/>
                <a:gd name="T71" fmla="*/ 41 w 41"/>
                <a:gd name="T72" fmla="*/ 82 h 8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1" h="82">
                  <a:moveTo>
                    <a:pt x="21" y="75"/>
                  </a:moveTo>
                  <a:lnTo>
                    <a:pt x="22" y="76"/>
                  </a:lnTo>
                  <a:lnTo>
                    <a:pt x="24" y="80"/>
                  </a:lnTo>
                  <a:lnTo>
                    <a:pt x="26" y="80"/>
                  </a:lnTo>
                  <a:lnTo>
                    <a:pt x="29" y="82"/>
                  </a:lnTo>
                  <a:lnTo>
                    <a:pt x="35" y="82"/>
                  </a:lnTo>
                  <a:lnTo>
                    <a:pt x="36" y="80"/>
                  </a:lnTo>
                  <a:lnTo>
                    <a:pt x="40" y="78"/>
                  </a:lnTo>
                  <a:lnTo>
                    <a:pt x="40" y="76"/>
                  </a:lnTo>
                  <a:lnTo>
                    <a:pt x="41" y="73"/>
                  </a:lnTo>
                  <a:lnTo>
                    <a:pt x="41" y="68"/>
                  </a:lnTo>
                  <a:lnTo>
                    <a:pt x="21" y="7"/>
                  </a:lnTo>
                  <a:lnTo>
                    <a:pt x="19" y="6"/>
                  </a:lnTo>
                  <a:lnTo>
                    <a:pt x="17" y="2"/>
                  </a:lnTo>
                  <a:lnTo>
                    <a:pt x="16" y="2"/>
                  </a:lnTo>
                  <a:lnTo>
                    <a:pt x="12" y="0"/>
                  </a:lnTo>
                  <a:lnTo>
                    <a:pt x="7" y="0"/>
                  </a:lnTo>
                  <a:lnTo>
                    <a:pt x="5" y="2"/>
                  </a:lnTo>
                  <a:lnTo>
                    <a:pt x="2" y="4"/>
                  </a:lnTo>
                  <a:lnTo>
                    <a:pt x="2" y="6"/>
                  </a:lnTo>
                  <a:lnTo>
                    <a:pt x="0" y="9"/>
                  </a:lnTo>
                  <a:lnTo>
                    <a:pt x="0" y="14"/>
                  </a:lnTo>
                  <a:lnTo>
                    <a:pt x="21"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55" name="Rectangle 74">
              <a:extLst>
                <a:ext uri="{FF2B5EF4-FFF2-40B4-BE49-F238E27FC236}">
                  <a16:creationId xmlns:a16="http://schemas.microsoft.com/office/drawing/2014/main" id="{1AF52AF2-2D90-7624-CAF4-FDED06ED2DE4}"/>
                </a:ext>
              </a:extLst>
            </p:cNvPr>
            <p:cNvSpPr>
              <a:spLocks noChangeAspect="1" noChangeArrowheads="1"/>
            </p:cNvSpPr>
            <p:nvPr/>
          </p:nvSpPr>
          <p:spPr bwMode="auto">
            <a:xfrm>
              <a:off x="5002" y="3551"/>
              <a:ext cx="15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R2</a:t>
              </a:r>
              <a:endParaRPr lang="en-US" altLang="es-ES" sz="2800" b="0" i="0" baseline="0"/>
            </a:p>
          </p:txBody>
        </p:sp>
        <p:sp>
          <p:nvSpPr>
            <p:cNvPr id="20556" name="Rectangle 75">
              <a:extLst>
                <a:ext uri="{FF2B5EF4-FFF2-40B4-BE49-F238E27FC236}">
                  <a16:creationId xmlns:a16="http://schemas.microsoft.com/office/drawing/2014/main" id="{386FE348-DA69-EFF9-4DA9-498472F59BDA}"/>
                </a:ext>
              </a:extLst>
            </p:cNvPr>
            <p:cNvSpPr>
              <a:spLocks noChangeAspect="1" noChangeArrowheads="1"/>
            </p:cNvSpPr>
            <p:nvPr/>
          </p:nvSpPr>
          <p:spPr bwMode="auto">
            <a:xfrm>
              <a:off x="4950" y="3315"/>
              <a:ext cx="273"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2800" b="0" i="0" baseline="0"/>
            </a:p>
          </p:txBody>
        </p:sp>
        <p:sp>
          <p:nvSpPr>
            <p:cNvPr id="20557" name="Freeform 76">
              <a:extLst>
                <a:ext uri="{FF2B5EF4-FFF2-40B4-BE49-F238E27FC236}">
                  <a16:creationId xmlns:a16="http://schemas.microsoft.com/office/drawing/2014/main" id="{C98FB2E1-02DD-DB98-AE3D-BFA75C35381C}"/>
                </a:ext>
              </a:extLst>
            </p:cNvPr>
            <p:cNvSpPr>
              <a:spLocks noChangeAspect="1"/>
            </p:cNvSpPr>
            <p:nvPr/>
          </p:nvSpPr>
          <p:spPr bwMode="auto">
            <a:xfrm>
              <a:off x="4869" y="3292"/>
              <a:ext cx="376" cy="590"/>
            </a:xfrm>
            <a:custGeom>
              <a:avLst/>
              <a:gdLst>
                <a:gd name="T0" fmla="*/ 10 w 376"/>
                <a:gd name="T1" fmla="*/ 0 h 590"/>
                <a:gd name="T2" fmla="*/ 7 w 376"/>
                <a:gd name="T3" fmla="*/ 0 h 590"/>
                <a:gd name="T4" fmla="*/ 3 w 376"/>
                <a:gd name="T5" fmla="*/ 4 h 590"/>
                <a:gd name="T6" fmla="*/ 0 w 376"/>
                <a:gd name="T7" fmla="*/ 7 h 590"/>
                <a:gd name="T8" fmla="*/ 0 w 376"/>
                <a:gd name="T9" fmla="*/ 583 h 590"/>
                <a:gd name="T10" fmla="*/ 3 w 376"/>
                <a:gd name="T11" fmla="*/ 586 h 590"/>
                <a:gd name="T12" fmla="*/ 7 w 376"/>
                <a:gd name="T13" fmla="*/ 590 h 590"/>
                <a:gd name="T14" fmla="*/ 369 w 376"/>
                <a:gd name="T15" fmla="*/ 590 h 590"/>
                <a:gd name="T16" fmla="*/ 373 w 376"/>
                <a:gd name="T17" fmla="*/ 586 h 590"/>
                <a:gd name="T18" fmla="*/ 376 w 376"/>
                <a:gd name="T19" fmla="*/ 583 h 590"/>
                <a:gd name="T20" fmla="*/ 376 w 376"/>
                <a:gd name="T21" fmla="*/ 7 h 590"/>
                <a:gd name="T22" fmla="*/ 373 w 376"/>
                <a:gd name="T23" fmla="*/ 4 h 590"/>
                <a:gd name="T24" fmla="*/ 369 w 376"/>
                <a:gd name="T25" fmla="*/ 0 h 590"/>
                <a:gd name="T26" fmla="*/ 366 w 376"/>
                <a:gd name="T27" fmla="*/ 0 h 590"/>
                <a:gd name="T28" fmla="*/ 10 w 376"/>
                <a:gd name="T29" fmla="*/ 0 h 590"/>
                <a:gd name="T30" fmla="*/ 10 w 376"/>
                <a:gd name="T31" fmla="*/ 21 h 590"/>
                <a:gd name="T32" fmla="*/ 366 w 376"/>
                <a:gd name="T33" fmla="*/ 21 h 590"/>
                <a:gd name="T34" fmla="*/ 356 w 376"/>
                <a:gd name="T35" fmla="*/ 11 h 590"/>
                <a:gd name="T36" fmla="*/ 356 w 376"/>
                <a:gd name="T37" fmla="*/ 579 h 590"/>
                <a:gd name="T38" fmla="*/ 366 w 376"/>
                <a:gd name="T39" fmla="*/ 569 h 590"/>
                <a:gd name="T40" fmla="*/ 10 w 376"/>
                <a:gd name="T41" fmla="*/ 569 h 590"/>
                <a:gd name="T42" fmla="*/ 20 w 376"/>
                <a:gd name="T43" fmla="*/ 579 h 590"/>
                <a:gd name="T44" fmla="*/ 20 w 376"/>
                <a:gd name="T45" fmla="*/ 11 h 590"/>
                <a:gd name="T46" fmla="*/ 10 w 376"/>
                <a:gd name="T47" fmla="*/ 21 h 590"/>
                <a:gd name="T48" fmla="*/ 10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3" y="4"/>
                  </a:lnTo>
                  <a:lnTo>
                    <a:pt x="0" y="7"/>
                  </a:lnTo>
                  <a:lnTo>
                    <a:pt x="0" y="583"/>
                  </a:lnTo>
                  <a:lnTo>
                    <a:pt x="3" y="586"/>
                  </a:lnTo>
                  <a:lnTo>
                    <a:pt x="7" y="590"/>
                  </a:lnTo>
                  <a:lnTo>
                    <a:pt x="369" y="590"/>
                  </a:lnTo>
                  <a:lnTo>
                    <a:pt x="373" y="586"/>
                  </a:lnTo>
                  <a:lnTo>
                    <a:pt x="376" y="583"/>
                  </a:lnTo>
                  <a:lnTo>
                    <a:pt x="376" y="7"/>
                  </a:lnTo>
                  <a:lnTo>
                    <a:pt x="373" y="4"/>
                  </a:lnTo>
                  <a:lnTo>
                    <a:pt x="369" y="0"/>
                  </a:lnTo>
                  <a:lnTo>
                    <a:pt x="366" y="0"/>
                  </a:lnTo>
                  <a:lnTo>
                    <a:pt x="10" y="0"/>
                  </a:lnTo>
                  <a:lnTo>
                    <a:pt x="10" y="21"/>
                  </a:lnTo>
                  <a:lnTo>
                    <a:pt x="366" y="21"/>
                  </a:lnTo>
                  <a:lnTo>
                    <a:pt x="356" y="11"/>
                  </a:lnTo>
                  <a:lnTo>
                    <a:pt x="356" y="579"/>
                  </a:lnTo>
                  <a:lnTo>
                    <a:pt x="366" y="569"/>
                  </a:lnTo>
                  <a:lnTo>
                    <a:pt x="10" y="569"/>
                  </a:lnTo>
                  <a:lnTo>
                    <a:pt x="20" y="579"/>
                  </a:lnTo>
                  <a:lnTo>
                    <a:pt x="20" y="11"/>
                  </a:lnTo>
                  <a:lnTo>
                    <a:pt x="10" y="21"/>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58" name="Freeform 77">
              <a:extLst>
                <a:ext uri="{FF2B5EF4-FFF2-40B4-BE49-F238E27FC236}">
                  <a16:creationId xmlns:a16="http://schemas.microsoft.com/office/drawing/2014/main" id="{227DF959-50A6-ED69-9526-E5AF842324EC}"/>
                </a:ext>
              </a:extLst>
            </p:cNvPr>
            <p:cNvSpPr>
              <a:spLocks noChangeAspect="1"/>
            </p:cNvSpPr>
            <p:nvPr/>
          </p:nvSpPr>
          <p:spPr bwMode="auto">
            <a:xfrm>
              <a:off x="4642" y="1574"/>
              <a:ext cx="151" cy="50"/>
            </a:xfrm>
            <a:custGeom>
              <a:avLst/>
              <a:gdLst>
                <a:gd name="T0" fmla="*/ 142 w 151"/>
                <a:gd name="T1" fmla="*/ 21 h 50"/>
                <a:gd name="T2" fmla="*/ 145 w 151"/>
                <a:gd name="T3" fmla="*/ 19 h 50"/>
                <a:gd name="T4" fmla="*/ 149 w 151"/>
                <a:gd name="T5" fmla="*/ 16 h 50"/>
                <a:gd name="T6" fmla="*/ 151 w 151"/>
                <a:gd name="T7" fmla="*/ 14 h 50"/>
                <a:gd name="T8" fmla="*/ 151 w 151"/>
                <a:gd name="T9" fmla="*/ 9 h 50"/>
                <a:gd name="T10" fmla="*/ 149 w 151"/>
                <a:gd name="T11" fmla="*/ 6 h 50"/>
                <a:gd name="T12" fmla="*/ 145 w 151"/>
                <a:gd name="T13" fmla="*/ 2 h 50"/>
                <a:gd name="T14" fmla="*/ 144 w 151"/>
                <a:gd name="T15" fmla="*/ 0 h 50"/>
                <a:gd name="T16" fmla="*/ 138 w 151"/>
                <a:gd name="T17" fmla="*/ 0 h 50"/>
                <a:gd name="T18" fmla="*/ 9 w 151"/>
                <a:gd name="T19" fmla="*/ 30 h 50"/>
                <a:gd name="T20" fmla="*/ 5 w 151"/>
                <a:gd name="T21" fmla="*/ 31 h 50"/>
                <a:gd name="T22" fmla="*/ 2 w 151"/>
                <a:gd name="T23" fmla="*/ 35 h 50"/>
                <a:gd name="T24" fmla="*/ 0 w 151"/>
                <a:gd name="T25" fmla="*/ 37 h 50"/>
                <a:gd name="T26" fmla="*/ 0 w 151"/>
                <a:gd name="T27" fmla="*/ 42 h 50"/>
                <a:gd name="T28" fmla="*/ 2 w 151"/>
                <a:gd name="T29" fmla="*/ 45 h 50"/>
                <a:gd name="T30" fmla="*/ 5 w 151"/>
                <a:gd name="T31" fmla="*/ 49 h 50"/>
                <a:gd name="T32" fmla="*/ 7 w 151"/>
                <a:gd name="T33" fmla="*/ 50 h 50"/>
                <a:gd name="T34" fmla="*/ 12 w 151"/>
                <a:gd name="T35" fmla="*/ 50 h 50"/>
                <a:gd name="T36" fmla="*/ 142 w 151"/>
                <a:gd name="T37" fmla="*/ 21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1"/>
                <a:gd name="T58" fmla="*/ 0 h 50"/>
                <a:gd name="T59" fmla="*/ 151 w 151"/>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1" h="50">
                  <a:moveTo>
                    <a:pt x="142" y="21"/>
                  </a:moveTo>
                  <a:lnTo>
                    <a:pt x="145" y="19"/>
                  </a:lnTo>
                  <a:lnTo>
                    <a:pt x="149" y="16"/>
                  </a:lnTo>
                  <a:lnTo>
                    <a:pt x="151" y="14"/>
                  </a:lnTo>
                  <a:lnTo>
                    <a:pt x="151" y="9"/>
                  </a:lnTo>
                  <a:lnTo>
                    <a:pt x="149" y="6"/>
                  </a:lnTo>
                  <a:lnTo>
                    <a:pt x="145" y="2"/>
                  </a:lnTo>
                  <a:lnTo>
                    <a:pt x="144" y="0"/>
                  </a:lnTo>
                  <a:lnTo>
                    <a:pt x="138" y="0"/>
                  </a:lnTo>
                  <a:lnTo>
                    <a:pt x="9" y="30"/>
                  </a:lnTo>
                  <a:lnTo>
                    <a:pt x="5" y="31"/>
                  </a:lnTo>
                  <a:lnTo>
                    <a:pt x="2" y="35"/>
                  </a:lnTo>
                  <a:lnTo>
                    <a:pt x="0" y="37"/>
                  </a:lnTo>
                  <a:lnTo>
                    <a:pt x="0" y="42"/>
                  </a:lnTo>
                  <a:lnTo>
                    <a:pt x="2" y="45"/>
                  </a:lnTo>
                  <a:lnTo>
                    <a:pt x="5" y="49"/>
                  </a:lnTo>
                  <a:lnTo>
                    <a:pt x="7" y="50"/>
                  </a:lnTo>
                  <a:lnTo>
                    <a:pt x="12" y="50"/>
                  </a:lnTo>
                  <a:lnTo>
                    <a:pt x="14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59" name="Freeform 78">
              <a:extLst>
                <a:ext uri="{FF2B5EF4-FFF2-40B4-BE49-F238E27FC236}">
                  <a16:creationId xmlns:a16="http://schemas.microsoft.com/office/drawing/2014/main" id="{FB956427-5BF7-84C8-2A73-4DFFCEC41ABE}"/>
                </a:ext>
              </a:extLst>
            </p:cNvPr>
            <p:cNvSpPr>
              <a:spLocks noChangeAspect="1"/>
            </p:cNvSpPr>
            <p:nvPr/>
          </p:nvSpPr>
          <p:spPr bwMode="auto">
            <a:xfrm>
              <a:off x="4623" y="1611"/>
              <a:ext cx="178" cy="50"/>
            </a:xfrm>
            <a:custGeom>
              <a:avLst/>
              <a:gdLst>
                <a:gd name="T0" fmla="*/ 12 w 178"/>
                <a:gd name="T1" fmla="*/ 0 h 50"/>
                <a:gd name="T2" fmla="*/ 7 w 178"/>
                <a:gd name="T3" fmla="*/ 0 h 50"/>
                <a:gd name="T4" fmla="*/ 5 w 178"/>
                <a:gd name="T5" fmla="*/ 1 h 50"/>
                <a:gd name="T6" fmla="*/ 2 w 178"/>
                <a:gd name="T7" fmla="*/ 3 h 50"/>
                <a:gd name="T8" fmla="*/ 2 w 178"/>
                <a:gd name="T9" fmla="*/ 5 h 50"/>
                <a:gd name="T10" fmla="*/ 0 w 178"/>
                <a:gd name="T11" fmla="*/ 8 h 50"/>
                <a:gd name="T12" fmla="*/ 0 w 178"/>
                <a:gd name="T13" fmla="*/ 13 h 50"/>
                <a:gd name="T14" fmla="*/ 2 w 178"/>
                <a:gd name="T15" fmla="*/ 15 h 50"/>
                <a:gd name="T16" fmla="*/ 4 w 178"/>
                <a:gd name="T17" fmla="*/ 19 h 50"/>
                <a:gd name="T18" fmla="*/ 5 w 178"/>
                <a:gd name="T19" fmla="*/ 19 h 50"/>
                <a:gd name="T20" fmla="*/ 9 w 178"/>
                <a:gd name="T21" fmla="*/ 20 h 50"/>
                <a:gd name="T22" fmla="*/ 166 w 178"/>
                <a:gd name="T23" fmla="*/ 50 h 50"/>
                <a:gd name="T24" fmla="*/ 171 w 178"/>
                <a:gd name="T25" fmla="*/ 50 h 50"/>
                <a:gd name="T26" fmla="*/ 173 w 178"/>
                <a:gd name="T27" fmla="*/ 48 h 50"/>
                <a:gd name="T28" fmla="*/ 176 w 178"/>
                <a:gd name="T29" fmla="*/ 46 h 50"/>
                <a:gd name="T30" fmla="*/ 176 w 178"/>
                <a:gd name="T31" fmla="*/ 45 h 50"/>
                <a:gd name="T32" fmla="*/ 178 w 178"/>
                <a:gd name="T33" fmla="*/ 41 h 50"/>
                <a:gd name="T34" fmla="*/ 178 w 178"/>
                <a:gd name="T35" fmla="*/ 36 h 50"/>
                <a:gd name="T36" fmla="*/ 176 w 178"/>
                <a:gd name="T37" fmla="*/ 34 h 50"/>
                <a:gd name="T38" fmla="*/ 175 w 178"/>
                <a:gd name="T39" fmla="*/ 31 h 50"/>
                <a:gd name="T40" fmla="*/ 173 w 178"/>
                <a:gd name="T41" fmla="*/ 31 h 50"/>
                <a:gd name="T42" fmla="*/ 170 w 178"/>
                <a:gd name="T43" fmla="*/ 29 h 50"/>
                <a:gd name="T44" fmla="*/ 12 w 178"/>
                <a:gd name="T45" fmla="*/ 0 h 5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8"/>
                <a:gd name="T70" fmla="*/ 0 h 50"/>
                <a:gd name="T71" fmla="*/ 178 w 178"/>
                <a:gd name="T72" fmla="*/ 50 h 5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8" h="50">
                  <a:moveTo>
                    <a:pt x="12" y="0"/>
                  </a:moveTo>
                  <a:lnTo>
                    <a:pt x="7" y="0"/>
                  </a:lnTo>
                  <a:lnTo>
                    <a:pt x="5" y="1"/>
                  </a:lnTo>
                  <a:lnTo>
                    <a:pt x="2" y="3"/>
                  </a:lnTo>
                  <a:lnTo>
                    <a:pt x="2" y="5"/>
                  </a:lnTo>
                  <a:lnTo>
                    <a:pt x="0" y="8"/>
                  </a:lnTo>
                  <a:lnTo>
                    <a:pt x="0" y="13"/>
                  </a:lnTo>
                  <a:lnTo>
                    <a:pt x="2" y="15"/>
                  </a:lnTo>
                  <a:lnTo>
                    <a:pt x="4" y="19"/>
                  </a:lnTo>
                  <a:lnTo>
                    <a:pt x="5" y="19"/>
                  </a:lnTo>
                  <a:lnTo>
                    <a:pt x="9" y="20"/>
                  </a:lnTo>
                  <a:lnTo>
                    <a:pt x="166" y="50"/>
                  </a:lnTo>
                  <a:lnTo>
                    <a:pt x="171" y="50"/>
                  </a:lnTo>
                  <a:lnTo>
                    <a:pt x="173" y="48"/>
                  </a:lnTo>
                  <a:lnTo>
                    <a:pt x="176" y="46"/>
                  </a:lnTo>
                  <a:lnTo>
                    <a:pt x="176" y="45"/>
                  </a:lnTo>
                  <a:lnTo>
                    <a:pt x="178" y="41"/>
                  </a:lnTo>
                  <a:lnTo>
                    <a:pt x="178" y="36"/>
                  </a:lnTo>
                  <a:lnTo>
                    <a:pt x="176" y="34"/>
                  </a:lnTo>
                  <a:lnTo>
                    <a:pt x="175" y="31"/>
                  </a:lnTo>
                  <a:lnTo>
                    <a:pt x="173" y="31"/>
                  </a:lnTo>
                  <a:lnTo>
                    <a:pt x="170" y="29"/>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0" name="Freeform 79">
              <a:extLst>
                <a:ext uri="{FF2B5EF4-FFF2-40B4-BE49-F238E27FC236}">
                  <a16:creationId xmlns:a16="http://schemas.microsoft.com/office/drawing/2014/main" id="{2697CD28-9B97-CE22-9708-BAF364405B30}"/>
                </a:ext>
              </a:extLst>
            </p:cNvPr>
            <p:cNvSpPr>
              <a:spLocks noChangeAspect="1"/>
            </p:cNvSpPr>
            <p:nvPr/>
          </p:nvSpPr>
          <p:spPr bwMode="auto">
            <a:xfrm>
              <a:off x="4656" y="3724"/>
              <a:ext cx="149" cy="50"/>
            </a:xfrm>
            <a:custGeom>
              <a:avLst/>
              <a:gdLst>
                <a:gd name="T0" fmla="*/ 140 w 149"/>
                <a:gd name="T1" fmla="*/ 21 h 50"/>
                <a:gd name="T2" fmla="*/ 143 w 149"/>
                <a:gd name="T3" fmla="*/ 19 h 50"/>
                <a:gd name="T4" fmla="*/ 147 w 149"/>
                <a:gd name="T5" fmla="*/ 16 h 50"/>
                <a:gd name="T6" fmla="*/ 149 w 149"/>
                <a:gd name="T7" fmla="*/ 14 h 50"/>
                <a:gd name="T8" fmla="*/ 149 w 149"/>
                <a:gd name="T9" fmla="*/ 9 h 50"/>
                <a:gd name="T10" fmla="*/ 147 w 149"/>
                <a:gd name="T11" fmla="*/ 5 h 50"/>
                <a:gd name="T12" fmla="*/ 143 w 149"/>
                <a:gd name="T13" fmla="*/ 2 h 50"/>
                <a:gd name="T14" fmla="*/ 142 w 149"/>
                <a:gd name="T15" fmla="*/ 0 h 50"/>
                <a:gd name="T16" fmla="*/ 137 w 149"/>
                <a:gd name="T17" fmla="*/ 0 h 50"/>
                <a:gd name="T18" fmla="*/ 9 w 149"/>
                <a:gd name="T19" fmla="*/ 30 h 50"/>
                <a:gd name="T20" fmla="*/ 5 w 149"/>
                <a:gd name="T21" fmla="*/ 31 h 50"/>
                <a:gd name="T22" fmla="*/ 2 w 149"/>
                <a:gd name="T23" fmla="*/ 35 h 50"/>
                <a:gd name="T24" fmla="*/ 0 w 149"/>
                <a:gd name="T25" fmla="*/ 37 h 50"/>
                <a:gd name="T26" fmla="*/ 0 w 149"/>
                <a:gd name="T27" fmla="*/ 42 h 50"/>
                <a:gd name="T28" fmla="*/ 2 w 149"/>
                <a:gd name="T29" fmla="*/ 45 h 50"/>
                <a:gd name="T30" fmla="*/ 5 w 149"/>
                <a:gd name="T31" fmla="*/ 49 h 50"/>
                <a:gd name="T32" fmla="*/ 7 w 149"/>
                <a:gd name="T33" fmla="*/ 50 h 50"/>
                <a:gd name="T34" fmla="*/ 12 w 149"/>
                <a:gd name="T35" fmla="*/ 50 h 50"/>
                <a:gd name="T36" fmla="*/ 140 w 149"/>
                <a:gd name="T37" fmla="*/ 21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9"/>
                <a:gd name="T58" fmla="*/ 0 h 50"/>
                <a:gd name="T59" fmla="*/ 149 w 149"/>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9" h="50">
                  <a:moveTo>
                    <a:pt x="140" y="21"/>
                  </a:moveTo>
                  <a:lnTo>
                    <a:pt x="143" y="19"/>
                  </a:lnTo>
                  <a:lnTo>
                    <a:pt x="147" y="16"/>
                  </a:lnTo>
                  <a:lnTo>
                    <a:pt x="149" y="14"/>
                  </a:lnTo>
                  <a:lnTo>
                    <a:pt x="149" y="9"/>
                  </a:lnTo>
                  <a:lnTo>
                    <a:pt x="147" y="5"/>
                  </a:lnTo>
                  <a:lnTo>
                    <a:pt x="143" y="2"/>
                  </a:lnTo>
                  <a:lnTo>
                    <a:pt x="142" y="0"/>
                  </a:lnTo>
                  <a:lnTo>
                    <a:pt x="137" y="0"/>
                  </a:lnTo>
                  <a:lnTo>
                    <a:pt x="9" y="30"/>
                  </a:lnTo>
                  <a:lnTo>
                    <a:pt x="5" y="31"/>
                  </a:lnTo>
                  <a:lnTo>
                    <a:pt x="2" y="35"/>
                  </a:lnTo>
                  <a:lnTo>
                    <a:pt x="0" y="37"/>
                  </a:lnTo>
                  <a:lnTo>
                    <a:pt x="0" y="42"/>
                  </a:lnTo>
                  <a:lnTo>
                    <a:pt x="2" y="45"/>
                  </a:lnTo>
                  <a:lnTo>
                    <a:pt x="5" y="49"/>
                  </a:lnTo>
                  <a:lnTo>
                    <a:pt x="7" y="50"/>
                  </a:lnTo>
                  <a:lnTo>
                    <a:pt x="12" y="50"/>
                  </a:lnTo>
                  <a:lnTo>
                    <a:pt x="14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1" name="Freeform 80">
              <a:extLst>
                <a:ext uri="{FF2B5EF4-FFF2-40B4-BE49-F238E27FC236}">
                  <a16:creationId xmlns:a16="http://schemas.microsoft.com/office/drawing/2014/main" id="{D4D9C725-5986-AF06-C58D-4526E65908F0}"/>
                </a:ext>
              </a:extLst>
            </p:cNvPr>
            <p:cNvSpPr>
              <a:spLocks noChangeAspect="1"/>
            </p:cNvSpPr>
            <p:nvPr/>
          </p:nvSpPr>
          <p:spPr bwMode="auto">
            <a:xfrm>
              <a:off x="4635" y="3761"/>
              <a:ext cx="178" cy="50"/>
            </a:xfrm>
            <a:custGeom>
              <a:avLst/>
              <a:gdLst>
                <a:gd name="T0" fmla="*/ 12 w 178"/>
                <a:gd name="T1" fmla="*/ 0 h 50"/>
                <a:gd name="T2" fmla="*/ 7 w 178"/>
                <a:gd name="T3" fmla="*/ 0 h 50"/>
                <a:gd name="T4" fmla="*/ 5 w 178"/>
                <a:gd name="T5" fmla="*/ 1 h 50"/>
                <a:gd name="T6" fmla="*/ 2 w 178"/>
                <a:gd name="T7" fmla="*/ 3 h 50"/>
                <a:gd name="T8" fmla="*/ 2 w 178"/>
                <a:gd name="T9" fmla="*/ 5 h 50"/>
                <a:gd name="T10" fmla="*/ 0 w 178"/>
                <a:gd name="T11" fmla="*/ 8 h 50"/>
                <a:gd name="T12" fmla="*/ 0 w 178"/>
                <a:gd name="T13" fmla="*/ 13 h 50"/>
                <a:gd name="T14" fmla="*/ 2 w 178"/>
                <a:gd name="T15" fmla="*/ 15 h 50"/>
                <a:gd name="T16" fmla="*/ 4 w 178"/>
                <a:gd name="T17" fmla="*/ 19 h 50"/>
                <a:gd name="T18" fmla="*/ 5 w 178"/>
                <a:gd name="T19" fmla="*/ 19 h 50"/>
                <a:gd name="T20" fmla="*/ 9 w 178"/>
                <a:gd name="T21" fmla="*/ 20 h 50"/>
                <a:gd name="T22" fmla="*/ 166 w 178"/>
                <a:gd name="T23" fmla="*/ 50 h 50"/>
                <a:gd name="T24" fmla="*/ 171 w 178"/>
                <a:gd name="T25" fmla="*/ 50 h 50"/>
                <a:gd name="T26" fmla="*/ 173 w 178"/>
                <a:gd name="T27" fmla="*/ 48 h 50"/>
                <a:gd name="T28" fmla="*/ 177 w 178"/>
                <a:gd name="T29" fmla="*/ 46 h 50"/>
                <a:gd name="T30" fmla="*/ 177 w 178"/>
                <a:gd name="T31" fmla="*/ 45 h 50"/>
                <a:gd name="T32" fmla="*/ 178 w 178"/>
                <a:gd name="T33" fmla="*/ 41 h 50"/>
                <a:gd name="T34" fmla="*/ 178 w 178"/>
                <a:gd name="T35" fmla="*/ 36 h 50"/>
                <a:gd name="T36" fmla="*/ 177 w 178"/>
                <a:gd name="T37" fmla="*/ 34 h 50"/>
                <a:gd name="T38" fmla="*/ 175 w 178"/>
                <a:gd name="T39" fmla="*/ 31 h 50"/>
                <a:gd name="T40" fmla="*/ 173 w 178"/>
                <a:gd name="T41" fmla="*/ 31 h 50"/>
                <a:gd name="T42" fmla="*/ 170 w 178"/>
                <a:gd name="T43" fmla="*/ 29 h 50"/>
                <a:gd name="T44" fmla="*/ 12 w 178"/>
                <a:gd name="T45" fmla="*/ 0 h 5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8"/>
                <a:gd name="T70" fmla="*/ 0 h 50"/>
                <a:gd name="T71" fmla="*/ 178 w 178"/>
                <a:gd name="T72" fmla="*/ 50 h 5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8" h="50">
                  <a:moveTo>
                    <a:pt x="12" y="0"/>
                  </a:moveTo>
                  <a:lnTo>
                    <a:pt x="7" y="0"/>
                  </a:lnTo>
                  <a:lnTo>
                    <a:pt x="5" y="1"/>
                  </a:lnTo>
                  <a:lnTo>
                    <a:pt x="2" y="3"/>
                  </a:lnTo>
                  <a:lnTo>
                    <a:pt x="2" y="5"/>
                  </a:lnTo>
                  <a:lnTo>
                    <a:pt x="0" y="8"/>
                  </a:lnTo>
                  <a:lnTo>
                    <a:pt x="0" y="13"/>
                  </a:lnTo>
                  <a:lnTo>
                    <a:pt x="2" y="15"/>
                  </a:lnTo>
                  <a:lnTo>
                    <a:pt x="4" y="19"/>
                  </a:lnTo>
                  <a:lnTo>
                    <a:pt x="5" y="19"/>
                  </a:lnTo>
                  <a:lnTo>
                    <a:pt x="9" y="20"/>
                  </a:lnTo>
                  <a:lnTo>
                    <a:pt x="166" y="50"/>
                  </a:lnTo>
                  <a:lnTo>
                    <a:pt x="171" y="50"/>
                  </a:lnTo>
                  <a:lnTo>
                    <a:pt x="173" y="48"/>
                  </a:lnTo>
                  <a:lnTo>
                    <a:pt x="177" y="46"/>
                  </a:lnTo>
                  <a:lnTo>
                    <a:pt x="177" y="45"/>
                  </a:lnTo>
                  <a:lnTo>
                    <a:pt x="178" y="41"/>
                  </a:lnTo>
                  <a:lnTo>
                    <a:pt x="178" y="36"/>
                  </a:lnTo>
                  <a:lnTo>
                    <a:pt x="177" y="34"/>
                  </a:lnTo>
                  <a:lnTo>
                    <a:pt x="175" y="31"/>
                  </a:lnTo>
                  <a:lnTo>
                    <a:pt x="173" y="31"/>
                  </a:lnTo>
                  <a:lnTo>
                    <a:pt x="170" y="29"/>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2" name="Freeform 81">
              <a:extLst>
                <a:ext uri="{FF2B5EF4-FFF2-40B4-BE49-F238E27FC236}">
                  <a16:creationId xmlns:a16="http://schemas.microsoft.com/office/drawing/2014/main" id="{99A10063-96B8-E7F6-D38B-F69E2020AAB3}"/>
                </a:ext>
              </a:extLst>
            </p:cNvPr>
            <p:cNvSpPr>
              <a:spLocks noChangeAspect="1"/>
            </p:cNvSpPr>
            <p:nvPr/>
          </p:nvSpPr>
          <p:spPr bwMode="auto">
            <a:xfrm>
              <a:off x="3320" y="1612"/>
              <a:ext cx="21" cy="591"/>
            </a:xfrm>
            <a:custGeom>
              <a:avLst/>
              <a:gdLst>
                <a:gd name="T0" fmla="*/ 0 w 21"/>
                <a:gd name="T1" fmla="*/ 581 h 591"/>
                <a:gd name="T2" fmla="*/ 0 w 21"/>
                <a:gd name="T3" fmla="*/ 584 h 591"/>
                <a:gd name="T4" fmla="*/ 4 w 21"/>
                <a:gd name="T5" fmla="*/ 588 h 591"/>
                <a:gd name="T6" fmla="*/ 7 w 21"/>
                <a:gd name="T7" fmla="*/ 591 h 591"/>
                <a:gd name="T8" fmla="*/ 14 w 21"/>
                <a:gd name="T9" fmla="*/ 591 h 591"/>
                <a:gd name="T10" fmla="*/ 17 w 21"/>
                <a:gd name="T11" fmla="*/ 588 h 591"/>
                <a:gd name="T12" fmla="*/ 21 w 21"/>
                <a:gd name="T13" fmla="*/ 584 h 591"/>
                <a:gd name="T14" fmla="*/ 21 w 21"/>
                <a:gd name="T15" fmla="*/ 7 h 591"/>
                <a:gd name="T16" fmla="*/ 17 w 21"/>
                <a:gd name="T17" fmla="*/ 4 h 591"/>
                <a:gd name="T18" fmla="*/ 14 w 21"/>
                <a:gd name="T19" fmla="*/ 0 h 591"/>
                <a:gd name="T20" fmla="*/ 7 w 21"/>
                <a:gd name="T21" fmla="*/ 0 h 591"/>
                <a:gd name="T22" fmla="*/ 4 w 21"/>
                <a:gd name="T23" fmla="*/ 4 h 591"/>
                <a:gd name="T24" fmla="*/ 0 w 21"/>
                <a:gd name="T25" fmla="*/ 7 h 591"/>
                <a:gd name="T26" fmla="*/ 0 w 21"/>
                <a:gd name="T27" fmla="*/ 11 h 591"/>
                <a:gd name="T28" fmla="*/ 0 w 21"/>
                <a:gd name="T29" fmla="*/ 581 h 5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591"/>
                <a:gd name="T47" fmla="*/ 21 w 21"/>
                <a:gd name="T48" fmla="*/ 591 h 5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591">
                  <a:moveTo>
                    <a:pt x="0" y="581"/>
                  </a:moveTo>
                  <a:lnTo>
                    <a:pt x="0" y="584"/>
                  </a:lnTo>
                  <a:lnTo>
                    <a:pt x="4" y="588"/>
                  </a:lnTo>
                  <a:lnTo>
                    <a:pt x="7" y="591"/>
                  </a:lnTo>
                  <a:lnTo>
                    <a:pt x="14" y="591"/>
                  </a:lnTo>
                  <a:lnTo>
                    <a:pt x="17" y="588"/>
                  </a:lnTo>
                  <a:lnTo>
                    <a:pt x="21" y="584"/>
                  </a:lnTo>
                  <a:lnTo>
                    <a:pt x="21" y="7"/>
                  </a:lnTo>
                  <a:lnTo>
                    <a:pt x="17" y="4"/>
                  </a:lnTo>
                  <a:lnTo>
                    <a:pt x="14" y="0"/>
                  </a:lnTo>
                  <a:lnTo>
                    <a:pt x="7" y="0"/>
                  </a:lnTo>
                  <a:lnTo>
                    <a:pt x="4" y="4"/>
                  </a:lnTo>
                  <a:lnTo>
                    <a:pt x="0" y="7"/>
                  </a:lnTo>
                  <a:lnTo>
                    <a:pt x="0" y="11"/>
                  </a:lnTo>
                  <a:lnTo>
                    <a:pt x="0" y="5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3" name="Freeform 82">
              <a:extLst>
                <a:ext uri="{FF2B5EF4-FFF2-40B4-BE49-F238E27FC236}">
                  <a16:creationId xmlns:a16="http://schemas.microsoft.com/office/drawing/2014/main" id="{346CF4A7-BC8B-942B-DFE4-32086B216FE2}"/>
                </a:ext>
              </a:extLst>
            </p:cNvPr>
            <p:cNvSpPr>
              <a:spLocks noChangeAspect="1"/>
            </p:cNvSpPr>
            <p:nvPr/>
          </p:nvSpPr>
          <p:spPr bwMode="auto">
            <a:xfrm>
              <a:off x="3320" y="2523"/>
              <a:ext cx="21" cy="1250"/>
            </a:xfrm>
            <a:custGeom>
              <a:avLst/>
              <a:gdLst>
                <a:gd name="T0" fmla="*/ 21 w 21"/>
                <a:gd name="T1" fmla="*/ 11 h 1250"/>
                <a:gd name="T2" fmla="*/ 21 w 21"/>
                <a:gd name="T3" fmla="*/ 7 h 1250"/>
                <a:gd name="T4" fmla="*/ 17 w 21"/>
                <a:gd name="T5" fmla="*/ 4 h 1250"/>
                <a:gd name="T6" fmla="*/ 14 w 21"/>
                <a:gd name="T7" fmla="*/ 0 h 1250"/>
                <a:gd name="T8" fmla="*/ 7 w 21"/>
                <a:gd name="T9" fmla="*/ 0 h 1250"/>
                <a:gd name="T10" fmla="*/ 4 w 21"/>
                <a:gd name="T11" fmla="*/ 4 h 1250"/>
                <a:gd name="T12" fmla="*/ 0 w 21"/>
                <a:gd name="T13" fmla="*/ 7 h 1250"/>
                <a:gd name="T14" fmla="*/ 0 w 21"/>
                <a:gd name="T15" fmla="*/ 1243 h 1250"/>
                <a:gd name="T16" fmla="*/ 4 w 21"/>
                <a:gd name="T17" fmla="*/ 1246 h 1250"/>
                <a:gd name="T18" fmla="*/ 7 w 21"/>
                <a:gd name="T19" fmla="*/ 1250 h 1250"/>
                <a:gd name="T20" fmla="*/ 14 w 21"/>
                <a:gd name="T21" fmla="*/ 1250 h 1250"/>
                <a:gd name="T22" fmla="*/ 17 w 21"/>
                <a:gd name="T23" fmla="*/ 1246 h 1250"/>
                <a:gd name="T24" fmla="*/ 21 w 21"/>
                <a:gd name="T25" fmla="*/ 1243 h 1250"/>
                <a:gd name="T26" fmla="*/ 21 w 21"/>
                <a:gd name="T27" fmla="*/ 1239 h 1250"/>
                <a:gd name="T28" fmla="*/ 21 w 21"/>
                <a:gd name="T29" fmla="*/ 11 h 12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1250"/>
                <a:gd name="T47" fmla="*/ 21 w 21"/>
                <a:gd name="T48" fmla="*/ 1250 h 125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1250">
                  <a:moveTo>
                    <a:pt x="21" y="11"/>
                  </a:moveTo>
                  <a:lnTo>
                    <a:pt x="21" y="7"/>
                  </a:lnTo>
                  <a:lnTo>
                    <a:pt x="17" y="4"/>
                  </a:lnTo>
                  <a:lnTo>
                    <a:pt x="14" y="0"/>
                  </a:lnTo>
                  <a:lnTo>
                    <a:pt x="7" y="0"/>
                  </a:lnTo>
                  <a:lnTo>
                    <a:pt x="4" y="4"/>
                  </a:lnTo>
                  <a:lnTo>
                    <a:pt x="0" y="7"/>
                  </a:lnTo>
                  <a:lnTo>
                    <a:pt x="0" y="1243"/>
                  </a:lnTo>
                  <a:lnTo>
                    <a:pt x="4" y="1246"/>
                  </a:lnTo>
                  <a:lnTo>
                    <a:pt x="7" y="1250"/>
                  </a:lnTo>
                  <a:lnTo>
                    <a:pt x="14" y="1250"/>
                  </a:lnTo>
                  <a:lnTo>
                    <a:pt x="17" y="1246"/>
                  </a:lnTo>
                  <a:lnTo>
                    <a:pt x="21" y="1243"/>
                  </a:lnTo>
                  <a:lnTo>
                    <a:pt x="21" y="1239"/>
                  </a:lnTo>
                  <a:lnTo>
                    <a:pt x="2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4" name="Freeform 83">
              <a:extLst>
                <a:ext uri="{FF2B5EF4-FFF2-40B4-BE49-F238E27FC236}">
                  <a16:creationId xmlns:a16="http://schemas.microsoft.com/office/drawing/2014/main" id="{8AF60FB7-5958-22DE-24E3-3845C4E55C8A}"/>
                </a:ext>
              </a:extLst>
            </p:cNvPr>
            <p:cNvSpPr>
              <a:spLocks noChangeAspect="1"/>
            </p:cNvSpPr>
            <p:nvPr/>
          </p:nvSpPr>
          <p:spPr bwMode="auto">
            <a:xfrm>
              <a:off x="4528" y="2668"/>
              <a:ext cx="21" cy="253"/>
            </a:xfrm>
            <a:custGeom>
              <a:avLst/>
              <a:gdLst>
                <a:gd name="T0" fmla="*/ 21 w 21"/>
                <a:gd name="T1" fmla="*/ 11 h 253"/>
                <a:gd name="T2" fmla="*/ 21 w 21"/>
                <a:gd name="T3" fmla="*/ 7 h 253"/>
                <a:gd name="T4" fmla="*/ 17 w 21"/>
                <a:gd name="T5" fmla="*/ 4 h 253"/>
                <a:gd name="T6" fmla="*/ 14 w 21"/>
                <a:gd name="T7" fmla="*/ 0 h 253"/>
                <a:gd name="T8" fmla="*/ 7 w 21"/>
                <a:gd name="T9" fmla="*/ 0 h 253"/>
                <a:gd name="T10" fmla="*/ 4 w 21"/>
                <a:gd name="T11" fmla="*/ 4 h 253"/>
                <a:gd name="T12" fmla="*/ 0 w 21"/>
                <a:gd name="T13" fmla="*/ 7 h 253"/>
                <a:gd name="T14" fmla="*/ 0 w 21"/>
                <a:gd name="T15" fmla="*/ 246 h 253"/>
                <a:gd name="T16" fmla="*/ 4 w 21"/>
                <a:gd name="T17" fmla="*/ 249 h 253"/>
                <a:gd name="T18" fmla="*/ 7 w 21"/>
                <a:gd name="T19" fmla="*/ 253 h 253"/>
                <a:gd name="T20" fmla="*/ 14 w 21"/>
                <a:gd name="T21" fmla="*/ 253 h 253"/>
                <a:gd name="T22" fmla="*/ 17 w 21"/>
                <a:gd name="T23" fmla="*/ 249 h 253"/>
                <a:gd name="T24" fmla="*/ 21 w 21"/>
                <a:gd name="T25" fmla="*/ 246 h 253"/>
                <a:gd name="T26" fmla="*/ 21 w 21"/>
                <a:gd name="T27" fmla="*/ 242 h 253"/>
                <a:gd name="T28" fmla="*/ 21 w 21"/>
                <a:gd name="T29" fmla="*/ 11 h 2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253"/>
                <a:gd name="T47" fmla="*/ 21 w 21"/>
                <a:gd name="T48" fmla="*/ 253 h 2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253">
                  <a:moveTo>
                    <a:pt x="21" y="11"/>
                  </a:moveTo>
                  <a:lnTo>
                    <a:pt x="21" y="7"/>
                  </a:lnTo>
                  <a:lnTo>
                    <a:pt x="17" y="4"/>
                  </a:lnTo>
                  <a:lnTo>
                    <a:pt x="14" y="0"/>
                  </a:lnTo>
                  <a:lnTo>
                    <a:pt x="7" y="0"/>
                  </a:lnTo>
                  <a:lnTo>
                    <a:pt x="4" y="4"/>
                  </a:lnTo>
                  <a:lnTo>
                    <a:pt x="0" y="7"/>
                  </a:lnTo>
                  <a:lnTo>
                    <a:pt x="0" y="246"/>
                  </a:lnTo>
                  <a:lnTo>
                    <a:pt x="4" y="249"/>
                  </a:lnTo>
                  <a:lnTo>
                    <a:pt x="7" y="253"/>
                  </a:lnTo>
                  <a:lnTo>
                    <a:pt x="14" y="253"/>
                  </a:lnTo>
                  <a:lnTo>
                    <a:pt x="17" y="249"/>
                  </a:lnTo>
                  <a:lnTo>
                    <a:pt x="21" y="246"/>
                  </a:lnTo>
                  <a:lnTo>
                    <a:pt x="21" y="242"/>
                  </a:lnTo>
                  <a:lnTo>
                    <a:pt x="2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5" name="Freeform 84">
              <a:extLst>
                <a:ext uri="{FF2B5EF4-FFF2-40B4-BE49-F238E27FC236}">
                  <a16:creationId xmlns:a16="http://schemas.microsoft.com/office/drawing/2014/main" id="{891F895D-182E-1A3C-A806-4A3FE6CA1252}"/>
                </a:ext>
              </a:extLst>
            </p:cNvPr>
            <p:cNvSpPr>
              <a:spLocks noChangeAspect="1"/>
            </p:cNvSpPr>
            <p:nvPr/>
          </p:nvSpPr>
          <p:spPr bwMode="auto">
            <a:xfrm>
              <a:off x="3182" y="2891"/>
              <a:ext cx="1367" cy="21"/>
            </a:xfrm>
            <a:custGeom>
              <a:avLst/>
              <a:gdLst>
                <a:gd name="T0" fmla="*/ 1357 w 1367"/>
                <a:gd name="T1" fmla="*/ 21 h 21"/>
                <a:gd name="T2" fmla="*/ 1360 w 1367"/>
                <a:gd name="T3" fmla="*/ 21 h 21"/>
                <a:gd name="T4" fmla="*/ 1363 w 1367"/>
                <a:gd name="T5" fmla="*/ 18 h 21"/>
                <a:gd name="T6" fmla="*/ 1367 w 1367"/>
                <a:gd name="T7" fmla="*/ 14 h 21"/>
                <a:gd name="T8" fmla="*/ 1367 w 1367"/>
                <a:gd name="T9" fmla="*/ 7 h 21"/>
                <a:gd name="T10" fmla="*/ 1363 w 1367"/>
                <a:gd name="T11" fmla="*/ 4 h 21"/>
                <a:gd name="T12" fmla="*/ 1360 w 1367"/>
                <a:gd name="T13" fmla="*/ 0 h 21"/>
                <a:gd name="T14" fmla="*/ 7 w 1367"/>
                <a:gd name="T15" fmla="*/ 0 h 21"/>
                <a:gd name="T16" fmla="*/ 3 w 1367"/>
                <a:gd name="T17" fmla="*/ 4 h 21"/>
                <a:gd name="T18" fmla="*/ 0 w 1367"/>
                <a:gd name="T19" fmla="*/ 7 h 21"/>
                <a:gd name="T20" fmla="*/ 0 w 1367"/>
                <a:gd name="T21" fmla="*/ 14 h 21"/>
                <a:gd name="T22" fmla="*/ 3 w 1367"/>
                <a:gd name="T23" fmla="*/ 18 h 21"/>
                <a:gd name="T24" fmla="*/ 7 w 1367"/>
                <a:gd name="T25" fmla="*/ 21 h 21"/>
                <a:gd name="T26" fmla="*/ 10 w 1367"/>
                <a:gd name="T27" fmla="*/ 21 h 21"/>
                <a:gd name="T28" fmla="*/ 1357 w 1367"/>
                <a:gd name="T29" fmla="*/ 21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67"/>
                <a:gd name="T46" fmla="*/ 0 h 21"/>
                <a:gd name="T47" fmla="*/ 1367 w 1367"/>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67" h="21">
                  <a:moveTo>
                    <a:pt x="1357" y="21"/>
                  </a:moveTo>
                  <a:lnTo>
                    <a:pt x="1360" y="21"/>
                  </a:lnTo>
                  <a:lnTo>
                    <a:pt x="1363" y="18"/>
                  </a:lnTo>
                  <a:lnTo>
                    <a:pt x="1367" y="14"/>
                  </a:lnTo>
                  <a:lnTo>
                    <a:pt x="1367" y="7"/>
                  </a:lnTo>
                  <a:lnTo>
                    <a:pt x="1363" y="4"/>
                  </a:lnTo>
                  <a:lnTo>
                    <a:pt x="1360" y="0"/>
                  </a:lnTo>
                  <a:lnTo>
                    <a:pt x="7" y="0"/>
                  </a:lnTo>
                  <a:lnTo>
                    <a:pt x="3" y="4"/>
                  </a:lnTo>
                  <a:lnTo>
                    <a:pt x="0" y="7"/>
                  </a:lnTo>
                  <a:lnTo>
                    <a:pt x="0" y="14"/>
                  </a:lnTo>
                  <a:lnTo>
                    <a:pt x="3" y="18"/>
                  </a:lnTo>
                  <a:lnTo>
                    <a:pt x="7" y="21"/>
                  </a:lnTo>
                  <a:lnTo>
                    <a:pt x="10" y="21"/>
                  </a:lnTo>
                  <a:lnTo>
                    <a:pt x="1357"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6" name="Freeform 85">
              <a:extLst>
                <a:ext uri="{FF2B5EF4-FFF2-40B4-BE49-F238E27FC236}">
                  <a16:creationId xmlns:a16="http://schemas.microsoft.com/office/drawing/2014/main" id="{09EF8C4E-53E6-86BF-FADF-14542EDA3F1E}"/>
                </a:ext>
              </a:extLst>
            </p:cNvPr>
            <p:cNvSpPr>
              <a:spLocks noChangeAspect="1"/>
            </p:cNvSpPr>
            <p:nvPr/>
          </p:nvSpPr>
          <p:spPr bwMode="auto">
            <a:xfrm>
              <a:off x="3168" y="2364"/>
              <a:ext cx="21" cy="541"/>
            </a:xfrm>
            <a:custGeom>
              <a:avLst/>
              <a:gdLst>
                <a:gd name="T0" fmla="*/ 0 w 21"/>
                <a:gd name="T1" fmla="*/ 531 h 541"/>
                <a:gd name="T2" fmla="*/ 0 w 21"/>
                <a:gd name="T3" fmla="*/ 534 h 541"/>
                <a:gd name="T4" fmla="*/ 3 w 21"/>
                <a:gd name="T5" fmla="*/ 538 h 541"/>
                <a:gd name="T6" fmla="*/ 7 w 21"/>
                <a:gd name="T7" fmla="*/ 541 h 541"/>
                <a:gd name="T8" fmla="*/ 14 w 21"/>
                <a:gd name="T9" fmla="*/ 541 h 541"/>
                <a:gd name="T10" fmla="*/ 17 w 21"/>
                <a:gd name="T11" fmla="*/ 538 h 541"/>
                <a:gd name="T12" fmla="*/ 21 w 21"/>
                <a:gd name="T13" fmla="*/ 534 h 541"/>
                <a:gd name="T14" fmla="*/ 21 w 21"/>
                <a:gd name="T15" fmla="*/ 7 h 541"/>
                <a:gd name="T16" fmla="*/ 17 w 21"/>
                <a:gd name="T17" fmla="*/ 4 h 541"/>
                <a:gd name="T18" fmla="*/ 14 w 21"/>
                <a:gd name="T19" fmla="*/ 0 h 541"/>
                <a:gd name="T20" fmla="*/ 7 w 21"/>
                <a:gd name="T21" fmla="*/ 0 h 541"/>
                <a:gd name="T22" fmla="*/ 3 w 21"/>
                <a:gd name="T23" fmla="*/ 4 h 541"/>
                <a:gd name="T24" fmla="*/ 0 w 21"/>
                <a:gd name="T25" fmla="*/ 7 h 541"/>
                <a:gd name="T26" fmla="*/ 0 w 21"/>
                <a:gd name="T27" fmla="*/ 11 h 541"/>
                <a:gd name="T28" fmla="*/ 0 w 21"/>
                <a:gd name="T29" fmla="*/ 531 h 5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541"/>
                <a:gd name="T47" fmla="*/ 21 w 21"/>
                <a:gd name="T48" fmla="*/ 541 h 5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541">
                  <a:moveTo>
                    <a:pt x="0" y="531"/>
                  </a:moveTo>
                  <a:lnTo>
                    <a:pt x="0" y="534"/>
                  </a:lnTo>
                  <a:lnTo>
                    <a:pt x="3" y="538"/>
                  </a:lnTo>
                  <a:lnTo>
                    <a:pt x="7" y="541"/>
                  </a:lnTo>
                  <a:lnTo>
                    <a:pt x="14" y="541"/>
                  </a:lnTo>
                  <a:lnTo>
                    <a:pt x="17" y="538"/>
                  </a:lnTo>
                  <a:lnTo>
                    <a:pt x="21" y="534"/>
                  </a:lnTo>
                  <a:lnTo>
                    <a:pt x="21" y="7"/>
                  </a:lnTo>
                  <a:lnTo>
                    <a:pt x="17" y="4"/>
                  </a:lnTo>
                  <a:lnTo>
                    <a:pt x="14" y="0"/>
                  </a:lnTo>
                  <a:lnTo>
                    <a:pt x="7" y="0"/>
                  </a:lnTo>
                  <a:lnTo>
                    <a:pt x="3" y="4"/>
                  </a:lnTo>
                  <a:lnTo>
                    <a:pt x="0" y="7"/>
                  </a:lnTo>
                  <a:lnTo>
                    <a:pt x="0" y="11"/>
                  </a:lnTo>
                  <a:lnTo>
                    <a:pt x="0" y="5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7" name="Freeform 86">
              <a:extLst>
                <a:ext uri="{FF2B5EF4-FFF2-40B4-BE49-F238E27FC236}">
                  <a16:creationId xmlns:a16="http://schemas.microsoft.com/office/drawing/2014/main" id="{95B7427E-86CB-5C2D-DE96-8E8702F4516F}"/>
                </a:ext>
              </a:extLst>
            </p:cNvPr>
            <p:cNvSpPr>
              <a:spLocks noChangeAspect="1"/>
            </p:cNvSpPr>
            <p:nvPr/>
          </p:nvSpPr>
          <p:spPr bwMode="auto">
            <a:xfrm>
              <a:off x="3184" y="2357"/>
              <a:ext cx="164" cy="21"/>
            </a:xfrm>
            <a:custGeom>
              <a:avLst/>
              <a:gdLst>
                <a:gd name="T0" fmla="*/ 153 w 164"/>
                <a:gd name="T1" fmla="*/ 21 h 21"/>
                <a:gd name="T2" fmla="*/ 157 w 164"/>
                <a:gd name="T3" fmla="*/ 21 h 21"/>
                <a:gd name="T4" fmla="*/ 160 w 164"/>
                <a:gd name="T5" fmla="*/ 18 h 21"/>
                <a:gd name="T6" fmla="*/ 164 w 164"/>
                <a:gd name="T7" fmla="*/ 14 h 21"/>
                <a:gd name="T8" fmla="*/ 164 w 164"/>
                <a:gd name="T9" fmla="*/ 7 h 21"/>
                <a:gd name="T10" fmla="*/ 160 w 164"/>
                <a:gd name="T11" fmla="*/ 4 h 21"/>
                <a:gd name="T12" fmla="*/ 157 w 164"/>
                <a:gd name="T13" fmla="*/ 0 h 21"/>
                <a:gd name="T14" fmla="*/ 6 w 164"/>
                <a:gd name="T15" fmla="*/ 0 h 21"/>
                <a:gd name="T16" fmla="*/ 3 w 164"/>
                <a:gd name="T17" fmla="*/ 4 h 21"/>
                <a:gd name="T18" fmla="*/ 0 w 164"/>
                <a:gd name="T19" fmla="*/ 7 h 21"/>
                <a:gd name="T20" fmla="*/ 0 w 164"/>
                <a:gd name="T21" fmla="*/ 14 h 21"/>
                <a:gd name="T22" fmla="*/ 3 w 164"/>
                <a:gd name="T23" fmla="*/ 18 h 21"/>
                <a:gd name="T24" fmla="*/ 6 w 164"/>
                <a:gd name="T25" fmla="*/ 21 h 21"/>
                <a:gd name="T26" fmla="*/ 10 w 164"/>
                <a:gd name="T27" fmla="*/ 21 h 21"/>
                <a:gd name="T28" fmla="*/ 153 w 164"/>
                <a:gd name="T29" fmla="*/ 21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4"/>
                <a:gd name="T46" fmla="*/ 0 h 21"/>
                <a:gd name="T47" fmla="*/ 164 w 164"/>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4" h="21">
                  <a:moveTo>
                    <a:pt x="153" y="21"/>
                  </a:moveTo>
                  <a:lnTo>
                    <a:pt x="157" y="21"/>
                  </a:lnTo>
                  <a:lnTo>
                    <a:pt x="160" y="18"/>
                  </a:lnTo>
                  <a:lnTo>
                    <a:pt x="164" y="14"/>
                  </a:lnTo>
                  <a:lnTo>
                    <a:pt x="164" y="7"/>
                  </a:lnTo>
                  <a:lnTo>
                    <a:pt x="160" y="4"/>
                  </a:lnTo>
                  <a:lnTo>
                    <a:pt x="157" y="0"/>
                  </a:lnTo>
                  <a:lnTo>
                    <a:pt x="6" y="0"/>
                  </a:lnTo>
                  <a:lnTo>
                    <a:pt x="3" y="4"/>
                  </a:lnTo>
                  <a:lnTo>
                    <a:pt x="0" y="7"/>
                  </a:lnTo>
                  <a:lnTo>
                    <a:pt x="0" y="14"/>
                  </a:lnTo>
                  <a:lnTo>
                    <a:pt x="3" y="18"/>
                  </a:lnTo>
                  <a:lnTo>
                    <a:pt x="6" y="21"/>
                  </a:lnTo>
                  <a:lnTo>
                    <a:pt x="10" y="21"/>
                  </a:lnTo>
                  <a:lnTo>
                    <a:pt x="153"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8" name="Freeform 87">
              <a:extLst>
                <a:ext uri="{FF2B5EF4-FFF2-40B4-BE49-F238E27FC236}">
                  <a16:creationId xmlns:a16="http://schemas.microsoft.com/office/drawing/2014/main" id="{AE8B9FC3-4529-7F16-473D-872F31D222BB}"/>
                </a:ext>
              </a:extLst>
            </p:cNvPr>
            <p:cNvSpPr>
              <a:spLocks noChangeAspect="1"/>
            </p:cNvSpPr>
            <p:nvPr/>
          </p:nvSpPr>
          <p:spPr bwMode="auto">
            <a:xfrm>
              <a:off x="4456" y="1322"/>
              <a:ext cx="20" cy="2162"/>
            </a:xfrm>
            <a:custGeom>
              <a:avLst/>
              <a:gdLst>
                <a:gd name="T0" fmla="*/ 20 w 20"/>
                <a:gd name="T1" fmla="*/ 10 h 2162"/>
                <a:gd name="T2" fmla="*/ 20 w 20"/>
                <a:gd name="T3" fmla="*/ 7 h 2162"/>
                <a:gd name="T4" fmla="*/ 17 w 20"/>
                <a:gd name="T5" fmla="*/ 3 h 2162"/>
                <a:gd name="T6" fmla="*/ 13 w 20"/>
                <a:gd name="T7" fmla="*/ 0 h 2162"/>
                <a:gd name="T8" fmla="*/ 6 w 20"/>
                <a:gd name="T9" fmla="*/ 0 h 2162"/>
                <a:gd name="T10" fmla="*/ 3 w 20"/>
                <a:gd name="T11" fmla="*/ 3 h 2162"/>
                <a:gd name="T12" fmla="*/ 0 w 20"/>
                <a:gd name="T13" fmla="*/ 7 h 2162"/>
                <a:gd name="T14" fmla="*/ 0 w 20"/>
                <a:gd name="T15" fmla="*/ 2155 h 2162"/>
                <a:gd name="T16" fmla="*/ 3 w 20"/>
                <a:gd name="T17" fmla="*/ 2159 h 2162"/>
                <a:gd name="T18" fmla="*/ 6 w 20"/>
                <a:gd name="T19" fmla="*/ 2162 h 2162"/>
                <a:gd name="T20" fmla="*/ 13 w 20"/>
                <a:gd name="T21" fmla="*/ 2162 h 2162"/>
                <a:gd name="T22" fmla="*/ 17 w 20"/>
                <a:gd name="T23" fmla="*/ 2159 h 2162"/>
                <a:gd name="T24" fmla="*/ 20 w 20"/>
                <a:gd name="T25" fmla="*/ 2155 h 2162"/>
                <a:gd name="T26" fmla="*/ 20 w 20"/>
                <a:gd name="T27" fmla="*/ 2152 h 2162"/>
                <a:gd name="T28" fmla="*/ 20 w 20"/>
                <a:gd name="T29" fmla="*/ 10 h 21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2162"/>
                <a:gd name="T47" fmla="*/ 20 w 20"/>
                <a:gd name="T48" fmla="*/ 2162 h 216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2162">
                  <a:moveTo>
                    <a:pt x="20" y="10"/>
                  </a:moveTo>
                  <a:lnTo>
                    <a:pt x="20" y="7"/>
                  </a:lnTo>
                  <a:lnTo>
                    <a:pt x="17" y="3"/>
                  </a:lnTo>
                  <a:lnTo>
                    <a:pt x="13" y="0"/>
                  </a:lnTo>
                  <a:lnTo>
                    <a:pt x="6" y="0"/>
                  </a:lnTo>
                  <a:lnTo>
                    <a:pt x="3" y="3"/>
                  </a:lnTo>
                  <a:lnTo>
                    <a:pt x="0" y="7"/>
                  </a:lnTo>
                  <a:lnTo>
                    <a:pt x="0" y="2155"/>
                  </a:lnTo>
                  <a:lnTo>
                    <a:pt x="3" y="2159"/>
                  </a:lnTo>
                  <a:lnTo>
                    <a:pt x="6" y="2162"/>
                  </a:lnTo>
                  <a:lnTo>
                    <a:pt x="13" y="2162"/>
                  </a:lnTo>
                  <a:lnTo>
                    <a:pt x="17" y="2159"/>
                  </a:lnTo>
                  <a:lnTo>
                    <a:pt x="20" y="2155"/>
                  </a:lnTo>
                  <a:lnTo>
                    <a:pt x="20" y="2152"/>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69" name="Freeform 88">
              <a:extLst>
                <a:ext uri="{FF2B5EF4-FFF2-40B4-BE49-F238E27FC236}">
                  <a16:creationId xmlns:a16="http://schemas.microsoft.com/office/drawing/2014/main" id="{8B2C70A7-4594-C552-1F5D-BB278FA5D8E4}"/>
                </a:ext>
              </a:extLst>
            </p:cNvPr>
            <p:cNvSpPr>
              <a:spLocks noChangeAspect="1"/>
            </p:cNvSpPr>
            <p:nvPr/>
          </p:nvSpPr>
          <p:spPr bwMode="auto">
            <a:xfrm>
              <a:off x="4138" y="2362"/>
              <a:ext cx="331" cy="30"/>
            </a:xfrm>
            <a:custGeom>
              <a:avLst/>
              <a:gdLst>
                <a:gd name="T0" fmla="*/ 10 w 331"/>
                <a:gd name="T1" fmla="*/ 9 h 30"/>
                <a:gd name="T2" fmla="*/ 6 w 331"/>
                <a:gd name="T3" fmla="*/ 9 h 30"/>
                <a:gd name="T4" fmla="*/ 3 w 331"/>
                <a:gd name="T5" fmla="*/ 13 h 30"/>
                <a:gd name="T6" fmla="*/ 1 w 331"/>
                <a:gd name="T7" fmla="*/ 14 h 30"/>
                <a:gd name="T8" fmla="*/ 0 w 331"/>
                <a:gd name="T9" fmla="*/ 18 h 30"/>
                <a:gd name="T10" fmla="*/ 0 w 331"/>
                <a:gd name="T11" fmla="*/ 23 h 30"/>
                <a:gd name="T12" fmla="*/ 3 w 331"/>
                <a:gd name="T13" fmla="*/ 26 h 30"/>
                <a:gd name="T14" fmla="*/ 5 w 331"/>
                <a:gd name="T15" fmla="*/ 28 h 30"/>
                <a:gd name="T16" fmla="*/ 8 w 331"/>
                <a:gd name="T17" fmla="*/ 30 h 30"/>
                <a:gd name="T18" fmla="*/ 10 w 331"/>
                <a:gd name="T19" fmla="*/ 30 h 30"/>
                <a:gd name="T20" fmla="*/ 321 w 331"/>
                <a:gd name="T21" fmla="*/ 21 h 30"/>
                <a:gd name="T22" fmla="*/ 324 w 331"/>
                <a:gd name="T23" fmla="*/ 21 h 30"/>
                <a:gd name="T24" fmla="*/ 328 w 331"/>
                <a:gd name="T25" fmla="*/ 18 h 30"/>
                <a:gd name="T26" fmla="*/ 330 w 331"/>
                <a:gd name="T27" fmla="*/ 16 h 30"/>
                <a:gd name="T28" fmla="*/ 331 w 331"/>
                <a:gd name="T29" fmla="*/ 13 h 30"/>
                <a:gd name="T30" fmla="*/ 331 w 331"/>
                <a:gd name="T31" fmla="*/ 7 h 30"/>
                <a:gd name="T32" fmla="*/ 328 w 331"/>
                <a:gd name="T33" fmla="*/ 4 h 30"/>
                <a:gd name="T34" fmla="*/ 326 w 331"/>
                <a:gd name="T35" fmla="*/ 2 h 30"/>
                <a:gd name="T36" fmla="*/ 323 w 331"/>
                <a:gd name="T37" fmla="*/ 0 h 30"/>
                <a:gd name="T38" fmla="*/ 321 w 331"/>
                <a:gd name="T39" fmla="*/ 0 h 30"/>
                <a:gd name="T40" fmla="*/ 10 w 331"/>
                <a:gd name="T41" fmla="*/ 9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1"/>
                <a:gd name="T64" fmla="*/ 0 h 30"/>
                <a:gd name="T65" fmla="*/ 331 w 331"/>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1" h="30">
                  <a:moveTo>
                    <a:pt x="10" y="9"/>
                  </a:moveTo>
                  <a:lnTo>
                    <a:pt x="6" y="9"/>
                  </a:lnTo>
                  <a:lnTo>
                    <a:pt x="3" y="13"/>
                  </a:lnTo>
                  <a:lnTo>
                    <a:pt x="1" y="14"/>
                  </a:lnTo>
                  <a:lnTo>
                    <a:pt x="0" y="18"/>
                  </a:lnTo>
                  <a:lnTo>
                    <a:pt x="0" y="23"/>
                  </a:lnTo>
                  <a:lnTo>
                    <a:pt x="3" y="26"/>
                  </a:lnTo>
                  <a:lnTo>
                    <a:pt x="5" y="28"/>
                  </a:lnTo>
                  <a:lnTo>
                    <a:pt x="8" y="30"/>
                  </a:lnTo>
                  <a:lnTo>
                    <a:pt x="10" y="30"/>
                  </a:lnTo>
                  <a:lnTo>
                    <a:pt x="321" y="21"/>
                  </a:lnTo>
                  <a:lnTo>
                    <a:pt x="324" y="21"/>
                  </a:lnTo>
                  <a:lnTo>
                    <a:pt x="328" y="18"/>
                  </a:lnTo>
                  <a:lnTo>
                    <a:pt x="330" y="16"/>
                  </a:lnTo>
                  <a:lnTo>
                    <a:pt x="331" y="13"/>
                  </a:lnTo>
                  <a:lnTo>
                    <a:pt x="331" y="7"/>
                  </a:lnTo>
                  <a:lnTo>
                    <a:pt x="328" y="4"/>
                  </a:lnTo>
                  <a:lnTo>
                    <a:pt x="326" y="2"/>
                  </a:lnTo>
                  <a:lnTo>
                    <a:pt x="323" y="0"/>
                  </a:lnTo>
                  <a:lnTo>
                    <a:pt x="321" y="0"/>
                  </a:lnTo>
                  <a:lnTo>
                    <a:pt x="1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70" name="Freeform 89">
              <a:extLst>
                <a:ext uri="{FF2B5EF4-FFF2-40B4-BE49-F238E27FC236}">
                  <a16:creationId xmlns:a16="http://schemas.microsoft.com/office/drawing/2014/main" id="{B8DE84D1-9DB3-02CA-C13E-A587751E8378}"/>
                </a:ext>
              </a:extLst>
            </p:cNvPr>
            <p:cNvSpPr>
              <a:spLocks noChangeAspect="1"/>
            </p:cNvSpPr>
            <p:nvPr/>
          </p:nvSpPr>
          <p:spPr bwMode="auto">
            <a:xfrm>
              <a:off x="4354" y="2362"/>
              <a:ext cx="115" cy="45"/>
            </a:xfrm>
            <a:custGeom>
              <a:avLst/>
              <a:gdLst>
                <a:gd name="T0" fmla="*/ 107 w 115"/>
                <a:gd name="T1" fmla="*/ 21 h 45"/>
                <a:gd name="T2" fmla="*/ 110 w 115"/>
                <a:gd name="T3" fmla="*/ 19 h 45"/>
                <a:gd name="T4" fmla="*/ 114 w 115"/>
                <a:gd name="T5" fmla="*/ 16 h 45"/>
                <a:gd name="T6" fmla="*/ 115 w 115"/>
                <a:gd name="T7" fmla="*/ 14 h 45"/>
                <a:gd name="T8" fmla="*/ 115 w 115"/>
                <a:gd name="T9" fmla="*/ 9 h 45"/>
                <a:gd name="T10" fmla="*/ 114 w 115"/>
                <a:gd name="T11" fmla="*/ 6 h 45"/>
                <a:gd name="T12" fmla="*/ 110 w 115"/>
                <a:gd name="T13" fmla="*/ 2 h 45"/>
                <a:gd name="T14" fmla="*/ 108 w 115"/>
                <a:gd name="T15" fmla="*/ 0 h 45"/>
                <a:gd name="T16" fmla="*/ 103 w 115"/>
                <a:gd name="T17" fmla="*/ 0 h 45"/>
                <a:gd name="T18" fmla="*/ 8 w 115"/>
                <a:gd name="T19" fmla="*/ 25 h 45"/>
                <a:gd name="T20" fmla="*/ 5 w 115"/>
                <a:gd name="T21" fmla="*/ 26 h 45"/>
                <a:gd name="T22" fmla="*/ 1 w 115"/>
                <a:gd name="T23" fmla="*/ 30 h 45"/>
                <a:gd name="T24" fmla="*/ 0 w 115"/>
                <a:gd name="T25" fmla="*/ 32 h 45"/>
                <a:gd name="T26" fmla="*/ 0 w 115"/>
                <a:gd name="T27" fmla="*/ 37 h 45"/>
                <a:gd name="T28" fmla="*/ 1 w 115"/>
                <a:gd name="T29" fmla="*/ 40 h 45"/>
                <a:gd name="T30" fmla="*/ 5 w 115"/>
                <a:gd name="T31" fmla="*/ 44 h 45"/>
                <a:gd name="T32" fmla="*/ 6 w 115"/>
                <a:gd name="T33" fmla="*/ 45 h 45"/>
                <a:gd name="T34" fmla="*/ 12 w 115"/>
                <a:gd name="T35" fmla="*/ 45 h 45"/>
                <a:gd name="T36" fmla="*/ 107 w 115"/>
                <a:gd name="T37" fmla="*/ 21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45"/>
                <a:gd name="T59" fmla="*/ 115 w 115"/>
                <a:gd name="T60" fmla="*/ 45 h 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45">
                  <a:moveTo>
                    <a:pt x="107" y="21"/>
                  </a:moveTo>
                  <a:lnTo>
                    <a:pt x="110" y="19"/>
                  </a:lnTo>
                  <a:lnTo>
                    <a:pt x="114" y="16"/>
                  </a:lnTo>
                  <a:lnTo>
                    <a:pt x="115" y="14"/>
                  </a:lnTo>
                  <a:lnTo>
                    <a:pt x="115" y="9"/>
                  </a:lnTo>
                  <a:lnTo>
                    <a:pt x="114" y="6"/>
                  </a:lnTo>
                  <a:lnTo>
                    <a:pt x="110" y="2"/>
                  </a:lnTo>
                  <a:lnTo>
                    <a:pt x="108" y="0"/>
                  </a:lnTo>
                  <a:lnTo>
                    <a:pt x="103" y="0"/>
                  </a:lnTo>
                  <a:lnTo>
                    <a:pt x="8" y="25"/>
                  </a:lnTo>
                  <a:lnTo>
                    <a:pt x="5" y="26"/>
                  </a:lnTo>
                  <a:lnTo>
                    <a:pt x="1" y="30"/>
                  </a:lnTo>
                  <a:lnTo>
                    <a:pt x="0" y="32"/>
                  </a:lnTo>
                  <a:lnTo>
                    <a:pt x="0" y="37"/>
                  </a:lnTo>
                  <a:lnTo>
                    <a:pt x="1" y="40"/>
                  </a:lnTo>
                  <a:lnTo>
                    <a:pt x="5" y="44"/>
                  </a:lnTo>
                  <a:lnTo>
                    <a:pt x="6" y="45"/>
                  </a:lnTo>
                  <a:lnTo>
                    <a:pt x="12" y="45"/>
                  </a:lnTo>
                  <a:lnTo>
                    <a:pt x="107"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71" name="Freeform 90">
              <a:extLst>
                <a:ext uri="{FF2B5EF4-FFF2-40B4-BE49-F238E27FC236}">
                  <a16:creationId xmlns:a16="http://schemas.microsoft.com/office/drawing/2014/main" id="{A738E34B-487A-EE91-C705-FAD865C80420}"/>
                </a:ext>
              </a:extLst>
            </p:cNvPr>
            <p:cNvSpPr>
              <a:spLocks noChangeAspect="1"/>
            </p:cNvSpPr>
            <p:nvPr/>
          </p:nvSpPr>
          <p:spPr bwMode="auto">
            <a:xfrm>
              <a:off x="4354" y="2340"/>
              <a:ext cx="115" cy="43"/>
            </a:xfrm>
            <a:custGeom>
              <a:avLst/>
              <a:gdLst>
                <a:gd name="T0" fmla="*/ 103 w 115"/>
                <a:gd name="T1" fmla="*/ 43 h 43"/>
                <a:gd name="T2" fmla="*/ 108 w 115"/>
                <a:gd name="T3" fmla="*/ 43 h 43"/>
                <a:gd name="T4" fmla="*/ 112 w 115"/>
                <a:gd name="T5" fmla="*/ 40 h 43"/>
                <a:gd name="T6" fmla="*/ 114 w 115"/>
                <a:gd name="T7" fmla="*/ 38 h 43"/>
                <a:gd name="T8" fmla="*/ 115 w 115"/>
                <a:gd name="T9" fmla="*/ 35 h 43"/>
                <a:gd name="T10" fmla="*/ 115 w 115"/>
                <a:gd name="T11" fmla="*/ 29 h 43"/>
                <a:gd name="T12" fmla="*/ 112 w 115"/>
                <a:gd name="T13" fmla="*/ 26 h 43"/>
                <a:gd name="T14" fmla="*/ 110 w 115"/>
                <a:gd name="T15" fmla="*/ 24 h 43"/>
                <a:gd name="T16" fmla="*/ 107 w 115"/>
                <a:gd name="T17" fmla="*/ 22 h 43"/>
                <a:gd name="T18" fmla="*/ 12 w 115"/>
                <a:gd name="T19" fmla="*/ 0 h 43"/>
                <a:gd name="T20" fmla="*/ 6 w 115"/>
                <a:gd name="T21" fmla="*/ 0 h 43"/>
                <a:gd name="T22" fmla="*/ 3 w 115"/>
                <a:gd name="T23" fmla="*/ 3 h 43"/>
                <a:gd name="T24" fmla="*/ 1 w 115"/>
                <a:gd name="T25" fmla="*/ 5 h 43"/>
                <a:gd name="T26" fmla="*/ 0 w 115"/>
                <a:gd name="T27" fmla="*/ 9 h 43"/>
                <a:gd name="T28" fmla="*/ 0 w 115"/>
                <a:gd name="T29" fmla="*/ 14 h 43"/>
                <a:gd name="T30" fmla="*/ 3 w 115"/>
                <a:gd name="T31" fmla="*/ 17 h 43"/>
                <a:gd name="T32" fmla="*/ 5 w 115"/>
                <a:gd name="T33" fmla="*/ 19 h 43"/>
                <a:gd name="T34" fmla="*/ 8 w 115"/>
                <a:gd name="T35" fmla="*/ 21 h 43"/>
                <a:gd name="T36" fmla="*/ 103 w 115"/>
                <a:gd name="T37" fmla="*/ 43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43"/>
                <a:gd name="T59" fmla="*/ 115 w 115"/>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43">
                  <a:moveTo>
                    <a:pt x="103" y="43"/>
                  </a:moveTo>
                  <a:lnTo>
                    <a:pt x="108" y="43"/>
                  </a:lnTo>
                  <a:lnTo>
                    <a:pt x="112" y="40"/>
                  </a:lnTo>
                  <a:lnTo>
                    <a:pt x="114" y="38"/>
                  </a:lnTo>
                  <a:lnTo>
                    <a:pt x="115" y="35"/>
                  </a:lnTo>
                  <a:lnTo>
                    <a:pt x="115" y="29"/>
                  </a:lnTo>
                  <a:lnTo>
                    <a:pt x="112" y="26"/>
                  </a:lnTo>
                  <a:lnTo>
                    <a:pt x="110" y="24"/>
                  </a:lnTo>
                  <a:lnTo>
                    <a:pt x="107" y="22"/>
                  </a:lnTo>
                  <a:lnTo>
                    <a:pt x="12" y="0"/>
                  </a:lnTo>
                  <a:lnTo>
                    <a:pt x="6" y="0"/>
                  </a:lnTo>
                  <a:lnTo>
                    <a:pt x="3" y="3"/>
                  </a:lnTo>
                  <a:lnTo>
                    <a:pt x="1" y="5"/>
                  </a:lnTo>
                  <a:lnTo>
                    <a:pt x="0" y="9"/>
                  </a:lnTo>
                  <a:lnTo>
                    <a:pt x="0" y="14"/>
                  </a:lnTo>
                  <a:lnTo>
                    <a:pt x="3" y="17"/>
                  </a:lnTo>
                  <a:lnTo>
                    <a:pt x="5" y="19"/>
                  </a:lnTo>
                  <a:lnTo>
                    <a:pt x="8" y="21"/>
                  </a:lnTo>
                  <a:lnTo>
                    <a:pt x="103"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72" name="Freeform 91">
              <a:extLst>
                <a:ext uri="{FF2B5EF4-FFF2-40B4-BE49-F238E27FC236}">
                  <a16:creationId xmlns:a16="http://schemas.microsoft.com/office/drawing/2014/main" id="{D7D6E85B-D4EB-04DF-77CD-36013F63C48A}"/>
                </a:ext>
              </a:extLst>
            </p:cNvPr>
            <p:cNvSpPr>
              <a:spLocks noChangeAspect="1"/>
            </p:cNvSpPr>
            <p:nvPr/>
          </p:nvSpPr>
          <p:spPr bwMode="auto">
            <a:xfrm>
              <a:off x="4227" y="2307"/>
              <a:ext cx="106" cy="106"/>
            </a:xfrm>
            <a:custGeom>
              <a:avLst/>
              <a:gdLst>
                <a:gd name="T0" fmla="*/ 104 w 106"/>
                <a:gd name="T1" fmla="*/ 9 h 106"/>
                <a:gd name="T2" fmla="*/ 106 w 106"/>
                <a:gd name="T3" fmla="*/ 9 h 106"/>
                <a:gd name="T4" fmla="*/ 106 w 106"/>
                <a:gd name="T5" fmla="*/ 4 h 106"/>
                <a:gd name="T6" fmla="*/ 104 w 106"/>
                <a:gd name="T7" fmla="*/ 2 h 106"/>
                <a:gd name="T8" fmla="*/ 104 w 106"/>
                <a:gd name="T9" fmla="*/ 0 h 106"/>
                <a:gd name="T10" fmla="*/ 99 w 106"/>
                <a:gd name="T11" fmla="*/ 0 h 106"/>
                <a:gd name="T12" fmla="*/ 97 w 106"/>
                <a:gd name="T13" fmla="*/ 2 h 106"/>
                <a:gd name="T14" fmla="*/ 2 w 106"/>
                <a:gd name="T15" fmla="*/ 97 h 106"/>
                <a:gd name="T16" fmla="*/ 0 w 106"/>
                <a:gd name="T17" fmla="*/ 99 h 106"/>
                <a:gd name="T18" fmla="*/ 0 w 106"/>
                <a:gd name="T19" fmla="*/ 104 h 106"/>
                <a:gd name="T20" fmla="*/ 2 w 106"/>
                <a:gd name="T21" fmla="*/ 104 h 106"/>
                <a:gd name="T22" fmla="*/ 4 w 106"/>
                <a:gd name="T23" fmla="*/ 106 h 106"/>
                <a:gd name="T24" fmla="*/ 9 w 106"/>
                <a:gd name="T25" fmla="*/ 106 h 106"/>
                <a:gd name="T26" fmla="*/ 9 w 106"/>
                <a:gd name="T27" fmla="*/ 104 h 106"/>
                <a:gd name="T28" fmla="*/ 104 w 106"/>
                <a:gd name="T29" fmla="*/ 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9"/>
                  </a:moveTo>
                  <a:lnTo>
                    <a:pt x="106" y="9"/>
                  </a:lnTo>
                  <a:lnTo>
                    <a:pt x="106" y="4"/>
                  </a:lnTo>
                  <a:lnTo>
                    <a:pt x="104" y="2"/>
                  </a:lnTo>
                  <a:lnTo>
                    <a:pt x="104" y="0"/>
                  </a:lnTo>
                  <a:lnTo>
                    <a:pt x="99" y="0"/>
                  </a:lnTo>
                  <a:lnTo>
                    <a:pt x="97" y="2"/>
                  </a:lnTo>
                  <a:lnTo>
                    <a:pt x="2" y="97"/>
                  </a:lnTo>
                  <a:lnTo>
                    <a:pt x="0" y="99"/>
                  </a:lnTo>
                  <a:lnTo>
                    <a:pt x="0" y="104"/>
                  </a:lnTo>
                  <a:lnTo>
                    <a:pt x="2" y="104"/>
                  </a:lnTo>
                  <a:lnTo>
                    <a:pt x="4" y="106"/>
                  </a:lnTo>
                  <a:lnTo>
                    <a:pt x="9" y="106"/>
                  </a:lnTo>
                  <a:lnTo>
                    <a:pt x="9" y="104"/>
                  </a:lnTo>
                  <a:lnTo>
                    <a:pt x="10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0573" name="Rectangle 92">
              <a:extLst>
                <a:ext uri="{FF2B5EF4-FFF2-40B4-BE49-F238E27FC236}">
                  <a16:creationId xmlns:a16="http://schemas.microsoft.com/office/drawing/2014/main" id="{99927250-1AEE-F1FD-2792-EECC061BF736}"/>
                </a:ext>
              </a:extLst>
            </p:cNvPr>
            <p:cNvSpPr>
              <a:spLocks noChangeAspect="1" noChangeArrowheads="1"/>
            </p:cNvSpPr>
            <p:nvPr/>
          </p:nvSpPr>
          <p:spPr bwMode="auto">
            <a:xfrm>
              <a:off x="4221" y="2278"/>
              <a:ext cx="5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300" i="0" baseline="0">
                  <a:solidFill>
                    <a:srgbClr val="000000"/>
                  </a:solidFill>
                  <a:latin typeface="Swiss 721 SWA" charset="0"/>
                </a:rPr>
                <a:t>n</a:t>
              </a:r>
              <a:endParaRPr lang="en-US" altLang="es-ES" sz="2800" b="0" i="0" baseline="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3 Marcador de número de diapositiva">
            <a:extLst>
              <a:ext uri="{FF2B5EF4-FFF2-40B4-BE49-F238E27FC236}">
                <a16:creationId xmlns:a16="http://schemas.microsoft.com/office/drawing/2014/main" id="{288335FA-C89A-0DB2-384E-6B0E11240B4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D6A12003-E7A9-4F99-903E-802FD38B002B}" type="slidenum">
              <a:rPr lang="en-US" altLang="es-ES" sz="1600" b="0" i="0" baseline="0"/>
              <a:pPr/>
              <a:t>17</a:t>
            </a:fld>
            <a:endParaRPr lang="en-US" altLang="es-ES" sz="1600" b="0" i="0" baseline="0"/>
          </a:p>
        </p:txBody>
      </p:sp>
      <p:sp>
        <p:nvSpPr>
          <p:cNvPr id="21507" name="Rectangle 2">
            <a:extLst>
              <a:ext uri="{FF2B5EF4-FFF2-40B4-BE49-F238E27FC236}">
                <a16:creationId xmlns:a16="http://schemas.microsoft.com/office/drawing/2014/main" id="{DBB869AE-A327-C26E-D835-AE18E2F88CA8}"/>
              </a:ext>
            </a:extLst>
          </p:cNvPr>
          <p:cNvSpPr>
            <a:spLocks noGrp="1" noChangeArrowheads="1"/>
          </p:cNvSpPr>
          <p:nvPr>
            <p:ph type="title"/>
          </p:nvPr>
        </p:nvSpPr>
        <p:spPr/>
        <p:txBody>
          <a:bodyPr/>
          <a:lstStyle/>
          <a:p>
            <a:r>
              <a:rPr lang="en-US" altLang="es-ES">
                <a:solidFill>
                  <a:schemeClr val="tx1"/>
                </a:solidFill>
              </a:rPr>
              <a:t>Three-State Bus</a:t>
            </a:r>
          </a:p>
        </p:txBody>
      </p:sp>
      <p:sp>
        <p:nvSpPr>
          <p:cNvPr id="21508" name="Rectangle 3">
            <a:extLst>
              <a:ext uri="{FF2B5EF4-FFF2-40B4-BE49-F238E27FC236}">
                <a16:creationId xmlns:a16="http://schemas.microsoft.com/office/drawing/2014/main" id="{044091D4-534C-B9A1-76D7-BD311CF3935F}"/>
              </a:ext>
            </a:extLst>
          </p:cNvPr>
          <p:cNvSpPr>
            <a:spLocks noGrp="1" noChangeArrowheads="1"/>
          </p:cNvSpPr>
          <p:nvPr>
            <p:ph type="body" idx="1"/>
          </p:nvPr>
        </p:nvSpPr>
        <p:spPr>
          <a:xfrm>
            <a:off x="719138" y="1276350"/>
            <a:ext cx="3937000" cy="5027613"/>
          </a:xfrm>
        </p:spPr>
        <p:txBody>
          <a:bodyPr/>
          <a:lstStyle/>
          <a:p>
            <a:r>
              <a:rPr lang="en-US" altLang="es-ES" sz="2400">
                <a:cs typeface="Times New Roman" panose="02020603050405020304" pitchFamily="18" charset="0"/>
              </a:rPr>
              <a:t>The 3-input MUX can be replaced by a 3-state node (bus) and 3-state buffers. </a:t>
            </a:r>
          </a:p>
          <a:p>
            <a:r>
              <a:rPr lang="en-US" altLang="es-ES" sz="2400">
                <a:cs typeface="Times New Roman" panose="02020603050405020304" pitchFamily="18" charset="0"/>
              </a:rPr>
              <a:t>Cost is further reduced, but transfers are limited</a:t>
            </a:r>
          </a:p>
          <a:p>
            <a:r>
              <a:rPr lang="en-US" altLang="es-ES" sz="2400">
                <a:cs typeface="Times New Roman" panose="02020603050405020304" pitchFamily="18" charset="0"/>
              </a:rPr>
              <a:t>Characterize the simultaneous transfers possible with this structure. </a:t>
            </a:r>
          </a:p>
          <a:p>
            <a:r>
              <a:rPr lang="en-US" altLang="es-ES" sz="2400">
                <a:cs typeface="Times New Roman" panose="02020603050405020304" pitchFamily="18" charset="0"/>
              </a:rPr>
              <a:t>Characterize the cost savings and compare</a:t>
            </a:r>
          </a:p>
          <a:p>
            <a:r>
              <a:rPr lang="en-US" altLang="es-ES" sz="2400">
                <a:cs typeface="Times New Roman" panose="02020603050405020304" pitchFamily="18" charset="0"/>
              </a:rPr>
              <a:t>Other advantages?</a:t>
            </a:r>
          </a:p>
          <a:p>
            <a:endParaRPr lang="en-US" altLang="es-ES" sz="2400"/>
          </a:p>
        </p:txBody>
      </p:sp>
      <p:grpSp>
        <p:nvGrpSpPr>
          <p:cNvPr id="21509" name="Group 5">
            <a:extLst>
              <a:ext uri="{FF2B5EF4-FFF2-40B4-BE49-F238E27FC236}">
                <a16:creationId xmlns:a16="http://schemas.microsoft.com/office/drawing/2014/main" id="{9D43FE32-03B6-E9A9-4D98-777AE2705BF4}"/>
              </a:ext>
            </a:extLst>
          </p:cNvPr>
          <p:cNvGrpSpPr>
            <a:grpSpLocks/>
          </p:cNvGrpSpPr>
          <p:nvPr/>
        </p:nvGrpSpPr>
        <p:grpSpPr bwMode="auto">
          <a:xfrm>
            <a:off x="4840288" y="1349375"/>
            <a:ext cx="1749425" cy="5392738"/>
            <a:chOff x="3049" y="850"/>
            <a:chExt cx="1102" cy="3397"/>
          </a:xfrm>
        </p:grpSpPr>
        <p:sp>
          <p:nvSpPr>
            <p:cNvPr id="21510" name="Freeform 6">
              <a:extLst>
                <a:ext uri="{FF2B5EF4-FFF2-40B4-BE49-F238E27FC236}">
                  <a16:creationId xmlns:a16="http://schemas.microsoft.com/office/drawing/2014/main" id="{B651F077-B153-6310-F055-1E2FE805E487}"/>
                </a:ext>
              </a:extLst>
            </p:cNvPr>
            <p:cNvSpPr>
              <a:spLocks/>
            </p:cNvSpPr>
            <p:nvPr/>
          </p:nvSpPr>
          <p:spPr bwMode="auto">
            <a:xfrm>
              <a:off x="3082" y="2658"/>
              <a:ext cx="288" cy="21"/>
            </a:xfrm>
            <a:custGeom>
              <a:avLst/>
              <a:gdLst>
                <a:gd name="T0" fmla="*/ 279 w 288"/>
                <a:gd name="T1" fmla="*/ 19 h 21"/>
                <a:gd name="T2" fmla="*/ 282 w 288"/>
                <a:gd name="T3" fmla="*/ 19 h 21"/>
                <a:gd name="T4" fmla="*/ 285 w 288"/>
                <a:gd name="T5" fmla="*/ 16 h 21"/>
                <a:gd name="T6" fmla="*/ 288 w 288"/>
                <a:gd name="T7" fmla="*/ 13 h 21"/>
                <a:gd name="T8" fmla="*/ 288 w 288"/>
                <a:gd name="T9" fmla="*/ 7 h 21"/>
                <a:gd name="T10" fmla="*/ 285 w 288"/>
                <a:gd name="T11" fmla="*/ 3 h 21"/>
                <a:gd name="T12" fmla="*/ 282 w 288"/>
                <a:gd name="T13" fmla="*/ 0 h 21"/>
                <a:gd name="T14" fmla="*/ 279 w 288"/>
                <a:gd name="T15" fmla="*/ 0 h 21"/>
                <a:gd name="T16" fmla="*/ 10 w 288"/>
                <a:gd name="T17" fmla="*/ 2 h 21"/>
                <a:gd name="T18" fmla="*/ 7 w 288"/>
                <a:gd name="T19" fmla="*/ 2 h 21"/>
                <a:gd name="T20" fmla="*/ 3 w 288"/>
                <a:gd name="T21" fmla="*/ 5 h 21"/>
                <a:gd name="T22" fmla="*/ 0 w 288"/>
                <a:gd name="T23" fmla="*/ 8 h 21"/>
                <a:gd name="T24" fmla="*/ 0 w 288"/>
                <a:gd name="T25" fmla="*/ 15 h 21"/>
                <a:gd name="T26" fmla="*/ 3 w 288"/>
                <a:gd name="T27" fmla="*/ 18 h 21"/>
                <a:gd name="T28" fmla="*/ 7 w 288"/>
                <a:gd name="T29" fmla="*/ 21 h 21"/>
                <a:gd name="T30" fmla="*/ 10 w 288"/>
                <a:gd name="T31" fmla="*/ 21 h 21"/>
                <a:gd name="T32" fmla="*/ 279 w 288"/>
                <a:gd name="T33" fmla="*/ 19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8"/>
                <a:gd name="T52" fmla="*/ 0 h 21"/>
                <a:gd name="T53" fmla="*/ 288 w 288"/>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8" h="21">
                  <a:moveTo>
                    <a:pt x="279" y="19"/>
                  </a:moveTo>
                  <a:lnTo>
                    <a:pt x="282" y="19"/>
                  </a:lnTo>
                  <a:lnTo>
                    <a:pt x="285" y="16"/>
                  </a:lnTo>
                  <a:lnTo>
                    <a:pt x="288" y="13"/>
                  </a:lnTo>
                  <a:lnTo>
                    <a:pt x="288" y="7"/>
                  </a:lnTo>
                  <a:lnTo>
                    <a:pt x="285" y="3"/>
                  </a:lnTo>
                  <a:lnTo>
                    <a:pt x="282" y="0"/>
                  </a:lnTo>
                  <a:lnTo>
                    <a:pt x="279" y="0"/>
                  </a:lnTo>
                  <a:lnTo>
                    <a:pt x="10" y="2"/>
                  </a:lnTo>
                  <a:lnTo>
                    <a:pt x="7" y="2"/>
                  </a:lnTo>
                  <a:lnTo>
                    <a:pt x="3" y="5"/>
                  </a:lnTo>
                  <a:lnTo>
                    <a:pt x="0" y="8"/>
                  </a:lnTo>
                  <a:lnTo>
                    <a:pt x="0" y="15"/>
                  </a:lnTo>
                  <a:lnTo>
                    <a:pt x="3" y="18"/>
                  </a:lnTo>
                  <a:lnTo>
                    <a:pt x="7" y="21"/>
                  </a:lnTo>
                  <a:lnTo>
                    <a:pt x="10" y="21"/>
                  </a:lnTo>
                  <a:lnTo>
                    <a:pt x="27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11" name="Freeform 7">
              <a:extLst>
                <a:ext uri="{FF2B5EF4-FFF2-40B4-BE49-F238E27FC236}">
                  <a16:creationId xmlns:a16="http://schemas.microsoft.com/office/drawing/2014/main" id="{2E446D81-70FB-EE9F-B6C2-C45A0314EE55}"/>
                </a:ext>
              </a:extLst>
            </p:cNvPr>
            <p:cNvSpPr>
              <a:spLocks/>
            </p:cNvSpPr>
            <p:nvPr/>
          </p:nvSpPr>
          <p:spPr bwMode="auto">
            <a:xfrm>
              <a:off x="3082" y="2660"/>
              <a:ext cx="119" cy="44"/>
            </a:xfrm>
            <a:custGeom>
              <a:avLst/>
              <a:gdLst>
                <a:gd name="T0" fmla="*/ 11 w 119"/>
                <a:gd name="T1" fmla="*/ 0 h 44"/>
                <a:gd name="T2" fmla="*/ 7 w 119"/>
                <a:gd name="T3" fmla="*/ 0 h 44"/>
                <a:gd name="T4" fmla="*/ 3 w 119"/>
                <a:gd name="T5" fmla="*/ 3 h 44"/>
                <a:gd name="T6" fmla="*/ 2 w 119"/>
                <a:gd name="T7" fmla="*/ 5 h 44"/>
                <a:gd name="T8" fmla="*/ 0 w 119"/>
                <a:gd name="T9" fmla="*/ 8 h 44"/>
                <a:gd name="T10" fmla="*/ 0 w 119"/>
                <a:gd name="T11" fmla="*/ 13 h 44"/>
                <a:gd name="T12" fmla="*/ 3 w 119"/>
                <a:gd name="T13" fmla="*/ 16 h 44"/>
                <a:gd name="T14" fmla="*/ 5 w 119"/>
                <a:gd name="T15" fmla="*/ 17 h 44"/>
                <a:gd name="T16" fmla="*/ 8 w 119"/>
                <a:gd name="T17" fmla="*/ 19 h 44"/>
                <a:gd name="T18" fmla="*/ 108 w 119"/>
                <a:gd name="T19" fmla="*/ 44 h 44"/>
                <a:gd name="T20" fmla="*/ 112 w 119"/>
                <a:gd name="T21" fmla="*/ 44 h 44"/>
                <a:gd name="T22" fmla="*/ 116 w 119"/>
                <a:gd name="T23" fmla="*/ 41 h 44"/>
                <a:gd name="T24" fmla="*/ 117 w 119"/>
                <a:gd name="T25" fmla="*/ 39 h 44"/>
                <a:gd name="T26" fmla="*/ 119 w 119"/>
                <a:gd name="T27" fmla="*/ 36 h 44"/>
                <a:gd name="T28" fmla="*/ 119 w 119"/>
                <a:gd name="T29" fmla="*/ 31 h 44"/>
                <a:gd name="T30" fmla="*/ 116 w 119"/>
                <a:gd name="T31" fmla="*/ 28 h 44"/>
                <a:gd name="T32" fmla="*/ 114 w 119"/>
                <a:gd name="T33" fmla="*/ 27 h 44"/>
                <a:gd name="T34" fmla="*/ 111 w 119"/>
                <a:gd name="T35" fmla="*/ 25 h 44"/>
                <a:gd name="T36" fmla="*/ 11 w 119"/>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9"/>
                <a:gd name="T58" fmla="*/ 0 h 44"/>
                <a:gd name="T59" fmla="*/ 119 w 119"/>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9" h="44">
                  <a:moveTo>
                    <a:pt x="11" y="0"/>
                  </a:moveTo>
                  <a:lnTo>
                    <a:pt x="7" y="0"/>
                  </a:lnTo>
                  <a:lnTo>
                    <a:pt x="3" y="3"/>
                  </a:lnTo>
                  <a:lnTo>
                    <a:pt x="2" y="5"/>
                  </a:lnTo>
                  <a:lnTo>
                    <a:pt x="0" y="8"/>
                  </a:lnTo>
                  <a:lnTo>
                    <a:pt x="0" y="13"/>
                  </a:lnTo>
                  <a:lnTo>
                    <a:pt x="3" y="16"/>
                  </a:lnTo>
                  <a:lnTo>
                    <a:pt x="5" y="17"/>
                  </a:lnTo>
                  <a:lnTo>
                    <a:pt x="8" y="19"/>
                  </a:lnTo>
                  <a:lnTo>
                    <a:pt x="108" y="44"/>
                  </a:lnTo>
                  <a:lnTo>
                    <a:pt x="112" y="44"/>
                  </a:lnTo>
                  <a:lnTo>
                    <a:pt x="116" y="41"/>
                  </a:lnTo>
                  <a:lnTo>
                    <a:pt x="117" y="39"/>
                  </a:lnTo>
                  <a:lnTo>
                    <a:pt x="119" y="36"/>
                  </a:lnTo>
                  <a:lnTo>
                    <a:pt x="119" y="31"/>
                  </a:lnTo>
                  <a:lnTo>
                    <a:pt x="116" y="28"/>
                  </a:lnTo>
                  <a:lnTo>
                    <a:pt x="114" y="27"/>
                  </a:lnTo>
                  <a:lnTo>
                    <a:pt x="111" y="25"/>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12" name="Freeform 8">
              <a:extLst>
                <a:ext uri="{FF2B5EF4-FFF2-40B4-BE49-F238E27FC236}">
                  <a16:creationId xmlns:a16="http://schemas.microsoft.com/office/drawing/2014/main" id="{76B10C02-6122-8DBD-1213-64232C71250F}"/>
                </a:ext>
              </a:extLst>
            </p:cNvPr>
            <p:cNvSpPr>
              <a:spLocks/>
            </p:cNvSpPr>
            <p:nvPr/>
          </p:nvSpPr>
          <p:spPr bwMode="auto">
            <a:xfrm>
              <a:off x="3082" y="2636"/>
              <a:ext cx="119" cy="43"/>
            </a:xfrm>
            <a:custGeom>
              <a:avLst/>
              <a:gdLst>
                <a:gd name="T0" fmla="*/ 8 w 119"/>
                <a:gd name="T1" fmla="*/ 24 h 43"/>
                <a:gd name="T2" fmla="*/ 5 w 119"/>
                <a:gd name="T3" fmla="*/ 25 h 43"/>
                <a:gd name="T4" fmla="*/ 2 w 119"/>
                <a:gd name="T5" fmla="*/ 29 h 43"/>
                <a:gd name="T6" fmla="*/ 0 w 119"/>
                <a:gd name="T7" fmla="*/ 30 h 43"/>
                <a:gd name="T8" fmla="*/ 0 w 119"/>
                <a:gd name="T9" fmla="*/ 35 h 43"/>
                <a:gd name="T10" fmla="*/ 2 w 119"/>
                <a:gd name="T11" fmla="*/ 38 h 43"/>
                <a:gd name="T12" fmla="*/ 5 w 119"/>
                <a:gd name="T13" fmla="*/ 41 h 43"/>
                <a:gd name="T14" fmla="*/ 7 w 119"/>
                <a:gd name="T15" fmla="*/ 43 h 43"/>
                <a:gd name="T16" fmla="*/ 11 w 119"/>
                <a:gd name="T17" fmla="*/ 43 h 43"/>
                <a:gd name="T18" fmla="*/ 111 w 119"/>
                <a:gd name="T19" fmla="*/ 19 h 43"/>
                <a:gd name="T20" fmla="*/ 114 w 119"/>
                <a:gd name="T21" fmla="*/ 18 h 43"/>
                <a:gd name="T22" fmla="*/ 117 w 119"/>
                <a:gd name="T23" fmla="*/ 14 h 43"/>
                <a:gd name="T24" fmla="*/ 119 w 119"/>
                <a:gd name="T25" fmla="*/ 13 h 43"/>
                <a:gd name="T26" fmla="*/ 119 w 119"/>
                <a:gd name="T27" fmla="*/ 8 h 43"/>
                <a:gd name="T28" fmla="*/ 117 w 119"/>
                <a:gd name="T29" fmla="*/ 5 h 43"/>
                <a:gd name="T30" fmla="*/ 114 w 119"/>
                <a:gd name="T31" fmla="*/ 2 h 43"/>
                <a:gd name="T32" fmla="*/ 112 w 119"/>
                <a:gd name="T33" fmla="*/ 0 h 43"/>
                <a:gd name="T34" fmla="*/ 108 w 119"/>
                <a:gd name="T35" fmla="*/ 0 h 43"/>
                <a:gd name="T36" fmla="*/ 8 w 119"/>
                <a:gd name="T37" fmla="*/ 24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9"/>
                <a:gd name="T58" fmla="*/ 0 h 43"/>
                <a:gd name="T59" fmla="*/ 119 w 119"/>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9" h="43">
                  <a:moveTo>
                    <a:pt x="8" y="24"/>
                  </a:moveTo>
                  <a:lnTo>
                    <a:pt x="5" y="25"/>
                  </a:lnTo>
                  <a:lnTo>
                    <a:pt x="2" y="29"/>
                  </a:lnTo>
                  <a:lnTo>
                    <a:pt x="0" y="30"/>
                  </a:lnTo>
                  <a:lnTo>
                    <a:pt x="0" y="35"/>
                  </a:lnTo>
                  <a:lnTo>
                    <a:pt x="2" y="38"/>
                  </a:lnTo>
                  <a:lnTo>
                    <a:pt x="5" y="41"/>
                  </a:lnTo>
                  <a:lnTo>
                    <a:pt x="7" y="43"/>
                  </a:lnTo>
                  <a:lnTo>
                    <a:pt x="11" y="43"/>
                  </a:lnTo>
                  <a:lnTo>
                    <a:pt x="111" y="19"/>
                  </a:lnTo>
                  <a:lnTo>
                    <a:pt x="114" y="18"/>
                  </a:lnTo>
                  <a:lnTo>
                    <a:pt x="117" y="14"/>
                  </a:lnTo>
                  <a:lnTo>
                    <a:pt x="119" y="13"/>
                  </a:lnTo>
                  <a:lnTo>
                    <a:pt x="119" y="8"/>
                  </a:lnTo>
                  <a:lnTo>
                    <a:pt x="117" y="5"/>
                  </a:lnTo>
                  <a:lnTo>
                    <a:pt x="114" y="2"/>
                  </a:lnTo>
                  <a:lnTo>
                    <a:pt x="112" y="0"/>
                  </a:lnTo>
                  <a:lnTo>
                    <a:pt x="108" y="0"/>
                  </a:lnTo>
                  <a:lnTo>
                    <a:pt x="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13" name="Freeform 9">
              <a:extLst>
                <a:ext uri="{FF2B5EF4-FFF2-40B4-BE49-F238E27FC236}">
                  <a16:creationId xmlns:a16="http://schemas.microsoft.com/office/drawing/2014/main" id="{BA360B52-E8A2-2770-279F-8DD1B01F012F}"/>
                </a:ext>
              </a:extLst>
            </p:cNvPr>
            <p:cNvSpPr>
              <a:spLocks/>
            </p:cNvSpPr>
            <p:nvPr/>
          </p:nvSpPr>
          <p:spPr bwMode="auto">
            <a:xfrm>
              <a:off x="3225" y="2609"/>
              <a:ext cx="109" cy="109"/>
            </a:xfrm>
            <a:custGeom>
              <a:avLst/>
              <a:gdLst>
                <a:gd name="T0" fmla="*/ 7 w 109"/>
                <a:gd name="T1" fmla="*/ 2 h 109"/>
                <a:gd name="T2" fmla="*/ 7 w 109"/>
                <a:gd name="T3" fmla="*/ 0 h 109"/>
                <a:gd name="T4" fmla="*/ 3 w 109"/>
                <a:gd name="T5" fmla="*/ 0 h 109"/>
                <a:gd name="T6" fmla="*/ 0 w 109"/>
                <a:gd name="T7" fmla="*/ 3 h 109"/>
                <a:gd name="T8" fmla="*/ 0 w 109"/>
                <a:gd name="T9" fmla="*/ 8 h 109"/>
                <a:gd name="T10" fmla="*/ 1 w 109"/>
                <a:gd name="T11" fmla="*/ 8 h 109"/>
                <a:gd name="T12" fmla="*/ 101 w 109"/>
                <a:gd name="T13" fmla="*/ 108 h 109"/>
                <a:gd name="T14" fmla="*/ 102 w 109"/>
                <a:gd name="T15" fmla="*/ 109 h 109"/>
                <a:gd name="T16" fmla="*/ 107 w 109"/>
                <a:gd name="T17" fmla="*/ 109 h 109"/>
                <a:gd name="T18" fmla="*/ 107 w 109"/>
                <a:gd name="T19" fmla="*/ 108 h 109"/>
                <a:gd name="T20" fmla="*/ 109 w 109"/>
                <a:gd name="T21" fmla="*/ 108 h 109"/>
                <a:gd name="T22" fmla="*/ 109 w 109"/>
                <a:gd name="T23" fmla="*/ 103 h 109"/>
                <a:gd name="T24" fmla="*/ 107 w 109"/>
                <a:gd name="T25" fmla="*/ 101 h 109"/>
                <a:gd name="T26" fmla="*/ 7 w 109"/>
                <a:gd name="T27" fmla="*/ 2 h 1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9"/>
                <a:gd name="T43" fmla="*/ 0 h 109"/>
                <a:gd name="T44" fmla="*/ 109 w 109"/>
                <a:gd name="T45" fmla="*/ 109 h 10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9" h="109">
                  <a:moveTo>
                    <a:pt x="7" y="2"/>
                  </a:moveTo>
                  <a:lnTo>
                    <a:pt x="7" y="0"/>
                  </a:lnTo>
                  <a:lnTo>
                    <a:pt x="3" y="0"/>
                  </a:lnTo>
                  <a:lnTo>
                    <a:pt x="0" y="3"/>
                  </a:lnTo>
                  <a:lnTo>
                    <a:pt x="0" y="8"/>
                  </a:lnTo>
                  <a:lnTo>
                    <a:pt x="1" y="8"/>
                  </a:lnTo>
                  <a:lnTo>
                    <a:pt x="101" y="108"/>
                  </a:lnTo>
                  <a:lnTo>
                    <a:pt x="102" y="109"/>
                  </a:lnTo>
                  <a:lnTo>
                    <a:pt x="107" y="109"/>
                  </a:lnTo>
                  <a:lnTo>
                    <a:pt x="107" y="108"/>
                  </a:lnTo>
                  <a:lnTo>
                    <a:pt x="109" y="108"/>
                  </a:lnTo>
                  <a:lnTo>
                    <a:pt x="109" y="103"/>
                  </a:lnTo>
                  <a:lnTo>
                    <a:pt x="107" y="101"/>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14" name="Rectangle 10">
              <a:extLst>
                <a:ext uri="{FF2B5EF4-FFF2-40B4-BE49-F238E27FC236}">
                  <a16:creationId xmlns:a16="http://schemas.microsoft.com/office/drawing/2014/main" id="{405891F8-A09C-B86B-1F69-ECFB2EFACCCF}"/>
                </a:ext>
              </a:extLst>
            </p:cNvPr>
            <p:cNvSpPr>
              <a:spLocks noChangeArrowheads="1"/>
            </p:cNvSpPr>
            <p:nvPr/>
          </p:nvSpPr>
          <p:spPr bwMode="auto">
            <a:xfrm>
              <a:off x="3285" y="254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n</a:t>
              </a:r>
              <a:endParaRPr lang="en-US" altLang="es-ES" sz="3200" b="0" i="0" baseline="0"/>
            </a:p>
          </p:txBody>
        </p:sp>
        <p:sp>
          <p:nvSpPr>
            <p:cNvPr id="21515" name="Rectangle 11">
              <a:extLst>
                <a:ext uri="{FF2B5EF4-FFF2-40B4-BE49-F238E27FC236}">
                  <a16:creationId xmlns:a16="http://schemas.microsoft.com/office/drawing/2014/main" id="{A8682A4A-8D31-DA04-233B-31C862037EAE}"/>
                </a:ext>
              </a:extLst>
            </p:cNvPr>
            <p:cNvSpPr>
              <a:spLocks noChangeArrowheads="1"/>
            </p:cNvSpPr>
            <p:nvPr/>
          </p:nvSpPr>
          <p:spPr bwMode="auto">
            <a:xfrm>
              <a:off x="3882" y="850"/>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L0</a:t>
              </a:r>
              <a:endParaRPr lang="en-US" altLang="es-ES" sz="3200" b="0" i="0" baseline="0"/>
            </a:p>
          </p:txBody>
        </p:sp>
        <p:sp>
          <p:nvSpPr>
            <p:cNvPr id="21516" name="Rectangle 12">
              <a:extLst>
                <a:ext uri="{FF2B5EF4-FFF2-40B4-BE49-F238E27FC236}">
                  <a16:creationId xmlns:a16="http://schemas.microsoft.com/office/drawing/2014/main" id="{5B4E7150-CD17-E991-BD5F-C5FF2199B7A2}"/>
                </a:ext>
              </a:extLst>
            </p:cNvPr>
            <p:cNvSpPr>
              <a:spLocks noChangeArrowheads="1"/>
            </p:cNvSpPr>
            <p:nvPr/>
          </p:nvSpPr>
          <p:spPr bwMode="auto">
            <a:xfrm>
              <a:off x="3876" y="1927"/>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L1</a:t>
              </a:r>
              <a:endParaRPr lang="en-US" altLang="es-ES" sz="3200" b="0" i="0" baseline="0"/>
            </a:p>
          </p:txBody>
        </p:sp>
        <p:sp>
          <p:nvSpPr>
            <p:cNvPr id="21517" name="Rectangle 13">
              <a:extLst>
                <a:ext uri="{FF2B5EF4-FFF2-40B4-BE49-F238E27FC236}">
                  <a16:creationId xmlns:a16="http://schemas.microsoft.com/office/drawing/2014/main" id="{56FAAB0D-7EF6-0194-C7A0-4B6DEAB32EE6}"/>
                </a:ext>
              </a:extLst>
            </p:cNvPr>
            <p:cNvSpPr>
              <a:spLocks noChangeArrowheads="1"/>
            </p:cNvSpPr>
            <p:nvPr/>
          </p:nvSpPr>
          <p:spPr bwMode="auto">
            <a:xfrm>
              <a:off x="3862" y="3047"/>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L2</a:t>
              </a:r>
              <a:endParaRPr lang="en-US" altLang="es-ES" sz="3200" b="0" i="0" baseline="0"/>
            </a:p>
          </p:txBody>
        </p:sp>
        <p:sp>
          <p:nvSpPr>
            <p:cNvPr id="21518" name="Freeform 14">
              <a:extLst>
                <a:ext uri="{FF2B5EF4-FFF2-40B4-BE49-F238E27FC236}">
                  <a16:creationId xmlns:a16="http://schemas.microsoft.com/office/drawing/2014/main" id="{76A4E079-B8C3-CB78-931B-CFAAF2FD7DDD}"/>
                </a:ext>
              </a:extLst>
            </p:cNvPr>
            <p:cNvSpPr>
              <a:spLocks/>
            </p:cNvSpPr>
            <p:nvPr/>
          </p:nvSpPr>
          <p:spPr bwMode="auto">
            <a:xfrm>
              <a:off x="3326" y="1329"/>
              <a:ext cx="443" cy="19"/>
            </a:xfrm>
            <a:custGeom>
              <a:avLst/>
              <a:gdLst>
                <a:gd name="T0" fmla="*/ 9 w 443"/>
                <a:gd name="T1" fmla="*/ 0 h 19"/>
                <a:gd name="T2" fmla="*/ 6 w 443"/>
                <a:gd name="T3" fmla="*/ 0 h 19"/>
                <a:gd name="T4" fmla="*/ 3 w 443"/>
                <a:gd name="T5" fmla="*/ 4 h 19"/>
                <a:gd name="T6" fmla="*/ 0 w 443"/>
                <a:gd name="T7" fmla="*/ 7 h 19"/>
                <a:gd name="T8" fmla="*/ 0 w 443"/>
                <a:gd name="T9" fmla="*/ 13 h 19"/>
                <a:gd name="T10" fmla="*/ 3 w 443"/>
                <a:gd name="T11" fmla="*/ 16 h 19"/>
                <a:gd name="T12" fmla="*/ 6 w 443"/>
                <a:gd name="T13" fmla="*/ 19 h 19"/>
                <a:gd name="T14" fmla="*/ 436 w 443"/>
                <a:gd name="T15" fmla="*/ 19 h 19"/>
                <a:gd name="T16" fmla="*/ 439 w 443"/>
                <a:gd name="T17" fmla="*/ 16 h 19"/>
                <a:gd name="T18" fmla="*/ 443 w 443"/>
                <a:gd name="T19" fmla="*/ 13 h 19"/>
                <a:gd name="T20" fmla="*/ 443 w 443"/>
                <a:gd name="T21" fmla="*/ 7 h 19"/>
                <a:gd name="T22" fmla="*/ 439 w 443"/>
                <a:gd name="T23" fmla="*/ 4 h 19"/>
                <a:gd name="T24" fmla="*/ 436 w 443"/>
                <a:gd name="T25" fmla="*/ 0 h 19"/>
                <a:gd name="T26" fmla="*/ 433 w 443"/>
                <a:gd name="T27" fmla="*/ 0 h 19"/>
                <a:gd name="T28" fmla="*/ 9 w 443"/>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3"/>
                <a:gd name="T46" fmla="*/ 0 h 19"/>
                <a:gd name="T47" fmla="*/ 443 w 443"/>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3" h="19">
                  <a:moveTo>
                    <a:pt x="9" y="0"/>
                  </a:moveTo>
                  <a:lnTo>
                    <a:pt x="6" y="0"/>
                  </a:lnTo>
                  <a:lnTo>
                    <a:pt x="3" y="4"/>
                  </a:lnTo>
                  <a:lnTo>
                    <a:pt x="0" y="7"/>
                  </a:lnTo>
                  <a:lnTo>
                    <a:pt x="0" y="13"/>
                  </a:lnTo>
                  <a:lnTo>
                    <a:pt x="3" y="16"/>
                  </a:lnTo>
                  <a:lnTo>
                    <a:pt x="6" y="19"/>
                  </a:lnTo>
                  <a:lnTo>
                    <a:pt x="436" y="19"/>
                  </a:lnTo>
                  <a:lnTo>
                    <a:pt x="439" y="16"/>
                  </a:lnTo>
                  <a:lnTo>
                    <a:pt x="443" y="13"/>
                  </a:lnTo>
                  <a:lnTo>
                    <a:pt x="443" y="7"/>
                  </a:lnTo>
                  <a:lnTo>
                    <a:pt x="439" y="4"/>
                  </a:lnTo>
                  <a:lnTo>
                    <a:pt x="436" y="0"/>
                  </a:lnTo>
                  <a:lnTo>
                    <a:pt x="433"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19" name="Freeform 15">
              <a:extLst>
                <a:ext uri="{FF2B5EF4-FFF2-40B4-BE49-F238E27FC236}">
                  <a16:creationId xmlns:a16="http://schemas.microsoft.com/office/drawing/2014/main" id="{1F96022F-05E2-FC46-9B8A-53B851A7FBBF}"/>
                </a:ext>
              </a:extLst>
            </p:cNvPr>
            <p:cNvSpPr>
              <a:spLocks/>
            </p:cNvSpPr>
            <p:nvPr/>
          </p:nvSpPr>
          <p:spPr bwMode="auto">
            <a:xfrm>
              <a:off x="3650" y="1329"/>
              <a:ext cx="119" cy="45"/>
            </a:xfrm>
            <a:custGeom>
              <a:avLst/>
              <a:gdLst>
                <a:gd name="T0" fmla="*/ 111 w 119"/>
                <a:gd name="T1" fmla="*/ 19 h 45"/>
                <a:gd name="T2" fmla="*/ 114 w 119"/>
                <a:gd name="T3" fmla="*/ 18 h 45"/>
                <a:gd name="T4" fmla="*/ 117 w 119"/>
                <a:gd name="T5" fmla="*/ 15 h 45"/>
                <a:gd name="T6" fmla="*/ 119 w 119"/>
                <a:gd name="T7" fmla="*/ 13 h 45"/>
                <a:gd name="T8" fmla="*/ 119 w 119"/>
                <a:gd name="T9" fmla="*/ 8 h 45"/>
                <a:gd name="T10" fmla="*/ 117 w 119"/>
                <a:gd name="T11" fmla="*/ 5 h 45"/>
                <a:gd name="T12" fmla="*/ 114 w 119"/>
                <a:gd name="T13" fmla="*/ 2 h 45"/>
                <a:gd name="T14" fmla="*/ 112 w 119"/>
                <a:gd name="T15" fmla="*/ 0 h 45"/>
                <a:gd name="T16" fmla="*/ 107 w 119"/>
                <a:gd name="T17" fmla="*/ 0 h 45"/>
                <a:gd name="T18" fmla="*/ 8 w 119"/>
                <a:gd name="T19" fmla="*/ 26 h 45"/>
                <a:gd name="T20" fmla="*/ 5 w 119"/>
                <a:gd name="T21" fmla="*/ 27 h 45"/>
                <a:gd name="T22" fmla="*/ 2 w 119"/>
                <a:gd name="T23" fmla="*/ 30 h 45"/>
                <a:gd name="T24" fmla="*/ 0 w 119"/>
                <a:gd name="T25" fmla="*/ 32 h 45"/>
                <a:gd name="T26" fmla="*/ 0 w 119"/>
                <a:gd name="T27" fmla="*/ 37 h 45"/>
                <a:gd name="T28" fmla="*/ 2 w 119"/>
                <a:gd name="T29" fmla="*/ 40 h 45"/>
                <a:gd name="T30" fmla="*/ 5 w 119"/>
                <a:gd name="T31" fmla="*/ 43 h 45"/>
                <a:gd name="T32" fmla="*/ 6 w 119"/>
                <a:gd name="T33" fmla="*/ 45 h 45"/>
                <a:gd name="T34" fmla="*/ 11 w 119"/>
                <a:gd name="T35" fmla="*/ 45 h 45"/>
                <a:gd name="T36" fmla="*/ 111 w 119"/>
                <a:gd name="T37" fmla="*/ 19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9"/>
                <a:gd name="T58" fmla="*/ 0 h 45"/>
                <a:gd name="T59" fmla="*/ 119 w 119"/>
                <a:gd name="T60" fmla="*/ 45 h 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9" h="45">
                  <a:moveTo>
                    <a:pt x="111" y="19"/>
                  </a:moveTo>
                  <a:lnTo>
                    <a:pt x="114" y="18"/>
                  </a:lnTo>
                  <a:lnTo>
                    <a:pt x="117" y="15"/>
                  </a:lnTo>
                  <a:lnTo>
                    <a:pt x="119" y="13"/>
                  </a:lnTo>
                  <a:lnTo>
                    <a:pt x="119" y="8"/>
                  </a:lnTo>
                  <a:lnTo>
                    <a:pt x="117" y="5"/>
                  </a:lnTo>
                  <a:lnTo>
                    <a:pt x="114" y="2"/>
                  </a:lnTo>
                  <a:lnTo>
                    <a:pt x="112" y="0"/>
                  </a:lnTo>
                  <a:lnTo>
                    <a:pt x="107" y="0"/>
                  </a:lnTo>
                  <a:lnTo>
                    <a:pt x="8" y="26"/>
                  </a:lnTo>
                  <a:lnTo>
                    <a:pt x="5" y="27"/>
                  </a:lnTo>
                  <a:lnTo>
                    <a:pt x="2" y="30"/>
                  </a:lnTo>
                  <a:lnTo>
                    <a:pt x="0" y="32"/>
                  </a:lnTo>
                  <a:lnTo>
                    <a:pt x="0" y="37"/>
                  </a:lnTo>
                  <a:lnTo>
                    <a:pt x="2" y="40"/>
                  </a:lnTo>
                  <a:lnTo>
                    <a:pt x="5" y="43"/>
                  </a:lnTo>
                  <a:lnTo>
                    <a:pt x="6" y="45"/>
                  </a:lnTo>
                  <a:lnTo>
                    <a:pt x="11" y="45"/>
                  </a:lnTo>
                  <a:lnTo>
                    <a:pt x="11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20" name="Freeform 16">
              <a:extLst>
                <a:ext uri="{FF2B5EF4-FFF2-40B4-BE49-F238E27FC236}">
                  <a16:creationId xmlns:a16="http://schemas.microsoft.com/office/drawing/2014/main" id="{544E6E80-EB5F-0CEC-AC18-E609700A1CD0}"/>
                </a:ext>
              </a:extLst>
            </p:cNvPr>
            <p:cNvSpPr>
              <a:spLocks/>
            </p:cNvSpPr>
            <p:nvPr/>
          </p:nvSpPr>
          <p:spPr bwMode="auto">
            <a:xfrm>
              <a:off x="3650" y="1306"/>
              <a:ext cx="119" cy="42"/>
            </a:xfrm>
            <a:custGeom>
              <a:avLst/>
              <a:gdLst>
                <a:gd name="T0" fmla="*/ 107 w 119"/>
                <a:gd name="T1" fmla="*/ 42 h 42"/>
                <a:gd name="T2" fmla="*/ 112 w 119"/>
                <a:gd name="T3" fmla="*/ 42 h 42"/>
                <a:gd name="T4" fmla="*/ 115 w 119"/>
                <a:gd name="T5" fmla="*/ 39 h 42"/>
                <a:gd name="T6" fmla="*/ 117 w 119"/>
                <a:gd name="T7" fmla="*/ 38 h 42"/>
                <a:gd name="T8" fmla="*/ 119 w 119"/>
                <a:gd name="T9" fmla="*/ 34 h 42"/>
                <a:gd name="T10" fmla="*/ 119 w 119"/>
                <a:gd name="T11" fmla="*/ 30 h 42"/>
                <a:gd name="T12" fmla="*/ 115 w 119"/>
                <a:gd name="T13" fmla="*/ 27 h 42"/>
                <a:gd name="T14" fmla="*/ 114 w 119"/>
                <a:gd name="T15" fmla="*/ 25 h 42"/>
                <a:gd name="T16" fmla="*/ 111 w 119"/>
                <a:gd name="T17" fmla="*/ 23 h 42"/>
                <a:gd name="T18" fmla="*/ 11 w 119"/>
                <a:gd name="T19" fmla="*/ 0 h 42"/>
                <a:gd name="T20" fmla="*/ 6 w 119"/>
                <a:gd name="T21" fmla="*/ 0 h 42"/>
                <a:gd name="T22" fmla="*/ 3 w 119"/>
                <a:gd name="T23" fmla="*/ 3 h 42"/>
                <a:gd name="T24" fmla="*/ 2 w 119"/>
                <a:gd name="T25" fmla="*/ 4 h 42"/>
                <a:gd name="T26" fmla="*/ 0 w 119"/>
                <a:gd name="T27" fmla="*/ 8 h 42"/>
                <a:gd name="T28" fmla="*/ 0 w 119"/>
                <a:gd name="T29" fmla="*/ 12 h 42"/>
                <a:gd name="T30" fmla="*/ 3 w 119"/>
                <a:gd name="T31" fmla="*/ 15 h 42"/>
                <a:gd name="T32" fmla="*/ 5 w 119"/>
                <a:gd name="T33" fmla="*/ 17 h 42"/>
                <a:gd name="T34" fmla="*/ 8 w 119"/>
                <a:gd name="T35" fmla="*/ 19 h 42"/>
                <a:gd name="T36" fmla="*/ 107 w 119"/>
                <a:gd name="T37" fmla="*/ 42 h 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9"/>
                <a:gd name="T58" fmla="*/ 0 h 42"/>
                <a:gd name="T59" fmla="*/ 119 w 119"/>
                <a:gd name="T60" fmla="*/ 42 h 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9" h="42">
                  <a:moveTo>
                    <a:pt x="107" y="42"/>
                  </a:moveTo>
                  <a:lnTo>
                    <a:pt x="112" y="42"/>
                  </a:lnTo>
                  <a:lnTo>
                    <a:pt x="115" y="39"/>
                  </a:lnTo>
                  <a:lnTo>
                    <a:pt x="117" y="38"/>
                  </a:lnTo>
                  <a:lnTo>
                    <a:pt x="119" y="34"/>
                  </a:lnTo>
                  <a:lnTo>
                    <a:pt x="119" y="30"/>
                  </a:lnTo>
                  <a:lnTo>
                    <a:pt x="115" y="27"/>
                  </a:lnTo>
                  <a:lnTo>
                    <a:pt x="114" y="25"/>
                  </a:lnTo>
                  <a:lnTo>
                    <a:pt x="111" y="23"/>
                  </a:lnTo>
                  <a:lnTo>
                    <a:pt x="11" y="0"/>
                  </a:lnTo>
                  <a:lnTo>
                    <a:pt x="6" y="0"/>
                  </a:lnTo>
                  <a:lnTo>
                    <a:pt x="3" y="3"/>
                  </a:lnTo>
                  <a:lnTo>
                    <a:pt x="2" y="4"/>
                  </a:lnTo>
                  <a:lnTo>
                    <a:pt x="0" y="8"/>
                  </a:lnTo>
                  <a:lnTo>
                    <a:pt x="0" y="12"/>
                  </a:lnTo>
                  <a:lnTo>
                    <a:pt x="3" y="15"/>
                  </a:lnTo>
                  <a:lnTo>
                    <a:pt x="5" y="17"/>
                  </a:lnTo>
                  <a:lnTo>
                    <a:pt x="8" y="19"/>
                  </a:lnTo>
                  <a:lnTo>
                    <a:pt x="107"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21" name="Freeform 17">
              <a:extLst>
                <a:ext uri="{FF2B5EF4-FFF2-40B4-BE49-F238E27FC236}">
                  <a16:creationId xmlns:a16="http://schemas.microsoft.com/office/drawing/2014/main" id="{4BBD6554-53C5-0AA6-C0DA-00ABB5587BB8}"/>
                </a:ext>
              </a:extLst>
            </p:cNvPr>
            <p:cNvSpPr>
              <a:spLocks/>
            </p:cNvSpPr>
            <p:nvPr/>
          </p:nvSpPr>
          <p:spPr bwMode="auto">
            <a:xfrm>
              <a:off x="3455" y="1285"/>
              <a:ext cx="110" cy="109"/>
            </a:xfrm>
            <a:custGeom>
              <a:avLst/>
              <a:gdLst>
                <a:gd name="T0" fmla="*/ 108 w 110"/>
                <a:gd name="T1" fmla="*/ 8 h 109"/>
                <a:gd name="T2" fmla="*/ 110 w 110"/>
                <a:gd name="T3" fmla="*/ 8 h 109"/>
                <a:gd name="T4" fmla="*/ 110 w 110"/>
                <a:gd name="T5" fmla="*/ 3 h 109"/>
                <a:gd name="T6" fmla="*/ 108 w 110"/>
                <a:gd name="T7" fmla="*/ 2 h 109"/>
                <a:gd name="T8" fmla="*/ 108 w 110"/>
                <a:gd name="T9" fmla="*/ 0 h 109"/>
                <a:gd name="T10" fmla="*/ 103 w 110"/>
                <a:gd name="T11" fmla="*/ 0 h 109"/>
                <a:gd name="T12" fmla="*/ 102 w 110"/>
                <a:gd name="T13" fmla="*/ 2 h 109"/>
                <a:gd name="T14" fmla="*/ 2 w 110"/>
                <a:gd name="T15" fmla="*/ 101 h 109"/>
                <a:gd name="T16" fmla="*/ 0 w 110"/>
                <a:gd name="T17" fmla="*/ 103 h 109"/>
                <a:gd name="T18" fmla="*/ 0 w 110"/>
                <a:gd name="T19" fmla="*/ 108 h 109"/>
                <a:gd name="T20" fmla="*/ 2 w 110"/>
                <a:gd name="T21" fmla="*/ 108 h 109"/>
                <a:gd name="T22" fmla="*/ 4 w 110"/>
                <a:gd name="T23" fmla="*/ 109 h 109"/>
                <a:gd name="T24" fmla="*/ 8 w 110"/>
                <a:gd name="T25" fmla="*/ 109 h 109"/>
                <a:gd name="T26" fmla="*/ 8 w 110"/>
                <a:gd name="T27" fmla="*/ 108 h 109"/>
                <a:gd name="T28" fmla="*/ 108 w 110"/>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0"/>
                <a:gd name="T46" fmla="*/ 0 h 109"/>
                <a:gd name="T47" fmla="*/ 110 w 110"/>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0" h="109">
                  <a:moveTo>
                    <a:pt x="108" y="8"/>
                  </a:moveTo>
                  <a:lnTo>
                    <a:pt x="110" y="8"/>
                  </a:lnTo>
                  <a:lnTo>
                    <a:pt x="110" y="3"/>
                  </a:lnTo>
                  <a:lnTo>
                    <a:pt x="108" y="2"/>
                  </a:lnTo>
                  <a:lnTo>
                    <a:pt x="108" y="0"/>
                  </a:lnTo>
                  <a:lnTo>
                    <a:pt x="103" y="0"/>
                  </a:lnTo>
                  <a:lnTo>
                    <a:pt x="102" y="2"/>
                  </a:lnTo>
                  <a:lnTo>
                    <a:pt x="2" y="101"/>
                  </a:lnTo>
                  <a:lnTo>
                    <a:pt x="0" y="103"/>
                  </a:lnTo>
                  <a:lnTo>
                    <a:pt x="0" y="108"/>
                  </a:lnTo>
                  <a:lnTo>
                    <a:pt x="2" y="108"/>
                  </a:lnTo>
                  <a:lnTo>
                    <a:pt x="4" y="109"/>
                  </a:lnTo>
                  <a:lnTo>
                    <a:pt x="8" y="109"/>
                  </a:lnTo>
                  <a:lnTo>
                    <a:pt x="8" y="108"/>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22" name="Rectangle 18">
              <a:extLst>
                <a:ext uri="{FF2B5EF4-FFF2-40B4-BE49-F238E27FC236}">
                  <a16:creationId xmlns:a16="http://schemas.microsoft.com/office/drawing/2014/main" id="{AE836E99-FC59-104E-CCFF-E2383F06A811}"/>
                </a:ext>
              </a:extLst>
            </p:cNvPr>
            <p:cNvSpPr>
              <a:spLocks noChangeArrowheads="1"/>
            </p:cNvSpPr>
            <p:nvPr/>
          </p:nvSpPr>
          <p:spPr bwMode="auto">
            <a:xfrm>
              <a:off x="3440" y="1227"/>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n</a:t>
              </a:r>
              <a:endParaRPr lang="en-US" altLang="es-ES" sz="3200" b="0" i="0" baseline="0"/>
            </a:p>
          </p:txBody>
        </p:sp>
        <p:sp>
          <p:nvSpPr>
            <p:cNvPr id="21523" name="Freeform 19">
              <a:extLst>
                <a:ext uri="{FF2B5EF4-FFF2-40B4-BE49-F238E27FC236}">
                  <a16:creationId xmlns:a16="http://schemas.microsoft.com/office/drawing/2014/main" id="{76212235-D284-F6ED-E4A3-B19065E37EA6}"/>
                </a:ext>
              </a:extLst>
            </p:cNvPr>
            <p:cNvSpPr>
              <a:spLocks/>
            </p:cNvSpPr>
            <p:nvPr/>
          </p:nvSpPr>
          <p:spPr bwMode="auto">
            <a:xfrm>
              <a:off x="3924" y="964"/>
              <a:ext cx="19" cy="179"/>
            </a:xfrm>
            <a:custGeom>
              <a:avLst/>
              <a:gdLst>
                <a:gd name="T0" fmla="*/ 19 w 19"/>
                <a:gd name="T1" fmla="*/ 9 h 179"/>
                <a:gd name="T2" fmla="*/ 19 w 19"/>
                <a:gd name="T3" fmla="*/ 6 h 179"/>
                <a:gd name="T4" fmla="*/ 15 w 19"/>
                <a:gd name="T5" fmla="*/ 3 h 179"/>
                <a:gd name="T6" fmla="*/ 12 w 19"/>
                <a:gd name="T7" fmla="*/ 0 h 179"/>
                <a:gd name="T8" fmla="*/ 6 w 19"/>
                <a:gd name="T9" fmla="*/ 0 h 179"/>
                <a:gd name="T10" fmla="*/ 3 w 19"/>
                <a:gd name="T11" fmla="*/ 3 h 179"/>
                <a:gd name="T12" fmla="*/ 0 w 19"/>
                <a:gd name="T13" fmla="*/ 6 h 179"/>
                <a:gd name="T14" fmla="*/ 0 w 19"/>
                <a:gd name="T15" fmla="*/ 172 h 179"/>
                <a:gd name="T16" fmla="*/ 3 w 19"/>
                <a:gd name="T17" fmla="*/ 176 h 179"/>
                <a:gd name="T18" fmla="*/ 6 w 19"/>
                <a:gd name="T19" fmla="*/ 179 h 179"/>
                <a:gd name="T20" fmla="*/ 12 w 19"/>
                <a:gd name="T21" fmla="*/ 179 h 179"/>
                <a:gd name="T22" fmla="*/ 15 w 19"/>
                <a:gd name="T23" fmla="*/ 176 h 179"/>
                <a:gd name="T24" fmla="*/ 19 w 19"/>
                <a:gd name="T25" fmla="*/ 172 h 179"/>
                <a:gd name="T26" fmla="*/ 19 w 19"/>
                <a:gd name="T27" fmla="*/ 169 h 179"/>
                <a:gd name="T28" fmla="*/ 19 w 19"/>
                <a:gd name="T29" fmla="*/ 9 h 1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9"/>
                <a:gd name="T47" fmla="*/ 19 w 19"/>
                <a:gd name="T48" fmla="*/ 179 h 1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9">
                  <a:moveTo>
                    <a:pt x="19" y="9"/>
                  </a:moveTo>
                  <a:lnTo>
                    <a:pt x="19" y="6"/>
                  </a:lnTo>
                  <a:lnTo>
                    <a:pt x="15" y="3"/>
                  </a:lnTo>
                  <a:lnTo>
                    <a:pt x="12" y="0"/>
                  </a:lnTo>
                  <a:lnTo>
                    <a:pt x="6" y="0"/>
                  </a:lnTo>
                  <a:lnTo>
                    <a:pt x="3" y="3"/>
                  </a:lnTo>
                  <a:lnTo>
                    <a:pt x="0" y="6"/>
                  </a:lnTo>
                  <a:lnTo>
                    <a:pt x="0" y="172"/>
                  </a:lnTo>
                  <a:lnTo>
                    <a:pt x="3" y="176"/>
                  </a:lnTo>
                  <a:lnTo>
                    <a:pt x="6" y="179"/>
                  </a:lnTo>
                  <a:lnTo>
                    <a:pt x="12" y="179"/>
                  </a:lnTo>
                  <a:lnTo>
                    <a:pt x="15" y="176"/>
                  </a:lnTo>
                  <a:lnTo>
                    <a:pt x="19" y="172"/>
                  </a:lnTo>
                  <a:lnTo>
                    <a:pt x="19" y="169"/>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24" name="Freeform 20">
              <a:extLst>
                <a:ext uri="{FF2B5EF4-FFF2-40B4-BE49-F238E27FC236}">
                  <a16:creationId xmlns:a16="http://schemas.microsoft.com/office/drawing/2014/main" id="{38143EFB-CB8B-2072-55EA-696D4089B1E7}"/>
                </a:ext>
              </a:extLst>
            </p:cNvPr>
            <p:cNvSpPr>
              <a:spLocks/>
            </p:cNvSpPr>
            <p:nvPr/>
          </p:nvSpPr>
          <p:spPr bwMode="auto">
            <a:xfrm>
              <a:off x="3916" y="1060"/>
              <a:ext cx="47" cy="89"/>
            </a:xfrm>
            <a:custGeom>
              <a:avLst/>
              <a:gdLst>
                <a:gd name="T0" fmla="*/ 0 w 47"/>
                <a:gd name="T1" fmla="*/ 76 h 89"/>
                <a:gd name="T2" fmla="*/ 0 w 47"/>
                <a:gd name="T3" fmla="*/ 83 h 89"/>
                <a:gd name="T4" fmla="*/ 1 w 47"/>
                <a:gd name="T5" fmla="*/ 86 h 89"/>
                <a:gd name="T6" fmla="*/ 3 w 47"/>
                <a:gd name="T7" fmla="*/ 87 h 89"/>
                <a:gd name="T8" fmla="*/ 6 w 47"/>
                <a:gd name="T9" fmla="*/ 89 h 89"/>
                <a:gd name="T10" fmla="*/ 12 w 47"/>
                <a:gd name="T11" fmla="*/ 89 h 89"/>
                <a:gd name="T12" fmla="*/ 15 w 47"/>
                <a:gd name="T13" fmla="*/ 87 h 89"/>
                <a:gd name="T14" fmla="*/ 17 w 47"/>
                <a:gd name="T15" fmla="*/ 86 h 89"/>
                <a:gd name="T16" fmla="*/ 19 w 47"/>
                <a:gd name="T17" fmla="*/ 83 h 89"/>
                <a:gd name="T18" fmla="*/ 47 w 47"/>
                <a:gd name="T19" fmla="*/ 13 h 89"/>
                <a:gd name="T20" fmla="*/ 47 w 47"/>
                <a:gd name="T21" fmla="*/ 7 h 89"/>
                <a:gd name="T22" fmla="*/ 45 w 47"/>
                <a:gd name="T23" fmla="*/ 4 h 89"/>
                <a:gd name="T24" fmla="*/ 44 w 47"/>
                <a:gd name="T25" fmla="*/ 2 h 89"/>
                <a:gd name="T26" fmla="*/ 41 w 47"/>
                <a:gd name="T27" fmla="*/ 0 h 89"/>
                <a:gd name="T28" fmla="*/ 34 w 47"/>
                <a:gd name="T29" fmla="*/ 0 h 89"/>
                <a:gd name="T30" fmla="*/ 31 w 47"/>
                <a:gd name="T31" fmla="*/ 2 h 89"/>
                <a:gd name="T32" fmla="*/ 30 w 47"/>
                <a:gd name="T33" fmla="*/ 4 h 89"/>
                <a:gd name="T34" fmla="*/ 28 w 47"/>
                <a:gd name="T35" fmla="*/ 7 h 89"/>
                <a:gd name="T36" fmla="*/ 0 w 47"/>
                <a:gd name="T37" fmla="*/ 76 h 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89"/>
                <a:gd name="T59" fmla="*/ 47 w 47"/>
                <a:gd name="T60" fmla="*/ 89 h 8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89">
                  <a:moveTo>
                    <a:pt x="0" y="76"/>
                  </a:moveTo>
                  <a:lnTo>
                    <a:pt x="0" y="83"/>
                  </a:lnTo>
                  <a:lnTo>
                    <a:pt x="1" y="86"/>
                  </a:lnTo>
                  <a:lnTo>
                    <a:pt x="3" y="87"/>
                  </a:lnTo>
                  <a:lnTo>
                    <a:pt x="6" y="89"/>
                  </a:lnTo>
                  <a:lnTo>
                    <a:pt x="12" y="89"/>
                  </a:lnTo>
                  <a:lnTo>
                    <a:pt x="15" y="87"/>
                  </a:lnTo>
                  <a:lnTo>
                    <a:pt x="17" y="86"/>
                  </a:lnTo>
                  <a:lnTo>
                    <a:pt x="19" y="83"/>
                  </a:lnTo>
                  <a:lnTo>
                    <a:pt x="47" y="13"/>
                  </a:lnTo>
                  <a:lnTo>
                    <a:pt x="47" y="7"/>
                  </a:lnTo>
                  <a:lnTo>
                    <a:pt x="45" y="4"/>
                  </a:lnTo>
                  <a:lnTo>
                    <a:pt x="44" y="2"/>
                  </a:lnTo>
                  <a:lnTo>
                    <a:pt x="41" y="0"/>
                  </a:lnTo>
                  <a:lnTo>
                    <a:pt x="34" y="0"/>
                  </a:lnTo>
                  <a:lnTo>
                    <a:pt x="31" y="2"/>
                  </a:lnTo>
                  <a:lnTo>
                    <a:pt x="30" y="4"/>
                  </a:lnTo>
                  <a:lnTo>
                    <a:pt x="28" y="7"/>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25" name="Freeform 21">
              <a:extLst>
                <a:ext uri="{FF2B5EF4-FFF2-40B4-BE49-F238E27FC236}">
                  <a16:creationId xmlns:a16="http://schemas.microsoft.com/office/drawing/2014/main" id="{8D30F6A0-058B-899F-A8B2-DEECD0F97125}"/>
                </a:ext>
              </a:extLst>
            </p:cNvPr>
            <p:cNvSpPr>
              <a:spLocks/>
            </p:cNvSpPr>
            <p:nvPr/>
          </p:nvSpPr>
          <p:spPr bwMode="auto">
            <a:xfrm>
              <a:off x="3895" y="1060"/>
              <a:ext cx="40" cy="83"/>
            </a:xfrm>
            <a:custGeom>
              <a:avLst/>
              <a:gdLst>
                <a:gd name="T0" fmla="*/ 21 w 40"/>
                <a:gd name="T1" fmla="*/ 76 h 83"/>
                <a:gd name="T2" fmla="*/ 24 w 40"/>
                <a:gd name="T3" fmla="*/ 80 h 83"/>
                <a:gd name="T4" fmla="*/ 25 w 40"/>
                <a:gd name="T5" fmla="*/ 81 h 83"/>
                <a:gd name="T6" fmla="*/ 29 w 40"/>
                <a:gd name="T7" fmla="*/ 83 h 83"/>
                <a:gd name="T8" fmla="*/ 33 w 40"/>
                <a:gd name="T9" fmla="*/ 83 h 83"/>
                <a:gd name="T10" fmla="*/ 36 w 40"/>
                <a:gd name="T11" fmla="*/ 80 h 83"/>
                <a:gd name="T12" fmla="*/ 38 w 40"/>
                <a:gd name="T13" fmla="*/ 78 h 83"/>
                <a:gd name="T14" fmla="*/ 40 w 40"/>
                <a:gd name="T15" fmla="*/ 75 h 83"/>
                <a:gd name="T16" fmla="*/ 40 w 40"/>
                <a:gd name="T17" fmla="*/ 70 h 83"/>
                <a:gd name="T18" fmla="*/ 19 w 40"/>
                <a:gd name="T19" fmla="*/ 7 h 83"/>
                <a:gd name="T20" fmla="*/ 16 w 40"/>
                <a:gd name="T21" fmla="*/ 4 h 83"/>
                <a:gd name="T22" fmla="*/ 14 w 40"/>
                <a:gd name="T23" fmla="*/ 2 h 83"/>
                <a:gd name="T24" fmla="*/ 11 w 40"/>
                <a:gd name="T25" fmla="*/ 0 h 83"/>
                <a:gd name="T26" fmla="*/ 6 w 40"/>
                <a:gd name="T27" fmla="*/ 0 h 83"/>
                <a:gd name="T28" fmla="*/ 3 w 40"/>
                <a:gd name="T29" fmla="*/ 4 h 83"/>
                <a:gd name="T30" fmla="*/ 2 w 40"/>
                <a:gd name="T31" fmla="*/ 5 h 83"/>
                <a:gd name="T32" fmla="*/ 0 w 40"/>
                <a:gd name="T33" fmla="*/ 8 h 83"/>
                <a:gd name="T34" fmla="*/ 0 w 40"/>
                <a:gd name="T35" fmla="*/ 13 h 83"/>
                <a:gd name="T36" fmla="*/ 21 w 40"/>
                <a:gd name="T37" fmla="*/ 76 h 8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83"/>
                <a:gd name="T59" fmla="*/ 40 w 40"/>
                <a:gd name="T60" fmla="*/ 83 h 8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83">
                  <a:moveTo>
                    <a:pt x="21" y="76"/>
                  </a:moveTo>
                  <a:lnTo>
                    <a:pt x="24" y="80"/>
                  </a:lnTo>
                  <a:lnTo>
                    <a:pt x="25" y="81"/>
                  </a:lnTo>
                  <a:lnTo>
                    <a:pt x="29" y="83"/>
                  </a:lnTo>
                  <a:lnTo>
                    <a:pt x="33" y="83"/>
                  </a:lnTo>
                  <a:lnTo>
                    <a:pt x="36" y="80"/>
                  </a:lnTo>
                  <a:lnTo>
                    <a:pt x="38" y="78"/>
                  </a:lnTo>
                  <a:lnTo>
                    <a:pt x="40" y="75"/>
                  </a:lnTo>
                  <a:lnTo>
                    <a:pt x="40" y="70"/>
                  </a:lnTo>
                  <a:lnTo>
                    <a:pt x="19" y="7"/>
                  </a:lnTo>
                  <a:lnTo>
                    <a:pt x="16" y="4"/>
                  </a:lnTo>
                  <a:lnTo>
                    <a:pt x="14" y="2"/>
                  </a:lnTo>
                  <a:lnTo>
                    <a:pt x="11" y="0"/>
                  </a:lnTo>
                  <a:lnTo>
                    <a:pt x="6" y="0"/>
                  </a:lnTo>
                  <a:lnTo>
                    <a:pt x="3" y="4"/>
                  </a:lnTo>
                  <a:lnTo>
                    <a:pt x="2" y="5"/>
                  </a:lnTo>
                  <a:lnTo>
                    <a:pt x="0" y="8"/>
                  </a:lnTo>
                  <a:lnTo>
                    <a:pt x="0" y="13"/>
                  </a:lnTo>
                  <a:lnTo>
                    <a:pt x="21"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26" name="Rectangle 22">
              <a:extLst>
                <a:ext uri="{FF2B5EF4-FFF2-40B4-BE49-F238E27FC236}">
                  <a16:creationId xmlns:a16="http://schemas.microsoft.com/office/drawing/2014/main" id="{D59211DF-0DB6-E19A-7125-F2A32941C2B7}"/>
                </a:ext>
              </a:extLst>
            </p:cNvPr>
            <p:cNvSpPr>
              <a:spLocks noChangeArrowheads="1"/>
            </p:cNvSpPr>
            <p:nvPr/>
          </p:nvSpPr>
          <p:spPr bwMode="auto">
            <a:xfrm>
              <a:off x="3897" y="1408"/>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R0</a:t>
              </a:r>
              <a:endParaRPr lang="en-US" altLang="es-ES" sz="3200" b="0" i="0" baseline="0"/>
            </a:p>
          </p:txBody>
        </p:sp>
        <p:sp>
          <p:nvSpPr>
            <p:cNvPr id="21527" name="Rectangle 23">
              <a:extLst>
                <a:ext uri="{FF2B5EF4-FFF2-40B4-BE49-F238E27FC236}">
                  <a16:creationId xmlns:a16="http://schemas.microsoft.com/office/drawing/2014/main" id="{954B7427-042F-9EDA-8187-40776C405DA0}"/>
                </a:ext>
              </a:extLst>
            </p:cNvPr>
            <p:cNvSpPr>
              <a:spLocks noChangeArrowheads="1"/>
            </p:cNvSpPr>
            <p:nvPr/>
          </p:nvSpPr>
          <p:spPr bwMode="auto">
            <a:xfrm>
              <a:off x="3841" y="1160"/>
              <a:ext cx="28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3200" b="0" i="0" baseline="0"/>
            </a:p>
          </p:txBody>
        </p:sp>
        <p:sp>
          <p:nvSpPr>
            <p:cNvPr id="21528" name="Freeform 24">
              <a:extLst>
                <a:ext uri="{FF2B5EF4-FFF2-40B4-BE49-F238E27FC236}">
                  <a16:creationId xmlns:a16="http://schemas.microsoft.com/office/drawing/2014/main" id="{9B305275-F055-04BC-6B9D-F3012809060E}"/>
                </a:ext>
              </a:extLst>
            </p:cNvPr>
            <p:cNvSpPr>
              <a:spLocks/>
            </p:cNvSpPr>
            <p:nvPr/>
          </p:nvSpPr>
          <p:spPr bwMode="auto">
            <a:xfrm>
              <a:off x="3757" y="1141"/>
              <a:ext cx="393" cy="612"/>
            </a:xfrm>
            <a:custGeom>
              <a:avLst/>
              <a:gdLst>
                <a:gd name="T0" fmla="*/ 10 w 393"/>
                <a:gd name="T1" fmla="*/ 0 h 612"/>
                <a:gd name="T2" fmla="*/ 7 w 393"/>
                <a:gd name="T3" fmla="*/ 0 h 612"/>
                <a:gd name="T4" fmla="*/ 4 w 393"/>
                <a:gd name="T5" fmla="*/ 3 h 612"/>
                <a:gd name="T6" fmla="*/ 0 w 393"/>
                <a:gd name="T7" fmla="*/ 6 h 612"/>
                <a:gd name="T8" fmla="*/ 0 w 393"/>
                <a:gd name="T9" fmla="*/ 606 h 612"/>
                <a:gd name="T10" fmla="*/ 4 w 393"/>
                <a:gd name="T11" fmla="*/ 609 h 612"/>
                <a:gd name="T12" fmla="*/ 7 w 393"/>
                <a:gd name="T13" fmla="*/ 612 h 612"/>
                <a:gd name="T14" fmla="*/ 386 w 393"/>
                <a:gd name="T15" fmla="*/ 612 h 612"/>
                <a:gd name="T16" fmla="*/ 390 w 393"/>
                <a:gd name="T17" fmla="*/ 609 h 612"/>
                <a:gd name="T18" fmla="*/ 393 w 393"/>
                <a:gd name="T19" fmla="*/ 606 h 612"/>
                <a:gd name="T20" fmla="*/ 393 w 393"/>
                <a:gd name="T21" fmla="*/ 6 h 612"/>
                <a:gd name="T22" fmla="*/ 390 w 393"/>
                <a:gd name="T23" fmla="*/ 3 h 612"/>
                <a:gd name="T24" fmla="*/ 386 w 393"/>
                <a:gd name="T25" fmla="*/ 0 h 612"/>
                <a:gd name="T26" fmla="*/ 383 w 393"/>
                <a:gd name="T27" fmla="*/ 0 h 612"/>
                <a:gd name="T28" fmla="*/ 10 w 393"/>
                <a:gd name="T29" fmla="*/ 0 h 612"/>
                <a:gd name="T30" fmla="*/ 10 w 393"/>
                <a:gd name="T31" fmla="*/ 19 h 612"/>
                <a:gd name="T32" fmla="*/ 383 w 393"/>
                <a:gd name="T33" fmla="*/ 19 h 612"/>
                <a:gd name="T34" fmla="*/ 374 w 393"/>
                <a:gd name="T35" fmla="*/ 10 h 612"/>
                <a:gd name="T36" fmla="*/ 374 w 393"/>
                <a:gd name="T37" fmla="*/ 603 h 612"/>
                <a:gd name="T38" fmla="*/ 383 w 393"/>
                <a:gd name="T39" fmla="*/ 593 h 612"/>
                <a:gd name="T40" fmla="*/ 10 w 393"/>
                <a:gd name="T41" fmla="*/ 593 h 612"/>
                <a:gd name="T42" fmla="*/ 19 w 393"/>
                <a:gd name="T43" fmla="*/ 603 h 612"/>
                <a:gd name="T44" fmla="*/ 19 w 393"/>
                <a:gd name="T45" fmla="*/ 10 h 612"/>
                <a:gd name="T46" fmla="*/ 10 w 393"/>
                <a:gd name="T47" fmla="*/ 19 h 612"/>
                <a:gd name="T48" fmla="*/ 10 w 393"/>
                <a:gd name="T49" fmla="*/ 0 h 6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3"/>
                <a:gd name="T76" fmla="*/ 0 h 612"/>
                <a:gd name="T77" fmla="*/ 393 w 393"/>
                <a:gd name="T78" fmla="*/ 612 h 61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3" h="612">
                  <a:moveTo>
                    <a:pt x="10" y="0"/>
                  </a:moveTo>
                  <a:lnTo>
                    <a:pt x="7" y="0"/>
                  </a:lnTo>
                  <a:lnTo>
                    <a:pt x="4" y="3"/>
                  </a:lnTo>
                  <a:lnTo>
                    <a:pt x="0" y="6"/>
                  </a:lnTo>
                  <a:lnTo>
                    <a:pt x="0" y="606"/>
                  </a:lnTo>
                  <a:lnTo>
                    <a:pt x="4" y="609"/>
                  </a:lnTo>
                  <a:lnTo>
                    <a:pt x="7" y="612"/>
                  </a:lnTo>
                  <a:lnTo>
                    <a:pt x="386" y="612"/>
                  </a:lnTo>
                  <a:lnTo>
                    <a:pt x="390" y="609"/>
                  </a:lnTo>
                  <a:lnTo>
                    <a:pt x="393" y="606"/>
                  </a:lnTo>
                  <a:lnTo>
                    <a:pt x="393" y="6"/>
                  </a:lnTo>
                  <a:lnTo>
                    <a:pt x="390" y="3"/>
                  </a:lnTo>
                  <a:lnTo>
                    <a:pt x="386" y="0"/>
                  </a:lnTo>
                  <a:lnTo>
                    <a:pt x="383" y="0"/>
                  </a:lnTo>
                  <a:lnTo>
                    <a:pt x="10" y="0"/>
                  </a:lnTo>
                  <a:lnTo>
                    <a:pt x="10" y="19"/>
                  </a:lnTo>
                  <a:lnTo>
                    <a:pt x="383" y="19"/>
                  </a:lnTo>
                  <a:lnTo>
                    <a:pt x="374" y="10"/>
                  </a:lnTo>
                  <a:lnTo>
                    <a:pt x="374" y="603"/>
                  </a:lnTo>
                  <a:lnTo>
                    <a:pt x="383" y="593"/>
                  </a:lnTo>
                  <a:lnTo>
                    <a:pt x="10" y="593"/>
                  </a:lnTo>
                  <a:lnTo>
                    <a:pt x="19" y="603"/>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29" name="Freeform 25">
              <a:extLst>
                <a:ext uri="{FF2B5EF4-FFF2-40B4-BE49-F238E27FC236}">
                  <a16:creationId xmlns:a16="http://schemas.microsoft.com/office/drawing/2014/main" id="{2F80A292-8E8B-EA9C-726E-8115F4C79F09}"/>
                </a:ext>
              </a:extLst>
            </p:cNvPr>
            <p:cNvSpPr>
              <a:spLocks/>
            </p:cNvSpPr>
            <p:nvPr/>
          </p:nvSpPr>
          <p:spPr bwMode="auto">
            <a:xfrm>
              <a:off x="3329" y="2415"/>
              <a:ext cx="441" cy="19"/>
            </a:xfrm>
            <a:custGeom>
              <a:avLst/>
              <a:gdLst>
                <a:gd name="T0" fmla="*/ 9 w 441"/>
                <a:gd name="T1" fmla="*/ 0 h 19"/>
                <a:gd name="T2" fmla="*/ 6 w 441"/>
                <a:gd name="T3" fmla="*/ 0 h 19"/>
                <a:gd name="T4" fmla="*/ 3 w 441"/>
                <a:gd name="T5" fmla="*/ 3 h 19"/>
                <a:gd name="T6" fmla="*/ 0 w 441"/>
                <a:gd name="T7" fmla="*/ 6 h 19"/>
                <a:gd name="T8" fmla="*/ 0 w 441"/>
                <a:gd name="T9" fmla="*/ 12 h 19"/>
                <a:gd name="T10" fmla="*/ 3 w 441"/>
                <a:gd name="T11" fmla="*/ 15 h 19"/>
                <a:gd name="T12" fmla="*/ 6 w 441"/>
                <a:gd name="T13" fmla="*/ 19 h 19"/>
                <a:gd name="T14" fmla="*/ 435 w 441"/>
                <a:gd name="T15" fmla="*/ 19 h 19"/>
                <a:gd name="T16" fmla="*/ 438 w 441"/>
                <a:gd name="T17" fmla="*/ 15 h 19"/>
                <a:gd name="T18" fmla="*/ 441 w 441"/>
                <a:gd name="T19" fmla="*/ 12 h 19"/>
                <a:gd name="T20" fmla="*/ 441 w 441"/>
                <a:gd name="T21" fmla="*/ 6 h 19"/>
                <a:gd name="T22" fmla="*/ 438 w 441"/>
                <a:gd name="T23" fmla="*/ 3 h 19"/>
                <a:gd name="T24" fmla="*/ 435 w 441"/>
                <a:gd name="T25" fmla="*/ 0 h 19"/>
                <a:gd name="T26" fmla="*/ 432 w 441"/>
                <a:gd name="T27" fmla="*/ 0 h 19"/>
                <a:gd name="T28" fmla="*/ 9 w 441"/>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1"/>
                <a:gd name="T46" fmla="*/ 0 h 19"/>
                <a:gd name="T47" fmla="*/ 441 w 441"/>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1" h="19">
                  <a:moveTo>
                    <a:pt x="9" y="0"/>
                  </a:moveTo>
                  <a:lnTo>
                    <a:pt x="6" y="0"/>
                  </a:lnTo>
                  <a:lnTo>
                    <a:pt x="3" y="3"/>
                  </a:lnTo>
                  <a:lnTo>
                    <a:pt x="0" y="6"/>
                  </a:lnTo>
                  <a:lnTo>
                    <a:pt x="0" y="12"/>
                  </a:lnTo>
                  <a:lnTo>
                    <a:pt x="3" y="15"/>
                  </a:lnTo>
                  <a:lnTo>
                    <a:pt x="6" y="19"/>
                  </a:lnTo>
                  <a:lnTo>
                    <a:pt x="435" y="19"/>
                  </a:lnTo>
                  <a:lnTo>
                    <a:pt x="438" y="15"/>
                  </a:lnTo>
                  <a:lnTo>
                    <a:pt x="441" y="12"/>
                  </a:lnTo>
                  <a:lnTo>
                    <a:pt x="441" y="6"/>
                  </a:lnTo>
                  <a:lnTo>
                    <a:pt x="438" y="3"/>
                  </a:lnTo>
                  <a:lnTo>
                    <a:pt x="435" y="0"/>
                  </a:lnTo>
                  <a:lnTo>
                    <a:pt x="432"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30" name="Freeform 26">
              <a:extLst>
                <a:ext uri="{FF2B5EF4-FFF2-40B4-BE49-F238E27FC236}">
                  <a16:creationId xmlns:a16="http://schemas.microsoft.com/office/drawing/2014/main" id="{90012645-618B-C425-4660-190782C922E0}"/>
                </a:ext>
              </a:extLst>
            </p:cNvPr>
            <p:cNvSpPr>
              <a:spLocks/>
            </p:cNvSpPr>
            <p:nvPr/>
          </p:nvSpPr>
          <p:spPr bwMode="auto">
            <a:xfrm>
              <a:off x="3652" y="2415"/>
              <a:ext cx="118" cy="42"/>
            </a:xfrm>
            <a:custGeom>
              <a:avLst/>
              <a:gdLst>
                <a:gd name="T0" fmla="*/ 110 w 118"/>
                <a:gd name="T1" fmla="*/ 19 h 42"/>
                <a:gd name="T2" fmla="*/ 113 w 118"/>
                <a:gd name="T3" fmla="*/ 17 h 42"/>
                <a:gd name="T4" fmla="*/ 117 w 118"/>
                <a:gd name="T5" fmla="*/ 14 h 42"/>
                <a:gd name="T6" fmla="*/ 118 w 118"/>
                <a:gd name="T7" fmla="*/ 12 h 42"/>
                <a:gd name="T8" fmla="*/ 118 w 118"/>
                <a:gd name="T9" fmla="*/ 8 h 42"/>
                <a:gd name="T10" fmla="*/ 117 w 118"/>
                <a:gd name="T11" fmla="*/ 4 h 42"/>
                <a:gd name="T12" fmla="*/ 113 w 118"/>
                <a:gd name="T13" fmla="*/ 1 h 42"/>
                <a:gd name="T14" fmla="*/ 112 w 118"/>
                <a:gd name="T15" fmla="*/ 0 h 42"/>
                <a:gd name="T16" fmla="*/ 107 w 118"/>
                <a:gd name="T17" fmla="*/ 0 h 42"/>
                <a:gd name="T18" fmla="*/ 7 w 118"/>
                <a:gd name="T19" fmla="*/ 23 h 42"/>
                <a:gd name="T20" fmla="*/ 4 w 118"/>
                <a:gd name="T21" fmla="*/ 25 h 42"/>
                <a:gd name="T22" fmla="*/ 1 w 118"/>
                <a:gd name="T23" fmla="*/ 28 h 42"/>
                <a:gd name="T24" fmla="*/ 0 w 118"/>
                <a:gd name="T25" fmla="*/ 30 h 42"/>
                <a:gd name="T26" fmla="*/ 0 w 118"/>
                <a:gd name="T27" fmla="*/ 34 h 42"/>
                <a:gd name="T28" fmla="*/ 1 w 118"/>
                <a:gd name="T29" fmla="*/ 38 h 42"/>
                <a:gd name="T30" fmla="*/ 4 w 118"/>
                <a:gd name="T31" fmla="*/ 41 h 42"/>
                <a:gd name="T32" fmla="*/ 6 w 118"/>
                <a:gd name="T33" fmla="*/ 42 h 42"/>
                <a:gd name="T34" fmla="*/ 11 w 118"/>
                <a:gd name="T35" fmla="*/ 42 h 42"/>
                <a:gd name="T36" fmla="*/ 110 w 118"/>
                <a:gd name="T37" fmla="*/ 19 h 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8"/>
                <a:gd name="T58" fmla="*/ 0 h 42"/>
                <a:gd name="T59" fmla="*/ 118 w 118"/>
                <a:gd name="T60" fmla="*/ 42 h 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8" h="42">
                  <a:moveTo>
                    <a:pt x="110" y="19"/>
                  </a:moveTo>
                  <a:lnTo>
                    <a:pt x="113" y="17"/>
                  </a:lnTo>
                  <a:lnTo>
                    <a:pt x="117" y="14"/>
                  </a:lnTo>
                  <a:lnTo>
                    <a:pt x="118" y="12"/>
                  </a:lnTo>
                  <a:lnTo>
                    <a:pt x="118" y="8"/>
                  </a:lnTo>
                  <a:lnTo>
                    <a:pt x="117" y="4"/>
                  </a:lnTo>
                  <a:lnTo>
                    <a:pt x="113" y="1"/>
                  </a:lnTo>
                  <a:lnTo>
                    <a:pt x="112" y="0"/>
                  </a:lnTo>
                  <a:lnTo>
                    <a:pt x="107" y="0"/>
                  </a:lnTo>
                  <a:lnTo>
                    <a:pt x="7" y="23"/>
                  </a:lnTo>
                  <a:lnTo>
                    <a:pt x="4" y="25"/>
                  </a:lnTo>
                  <a:lnTo>
                    <a:pt x="1" y="28"/>
                  </a:lnTo>
                  <a:lnTo>
                    <a:pt x="0" y="30"/>
                  </a:lnTo>
                  <a:lnTo>
                    <a:pt x="0" y="34"/>
                  </a:lnTo>
                  <a:lnTo>
                    <a:pt x="1" y="38"/>
                  </a:lnTo>
                  <a:lnTo>
                    <a:pt x="4" y="41"/>
                  </a:lnTo>
                  <a:lnTo>
                    <a:pt x="6" y="42"/>
                  </a:lnTo>
                  <a:lnTo>
                    <a:pt x="11" y="42"/>
                  </a:lnTo>
                  <a:lnTo>
                    <a:pt x="11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31" name="Freeform 27">
              <a:extLst>
                <a:ext uri="{FF2B5EF4-FFF2-40B4-BE49-F238E27FC236}">
                  <a16:creationId xmlns:a16="http://schemas.microsoft.com/office/drawing/2014/main" id="{82DAEF7F-4083-739A-9865-86C094410F99}"/>
                </a:ext>
              </a:extLst>
            </p:cNvPr>
            <p:cNvSpPr>
              <a:spLocks/>
            </p:cNvSpPr>
            <p:nvPr/>
          </p:nvSpPr>
          <p:spPr bwMode="auto">
            <a:xfrm>
              <a:off x="3652" y="2389"/>
              <a:ext cx="118" cy="45"/>
            </a:xfrm>
            <a:custGeom>
              <a:avLst/>
              <a:gdLst>
                <a:gd name="T0" fmla="*/ 107 w 118"/>
                <a:gd name="T1" fmla="*/ 45 h 45"/>
                <a:gd name="T2" fmla="*/ 112 w 118"/>
                <a:gd name="T3" fmla="*/ 45 h 45"/>
                <a:gd name="T4" fmla="*/ 115 w 118"/>
                <a:gd name="T5" fmla="*/ 41 h 45"/>
                <a:gd name="T6" fmla="*/ 117 w 118"/>
                <a:gd name="T7" fmla="*/ 40 h 45"/>
                <a:gd name="T8" fmla="*/ 118 w 118"/>
                <a:gd name="T9" fmla="*/ 37 h 45"/>
                <a:gd name="T10" fmla="*/ 118 w 118"/>
                <a:gd name="T11" fmla="*/ 32 h 45"/>
                <a:gd name="T12" fmla="*/ 115 w 118"/>
                <a:gd name="T13" fmla="*/ 29 h 45"/>
                <a:gd name="T14" fmla="*/ 113 w 118"/>
                <a:gd name="T15" fmla="*/ 27 h 45"/>
                <a:gd name="T16" fmla="*/ 110 w 118"/>
                <a:gd name="T17" fmla="*/ 26 h 45"/>
                <a:gd name="T18" fmla="*/ 11 w 118"/>
                <a:gd name="T19" fmla="*/ 0 h 45"/>
                <a:gd name="T20" fmla="*/ 6 w 118"/>
                <a:gd name="T21" fmla="*/ 0 h 45"/>
                <a:gd name="T22" fmla="*/ 3 w 118"/>
                <a:gd name="T23" fmla="*/ 3 h 45"/>
                <a:gd name="T24" fmla="*/ 1 w 118"/>
                <a:gd name="T25" fmla="*/ 5 h 45"/>
                <a:gd name="T26" fmla="*/ 0 w 118"/>
                <a:gd name="T27" fmla="*/ 8 h 45"/>
                <a:gd name="T28" fmla="*/ 0 w 118"/>
                <a:gd name="T29" fmla="*/ 13 h 45"/>
                <a:gd name="T30" fmla="*/ 3 w 118"/>
                <a:gd name="T31" fmla="*/ 16 h 45"/>
                <a:gd name="T32" fmla="*/ 4 w 118"/>
                <a:gd name="T33" fmla="*/ 18 h 45"/>
                <a:gd name="T34" fmla="*/ 7 w 118"/>
                <a:gd name="T35" fmla="*/ 19 h 45"/>
                <a:gd name="T36" fmla="*/ 107 w 118"/>
                <a:gd name="T37" fmla="*/ 45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8"/>
                <a:gd name="T58" fmla="*/ 0 h 45"/>
                <a:gd name="T59" fmla="*/ 118 w 118"/>
                <a:gd name="T60" fmla="*/ 45 h 4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8" h="45">
                  <a:moveTo>
                    <a:pt x="107" y="45"/>
                  </a:moveTo>
                  <a:lnTo>
                    <a:pt x="112" y="45"/>
                  </a:lnTo>
                  <a:lnTo>
                    <a:pt x="115" y="41"/>
                  </a:lnTo>
                  <a:lnTo>
                    <a:pt x="117" y="40"/>
                  </a:lnTo>
                  <a:lnTo>
                    <a:pt x="118" y="37"/>
                  </a:lnTo>
                  <a:lnTo>
                    <a:pt x="118" y="32"/>
                  </a:lnTo>
                  <a:lnTo>
                    <a:pt x="115" y="29"/>
                  </a:lnTo>
                  <a:lnTo>
                    <a:pt x="113" y="27"/>
                  </a:lnTo>
                  <a:lnTo>
                    <a:pt x="110" y="26"/>
                  </a:lnTo>
                  <a:lnTo>
                    <a:pt x="11" y="0"/>
                  </a:lnTo>
                  <a:lnTo>
                    <a:pt x="6" y="0"/>
                  </a:lnTo>
                  <a:lnTo>
                    <a:pt x="3" y="3"/>
                  </a:lnTo>
                  <a:lnTo>
                    <a:pt x="1" y="5"/>
                  </a:lnTo>
                  <a:lnTo>
                    <a:pt x="0" y="8"/>
                  </a:lnTo>
                  <a:lnTo>
                    <a:pt x="0" y="13"/>
                  </a:lnTo>
                  <a:lnTo>
                    <a:pt x="3" y="16"/>
                  </a:lnTo>
                  <a:lnTo>
                    <a:pt x="4" y="18"/>
                  </a:lnTo>
                  <a:lnTo>
                    <a:pt x="7" y="19"/>
                  </a:lnTo>
                  <a:lnTo>
                    <a:pt x="107"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32" name="Freeform 28">
              <a:extLst>
                <a:ext uri="{FF2B5EF4-FFF2-40B4-BE49-F238E27FC236}">
                  <a16:creationId xmlns:a16="http://schemas.microsoft.com/office/drawing/2014/main" id="{65D30E43-BDA4-554D-75D3-70B778FF1C38}"/>
                </a:ext>
              </a:extLst>
            </p:cNvPr>
            <p:cNvSpPr>
              <a:spLocks/>
            </p:cNvSpPr>
            <p:nvPr/>
          </p:nvSpPr>
          <p:spPr bwMode="auto">
            <a:xfrm>
              <a:off x="3457" y="2369"/>
              <a:ext cx="109" cy="109"/>
            </a:xfrm>
            <a:custGeom>
              <a:avLst/>
              <a:gdLst>
                <a:gd name="T0" fmla="*/ 108 w 109"/>
                <a:gd name="T1" fmla="*/ 8 h 109"/>
                <a:gd name="T2" fmla="*/ 109 w 109"/>
                <a:gd name="T3" fmla="*/ 8 h 109"/>
                <a:gd name="T4" fmla="*/ 109 w 109"/>
                <a:gd name="T5" fmla="*/ 3 h 109"/>
                <a:gd name="T6" fmla="*/ 108 w 109"/>
                <a:gd name="T7" fmla="*/ 1 h 109"/>
                <a:gd name="T8" fmla="*/ 108 w 109"/>
                <a:gd name="T9" fmla="*/ 0 h 109"/>
                <a:gd name="T10" fmla="*/ 103 w 109"/>
                <a:gd name="T11" fmla="*/ 0 h 109"/>
                <a:gd name="T12" fmla="*/ 101 w 109"/>
                <a:gd name="T13" fmla="*/ 1 h 109"/>
                <a:gd name="T14" fmla="*/ 2 w 109"/>
                <a:gd name="T15" fmla="*/ 101 h 109"/>
                <a:gd name="T16" fmla="*/ 0 w 109"/>
                <a:gd name="T17" fmla="*/ 103 h 109"/>
                <a:gd name="T18" fmla="*/ 0 w 109"/>
                <a:gd name="T19" fmla="*/ 107 h 109"/>
                <a:gd name="T20" fmla="*/ 2 w 109"/>
                <a:gd name="T21" fmla="*/ 107 h 109"/>
                <a:gd name="T22" fmla="*/ 3 w 109"/>
                <a:gd name="T23" fmla="*/ 109 h 109"/>
                <a:gd name="T24" fmla="*/ 8 w 109"/>
                <a:gd name="T25" fmla="*/ 109 h 109"/>
                <a:gd name="T26" fmla="*/ 8 w 109"/>
                <a:gd name="T27" fmla="*/ 107 h 109"/>
                <a:gd name="T28" fmla="*/ 108 w 109"/>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9"/>
                <a:gd name="T47" fmla="*/ 109 w 109"/>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9">
                  <a:moveTo>
                    <a:pt x="108" y="8"/>
                  </a:moveTo>
                  <a:lnTo>
                    <a:pt x="109" y="8"/>
                  </a:lnTo>
                  <a:lnTo>
                    <a:pt x="109" y="3"/>
                  </a:lnTo>
                  <a:lnTo>
                    <a:pt x="108" y="1"/>
                  </a:lnTo>
                  <a:lnTo>
                    <a:pt x="108" y="0"/>
                  </a:lnTo>
                  <a:lnTo>
                    <a:pt x="103" y="0"/>
                  </a:lnTo>
                  <a:lnTo>
                    <a:pt x="101" y="1"/>
                  </a:lnTo>
                  <a:lnTo>
                    <a:pt x="2" y="101"/>
                  </a:lnTo>
                  <a:lnTo>
                    <a:pt x="0" y="103"/>
                  </a:lnTo>
                  <a:lnTo>
                    <a:pt x="0" y="107"/>
                  </a:lnTo>
                  <a:lnTo>
                    <a:pt x="2" y="107"/>
                  </a:lnTo>
                  <a:lnTo>
                    <a:pt x="3" y="109"/>
                  </a:lnTo>
                  <a:lnTo>
                    <a:pt x="8" y="109"/>
                  </a:lnTo>
                  <a:lnTo>
                    <a:pt x="8" y="107"/>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33" name="Rectangle 29">
              <a:extLst>
                <a:ext uri="{FF2B5EF4-FFF2-40B4-BE49-F238E27FC236}">
                  <a16:creationId xmlns:a16="http://schemas.microsoft.com/office/drawing/2014/main" id="{D709A5D5-5526-C907-A9C6-4DEECD055C1E}"/>
                </a:ext>
              </a:extLst>
            </p:cNvPr>
            <p:cNvSpPr>
              <a:spLocks noChangeArrowheads="1"/>
            </p:cNvSpPr>
            <p:nvPr/>
          </p:nvSpPr>
          <p:spPr bwMode="auto">
            <a:xfrm>
              <a:off x="3441" y="231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n</a:t>
              </a:r>
              <a:endParaRPr lang="en-US" altLang="es-ES" sz="3200" b="0" i="0" baseline="0"/>
            </a:p>
          </p:txBody>
        </p:sp>
        <p:sp>
          <p:nvSpPr>
            <p:cNvPr id="21534" name="Freeform 30">
              <a:extLst>
                <a:ext uri="{FF2B5EF4-FFF2-40B4-BE49-F238E27FC236}">
                  <a16:creationId xmlns:a16="http://schemas.microsoft.com/office/drawing/2014/main" id="{D055E9E1-F833-25FE-1520-1361E297CB1F}"/>
                </a:ext>
              </a:extLst>
            </p:cNvPr>
            <p:cNvSpPr>
              <a:spLocks/>
            </p:cNvSpPr>
            <p:nvPr/>
          </p:nvSpPr>
          <p:spPr bwMode="auto">
            <a:xfrm>
              <a:off x="3925" y="2049"/>
              <a:ext cx="19" cy="177"/>
            </a:xfrm>
            <a:custGeom>
              <a:avLst/>
              <a:gdLst>
                <a:gd name="T0" fmla="*/ 19 w 19"/>
                <a:gd name="T1" fmla="*/ 10 h 177"/>
                <a:gd name="T2" fmla="*/ 19 w 19"/>
                <a:gd name="T3" fmla="*/ 7 h 177"/>
                <a:gd name="T4" fmla="*/ 16 w 19"/>
                <a:gd name="T5" fmla="*/ 3 h 177"/>
                <a:gd name="T6" fmla="*/ 13 w 19"/>
                <a:gd name="T7" fmla="*/ 0 h 177"/>
                <a:gd name="T8" fmla="*/ 6 w 19"/>
                <a:gd name="T9" fmla="*/ 0 h 177"/>
                <a:gd name="T10" fmla="*/ 3 w 19"/>
                <a:gd name="T11" fmla="*/ 3 h 177"/>
                <a:gd name="T12" fmla="*/ 0 w 19"/>
                <a:gd name="T13" fmla="*/ 7 h 177"/>
                <a:gd name="T14" fmla="*/ 0 w 19"/>
                <a:gd name="T15" fmla="*/ 171 h 177"/>
                <a:gd name="T16" fmla="*/ 3 w 19"/>
                <a:gd name="T17" fmla="*/ 174 h 177"/>
                <a:gd name="T18" fmla="*/ 6 w 19"/>
                <a:gd name="T19" fmla="*/ 177 h 177"/>
                <a:gd name="T20" fmla="*/ 13 w 19"/>
                <a:gd name="T21" fmla="*/ 177 h 177"/>
                <a:gd name="T22" fmla="*/ 16 w 19"/>
                <a:gd name="T23" fmla="*/ 174 h 177"/>
                <a:gd name="T24" fmla="*/ 19 w 19"/>
                <a:gd name="T25" fmla="*/ 171 h 177"/>
                <a:gd name="T26" fmla="*/ 19 w 19"/>
                <a:gd name="T27" fmla="*/ 168 h 177"/>
                <a:gd name="T28" fmla="*/ 19 w 19"/>
                <a:gd name="T29" fmla="*/ 10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19" y="10"/>
                  </a:moveTo>
                  <a:lnTo>
                    <a:pt x="19" y="7"/>
                  </a:lnTo>
                  <a:lnTo>
                    <a:pt x="16" y="3"/>
                  </a:lnTo>
                  <a:lnTo>
                    <a:pt x="13" y="0"/>
                  </a:lnTo>
                  <a:lnTo>
                    <a:pt x="6" y="0"/>
                  </a:lnTo>
                  <a:lnTo>
                    <a:pt x="3" y="3"/>
                  </a:lnTo>
                  <a:lnTo>
                    <a:pt x="0" y="7"/>
                  </a:lnTo>
                  <a:lnTo>
                    <a:pt x="0" y="171"/>
                  </a:lnTo>
                  <a:lnTo>
                    <a:pt x="3" y="174"/>
                  </a:lnTo>
                  <a:lnTo>
                    <a:pt x="6" y="177"/>
                  </a:lnTo>
                  <a:lnTo>
                    <a:pt x="13" y="177"/>
                  </a:lnTo>
                  <a:lnTo>
                    <a:pt x="16" y="174"/>
                  </a:lnTo>
                  <a:lnTo>
                    <a:pt x="19" y="171"/>
                  </a:lnTo>
                  <a:lnTo>
                    <a:pt x="19" y="168"/>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35" name="Freeform 31">
              <a:extLst>
                <a:ext uri="{FF2B5EF4-FFF2-40B4-BE49-F238E27FC236}">
                  <a16:creationId xmlns:a16="http://schemas.microsoft.com/office/drawing/2014/main" id="{7053839D-0655-7EF2-07AA-A127BD6D14E8}"/>
                </a:ext>
              </a:extLst>
            </p:cNvPr>
            <p:cNvSpPr>
              <a:spLocks/>
            </p:cNvSpPr>
            <p:nvPr/>
          </p:nvSpPr>
          <p:spPr bwMode="auto">
            <a:xfrm>
              <a:off x="3919" y="2144"/>
              <a:ext cx="46" cy="89"/>
            </a:xfrm>
            <a:custGeom>
              <a:avLst/>
              <a:gdLst>
                <a:gd name="T0" fmla="*/ 0 w 46"/>
                <a:gd name="T1" fmla="*/ 76 h 89"/>
                <a:gd name="T2" fmla="*/ 0 w 46"/>
                <a:gd name="T3" fmla="*/ 81 h 89"/>
                <a:gd name="T4" fmla="*/ 1 w 46"/>
                <a:gd name="T5" fmla="*/ 82 h 89"/>
                <a:gd name="T6" fmla="*/ 1 w 46"/>
                <a:gd name="T7" fmla="*/ 86 h 89"/>
                <a:gd name="T8" fmla="*/ 3 w 46"/>
                <a:gd name="T9" fmla="*/ 87 h 89"/>
                <a:gd name="T10" fmla="*/ 6 w 46"/>
                <a:gd name="T11" fmla="*/ 89 h 89"/>
                <a:gd name="T12" fmla="*/ 11 w 46"/>
                <a:gd name="T13" fmla="*/ 89 h 89"/>
                <a:gd name="T14" fmla="*/ 12 w 46"/>
                <a:gd name="T15" fmla="*/ 87 h 89"/>
                <a:gd name="T16" fmla="*/ 16 w 46"/>
                <a:gd name="T17" fmla="*/ 87 h 89"/>
                <a:gd name="T18" fmla="*/ 17 w 46"/>
                <a:gd name="T19" fmla="*/ 86 h 89"/>
                <a:gd name="T20" fmla="*/ 19 w 46"/>
                <a:gd name="T21" fmla="*/ 82 h 89"/>
                <a:gd name="T22" fmla="*/ 46 w 46"/>
                <a:gd name="T23" fmla="*/ 13 h 89"/>
                <a:gd name="T24" fmla="*/ 46 w 46"/>
                <a:gd name="T25" fmla="*/ 8 h 89"/>
                <a:gd name="T26" fmla="*/ 44 w 46"/>
                <a:gd name="T27" fmla="*/ 6 h 89"/>
                <a:gd name="T28" fmla="*/ 44 w 46"/>
                <a:gd name="T29" fmla="*/ 3 h 89"/>
                <a:gd name="T30" fmla="*/ 42 w 46"/>
                <a:gd name="T31" fmla="*/ 2 h 89"/>
                <a:gd name="T32" fmla="*/ 39 w 46"/>
                <a:gd name="T33" fmla="*/ 0 h 89"/>
                <a:gd name="T34" fmla="*/ 35 w 46"/>
                <a:gd name="T35" fmla="*/ 0 h 89"/>
                <a:gd name="T36" fmla="*/ 33 w 46"/>
                <a:gd name="T37" fmla="*/ 2 h 89"/>
                <a:gd name="T38" fmla="*/ 30 w 46"/>
                <a:gd name="T39" fmla="*/ 2 h 89"/>
                <a:gd name="T40" fmla="*/ 28 w 46"/>
                <a:gd name="T41" fmla="*/ 3 h 89"/>
                <a:gd name="T42" fmla="*/ 27 w 46"/>
                <a:gd name="T43" fmla="*/ 6 h 89"/>
                <a:gd name="T44" fmla="*/ 0 w 46"/>
                <a:gd name="T45" fmla="*/ 76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6"/>
                <a:gd name="T70" fmla="*/ 0 h 89"/>
                <a:gd name="T71" fmla="*/ 46 w 46"/>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6" h="89">
                  <a:moveTo>
                    <a:pt x="0" y="76"/>
                  </a:moveTo>
                  <a:lnTo>
                    <a:pt x="0" y="81"/>
                  </a:lnTo>
                  <a:lnTo>
                    <a:pt x="1" y="82"/>
                  </a:lnTo>
                  <a:lnTo>
                    <a:pt x="1" y="86"/>
                  </a:lnTo>
                  <a:lnTo>
                    <a:pt x="3" y="87"/>
                  </a:lnTo>
                  <a:lnTo>
                    <a:pt x="6" y="89"/>
                  </a:lnTo>
                  <a:lnTo>
                    <a:pt x="11" y="89"/>
                  </a:lnTo>
                  <a:lnTo>
                    <a:pt x="12" y="87"/>
                  </a:lnTo>
                  <a:lnTo>
                    <a:pt x="16" y="87"/>
                  </a:lnTo>
                  <a:lnTo>
                    <a:pt x="17" y="86"/>
                  </a:lnTo>
                  <a:lnTo>
                    <a:pt x="19" y="82"/>
                  </a:lnTo>
                  <a:lnTo>
                    <a:pt x="46" y="13"/>
                  </a:lnTo>
                  <a:lnTo>
                    <a:pt x="46" y="8"/>
                  </a:lnTo>
                  <a:lnTo>
                    <a:pt x="44" y="6"/>
                  </a:lnTo>
                  <a:lnTo>
                    <a:pt x="44" y="3"/>
                  </a:lnTo>
                  <a:lnTo>
                    <a:pt x="42" y="2"/>
                  </a:lnTo>
                  <a:lnTo>
                    <a:pt x="39" y="0"/>
                  </a:lnTo>
                  <a:lnTo>
                    <a:pt x="35" y="0"/>
                  </a:lnTo>
                  <a:lnTo>
                    <a:pt x="33" y="2"/>
                  </a:lnTo>
                  <a:lnTo>
                    <a:pt x="30" y="2"/>
                  </a:lnTo>
                  <a:lnTo>
                    <a:pt x="28" y="3"/>
                  </a:lnTo>
                  <a:lnTo>
                    <a:pt x="27" y="6"/>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36" name="Freeform 32">
              <a:extLst>
                <a:ext uri="{FF2B5EF4-FFF2-40B4-BE49-F238E27FC236}">
                  <a16:creationId xmlns:a16="http://schemas.microsoft.com/office/drawing/2014/main" id="{7FA1CD0D-4417-F2EE-84C5-02FBCAACE699}"/>
                </a:ext>
              </a:extLst>
            </p:cNvPr>
            <p:cNvSpPr>
              <a:spLocks/>
            </p:cNvSpPr>
            <p:nvPr/>
          </p:nvSpPr>
          <p:spPr bwMode="auto">
            <a:xfrm>
              <a:off x="3897" y="2144"/>
              <a:ext cx="41" cy="82"/>
            </a:xfrm>
            <a:custGeom>
              <a:avLst/>
              <a:gdLst>
                <a:gd name="T0" fmla="*/ 22 w 41"/>
                <a:gd name="T1" fmla="*/ 76 h 82"/>
                <a:gd name="T2" fmla="*/ 23 w 41"/>
                <a:gd name="T3" fmla="*/ 78 h 82"/>
                <a:gd name="T4" fmla="*/ 25 w 41"/>
                <a:gd name="T5" fmla="*/ 81 h 82"/>
                <a:gd name="T6" fmla="*/ 27 w 41"/>
                <a:gd name="T7" fmla="*/ 81 h 82"/>
                <a:gd name="T8" fmla="*/ 30 w 41"/>
                <a:gd name="T9" fmla="*/ 82 h 82"/>
                <a:gd name="T10" fmla="*/ 34 w 41"/>
                <a:gd name="T11" fmla="*/ 82 h 82"/>
                <a:gd name="T12" fmla="*/ 36 w 41"/>
                <a:gd name="T13" fmla="*/ 81 h 82"/>
                <a:gd name="T14" fmla="*/ 39 w 41"/>
                <a:gd name="T15" fmla="*/ 79 h 82"/>
                <a:gd name="T16" fmla="*/ 39 w 41"/>
                <a:gd name="T17" fmla="*/ 78 h 82"/>
                <a:gd name="T18" fmla="*/ 41 w 41"/>
                <a:gd name="T19" fmla="*/ 74 h 82"/>
                <a:gd name="T20" fmla="*/ 41 w 41"/>
                <a:gd name="T21" fmla="*/ 70 h 82"/>
                <a:gd name="T22" fmla="*/ 19 w 41"/>
                <a:gd name="T23" fmla="*/ 6 h 82"/>
                <a:gd name="T24" fmla="*/ 17 w 41"/>
                <a:gd name="T25" fmla="*/ 5 h 82"/>
                <a:gd name="T26" fmla="*/ 15 w 41"/>
                <a:gd name="T27" fmla="*/ 2 h 82"/>
                <a:gd name="T28" fmla="*/ 14 w 41"/>
                <a:gd name="T29" fmla="*/ 2 h 82"/>
                <a:gd name="T30" fmla="*/ 11 w 41"/>
                <a:gd name="T31" fmla="*/ 0 h 82"/>
                <a:gd name="T32" fmla="*/ 6 w 41"/>
                <a:gd name="T33" fmla="*/ 0 h 82"/>
                <a:gd name="T34" fmla="*/ 4 w 41"/>
                <a:gd name="T35" fmla="*/ 2 h 82"/>
                <a:gd name="T36" fmla="*/ 1 w 41"/>
                <a:gd name="T37" fmla="*/ 3 h 82"/>
                <a:gd name="T38" fmla="*/ 1 w 41"/>
                <a:gd name="T39" fmla="*/ 5 h 82"/>
                <a:gd name="T40" fmla="*/ 0 w 41"/>
                <a:gd name="T41" fmla="*/ 8 h 82"/>
                <a:gd name="T42" fmla="*/ 0 w 41"/>
                <a:gd name="T43" fmla="*/ 13 h 82"/>
                <a:gd name="T44" fmla="*/ 22 w 41"/>
                <a:gd name="T45" fmla="*/ 76 h 8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1"/>
                <a:gd name="T70" fmla="*/ 0 h 82"/>
                <a:gd name="T71" fmla="*/ 41 w 41"/>
                <a:gd name="T72" fmla="*/ 82 h 8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1" h="82">
                  <a:moveTo>
                    <a:pt x="22" y="76"/>
                  </a:moveTo>
                  <a:lnTo>
                    <a:pt x="23" y="78"/>
                  </a:lnTo>
                  <a:lnTo>
                    <a:pt x="25" y="81"/>
                  </a:lnTo>
                  <a:lnTo>
                    <a:pt x="27" y="81"/>
                  </a:lnTo>
                  <a:lnTo>
                    <a:pt x="30" y="82"/>
                  </a:lnTo>
                  <a:lnTo>
                    <a:pt x="34" y="82"/>
                  </a:lnTo>
                  <a:lnTo>
                    <a:pt x="36" y="81"/>
                  </a:lnTo>
                  <a:lnTo>
                    <a:pt x="39" y="79"/>
                  </a:lnTo>
                  <a:lnTo>
                    <a:pt x="39" y="78"/>
                  </a:lnTo>
                  <a:lnTo>
                    <a:pt x="41" y="74"/>
                  </a:lnTo>
                  <a:lnTo>
                    <a:pt x="41" y="70"/>
                  </a:lnTo>
                  <a:lnTo>
                    <a:pt x="19" y="6"/>
                  </a:lnTo>
                  <a:lnTo>
                    <a:pt x="17" y="5"/>
                  </a:lnTo>
                  <a:lnTo>
                    <a:pt x="15" y="2"/>
                  </a:lnTo>
                  <a:lnTo>
                    <a:pt x="14" y="2"/>
                  </a:lnTo>
                  <a:lnTo>
                    <a:pt x="11" y="0"/>
                  </a:lnTo>
                  <a:lnTo>
                    <a:pt x="6" y="0"/>
                  </a:lnTo>
                  <a:lnTo>
                    <a:pt x="4" y="2"/>
                  </a:lnTo>
                  <a:lnTo>
                    <a:pt x="1" y="3"/>
                  </a:lnTo>
                  <a:lnTo>
                    <a:pt x="1" y="5"/>
                  </a:lnTo>
                  <a:lnTo>
                    <a:pt x="0" y="8"/>
                  </a:lnTo>
                  <a:lnTo>
                    <a:pt x="0" y="13"/>
                  </a:lnTo>
                  <a:lnTo>
                    <a:pt x="22"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37" name="Rectangle 33">
              <a:extLst>
                <a:ext uri="{FF2B5EF4-FFF2-40B4-BE49-F238E27FC236}">
                  <a16:creationId xmlns:a16="http://schemas.microsoft.com/office/drawing/2014/main" id="{D31A02D5-8934-62DA-564F-4539D2C9FD30}"/>
                </a:ext>
              </a:extLst>
            </p:cNvPr>
            <p:cNvSpPr>
              <a:spLocks noChangeArrowheads="1"/>
            </p:cNvSpPr>
            <p:nvPr/>
          </p:nvSpPr>
          <p:spPr bwMode="auto">
            <a:xfrm>
              <a:off x="3898" y="2494"/>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R1</a:t>
              </a:r>
              <a:endParaRPr lang="en-US" altLang="es-ES" sz="3200" b="0" i="0" baseline="0"/>
            </a:p>
          </p:txBody>
        </p:sp>
        <p:sp>
          <p:nvSpPr>
            <p:cNvPr id="21538" name="Rectangle 34">
              <a:extLst>
                <a:ext uri="{FF2B5EF4-FFF2-40B4-BE49-F238E27FC236}">
                  <a16:creationId xmlns:a16="http://schemas.microsoft.com/office/drawing/2014/main" id="{3CEA2328-30D2-A422-31EF-53742DF4A142}"/>
                </a:ext>
              </a:extLst>
            </p:cNvPr>
            <p:cNvSpPr>
              <a:spLocks noChangeArrowheads="1"/>
            </p:cNvSpPr>
            <p:nvPr/>
          </p:nvSpPr>
          <p:spPr bwMode="auto">
            <a:xfrm>
              <a:off x="3844" y="2245"/>
              <a:ext cx="28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3200" b="0" i="0" baseline="0"/>
            </a:p>
          </p:txBody>
        </p:sp>
        <p:sp>
          <p:nvSpPr>
            <p:cNvPr id="21539" name="Freeform 35">
              <a:extLst>
                <a:ext uri="{FF2B5EF4-FFF2-40B4-BE49-F238E27FC236}">
                  <a16:creationId xmlns:a16="http://schemas.microsoft.com/office/drawing/2014/main" id="{48069B5C-05C2-1574-76BD-072DAA8CF5DA}"/>
                </a:ext>
              </a:extLst>
            </p:cNvPr>
            <p:cNvSpPr>
              <a:spLocks/>
            </p:cNvSpPr>
            <p:nvPr/>
          </p:nvSpPr>
          <p:spPr bwMode="auto">
            <a:xfrm>
              <a:off x="3759" y="2225"/>
              <a:ext cx="392" cy="612"/>
            </a:xfrm>
            <a:custGeom>
              <a:avLst/>
              <a:gdLst>
                <a:gd name="T0" fmla="*/ 10 w 392"/>
                <a:gd name="T1" fmla="*/ 0 h 612"/>
                <a:gd name="T2" fmla="*/ 6 w 392"/>
                <a:gd name="T3" fmla="*/ 0 h 612"/>
                <a:gd name="T4" fmla="*/ 3 w 392"/>
                <a:gd name="T5" fmla="*/ 3 h 612"/>
                <a:gd name="T6" fmla="*/ 0 w 392"/>
                <a:gd name="T7" fmla="*/ 6 h 612"/>
                <a:gd name="T8" fmla="*/ 0 w 392"/>
                <a:gd name="T9" fmla="*/ 606 h 612"/>
                <a:gd name="T10" fmla="*/ 3 w 392"/>
                <a:gd name="T11" fmla="*/ 609 h 612"/>
                <a:gd name="T12" fmla="*/ 6 w 392"/>
                <a:gd name="T13" fmla="*/ 612 h 612"/>
                <a:gd name="T14" fmla="*/ 386 w 392"/>
                <a:gd name="T15" fmla="*/ 612 h 612"/>
                <a:gd name="T16" fmla="*/ 389 w 392"/>
                <a:gd name="T17" fmla="*/ 609 h 612"/>
                <a:gd name="T18" fmla="*/ 392 w 392"/>
                <a:gd name="T19" fmla="*/ 606 h 612"/>
                <a:gd name="T20" fmla="*/ 392 w 392"/>
                <a:gd name="T21" fmla="*/ 6 h 612"/>
                <a:gd name="T22" fmla="*/ 389 w 392"/>
                <a:gd name="T23" fmla="*/ 3 h 612"/>
                <a:gd name="T24" fmla="*/ 386 w 392"/>
                <a:gd name="T25" fmla="*/ 0 h 612"/>
                <a:gd name="T26" fmla="*/ 383 w 392"/>
                <a:gd name="T27" fmla="*/ 0 h 612"/>
                <a:gd name="T28" fmla="*/ 10 w 392"/>
                <a:gd name="T29" fmla="*/ 0 h 612"/>
                <a:gd name="T30" fmla="*/ 10 w 392"/>
                <a:gd name="T31" fmla="*/ 19 h 612"/>
                <a:gd name="T32" fmla="*/ 383 w 392"/>
                <a:gd name="T33" fmla="*/ 19 h 612"/>
                <a:gd name="T34" fmla="*/ 373 w 392"/>
                <a:gd name="T35" fmla="*/ 9 h 612"/>
                <a:gd name="T36" fmla="*/ 373 w 392"/>
                <a:gd name="T37" fmla="*/ 603 h 612"/>
                <a:gd name="T38" fmla="*/ 383 w 392"/>
                <a:gd name="T39" fmla="*/ 593 h 612"/>
                <a:gd name="T40" fmla="*/ 10 w 392"/>
                <a:gd name="T41" fmla="*/ 593 h 612"/>
                <a:gd name="T42" fmla="*/ 19 w 392"/>
                <a:gd name="T43" fmla="*/ 603 h 612"/>
                <a:gd name="T44" fmla="*/ 19 w 392"/>
                <a:gd name="T45" fmla="*/ 9 h 612"/>
                <a:gd name="T46" fmla="*/ 10 w 392"/>
                <a:gd name="T47" fmla="*/ 19 h 612"/>
                <a:gd name="T48" fmla="*/ 10 w 392"/>
                <a:gd name="T49" fmla="*/ 0 h 6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2"/>
                <a:gd name="T76" fmla="*/ 0 h 612"/>
                <a:gd name="T77" fmla="*/ 392 w 392"/>
                <a:gd name="T78" fmla="*/ 612 h 61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2" h="612">
                  <a:moveTo>
                    <a:pt x="10" y="0"/>
                  </a:moveTo>
                  <a:lnTo>
                    <a:pt x="6" y="0"/>
                  </a:lnTo>
                  <a:lnTo>
                    <a:pt x="3" y="3"/>
                  </a:lnTo>
                  <a:lnTo>
                    <a:pt x="0" y="6"/>
                  </a:lnTo>
                  <a:lnTo>
                    <a:pt x="0" y="606"/>
                  </a:lnTo>
                  <a:lnTo>
                    <a:pt x="3" y="609"/>
                  </a:lnTo>
                  <a:lnTo>
                    <a:pt x="6" y="612"/>
                  </a:lnTo>
                  <a:lnTo>
                    <a:pt x="386" y="612"/>
                  </a:lnTo>
                  <a:lnTo>
                    <a:pt x="389" y="609"/>
                  </a:lnTo>
                  <a:lnTo>
                    <a:pt x="392" y="606"/>
                  </a:lnTo>
                  <a:lnTo>
                    <a:pt x="392" y="6"/>
                  </a:lnTo>
                  <a:lnTo>
                    <a:pt x="389" y="3"/>
                  </a:lnTo>
                  <a:lnTo>
                    <a:pt x="386" y="0"/>
                  </a:lnTo>
                  <a:lnTo>
                    <a:pt x="383" y="0"/>
                  </a:lnTo>
                  <a:lnTo>
                    <a:pt x="10" y="0"/>
                  </a:lnTo>
                  <a:lnTo>
                    <a:pt x="10" y="19"/>
                  </a:lnTo>
                  <a:lnTo>
                    <a:pt x="383" y="19"/>
                  </a:lnTo>
                  <a:lnTo>
                    <a:pt x="373" y="9"/>
                  </a:lnTo>
                  <a:lnTo>
                    <a:pt x="373" y="603"/>
                  </a:lnTo>
                  <a:lnTo>
                    <a:pt x="383" y="593"/>
                  </a:lnTo>
                  <a:lnTo>
                    <a:pt x="10" y="593"/>
                  </a:lnTo>
                  <a:lnTo>
                    <a:pt x="19" y="603"/>
                  </a:lnTo>
                  <a:lnTo>
                    <a:pt x="19" y="9"/>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40" name="Freeform 36">
              <a:extLst>
                <a:ext uri="{FF2B5EF4-FFF2-40B4-BE49-F238E27FC236}">
                  <a16:creationId xmlns:a16="http://schemas.microsoft.com/office/drawing/2014/main" id="{16A2AAD6-DDFE-F000-FAF4-BE8D6504A557}"/>
                </a:ext>
              </a:extLst>
            </p:cNvPr>
            <p:cNvSpPr>
              <a:spLocks/>
            </p:cNvSpPr>
            <p:nvPr/>
          </p:nvSpPr>
          <p:spPr bwMode="auto">
            <a:xfrm>
              <a:off x="3323" y="3571"/>
              <a:ext cx="442" cy="19"/>
            </a:xfrm>
            <a:custGeom>
              <a:avLst/>
              <a:gdLst>
                <a:gd name="T0" fmla="*/ 9 w 442"/>
                <a:gd name="T1" fmla="*/ 0 h 19"/>
                <a:gd name="T2" fmla="*/ 6 w 442"/>
                <a:gd name="T3" fmla="*/ 0 h 19"/>
                <a:gd name="T4" fmla="*/ 3 w 442"/>
                <a:gd name="T5" fmla="*/ 3 h 19"/>
                <a:gd name="T6" fmla="*/ 0 w 442"/>
                <a:gd name="T7" fmla="*/ 6 h 19"/>
                <a:gd name="T8" fmla="*/ 0 w 442"/>
                <a:gd name="T9" fmla="*/ 13 h 19"/>
                <a:gd name="T10" fmla="*/ 3 w 442"/>
                <a:gd name="T11" fmla="*/ 16 h 19"/>
                <a:gd name="T12" fmla="*/ 6 w 442"/>
                <a:gd name="T13" fmla="*/ 19 h 19"/>
                <a:gd name="T14" fmla="*/ 436 w 442"/>
                <a:gd name="T15" fmla="*/ 19 h 19"/>
                <a:gd name="T16" fmla="*/ 439 w 442"/>
                <a:gd name="T17" fmla="*/ 16 h 19"/>
                <a:gd name="T18" fmla="*/ 442 w 442"/>
                <a:gd name="T19" fmla="*/ 13 h 19"/>
                <a:gd name="T20" fmla="*/ 442 w 442"/>
                <a:gd name="T21" fmla="*/ 6 h 19"/>
                <a:gd name="T22" fmla="*/ 439 w 442"/>
                <a:gd name="T23" fmla="*/ 3 h 19"/>
                <a:gd name="T24" fmla="*/ 436 w 442"/>
                <a:gd name="T25" fmla="*/ 0 h 19"/>
                <a:gd name="T26" fmla="*/ 433 w 442"/>
                <a:gd name="T27" fmla="*/ 0 h 19"/>
                <a:gd name="T28" fmla="*/ 9 w 442"/>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2"/>
                <a:gd name="T46" fmla="*/ 0 h 19"/>
                <a:gd name="T47" fmla="*/ 442 w 442"/>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2" h="19">
                  <a:moveTo>
                    <a:pt x="9" y="0"/>
                  </a:moveTo>
                  <a:lnTo>
                    <a:pt x="6" y="0"/>
                  </a:lnTo>
                  <a:lnTo>
                    <a:pt x="3" y="3"/>
                  </a:lnTo>
                  <a:lnTo>
                    <a:pt x="0" y="6"/>
                  </a:lnTo>
                  <a:lnTo>
                    <a:pt x="0" y="13"/>
                  </a:lnTo>
                  <a:lnTo>
                    <a:pt x="3" y="16"/>
                  </a:lnTo>
                  <a:lnTo>
                    <a:pt x="6" y="19"/>
                  </a:lnTo>
                  <a:lnTo>
                    <a:pt x="436" y="19"/>
                  </a:lnTo>
                  <a:lnTo>
                    <a:pt x="439" y="16"/>
                  </a:lnTo>
                  <a:lnTo>
                    <a:pt x="442" y="13"/>
                  </a:lnTo>
                  <a:lnTo>
                    <a:pt x="442" y="6"/>
                  </a:lnTo>
                  <a:lnTo>
                    <a:pt x="439" y="3"/>
                  </a:lnTo>
                  <a:lnTo>
                    <a:pt x="436" y="0"/>
                  </a:lnTo>
                  <a:lnTo>
                    <a:pt x="433"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41" name="Freeform 37">
              <a:extLst>
                <a:ext uri="{FF2B5EF4-FFF2-40B4-BE49-F238E27FC236}">
                  <a16:creationId xmlns:a16="http://schemas.microsoft.com/office/drawing/2014/main" id="{36BD33F9-169B-6901-D643-F35FA5D6E27C}"/>
                </a:ext>
              </a:extLst>
            </p:cNvPr>
            <p:cNvSpPr>
              <a:spLocks/>
            </p:cNvSpPr>
            <p:nvPr/>
          </p:nvSpPr>
          <p:spPr bwMode="auto">
            <a:xfrm>
              <a:off x="3647" y="3571"/>
              <a:ext cx="118" cy="43"/>
            </a:xfrm>
            <a:custGeom>
              <a:avLst/>
              <a:gdLst>
                <a:gd name="T0" fmla="*/ 110 w 118"/>
                <a:gd name="T1" fmla="*/ 19 h 43"/>
                <a:gd name="T2" fmla="*/ 114 w 118"/>
                <a:gd name="T3" fmla="*/ 18 h 43"/>
                <a:gd name="T4" fmla="*/ 117 w 118"/>
                <a:gd name="T5" fmla="*/ 14 h 43"/>
                <a:gd name="T6" fmla="*/ 118 w 118"/>
                <a:gd name="T7" fmla="*/ 13 h 43"/>
                <a:gd name="T8" fmla="*/ 118 w 118"/>
                <a:gd name="T9" fmla="*/ 8 h 43"/>
                <a:gd name="T10" fmla="*/ 117 w 118"/>
                <a:gd name="T11" fmla="*/ 5 h 43"/>
                <a:gd name="T12" fmla="*/ 114 w 118"/>
                <a:gd name="T13" fmla="*/ 2 h 43"/>
                <a:gd name="T14" fmla="*/ 112 w 118"/>
                <a:gd name="T15" fmla="*/ 0 h 43"/>
                <a:gd name="T16" fmla="*/ 107 w 118"/>
                <a:gd name="T17" fmla="*/ 0 h 43"/>
                <a:gd name="T18" fmla="*/ 8 w 118"/>
                <a:gd name="T19" fmla="*/ 24 h 43"/>
                <a:gd name="T20" fmla="*/ 5 w 118"/>
                <a:gd name="T21" fmla="*/ 25 h 43"/>
                <a:gd name="T22" fmla="*/ 1 w 118"/>
                <a:gd name="T23" fmla="*/ 29 h 43"/>
                <a:gd name="T24" fmla="*/ 0 w 118"/>
                <a:gd name="T25" fmla="*/ 30 h 43"/>
                <a:gd name="T26" fmla="*/ 0 w 118"/>
                <a:gd name="T27" fmla="*/ 35 h 43"/>
                <a:gd name="T28" fmla="*/ 1 w 118"/>
                <a:gd name="T29" fmla="*/ 38 h 43"/>
                <a:gd name="T30" fmla="*/ 5 w 118"/>
                <a:gd name="T31" fmla="*/ 41 h 43"/>
                <a:gd name="T32" fmla="*/ 6 w 118"/>
                <a:gd name="T33" fmla="*/ 43 h 43"/>
                <a:gd name="T34" fmla="*/ 11 w 118"/>
                <a:gd name="T35" fmla="*/ 43 h 43"/>
                <a:gd name="T36" fmla="*/ 110 w 118"/>
                <a:gd name="T37" fmla="*/ 19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8"/>
                <a:gd name="T58" fmla="*/ 0 h 43"/>
                <a:gd name="T59" fmla="*/ 118 w 118"/>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8" h="43">
                  <a:moveTo>
                    <a:pt x="110" y="19"/>
                  </a:moveTo>
                  <a:lnTo>
                    <a:pt x="114" y="18"/>
                  </a:lnTo>
                  <a:lnTo>
                    <a:pt x="117" y="14"/>
                  </a:lnTo>
                  <a:lnTo>
                    <a:pt x="118" y="13"/>
                  </a:lnTo>
                  <a:lnTo>
                    <a:pt x="118" y="8"/>
                  </a:lnTo>
                  <a:lnTo>
                    <a:pt x="117" y="5"/>
                  </a:lnTo>
                  <a:lnTo>
                    <a:pt x="114" y="2"/>
                  </a:lnTo>
                  <a:lnTo>
                    <a:pt x="112" y="0"/>
                  </a:lnTo>
                  <a:lnTo>
                    <a:pt x="107" y="0"/>
                  </a:lnTo>
                  <a:lnTo>
                    <a:pt x="8" y="24"/>
                  </a:lnTo>
                  <a:lnTo>
                    <a:pt x="5" y="25"/>
                  </a:lnTo>
                  <a:lnTo>
                    <a:pt x="1" y="29"/>
                  </a:lnTo>
                  <a:lnTo>
                    <a:pt x="0" y="30"/>
                  </a:lnTo>
                  <a:lnTo>
                    <a:pt x="0" y="35"/>
                  </a:lnTo>
                  <a:lnTo>
                    <a:pt x="1" y="38"/>
                  </a:lnTo>
                  <a:lnTo>
                    <a:pt x="5" y="41"/>
                  </a:lnTo>
                  <a:lnTo>
                    <a:pt x="6" y="43"/>
                  </a:lnTo>
                  <a:lnTo>
                    <a:pt x="11" y="43"/>
                  </a:lnTo>
                  <a:lnTo>
                    <a:pt x="11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42" name="Freeform 38">
              <a:extLst>
                <a:ext uri="{FF2B5EF4-FFF2-40B4-BE49-F238E27FC236}">
                  <a16:creationId xmlns:a16="http://schemas.microsoft.com/office/drawing/2014/main" id="{9CB793A9-DDB5-4F40-8499-C2AB53E896F7}"/>
                </a:ext>
              </a:extLst>
            </p:cNvPr>
            <p:cNvSpPr>
              <a:spLocks/>
            </p:cNvSpPr>
            <p:nvPr/>
          </p:nvSpPr>
          <p:spPr bwMode="auto">
            <a:xfrm>
              <a:off x="3647" y="3546"/>
              <a:ext cx="118" cy="44"/>
            </a:xfrm>
            <a:custGeom>
              <a:avLst/>
              <a:gdLst>
                <a:gd name="T0" fmla="*/ 107 w 118"/>
                <a:gd name="T1" fmla="*/ 44 h 44"/>
                <a:gd name="T2" fmla="*/ 112 w 118"/>
                <a:gd name="T3" fmla="*/ 44 h 44"/>
                <a:gd name="T4" fmla="*/ 115 w 118"/>
                <a:gd name="T5" fmla="*/ 41 h 44"/>
                <a:gd name="T6" fmla="*/ 117 w 118"/>
                <a:gd name="T7" fmla="*/ 39 h 44"/>
                <a:gd name="T8" fmla="*/ 118 w 118"/>
                <a:gd name="T9" fmla="*/ 36 h 44"/>
                <a:gd name="T10" fmla="*/ 118 w 118"/>
                <a:gd name="T11" fmla="*/ 31 h 44"/>
                <a:gd name="T12" fmla="*/ 115 w 118"/>
                <a:gd name="T13" fmla="*/ 28 h 44"/>
                <a:gd name="T14" fmla="*/ 114 w 118"/>
                <a:gd name="T15" fmla="*/ 27 h 44"/>
                <a:gd name="T16" fmla="*/ 110 w 118"/>
                <a:gd name="T17" fmla="*/ 25 h 44"/>
                <a:gd name="T18" fmla="*/ 11 w 118"/>
                <a:gd name="T19" fmla="*/ 0 h 44"/>
                <a:gd name="T20" fmla="*/ 6 w 118"/>
                <a:gd name="T21" fmla="*/ 0 h 44"/>
                <a:gd name="T22" fmla="*/ 3 w 118"/>
                <a:gd name="T23" fmla="*/ 3 h 44"/>
                <a:gd name="T24" fmla="*/ 1 w 118"/>
                <a:gd name="T25" fmla="*/ 5 h 44"/>
                <a:gd name="T26" fmla="*/ 0 w 118"/>
                <a:gd name="T27" fmla="*/ 8 h 44"/>
                <a:gd name="T28" fmla="*/ 0 w 118"/>
                <a:gd name="T29" fmla="*/ 12 h 44"/>
                <a:gd name="T30" fmla="*/ 3 w 118"/>
                <a:gd name="T31" fmla="*/ 16 h 44"/>
                <a:gd name="T32" fmla="*/ 5 w 118"/>
                <a:gd name="T33" fmla="*/ 17 h 44"/>
                <a:gd name="T34" fmla="*/ 8 w 118"/>
                <a:gd name="T35" fmla="*/ 19 h 44"/>
                <a:gd name="T36" fmla="*/ 107 w 118"/>
                <a:gd name="T37" fmla="*/ 44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8"/>
                <a:gd name="T58" fmla="*/ 0 h 44"/>
                <a:gd name="T59" fmla="*/ 118 w 118"/>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8" h="44">
                  <a:moveTo>
                    <a:pt x="107" y="44"/>
                  </a:moveTo>
                  <a:lnTo>
                    <a:pt x="112" y="44"/>
                  </a:lnTo>
                  <a:lnTo>
                    <a:pt x="115" y="41"/>
                  </a:lnTo>
                  <a:lnTo>
                    <a:pt x="117" y="39"/>
                  </a:lnTo>
                  <a:lnTo>
                    <a:pt x="118" y="36"/>
                  </a:lnTo>
                  <a:lnTo>
                    <a:pt x="118" y="31"/>
                  </a:lnTo>
                  <a:lnTo>
                    <a:pt x="115" y="28"/>
                  </a:lnTo>
                  <a:lnTo>
                    <a:pt x="114" y="27"/>
                  </a:lnTo>
                  <a:lnTo>
                    <a:pt x="110" y="25"/>
                  </a:lnTo>
                  <a:lnTo>
                    <a:pt x="11" y="0"/>
                  </a:lnTo>
                  <a:lnTo>
                    <a:pt x="6" y="0"/>
                  </a:lnTo>
                  <a:lnTo>
                    <a:pt x="3" y="3"/>
                  </a:lnTo>
                  <a:lnTo>
                    <a:pt x="1" y="5"/>
                  </a:lnTo>
                  <a:lnTo>
                    <a:pt x="0" y="8"/>
                  </a:lnTo>
                  <a:lnTo>
                    <a:pt x="0" y="12"/>
                  </a:lnTo>
                  <a:lnTo>
                    <a:pt x="3" y="16"/>
                  </a:lnTo>
                  <a:lnTo>
                    <a:pt x="5" y="17"/>
                  </a:lnTo>
                  <a:lnTo>
                    <a:pt x="8" y="19"/>
                  </a:lnTo>
                  <a:lnTo>
                    <a:pt x="107"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43" name="Freeform 39">
              <a:extLst>
                <a:ext uri="{FF2B5EF4-FFF2-40B4-BE49-F238E27FC236}">
                  <a16:creationId xmlns:a16="http://schemas.microsoft.com/office/drawing/2014/main" id="{84C2BD3C-2F2F-A803-981C-DEA38FD8F939}"/>
                </a:ext>
              </a:extLst>
            </p:cNvPr>
            <p:cNvSpPr>
              <a:spLocks/>
            </p:cNvSpPr>
            <p:nvPr/>
          </p:nvSpPr>
          <p:spPr bwMode="auto">
            <a:xfrm>
              <a:off x="3452" y="3525"/>
              <a:ext cx="109" cy="109"/>
            </a:xfrm>
            <a:custGeom>
              <a:avLst/>
              <a:gdLst>
                <a:gd name="T0" fmla="*/ 108 w 109"/>
                <a:gd name="T1" fmla="*/ 8 h 109"/>
                <a:gd name="T2" fmla="*/ 109 w 109"/>
                <a:gd name="T3" fmla="*/ 8 h 109"/>
                <a:gd name="T4" fmla="*/ 109 w 109"/>
                <a:gd name="T5" fmla="*/ 3 h 109"/>
                <a:gd name="T6" fmla="*/ 108 w 109"/>
                <a:gd name="T7" fmla="*/ 2 h 109"/>
                <a:gd name="T8" fmla="*/ 108 w 109"/>
                <a:gd name="T9" fmla="*/ 0 h 109"/>
                <a:gd name="T10" fmla="*/ 103 w 109"/>
                <a:gd name="T11" fmla="*/ 0 h 109"/>
                <a:gd name="T12" fmla="*/ 101 w 109"/>
                <a:gd name="T13" fmla="*/ 2 h 109"/>
                <a:gd name="T14" fmla="*/ 2 w 109"/>
                <a:gd name="T15" fmla="*/ 101 h 109"/>
                <a:gd name="T16" fmla="*/ 0 w 109"/>
                <a:gd name="T17" fmla="*/ 103 h 109"/>
                <a:gd name="T18" fmla="*/ 0 w 109"/>
                <a:gd name="T19" fmla="*/ 108 h 109"/>
                <a:gd name="T20" fmla="*/ 2 w 109"/>
                <a:gd name="T21" fmla="*/ 108 h 109"/>
                <a:gd name="T22" fmla="*/ 3 w 109"/>
                <a:gd name="T23" fmla="*/ 109 h 109"/>
                <a:gd name="T24" fmla="*/ 8 w 109"/>
                <a:gd name="T25" fmla="*/ 109 h 109"/>
                <a:gd name="T26" fmla="*/ 8 w 109"/>
                <a:gd name="T27" fmla="*/ 108 h 109"/>
                <a:gd name="T28" fmla="*/ 108 w 109"/>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9"/>
                <a:gd name="T47" fmla="*/ 109 w 109"/>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9">
                  <a:moveTo>
                    <a:pt x="108" y="8"/>
                  </a:moveTo>
                  <a:lnTo>
                    <a:pt x="109" y="8"/>
                  </a:lnTo>
                  <a:lnTo>
                    <a:pt x="109" y="3"/>
                  </a:lnTo>
                  <a:lnTo>
                    <a:pt x="108" y="2"/>
                  </a:lnTo>
                  <a:lnTo>
                    <a:pt x="108" y="0"/>
                  </a:lnTo>
                  <a:lnTo>
                    <a:pt x="103" y="0"/>
                  </a:lnTo>
                  <a:lnTo>
                    <a:pt x="101" y="2"/>
                  </a:lnTo>
                  <a:lnTo>
                    <a:pt x="2" y="101"/>
                  </a:lnTo>
                  <a:lnTo>
                    <a:pt x="0" y="103"/>
                  </a:lnTo>
                  <a:lnTo>
                    <a:pt x="0" y="108"/>
                  </a:lnTo>
                  <a:lnTo>
                    <a:pt x="2" y="108"/>
                  </a:lnTo>
                  <a:lnTo>
                    <a:pt x="3" y="109"/>
                  </a:lnTo>
                  <a:lnTo>
                    <a:pt x="8" y="109"/>
                  </a:lnTo>
                  <a:lnTo>
                    <a:pt x="8" y="108"/>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44" name="Rectangle 40">
              <a:extLst>
                <a:ext uri="{FF2B5EF4-FFF2-40B4-BE49-F238E27FC236}">
                  <a16:creationId xmlns:a16="http://schemas.microsoft.com/office/drawing/2014/main" id="{81E46D77-E6EE-2F83-0A83-AB212F98389D}"/>
                </a:ext>
              </a:extLst>
            </p:cNvPr>
            <p:cNvSpPr>
              <a:spLocks noChangeArrowheads="1"/>
            </p:cNvSpPr>
            <p:nvPr/>
          </p:nvSpPr>
          <p:spPr bwMode="auto">
            <a:xfrm>
              <a:off x="3436" y="346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n</a:t>
              </a:r>
              <a:endParaRPr lang="en-US" altLang="es-ES" sz="3200" b="0" i="0" baseline="0"/>
            </a:p>
          </p:txBody>
        </p:sp>
        <p:sp>
          <p:nvSpPr>
            <p:cNvPr id="21545" name="Freeform 41">
              <a:extLst>
                <a:ext uri="{FF2B5EF4-FFF2-40B4-BE49-F238E27FC236}">
                  <a16:creationId xmlns:a16="http://schemas.microsoft.com/office/drawing/2014/main" id="{260B72EC-708E-F75E-9075-12A77C1AD0EC}"/>
                </a:ext>
              </a:extLst>
            </p:cNvPr>
            <p:cNvSpPr>
              <a:spLocks/>
            </p:cNvSpPr>
            <p:nvPr/>
          </p:nvSpPr>
          <p:spPr bwMode="auto">
            <a:xfrm>
              <a:off x="3920" y="3206"/>
              <a:ext cx="19" cy="177"/>
            </a:xfrm>
            <a:custGeom>
              <a:avLst/>
              <a:gdLst>
                <a:gd name="T0" fmla="*/ 19 w 19"/>
                <a:gd name="T1" fmla="*/ 9 h 177"/>
                <a:gd name="T2" fmla="*/ 19 w 19"/>
                <a:gd name="T3" fmla="*/ 6 h 177"/>
                <a:gd name="T4" fmla="*/ 16 w 19"/>
                <a:gd name="T5" fmla="*/ 3 h 177"/>
                <a:gd name="T6" fmla="*/ 13 w 19"/>
                <a:gd name="T7" fmla="*/ 0 h 177"/>
                <a:gd name="T8" fmla="*/ 7 w 19"/>
                <a:gd name="T9" fmla="*/ 0 h 177"/>
                <a:gd name="T10" fmla="*/ 4 w 19"/>
                <a:gd name="T11" fmla="*/ 3 h 177"/>
                <a:gd name="T12" fmla="*/ 0 w 19"/>
                <a:gd name="T13" fmla="*/ 6 h 177"/>
                <a:gd name="T14" fmla="*/ 0 w 19"/>
                <a:gd name="T15" fmla="*/ 171 h 177"/>
                <a:gd name="T16" fmla="*/ 4 w 19"/>
                <a:gd name="T17" fmla="*/ 174 h 177"/>
                <a:gd name="T18" fmla="*/ 7 w 19"/>
                <a:gd name="T19" fmla="*/ 177 h 177"/>
                <a:gd name="T20" fmla="*/ 13 w 19"/>
                <a:gd name="T21" fmla="*/ 177 h 177"/>
                <a:gd name="T22" fmla="*/ 16 w 19"/>
                <a:gd name="T23" fmla="*/ 174 h 177"/>
                <a:gd name="T24" fmla="*/ 19 w 19"/>
                <a:gd name="T25" fmla="*/ 171 h 177"/>
                <a:gd name="T26" fmla="*/ 19 w 19"/>
                <a:gd name="T27" fmla="*/ 167 h 177"/>
                <a:gd name="T28" fmla="*/ 19 w 19"/>
                <a:gd name="T29" fmla="*/ 9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19" y="9"/>
                  </a:moveTo>
                  <a:lnTo>
                    <a:pt x="19" y="6"/>
                  </a:lnTo>
                  <a:lnTo>
                    <a:pt x="16" y="3"/>
                  </a:lnTo>
                  <a:lnTo>
                    <a:pt x="13" y="0"/>
                  </a:lnTo>
                  <a:lnTo>
                    <a:pt x="7" y="0"/>
                  </a:lnTo>
                  <a:lnTo>
                    <a:pt x="4" y="3"/>
                  </a:lnTo>
                  <a:lnTo>
                    <a:pt x="0" y="6"/>
                  </a:lnTo>
                  <a:lnTo>
                    <a:pt x="0" y="171"/>
                  </a:lnTo>
                  <a:lnTo>
                    <a:pt x="4" y="174"/>
                  </a:lnTo>
                  <a:lnTo>
                    <a:pt x="7" y="177"/>
                  </a:lnTo>
                  <a:lnTo>
                    <a:pt x="13" y="177"/>
                  </a:lnTo>
                  <a:lnTo>
                    <a:pt x="16" y="174"/>
                  </a:lnTo>
                  <a:lnTo>
                    <a:pt x="19" y="171"/>
                  </a:lnTo>
                  <a:lnTo>
                    <a:pt x="19" y="167"/>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46" name="Freeform 42">
              <a:extLst>
                <a:ext uri="{FF2B5EF4-FFF2-40B4-BE49-F238E27FC236}">
                  <a16:creationId xmlns:a16="http://schemas.microsoft.com/office/drawing/2014/main" id="{D4163D24-1DF7-5708-D7EF-66DDA12E734C}"/>
                </a:ext>
              </a:extLst>
            </p:cNvPr>
            <p:cNvSpPr>
              <a:spLocks/>
            </p:cNvSpPr>
            <p:nvPr/>
          </p:nvSpPr>
          <p:spPr bwMode="auto">
            <a:xfrm>
              <a:off x="3912" y="3301"/>
              <a:ext cx="48" cy="88"/>
            </a:xfrm>
            <a:custGeom>
              <a:avLst/>
              <a:gdLst>
                <a:gd name="T0" fmla="*/ 0 w 48"/>
                <a:gd name="T1" fmla="*/ 76 h 88"/>
                <a:gd name="T2" fmla="*/ 0 w 48"/>
                <a:gd name="T3" fmla="*/ 82 h 88"/>
                <a:gd name="T4" fmla="*/ 2 w 48"/>
                <a:gd name="T5" fmla="*/ 85 h 88"/>
                <a:gd name="T6" fmla="*/ 4 w 48"/>
                <a:gd name="T7" fmla="*/ 87 h 88"/>
                <a:gd name="T8" fmla="*/ 7 w 48"/>
                <a:gd name="T9" fmla="*/ 88 h 88"/>
                <a:gd name="T10" fmla="*/ 13 w 48"/>
                <a:gd name="T11" fmla="*/ 88 h 88"/>
                <a:gd name="T12" fmla="*/ 16 w 48"/>
                <a:gd name="T13" fmla="*/ 87 h 88"/>
                <a:gd name="T14" fmla="*/ 18 w 48"/>
                <a:gd name="T15" fmla="*/ 85 h 88"/>
                <a:gd name="T16" fmla="*/ 19 w 48"/>
                <a:gd name="T17" fmla="*/ 82 h 88"/>
                <a:gd name="T18" fmla="*/ 48 w 48"/>
                <a:gd name="T19" fmla="*/ 12 h 88"/>
                <a:gd name="T20" fmla="*/ 48 w 48"/>
                <a:gd name="T21" fmla="*/ 6 h 88"/>
                <a:gd name="T22" fmla="*/ 46 w 48"/>
                <a:gd name="T23" fmla="*/ 3 h 88"/>
                <a:gd name="T24" fmla="*/ 45 w 48"/>
                <a:gd name="T25" fmla="*/ 1 h 88"/>
                <a:gd name="T26" fmla="*/ 42 w 48"/>
                <a:gd name="T27" fmla="*/ 0 h 88"/>
                <a:gd name="T28" fmla="*/ 35 w 48"/>
                <a:gd name="T29" fmla="*/ 0 h 88"/>
                <a:gd name="T30" fmla="*/ 32 w 48"/>
                <a:gd name="T31" fmla="*/ 1 h 88"/>
                <a:gd name="T32" fmla="*/ 31 w 48"/>
                <a:gd name="T33" fmla="*/ 3 h 88"/>
                <a:gd name="T34" fmla="*/ 29 w 48"/>
                <a:gd name="T35" fmla="*/ 6 h 88"/>
                <a:gd name="T36" fmla="*/ 0 w 48"/>
                <a:gd name="T37" fmla="*/ 76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88"/>
                <a:gd name="T59" fmla="*/ 48 w 48"/>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88">
                  <a:moveTo>
                    <a:pt x="0" y="76"/>
                  </a:moveTo>
                  <a:lnTo>
                    <a:pt x="0" y="82"/>
                  </a:lnTo>
                  <a:lnTo>
                    <a:pt x="2" y="85"/>
                  </a:lnTo>
                  <a:lnTo>
                    <a:pt x="4" y="87"/>
                  </a:lnTo>
                  <a:lnTo>
                    <a:pt x="7" y="88"/>
                  </a:lnTo>
                  <a:lnTo>
                    <a:pt x="13" y="88"/>
                  </a:lnTo>
                  <a:lnTo>
                    <a:pt x="16" y="87"/>
                  </a:lnTo>
                  <a:lnTo>
                    <a:pt x="18" y="85"/>
                  </a:lnTo>
                  <a:lnTo>
                    <a:pt x="19" y="82"/>
                  </a:lnTo>
                  <a:lnTo>
                    <a:pt x="48" y="12"/>
                  </a:lnTo>
                  <a:lnTo>
                    <a:pt x="48" y="6"/>
                  </a:lnTo>
                  <a:lnTo>
                    <a:pt x="46" y="3"/>
                  </a:lnTo>
                  <a:lnTo>
                    <a:pt x="45" y="1"/>
                  </a:lnTo>
                  <a:lnTo>
                    <a:pt x="42" y="0"/>
                  </a:lnTo>
                  <a:lnTo>
                    <a:pt x="35" y="0"/>
                  </a:lnTo>
                  <a:lnTo>
                    <a:pt x="32" y="1"/>
                  </a:lnTo>
                  <a:lnTo>
                    <a:pt x="31" y="3"/>
                  </a:lnTo>
                  <a:lnTo>
                    <a:pt x="29" y="6"/>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47" name="Freeform 43">
              <a:extLst>
                <a:ext uri="{FF2B5EF4-FFF2-40B4-BE49-F238E27FC236}">
                  <a16:creationId xmlns:a16="http://schemas.microsoft.com/office/drawing/2014/main" id="{964BCC69-4D43-132D-57BB-241F085B1F55}"/>
                </a:ext>
              </a:extLst>
            </p:cNvPr>
            <p:cNvSpPr>
              <a:spLocks/>
            </p:cNvSpPr>
            <p:nvPr/>
          </p:nvSpPr>
          <p:spPr bwMode="auto">
            <a:xfrm>
              <a:off x="3892" y="3301"/>
              <a:ext cx="39" cy="82"/>
            </a:xfrm>
            <a:custGeom>
              <a:avLst/>
              <a:gdLst>
                <a:gd name="T0" fmla="*/ 20 w 39"/>
                <a:gd name="T1" fmla="*/ 76 h 82"/>
                <a:gd name="T2" fmla="*/ 24 w 39"/>
                <a:gd name="T3" fmla="*/ 79 h 82"/>
                <a:gd name="T4" fmla="*/ 25 w 39"/>
                <a:gd name="T5" fmla="*/ 80 h 82"/>
                <a:gd name="T6" fmla="*/ 28 w 39"/>
                <a:gd name="T7" fmla="*/ 82 h 82"/>
                <a:gd name="T8" fmla="*/ 33 w 39"/>
                <a:gd name="T9" fmla="*/ 82 h 82"/>
                <a:gd name="T10" fmla="*/ 36 w 39"/>
                <a:gd name="T11" fmla="*/ 79 h 82"/>
                <a:gd name="T12" fmla="*/ 38 w 39"/>
                <a:gd name="T13" fmla="*/ 77 h 82"/>
                <a:gd name="T14" fmla="*/ 39 w 39"/>
                <a:gd name="T15" fmla="*/ 74 h 82"/>
                <a:gd name="T16" fmla="*/ 39 w 39"/>
                <a:gd name="T17" fmla="*/ 69 h 82"/>
                <a:gd name="T18" fmla="*/ 19 w 39"/>
                <a:gd name="T19" fmla="*/ 6 h 82"/>
                <a:gd name="T20" fmla="*/ 16 w 39"/>
                <a:gd name="T21" fmla="*/ 3 h 82"/>
                <a:gd name="T22" fmla="*/ 14 w 39"/>
                <a:gd name="T23" fmla="*/ 1 h 82"/>
                <a:gd name="T24" fmla="*/ 11 w 39"/>
                <a:gd name="T25" fmla="*/ 0 h 82"/>
                <a:gd name="T26" fmla="*/ 6 w 39"/>
                <a:gd name="T27" fmla="*/ 0 h 82"/>
                <a:gd name="T28" fmla="*/ 3 w 39"/>
                <a:gd name="T29" fmla="*/ 3 h 82"/>
                <a:gd name="T30" fmla="*/ 1 w 39"/>
                <a:gd name="T31" fmla="*/ 4 h 82"/>
                <a:gd name="T32" fmla="*/ 0 w 39"/>
                <a:gd name="T33" fmla="*/ 7 h 82"/>
                <a:gd name="T34" fmla="*/ 0 w 39"/>
                <a:gd name="T35" fmla="*/ 12 h 82"/>
                <a:gd name="T36" fmla="*/ 20 w 39"/>
                <a:gd name="T37" fmla="*/ 76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9"/>
                <a:gd name="T58" fmla="*/ 0 h 82"/>
                <a:gd name="T59" fmla="*/ 39 w 39"/>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9" h="82">
                  <a:moveTo>
                    <a:pt x="20" y="76"/>
                  </a:moveTo>
                  <a:lnTo>
                    <a:pt x="24" y="79"/>
                  </a:lnTo>
                  <a:lnTo>
                    <a:pt x="25" y="80"/>
                  </a:lnTo>
                  <a:lnTo>
                    <a:pt x="28" y="82"/>
                  </a:lnTo>
                  <a:lnTo>
                    <a:pt x="33" y="82"/>
                  </a:lnTo>
                  <a:lnTo>
                    <a:pt x="36" y="79"/>
                  </a:lnTo>
                  <a:lnTo>
                    <a:pt x="38" y="77"/>
                  </a:lnTo>
                  <a:lnTo>
                    <a:pt x="39" y="74"/>
                  </a:lnTo>
                  <a:lnTo>
                    <a:pt x="39" y="69"/>
                  </a:lnTo>
                  <a:lnTo>
                    <a:pt x="19" y="6"/>
                  </a:lnTo>
                  <a:lnTo>
                    <a:pt x="16" y="3"/>
                  </a:lnTo>
                  <a:lnTo>
                    <a:pt x="14" y="1"/>
                  </a:lnTo>
                  <a:lnTo>
                    <a:pt x="11" y="0"/>
                  </a:lnTo>
                  <a:lnTo>
                    <a:pt x="6" y="0"/>
                  </a:lnTo>
                  <a:lnTo>
                    <a:pt x="3" y="3"/>
                  </a:lnTo>
                  <a:lnTo>
                    <a:pt x="1" y="4"/>
                  </a:lnTo>
                  <a:lnTo>
                    <a:pt x="0" y="7"/>
                  </a:lnTo>
                  <a:lnTo>
                    <a:pt x="0" y="12"/>
                  </a:lnTo>
                  <a:lnTo>
                    <a:pt x="20"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48" name="Rectangle 44">
              <a:extLst>
                <a:ext uri="{FF2B5EF4-FFF2-40B4-BE49-F238E27FC236}">
                  <a16:creationId xmlns:a16="http://schemas.microsoft.com/office/drawing/2014/main" id="{B55D9206-C516-7BF9-1B35-C8E44F076AAB}"/>
                </a:ext>
              </a:extLst>
            </p:cNvPr>
            <p:cNvSpPr>
              <a:spLocks noChangeArrowheads="1"/>
            </p:cNvSpPr>
            <p:nvPr/>
          </p:nvSpPr>
          <p:spPr bwMode="auto">
            <a:xfrm>
              <a:off x="3892" y="3650"/>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R2</a:t>
              </a:r>
              <a:endParaRPr lang="en-US" altLang="es-ES" sz="3200" b="0" i="0" baseline="0"/>
            </a:p>
          </p:txBody>
        </p:sp>
        <p:sp>
          <p:nvSpPr>
            <p:cNvPr id="21549" name="Rectangle 45">
              <a:extLst>
                <a:ext uri="{FF2B5EF4-FFF2-40B4-BE49-F238E27FC236}">
                  <a16:creationId xmlns:a16="http://schemas.microsoft.com/office/drawing/2014/main" id="{9B6906C0-7260-1010-BEE4-4F7C1A14A612}"/>
                </a:ext>
              </a:extLst>
            </p:cNvPr>
            <p:cNvSpPr>
              <a:spLocks noChangeArrowheads="1"/>
            </p:cNvSpPr>
            <p:nvPr/>
          </p:nvSpPr>
          <p:spPr bwMode="auto">
            <a:xfrm>
              <a:off x="3838" y="3402"/>
              <a:ext cx="28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Load</a:t>
              </a:r>
              <a:endParaRPr lang="en-US" altLang="es-ES" sz="3200" b="0" i="0" baseline="0"/>
            </a:p>
          </p:txBody>
        </p:sp>
        <p:sp>
          <p:nvSpPr>
            <p:cNvPr id="21550" name="Freeform 46">
              <a:extLst>
                <a:ext uri="{FF2B5EF4-FFF2-40B4-BE49-F238E27FC236}">
                  <a16:creationId xmlns:a16="http://schemas.microsoft.com/office/drawing/2014/main" id="{51E60F98-7561-79A5-D29B-43659171FBE7}"/>
                </a:ext>
              </a:extLst>
            </p:cNvPr>
            <p:cNvSpPr>
              <a:spLocks/>
            </p:cNvSpPr>
            <p:nvPr/>
          </p:nvSpPr>
          <p:spPr bwMode="auto">
            <a:xfrm>
              <a:off x="3754" y="3381"/>
              <a:ext cx="393" cy="613"/>
            </a:xfrm>
            <a:custGeom>
              <a:avLst/>
              <a:gdLst>
                <a:gd name="T0" fmla="*/ 10 w 393"/>
                <a:gd name="T1" fmla="*/ 0 h 613"/>
                <a:gd name="T2" fmla="*/ 7 w 393"/>
                <a:gd name="T3" fmla="*/ 0 h 613"/>
                <a:gd name="T4" fmla="*/ 3 w 393"/>
                <a:gd name="T5" fmla="*/ 3 h 613"/>
                <a:gd name="T6" fmla="*/ 0 w 393"/>
                <a:gd name="T7" fmla="*/ 7 h 613"/>
                <a:gd name="T8" fmla="*/ 0 w 393"/>
                <a:gd name="T9" fmla="*/ 606 h 613"/>
                <a:gd name="T10" fmla="*/ 3 w 393"/>
                <a:gd name="T11" fmla="*/ 609 h 613"/>
                <a:gd name="T12" fmla="*/ 7 w 393"/>
                <a:gd name="T13" fmla="*/ 613 h 613"/>
                <a:gd name="T14" fmla="*/ 386 w 393"/>
                <a:gd name="T15" fmla="*/ 613 h 613"/>
                <a:gd name="T16" fmla="*/ 389 w 393"/>
                <a:gd name="T17" fmla="*/ 609 h 613"/>
                <a:gd name="T18" fmla="*/ 393 w 393"/>
                <a:gd name="T19" fmla="*/ 606 h 613"/>
                <a:gd name="T20" fmla="*/ 393 w 393"/>
                <a:gd name="T21" fmla="*/ 7 h 613"/>
                <a:gd name="T22" fmla="*/ 389 w 393"/>
                <a:gd name="T23" fmla="*/ 3 h 613"/>
                <a:gd name="T24" fmla="*/ 386 w 393"/>
                <a:gd name="T25" fmla="*/ 0 h 613"/>
                <a:gd name="T26" fmla="*/ 383 w 393"/>
                <a:gd name="T27" fmla="*/ 0 h 613"/>
                <a:gd name="T28" fmla="*/ 10 w 393"/>
                <a:gd name="T29" fmla="*/ 0 h 613"/>
                <a:gd name="T30" fmla="*/ 10 w 393"/>
                <a:gd name="T31" fmla="*/ 19 h 613"/>
                <a:gd name="T32" fmla="*/ 383 w 393"/>
                <a:gd name="T33" fmla="*/ 19 h 613"/>
                <a:gd name="T34" fmla="*/ 374 w 393"/>
                <a:gd name="T35" fmla="*/ 10 h 613"/>
                <a:gd name="T36" fmla="*/ 374 w 393"/>
                <a:gd name="T37" fmla="*/ 603 h 613"/>
                <a:gd name="T38" fmla="*/ 383 w 393"/>
                <a:gd name="T39" fmla="*/ 594 h 613"/>
                <a:gd name="T40" fmla="*/ 10 w 393"/>
                <a:gd name="T41" fmla="*/ 594 h 613"/>
                <a:gd name="T42" fmla="*/ 19 w 393"/>
                <a:gd name="T43" fmla="*/ 603 h 613"/>
                <a:gd name="T44" fmla="*/ 19 w 393"/>
                <a:gd name="T45" fmla="*/ 10 h 613"/>
                <a:gd name="T46" fmla="*/ 10 w 393"/>
                <a:gd name="T47" fmla="*/ 19 h 613"/>
                <a:gd name="T48" fmla="*/ 10 w 393"/>
                <a:gd name="T49" fmla="*/ 0 h 6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3"/>
                <a:gd name="T76" fmla="*/ 0 h 613"/>
                <a:gd name="T77" fmla="*/ 393 w 393"/>
                <a:gd name="T78" fmla="*/ 613 h 61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3" h="613">
                  <a:moveTo>
                    <a:pt x="10" y="0"/>
                  </a:moveTo>
                  <a:lnTo>
                    <a:pt x="7" y="0"/>
                  </a:lnTo>
                  <a:lnTo>
                    <a:pt x="3" y="3"/>
                  </a:lnTo>
                  <a:lnTo>
                    <a:pt x="0" y="7"/>
                  </a:lnTo>
                  <a:lnTo>
                    <a:pt x="0" y="606"/>
                  </a:lnTo>
                  <a:lnTo>
                    <a:pt x="3" y="609"/>
                  </a:lnTo>
                  <a:lnTo>
                    <a:pt x="7" y="613"/>
                  </a:lnTo>
                  <a:lnTo>
                    <a:pt x="386" y="613"/>
                  </a:lnTo>
                  <a:lnTo>
                    <a:pt x="389" y="609"/>
                  </a:lnTo>
                  <a:lnTo>
                    <a:pt x="393" y="606"/>
                  </a:lnTo>
                  <a:lnTo>
                    <a:pt x="393" y="7"/>
                  </a:lnTo>
                  <a:lnTo>
                    <a:pt x="389" y="3"/>
                  </a:lnTo>
                  <a:lnTo>
                    <a:pt x="386" y="0"/>
                  </a:lnTo>
                  <a:lnTo>
                    <a:pt x="383" y="0"/>
                  </a:lnTo>
                  <a:lnTo>
                    <a:pt x="10" y="0"/>
                  </a:lnTo>
                  <a:lnTo>
                    <a:pt x="10" y="19"/>
                  </a:lnTo>
                  <a:lnTo>
                    <a:pt x="383" y="19"/>
                  </a:lnTo>
                  <a:lnTo>
                    <a:pt x="374" y="10"/>
                  </a:lnTo>
                  <a:lnTo>
                    <a:pt x="374" y="603"/>
                  </a:lnTo>
                  <a:lnTo>
                    <a:pt x="383" y="594"/>
                  </a:lnTo>
                  <a:lnTo>
                    <a:pt x="10" y="594"/>
                  </a:lnTo>
                  <a:lnTo>
                    <a:pt x="19" y="603"/>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1" name="Freeform 47">
              <a:extLst>
                <a:ext uri="{FF2B5EF4-FFF2-40B4-BE49-F238E27FC236}">
                  <a16:creationId xmlns:a16="http://schemas.microsoft.com/office/drawing/2014/main" id="{4C050082-2AD1-7D18-B034-C16CC6C1A4EF}"/>
                </a:ext>
              </a:extLst>
            </p:cNvPr>
            <p:cNvSpPr>
              <a:spLocks/>
            </p:cNvSpPr>
            <p:nvPr/>
          </p:nvSpPr>
          <p:spPr bwMode="auto">
            <a:xfrm>
              <a:off x="3498" y="1662"/>
              <a:ext cx="19" cy="177"/>
            </a:xfrm>
            <a:custGeom>
              <a:avLst/>
              <a:gdLst>
                <a:gd name="T0" fmla="*/ 0 w 19"/>
                <a:gd name="T1" fmla="*/ 167 h 177"/>
                <a:gd name="T2" fmla="*/ 0 w 19"/>
                <a:gd name="T3" fmla="*/ 170 h 177"/>
                <a:gd name="T4" fmla="*/ 3 w 19"/>
                <a:gd name="T5" fmla="*/ 174 h 177"/>
                <a:gd name="T6" fmla="*/ 6 w 19"/>
                <a:gd name="T7" fmla="*/ 177 h 177"/>
                <a:gd name="T8" fmla="*/ 13 w 19"/>
                <a:gd name="T9" fmla="*/ 177 h 177"/>
                <a:gd name="T10" fmla="*/ 16 w 19"/>
                <a:gd name="T11" fmla="*/ 174 h 177"/>
                <a:gd name="T12" fmla="*/ 19 w 19"/>
                <a:gd name="T13" fmla="*/ 170 h 177"/>
                <a:gd name="T14" fmla="*/ 19 w 19"/>
                <a:gd name="T15" fmla="*/ 6 h 177"/>
                <a:gd name="T16" fmla="*/ 16 w 19"/>
                <a:gd name="T17" fmla="*/ 3 h 177"/>
                <a:gd name="T18" fmla="*/ 13 w 19"/>
                <a:gd name="T19" fmla="*/ 0 h 177"/>
                <a:gd name="T20" fmla="*/ 6 w 19"/>
                <a:gd name="T21" fmla="*/ 0 h 177"/>
                <a:gd name="T22" fmla="*/ 3 w 19"/>
                <a:gd name="T23" fmla="*/ 3 h 177"/>
                <a:gd name="T24" fmla="*/ 0 w 19"/>
                <a:gd name="T25" fmla="*/ 6 h 177"/>
                <a:gd name="T26" fmla="*/ 0 w 19"/>
                <a:gd name="T27" fmla="*/ 9 h 177"/>
                <a:gd name="T28" fmla="*/ 0 w 19"/>
                <a:gd name="T29" fmla="*/ 167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0" y="167"/>
                  </a:moveTo>
                  <a:lnTo>
                    <a:pt x="0" y="170"/>
                  </a:lnTo>
                  <a:lnTo>
                    <a:pt x="3" y="174"/>
                  </a:lnTo>
                  <a:lnTo>
                    <a:pt x="6" y="177"/>
                  </a:lnTo>
                  <a:lnTo>
                    <a:pt x="13" y="177"/>
                  </a:lnTo>
                  <a:lnTo>
                    <a:pt x="16" y="174"/>
                  </a:lnTo>
                  <a:lnTo>
                    <a:pt x="19" y="170"/>
                  </a:lnTo>
                  <a:lnTo>
                    <a:pt x="19" y="6"/>
                  </a:lnTo>
                  <a:lnTo>
                    <a:pt x="16" y="3"/>
                  </a:lnTo>
                  <a:lnTo>
                    <a:pt x="13" y="0"/>
                  </a:lnTo>
                  <a:lnTo>
                    <a:pt x="6" y="0"/>
                  </a:lnTo>
                  <a:lnTo>
                    <a:pt x="3" y="3"/>
                  </a:lnTo>
                  <a:lnTo>
                    <a:pt x="0" y="6"/>
                  </a:lnTo>
                  <a:lnTo>
                    <a:pt x="0" y="9"/>
                  </a:lnTo>
                  <a:lnTo>
                    <a:pt x="0" y="1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2" name="Freeform 48">
              <a:extLst>
                <a:ext uri="{FF2B5EF4-FFF2-40B4-BE49-F238E27FC236}">
                  <a16:creationId xmlns:a16="http://schemas.microsoft.com/office/drawing/2014/main" id="{D038325E-8925-5424-26B7-955BD70B2DD8}"/>
                </a:ext>
              </a:extLst>
            </p:cNvPr>
            <p:cNvSpPr>
              <a:spLocks/>
            </p:cNvSpPr>
            <p:nvPr/>
          </p:nvSpPr>
          <p:spPr bwMode="auto">
            <a:xfrm>
              <a:off x="3497" y="1655"/>
              <a:ext cx="47" cy="87"/>
            </a:xfrm>
            <a:custGeom>
              <a:avLst/>
              <a:gdLst>
                <a:gd name="T0" fmla="*/ 19 w 47"/>
                <a:gd name="T1" fmla="*/ 7 h 87"/>
                <a:gd name="T2" fmla="*/ 17 w 47"/>
                <a:gd name="T3" fmla="*/ 3 h 87"/>
                <a:gd name="T4" fmla="*/ 15 w 47"/>
                <a:gd name="T5" fmla="*/ 2 h 87"/>
                <a:gd name="T6" fmla="*/ 12 w 47"/>
                <a:gd name="T7" fmla="*/ 0 h 87"/>
                <a:gd name="T8" fmla="*/ 6 w 47"/>
                <a:gd name="T9" fmla="*/ 0 h 87"/>
                <a:gd name="T10" fmla="*/ 3 w 47"/>
                <a:gd name="T11" fmla="*/ 2 h 87"/>
                <a:gd name="T12" fmla="*/ 1 w 47"/>
                <a:gd name="T13" fmla="*/ 3 h 87"/>
                <a:gd name="T14" fmla="*/ 0 w 47"/>
                <a:gd name="T15" fmla="*/ 7 h 87"/>
                <a:gd name="T16" fmla="*/ 0 w 47"/>
                <a:gd name="T17" fmla="*/ 13 h 87"/>
                <a:gd name="T18" fmla="*/ 28 w 47"/>
                <a:gd name="T19" fmla="*/ 81 h 87"/>
                <a:gd name="T20" fmla="*/ 30 w 47"/>
                <a:gd name="T21" fmla="*/ 84 h 87"/>
                <a:gd name="T22" fmla="*/ 31 w 47"/>
                <a:gd name="T23" fmla="*/ 86 h 87"/>
                <a:gd name="T24" fmla="*/ 34 w 47"/>
                <a:gd name="T25" fmla="*/ 87 h 87"/>
                <a:gd name="T26" fmla="*/ 41 w 47"/>
                <a:gd name="T27" fmla="*/ 87 h 87"/>
                <a:gd name="T28" fmla="*/ 44 w 47"/>
                <a:gd name="T29" fmla="*/ 86 h 87"/>
                <a:gd name="T30" fmla="*/ 45 w 47"/>
                <a:gd name="T31" fmla="*/ 84 h 87"/>
                <a:gd name="T32" fmla="*/ 47 w 47"/>
                <a:gd name="T33" fmla="*/ 81 h 87"/>
                <a:gd name="T34" fmla="*/ 47 w 47"/>
                <a:gd name="T35" fmla="*/ 75 h 87"/>
                <a:gd name="T36" fmla="*/ 19 w 47"/>
                <a:gd name="T37" fmla="*/ 7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87"/>
                <a:gd name="T59" fmla="*/ 47 w 47"/>
                <a:gd name="T60" fmla="*/ 87 h 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87">
                  <a:moveTo>
                    <a:pt x="19" y="7"/>
                  </a:moveTo>
                  <a:lnTo>
                    <a:pt x="17" y="3"/>
                  </a:lnTo>
                  <a:lnTo>
                    <a:pt x="15" y="2"/>
                  </a:lnTo>
                  <a:lnTo>
                    <a:pt x="12" y="0"/>
                  </a:lnTo>
                  <a:lnTo>
                    <a:pt x="6" y="0"/>
                  </a:lnTo>
                  <a:lnTo>
                    <a:pt x="3" y="2"/>
                  </a:lnTo>
                  <a:lnTo>
                    <a:pt x="1" y="3"/>
                  </a:lnTo>
                  <a:lnTo>
                    <a:pt x="0" y="7"/>
                  </a:lnTo>
                  <a:lnTo>
                    <a:pt x="0" y="13"/>
                  </a:lnTo>
                  <a:lnTo>
                    <a:pt x="28" y="81"/>
                  </a:lnTo>
                  <a:lnTo>
                    <a:pt x="30" y="84"/>
                  </a:lnTo>
                  <a:lnTo>
                    <a:pt x="31" y="86"/>
                  </a:lnTo>
                  <a:lnTo>
                    <a:pt x="34" y="87"/>
                  </a:lnTo>
                  <a:lnTo>
                    <a:pt x="41" y="87"/>
                  </a:lnTo>
                  <a:lnTo>
                    <a:pt x="44" y="86"/>
                  </a:lnTo>
                  <a:lnTo>
                    <a:pt x="45" y="84"/>
                  </a:lnTo>
                  <a:lnTo>
                    <a:pt x="47" y="81"/>
                  </a:lnTo>
                  <a:lnTo>
                    <a:pt x="47" y="75"/>
                  </a:lnTo>
                  <a:lnTo>
                    <a:pt x="1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3" name="Freeform 49">
              <a:extLst>
                <a:ext uri="{FF2B5EF4-FFF2-40B4-BE49-F238E27FC236}">
                  <a16:creationId xmlns:a16="http://schemas.microsoft.com/office/drawing/2014/main" id="{3465802B-4431-F37E-DE21-E678687A6702}"/>
                </a:ext>
              </a:extLst>
            </p:cNvPr>
            <p:cNvSpPr>
              <a:spLocks/>
            </p:cNvSpPr>
            <p:nvPr/>
          </p:nvSpPr>
          <p:spPr bwMode="auto">
            <a:xfrm>
              <a:off x="3470" y="1662"/>
              <a:ext cx="39" cy="80"/>
            </a:xfrm>
            <a:custGeom>
              <a:avLst/>
              <a:gdLst>
                <a:gd name="T0" fmla="*/ 39 w 39"/>
                <a:gd name="T1" fmla="*/ 12 h 80"/>
                <a:gd name="T2" fmla="*/ 39 w 39"/>
                <a:gd name="T3" fmla="*/ 7 h 80"/>
                <a:gd name="T4" fmla="*/ 38 w 39"/>
                <a:gd name="T5" fmla="*/ 4 h 80"/>
                <a:gd name="T6" fmla="*/ 34 w 39"/>
                <a:gd name="T7" fmla="*/ 1 h 80"/>
                <a:gd name="T8" fmla="*/ 33 w 39"/>
                <a:gd name="T9" fmla="*/ 0 h 80"/>
                <a:gd name="T10" fmla="*/ 28 w 39"/>
                <a:gd name="T11" fmla="*/ 0 h 80"/>
                <a:gd name="T12" fmla="*/ 25 w 39"/>
                <a:gd name="T13" fmla="*/ 1 h 80"/>
                <a:gd name="T14" fmla="*/ 22 w 39"/>
                <a:gd name="T15" fmla="*/ 4 h 80"/>
                <a:gd name="T16" fmla="*/ 20 w 39"/>
                <a:gd name="T17" fmla="*/ 6 h 80"/>
                <a:gd name="T18" fmla="*/ 0 w 39"/>
                <a:gd name="T19" fmla="*/ 68 h 80"/>
                <a:gd name="T20" fmla="*/ 0 w 39"/>
                <a:gd name="T21" fmla="*/ 72 h 80"/>
                <a:gd name="T22" fmla="*/ 1 w 39"/>
                <a:gd name="T23" fmla="*/ 76 h 80"/>
                <a:gd name="T24" fmla="*/ 4 w 39"/>
                <a:gd name="T25" fmla="*/ 79 h 80"/>
                <a:gd name="T26" fmla="*/ 6 w 39"/>
                <a:gd name="T27" fmla="*/ 80 h 80"/>
                <a:gd name="T28" fmla="*/ 11 w 39"/>
                <a:gd name="T29" fmla="*/ 80 h 80"/>
                <a:gd name="T30" fmla="*/ 14 w 39"/>
                <a:gd name="T31" fmla="*/ 79 h 80"/>
                <a:gd name="T32" fmla="*/ 17 w 39"/>
                <a:gd name="T33" fmla="*/ 76 h 80"/>
                <a:gd name="T34" fmla="*/ 19 w 39"/>
                <a:gd name="T35" fmla="*/ 74 h 80"/>
                <a:gd name="T36" fmla="*/ 39 w 39"/>
                <a:gd name="T37" fmla="*/ 12 h 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9"/>
                <a:gd name="T58" fmla="*/ 0 h 80"/>
                <a:gd name="T59" fmla="*/ 39 w 39"/>
                <a:gd name="T60" fmla="*/ 80 h 8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9" h="80">
                  <a:moveTo>
                    <a:pt x="39" y="12"/>
                  </a:moveTo>
                  <a:lnTo>
                    <a:pt x="39" y="7"/>
                  </a:lnTo>
                  <a:lnTo>
                    <a:pt x="38" y="4"/>
                  </a:lnTo>
                  <a:lnTo>
                    <a:pt x="34" y="1"/>
                  </a:lnTo>
                  <a:lnTo>
                    <a:pt x="33" y="0"/>
                  </a:lnTo>
                  <a:lnTo>
                    <a:pt x="28" y="0"/>
                  </a:lnTo>
                  <a:lnTo>
                    <a:pt x="25" y="1"/>
                  </a:lnTo>
                  <a:lnTo>
                    <a:pt x="22" y="4"/>
                  </a:lnTo>
                  <a:lnTo>
                    <a:pt x="20" y="6"/>
                  </a:lnTo>
                  <a:lnTo>
                    <a:pt x="0" y="68"/>
                  </a:lnTo>
                  <a:lnTo>
                    <a:pt x="0" y="72"/>
                  </a:lnTo>
                  <a:lnTo>
                    <a:pt x="1" y="76"/>
                  </a:lnTo>
                  <a:lnTo>
                    <a:pt x="4" y="79"/>
                  </a:lnTo>
                  <a:lnTo>
                    <a:pt x="6" y="80"/>
                  </a:lnTo>
                  <a:lnTo>
                    <a:pt x="11" y="80"/>
                  </a:lnTo>
                  <a:lnTo>
                    <a:pt x="14" y="79"/>
                  </a:lnTo>
                  <a:lnTo>
                    <a:pt x="17" y="76"/>
                  </a:lnTo>
                  <a:lnTo>
                    <a:pt x="19" y="74"/>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4" name="Freeform 50">
              <a:extLst>
                <a:ext uri="{FF2B5EF4-FFF2-40B4-BE49-F238E27FC236}">
                  <a16:creationId xmlns:a16="http://schemas.microsoft.com/office/drawing/2014/main" id="{40428EF9-635A-F86C-64D0-D3C3EA91DE96}"/>
                </a:ext>
              </a:extLst>
            </p:cNvPr>
            <p:cNvSpPr>
              <a:spLocks/>
            </p:cNvSpPr>
            <p:nvPr/>
          </p:nvSpPr>
          <p:spPr bwMode="auto">
            <a:xfrm>
              <a:off x="3380" y="1488"/>
              <a:ext cx="213" cy="117"/>
            </a:xfrm>
            <a:custGeom>
              <a:avLst/>
              <a:gdLst>
                <a:gd name="T0" fmla="*/ 208 w 213"/>
                <a:gd name="T1" fmla="*/ 17 h 117"/>
                <a:gd name="T2" fmla="*/ 211 w 213"/>
                <a:gd name="T3" fmla="*/ 14 h 117"/>
                <a:gd name="T4" fmla="*/ 213 w 213"/>
                <a:gd name="T5" fmla="*/ 12 h 117"/>
                <a:gd name="T6" fmla="*/ 213 w 213"/>
                <a:gd name="T7" fmla="*/ 7 h 117"/>
                <a:gd name="T8" fmla="*/ 211 w 213"/>
                <a:gd name="T9" fmla="*/ 4 h 117"/>
                <a:gd name="T10" fmla="*/ 208 w 213"/>
                <a:gd name="T11" fmla="*/ 1 h 117"/>
                <a:gd name="T12" fmla="*/ 207 w 213"/>
                <a:gd name="T13" fmla="*/ 0 h 117"/>
                <a:gd name="T14" fmla="*/ 202 w 213"/>
                <a:gd name="T15" fmla="*/ 0 h 117"/>
                <a:gd name="T16" fmla="*/ 199 w 213"/>
                <a:gd name="T17" fmla="*/ 1 h 117"/>
                <a:gd name="T18" fmla="*/ 4 w 213"/>
                <a:gd name="T19" fmla="*/ 99 h 117"/>
                <a:gd name="T20" fmla="*/ 1 w 213"/>
                <a:gd name="T21" fmla="*/ 102 h 117"/>
                <a:gd name="T22" fmla="*/ 0 w 213"/>
                <a:gd name="T23" fmla="*/ 104 h 117"/>
                <a:gd name="T24" fmla="*/ 0 w 213"/>
                <a:gd name="T25" fmla="*/ 109 h 117"/>
                <a:gd name="T26" fmla="*/ 1 w 213"/>
                <a:gd name="T27" fmla="*/ 112 h 117"/>
                <a:gd name="T28" fmla="*/ 4 w 213"/>
                <a:gd name="T29" fmla="*/ 115 h 117"/>
                <a:gd name="T30" fmla="*/ 6 w 213"/>
                <a:gd name="T31" fmla="*/ 117 h 117"/>
                <a:gd name="T32" fmla="*/ 11 w 213"/>
                <a:gd name="T33" fmla="*/ 117 h 117"/>
                <a:gd name="T34" fmla="*/ 14 w 213"/>
                <a:gd name="T35" fmla="*/ 115 h 117"/>
                <a:gd name="T36" fmla="*/ 208 w 213"/>
                <a:gd name="T37" fmla="*/ 17 h 1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3"/>
                <a:gd name="T58" fmla="*/ 0 h 117"/>
                <a:gd name="T59" fmla="*/ 213 w 213"/>
                <a:gd name="T60" fmla="*/ 117 h 11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3" h="117">
                  <a:moveTo>
                    <a:pt x="208" y="17"/>
                  </a:moveTo>
                  <a:lnTo>
                    <a:pt x="211" y="14"/>
                  </a:lnTo>
                  <a:lnTo>
                    <a:pt x="213" y="12"/>
                  </a:lnTo>
                  <a:lnTo>
                    <a:pt x="213" y="7"/>
                  </a:lnTo>
                  <a:lnTo>
                    <a:pt x="211" y="4"/>
                  </a:lnTo>
                  <a:lnTo>
                    <a:pt x="208" y="1"/>
                  </a:lnTo>
                  <a:lnTo>
                    <a:pt x="207" y="0"/>
                  </a:lnTo>
                  <a:lnTo>
                    <a:pt x="202" y="0"/>
                  </a:lnTo>
                  <a:lnTo>
                    <a:pt x="199" y="1"/>
                  </a:lnTo>
                  <a:lnTo>
                    <a:pt x="4" y="99"/>
                  </a:lnTo>
                  <a:lnTo>
                    <a:pt x="1" y="102"/>
                  </a:lnTo>
                  <a:lnTo>
                    <a:pt x="0" y="104"/>
                  </a:lnTo>
                  <a:lnTo>
                    <a:pt x="0" y="109"/>
                  </a:lnTo>
                  <a:lnTo>
                    <a:pt x="1" y="112"/>
                  </a:lnTo>
                  <a:lnTo>
                    <a:pt x="4" y="115"/>
                  </a:lnTo>
                  <a:lnTo>
                    <a:pt x="6" y="117"/>
                  </a:lnTo>
                  <a:lnTo>
                    <a:pt x="11" y="117"/>
                  </a:lnTo>
                  <a:lnTo>
                    <a:pt x="14" y="115"/>
                  </a:lnTo>
                  <a:lnTo>
                    <a:pt x="208"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5" name="Freeform 51">
              <a:extLst>
                <a:ext uri="{FF2B5EF4-FFF2-40B4-BE49-F238E27FC236}">
                  <a16:creationId xmlns:a16="http://schemas.microsoft.com/office/drawing/2014/main" id="{564B1E5E-C998-01DB-3340-381F32FA9FE7}"/>
                </a:ext>
              </a:extLst>
            </p:cNvPr>
            <p:cNvSpPr>
              <a:spLocks/>
            </p:cNvSpPr>
            <p:nvPr/>
          </p:nvSpPr>
          <p:spPr bwMode="auto">
            <a:xfrm>
              <a:off x="3380" y="1586"/>
              <a:ext cx="215" cy="125"/>
            </a:xfrm>
            <a:custGeom>
              <a:avLst/>
              <a:gdLst>
                <a:gd name="T0" fmla="*/ 14 w 215"/>
                <a:gd name="T1" fmla="*/ 1 h 125"/>
                <a:gd name="T2" fmla="*/ 11 w 215"/>
                <a:gd name="T3" fmla="*/ 0 h 125"/>
                <a:gd name="T4" fmla="*/ 6 w 215"/>
                <a:gd name="T5" fmla="*/ 0 h 125"/>
                <a:gd name="T6" fmla="*/ 3 w 215"/>
                <a:gd name="T7" fmla="*/ 3 h 125"/>
                <a:gd name="T8" fmla="*/ 1 w 215"/>
                <a:gd name="T9" fmla="*/ 4 h 125"/>
                <a:gd name="T10" fmla="*/ 0 w 215"/>
                <a:gd name="T11" fmla="*/ 8 h 125"/>
                <a:gd name="T12" fmla="*/ 0 w 215"/>
                <a:gd name="T13" fmla="*/ 12 h 125"/>
                <a:gd name="T14" fmla="*/ 3 w 215"/>
                <a:gd name="T15" fmla="*/ 15 h 125"/>
                <a:gd name="T16" fmla="*/ 4 w 215"/>
                <a:gd name="T17" fmla="*/ 17 h 125"/>
                <a:gd name="T18" fmla="*/ 200 w 215"/>
                <a:gd name="T19" fmla="*/ 123 h 125"/>
                <a:gd name="T20" fmla="*/ 204 w 215"/>
                <a:gd name="T21" fmla="*/ 125 h 125"/>
                <a:gd name="T22" fmla="*/ 208 w 215"/>
                <a:gd name="T23" fmla="*/ 125 h 125"/>
                <a:gd name="T24" fmla="*/ 211 w 215"/>
                <a:gd name="T25" fmla="*/ 121 h 125"/>
                <a:gd name="T26" fmla="*/ 213 w 215"/>
                <a:gd name="T27" fmla="*/ 120 h 125"/>
                <a:gd name="T28" fmla="*/ 215 w 215"/>
                <a:gd name="T29" fmla="*/ 117 h 125"/>
                <a:gd name="T30" fmla="*/ 215 w 215"/>
                <a:gd name="T31" fmla="*/ 112 h 125"/>
                <a:gd name="T32" fmla="*/ 211 w 215"/>
                <a:gd name="T33" fmla="*/ 109 h 125"/>
                <a:gd name="T34" fmla="*/ 210 w 215"/>
                <a:gd name="T35" fmla="*/ 107 h 125"/>
                <a:gd name="T36" fmla="*/ 14 w 215"/>
                <a:gd name="T37" fmla="*/ 1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5"/>
                <a:gd name="T58" fmla="*/ 0 h 125"/>
                <a:gd name="T59" fmla="*/ 215 w 215"/>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5" h="125">
                  <a:moveTo>
                    <a:pt x="14" y="1"/>
                  </a:moveTo>
                  <a:lnTo>
                    <a:pt x="11" y="0"/>
                  </a:lnTo>
                  <a:lnTo>
                    <a:pt x="6" y="0"/>
                  </a:lnTo>
                  <a:lnTo>
                    <a:pt x="3" y="3"/>
                  </a:lnTo>
                  <a:lnTo>
                    <a:pt x="1" y="4"/>
                  </a:lnTo>
                  <a:lnTo>
                    <a:pt x="0" y="8"/>
                  </a:lnTo>
                  <a:lnTo>
                    <a:pt x="0" y="12"/>
                  </a:lnTo>
                  <a:lnTo>
                    <a:pt x="3" y="15"/>
                  </a:lnTo>
                  <a:lnTo>
                    <a:pt x="4" y="17"/>
                  </a:lnTo>
                  <a:lnTo>
                    <a:pt x="200" y="123"/>
                  </a:lnTo>
                  <a:lnTo>
                    <a:pt x="204" y="125"/>
                  </a:lnTo>
                  <a:lnTo>
                    <a:pt x="208" y="125"/>
                  </a:lnTo>
                  <a:lnTo>
                    <a:pt x="211" y="121"/>
                  </a:lnTo>
                  <a:lnTo>
                    <a:pt x="213" y="120"/>
                  </a:lnTo>
                  <a:lnTo>
                    <a:pt x="215" y="117"/>
                  </a:lnTo>
                  <a:lnTo>
                    <a:pt x="215" y="112"/>
                  </a:lnTo>
                  <a:lnTo>
                    <a:pt x="211" y="109"/>
                  </a:lnTo>
                  <a:lnTo>
                    <a:pt x="210" y="107"/>
                  </a:lnTo>
                  <a:lnTo>
                    <a:pt x="14"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6" name="Freeform 52">
              <a:extLst>
                <a:ext uri="{FF2B5EF4-FFF2-40B4-BE49-F238E27FC236}">
                  <a16:creationId xmlns:a16="http://schemas.microsoft.com/office/drawing/2014/main" id="{B260F654-3F1F-3099-2BCF-87F5B7C0797D}"/>
                </a:ext>
              </a:extLst>
            </p:cNvPr>
            <p:cNvSpPr>
              <a:spLocks/>
            </p:cNvSpPr>
            <p:nvPr/>
          </p:nvSpPr>
          <p:spPr bwMode="auto">
            <a:xfrm>
              <a:off x="3576" y="1488"/>
              <a:ext cx="19" cy="223"/>
            </a:xfrm>
            <a:custGeom>
              <a:avLst/>
              <a:gdLst>
                <a:gd name="T0" fmla="*/ 0 w 19"/>
                <a:gd name="T1" fmla="*/ 213 h 223"/>
                <a:gd name="T2" fmla="*/ 0 w 19"/>
                <a:gd name="T3" fmla="*/ 216 h 223"/>
                <a:gd name="T4" fmla="*/ 3 w 19"/>
                <a:gd name="T5" fmla="*/ 219 h 223"/>
                <a:gd name="T6" fmla="*/ 6 w 19"/>
                <a:gd name="T7" fmla="*/ 223 h 223"/>
                <a:gd name="T8" fmla="*/ 12 w 19"/>
                <a:gd name="T9" fmla="*/ 223 h 223"/>
                <a:gd name="T10" fmla="*/ 15 w 19"/>
                <a:gd name="T11" fmla="*/ 219 h 223"/>
                <a:gd name="T12" fmla="*/ 19 w 19"/>
                <a:gd name="T13" fmla="*/ 216 h 223"/>
                <a:gd name="T14" fmla="*/ 19 w 19"/>
                <a:gd name="T15" fmla="*/ 6 h 223"/>
                <a:gd name="T16" fmla="*/ 15 w 19"/>
                <a:gd name="T17" fmla="*/ 3 h 223"/>
                <a:gd name="T18" fmla="*/ 12 w 19"/>
                <a:gd name="T19" fmla="*/ 0 h 223"/>
                <a:gd name="T20" fmla="*/ 6 w 19"/>
                <a:gd name="T21" fmla="*/ 0 h 223"/>
                <a:gd name="T22" fmla="*/ 3 w 19"/>
                <a:gd name="T23" fmla="*/ 3 h 223"/>
                <a:gd name="T24" fmla="*/ 0 w 19"/>
                <a:gd name="T25" fmla="*/ 6 h 223"/>
                <a:gd name="T26" fmla="*/ 0 w 19"/>
                <a:gd name="T27" fmla="*/ 9 h 223"/>
                <a:gd name="T28" fmla="*/ 0 w 19"/>
                <a:gd name="T29" fmla="*/ 213 h 2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223"/>
                <a:gd name="T47" fmla="*/ 19 w 19"/>
                <a:gd name="T48" fmla="*/ 223 h 2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223">
                  <a:moveTo>
                    <a:pt x="0" y="213"/>
                  </a:moveTo>
                  <a:lnTo>
                    <a:pt x="0" y="216"/>
                  </a:lnTo>
                  <a:lnTo>
                    <a:pt x="3" y="219"/>
                  </a:lnTo>
                  <a:lnTo>
                    <a:pt x="6" y="223"/>
                  </a:lnTo>
                  <a:lnTo>
                    <a:pt x="12" y="223"/>
                  </a:lnTo>
                  <a:lnTo>
                    <a:pt x="15" y="219"/>
                  </a:lnTo>
                  <a:lnTo>
                    <a:pt x="19" y="216"/>
                  </a:lnTo>
                  <a:lnTo>
                    <a:pt x="19" y="6"/>
                  </a:lnTo>
                  <a:lnTo>
                    <a:pt x="15" y="3"/>
                  </a:lnTo>
                  <a:lnTo>
                    <a:pt x="12" y="0"/>
                  </a:lnTo>
                  <a:lnTo>
                    <a:pt x="6" y="0"/>
                  </a:lnTo>
                  <a:lnTo>
                    <a:pt x="3" y="3"/>
                  </a:lnTo>
                  <a:lnTo>
                    <a:pt x="0" y="6"/>
                  </a:lnTo>
                  <a:lnTo>
                    <a:pt x="0" y="9"/>
                  </a:lnTo>
                  <a:lnTo>
                    <a:pt x="0" y="2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7" name="Freeform 53">
              <a:extLst>
                <a:ext uri="{FF2B5EF4-FFF2-40B4-BE49-F238E27FC236}">
                  <a16:creationId xmlns:a16="http://schemas.microsoft.com/office/drawing/2014/main" id="{81F32436-73D6-3C74-899A-8FD7FEED2FA8}"/>
                </a:ext>
              </a:extLst>
            </p:cNvPr>
            <p:cNvSpPr>
              <a:spLocks/>
            </p:cNvSpPr>
            <p:nvPr/>
          </p:nvSpPr>
          <p:spPr bwMode="auto">
            <a:xfrm>
              <a:off x="3490" y="1562"/>
              <a:ext cx="68" cy="19"/>
            </a:xfrm>
            <a:custGeom>
              <a:avLst/>
              <a:gdLst>
                <a:gd name="T0" fmla="*/ 10 w 68"/>
                <a:gd name="T1" fmla="*/ 0 h 19"/>
                <a:gd name="T2" fmla="*/ 7 w 68"/>
                <a:gd name="T3" fmla="*/ 0 h 19"/>
                <a:gd name="T4" fmla="*/ 3 w 68"/>
                <a:gd name="T5" fmla="*/ 3 h 19"/>
                <a:gd name="T6" fmla="*/ 0 w 68"/>
                <a:gd name="T7" fmla="*/ 6 h 19"/>
                <a:gd name="T8" fmla="*/ 0 w 68"/>
                <a:gd name="T9" fmla="*/ 13 h 19"/>
                <a:gd name="T10" fmla="*/ 3 w 68"/>
                <a:gd name="T11" fmla="*/ 16 h 19"/>
                <a:gd name="T12" fmla="*/ 7 w 68"/>
                <a:gd name="T13" fmla="*/ 19 h 19"/>
                <a:gd name="T14" fmla="*/ 62 w 68"/>
                <a:gd name="T15" fmla="*/ 19 h 19"/>
                <a:gd name="T16" fmla="*/ 65 w 68"/>
                <a:gd name="T17" fmla="*/ 16 h 19"/>
                <a:gd name="T18" fmla="*/ 68 w 68"/>
                <a:gd name="T19" fmla="*/ 13 h 19"/>
                <a:gd name="T20" fmla="*/ 68 w 68"/>
                <a:gd name="T21" fmla="*/ 6 h 19"/>
                <a:gd name="T22" fmla="*/ 65 w 68"/>
                <a:gd name="T23" fmla="*/ 3 h 19"/>
                <a:gd name="T24" fmla="*/ 62 w 68"/>
                <a:gd name="T25" fmla="*/ 0 h 19"/>
                <a:gd name="T26" fmla="*/ 59 w 68"/>
                <a:gd name="T27" fmla="*/ 0 h 19"/>
                <a:gd name="T28" fmla="*/ 10 w 68"/>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8"/>
                <a:gd name="T46" fmla="*/ 0 h 19"/>
                <a:gd name="T47" fmla="*/ 68 w 68"/>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8" h="19">
                  <a:moveTo>
                    <a:pt x="10" y="0"/>
                  </a:moveTo>
                  <a:lnTo>
                    <a:pt x="7" y="0"/>
                  </a:lnTo>
                  <a:lnTo>
                    <a:pt x="3" y="3"/>
                  </a:lnTo>
                  <a:lnTo>
                    <a:pt x="0" y="6"/>
                  </a:lnTo>
                  <a:lnTo>
                    <a:pt x="0" y="13"/>
                  </a:lnTo>
                  <a:lnTo>
                    <a:pt x="3" y="16"/>
                  </a:lnTo>
                  <a:lnTo>
                    <a:pt x="7" y="19"/>
                  </a:lnTo>
                  <a:lnTo>
                    <a:pt x="62" y="19"/>
                  </a:lnTo>
                  <a:lnTo>
                    <a:pt x="65" y="16"/>
                  </a:lnTo>
                  <a:lnTo>
                    <a:pt x="68" y="13"/>
                  </a:lnTo>
                  <a:lnTo>
                    <a:pt x="68" y="6"/>
                  </a:lnTo>
                  <a:lnTo>
                    <a:pt x="65" y="3"/>
                  </a:lnTo>
                  <a:lnTo>
                    <a:pt x="62" y="0"/>
                  </a:lnTo>
                  <a:lnTo>
                    <a:pt x="59" y="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8" name="Freeform 54">
              <a:extLst>
                <a:ext uri="{FF2B5EF4-FFF2-40B4-BE49-F238E27FC236}">
                  <a16:creationId xmlns:a16="http://schemas.microsoft.com/office/drawing/2014/main" id="{11B68536-C911-AB60-82C4-7590C5FF24D8}"/>
                </a:ext>
              </a:extLst>
            </p:cNvPr>
            <p:cNvSpPr>
              <a:spLocks/>
            </p:cNvSpPr>
            <p:nvPr/>
          </p:nvSpPr>
          <p:spPr bwMode="auto">
            <a:xfrm>
              <a:off x="3485" y="1562"/>
              <a:ext cx="48" cy="63"/>
            </a:xfrm>
            <a:custGeom>
              <a:avLst/>
              <a:gdLst>
                <a:gd name="T0" fmla="*/ 18 w 48"/>
                <a:gd name="T1" fmla="*/ 5 h 63"/>
                <a:gd name="T2" fmla="*/ 15 w 48"/>
                <a:gd name="T3" fmla="*/ 2 h 63"/>
                <a:gd name="T4" fmla="*/ 12 w 48"/>
                <a:gd name="T5" fmla="*/ 0 h 63"/>
                <a:gd name="T6" fmla="*/ 7 w 48"/>
                <a:gd name="T7" fmla="*/ 0 h 63"/>
                <a:gd name="T8" fmla="*/ 4 w 48"/>
                <a:gd name="T9" fmla="*/ 3 h 63"/>
                <a:gd name="T10" fmla="*/ 2 w 48"/>
                <a:gd name="T11" fmla="*/ 5 h 63"/>
                <a:gd name="T12" fmla="*/ 0 w 48"/>
                <a:gd name="T13" fmla="*/ 8 h 63"/>
                <a:gd name="T14" fmla="*/ 0 w 48"/>
                <a:gd name="T15" fmla="*/ 13 h 63"/>
                <a:gd name="T16" fmla="*/ 2 w 48"/>
                <a:gd name="T17" fmla="*/ 14 h 63"/>
                <a:gd name="T18" fmla="*/ 31 w 48"/>
                <a:gd name="T19" fmla="*/ 58 h 63"/>
                <a:gd name="T20" fmla="*/ 34 w 48"/>
                <a:gd name="T21" fmla="*/ 62 h 63"/>
                <a:gd name="T22" fmla="*/ 37 w 48"/>
                <a:gd name="T23" fmla="*/ 63 h 63"/>
                <a:gd name="T24" fmla="*/ 42 w 48"/>
                <a:gd name="T25" fmla="*/ 63 h 63"/>
                <a:gd name="T26" fmla="*/ 45 w 48"/>
                <a:gd name="T27" fmla="*/ 60 h 63"/>
                <a:gd name="T28" fmla="*/ 46 w 48"/>
                <a:gd name="T29" fmla="*/ 58 h 63"/>
                <a:gd name="T30" fmla="*/ 48 w 48"/>
                <a:gd name="T31" fmla="*/ 55 h 63"/>
                <a:gd name="T32" fmla="*/ 48 w 48"/>
                <a:gd name="T33" fmla="*/ 51 h 63"/>
                <a:gd name="T34" fmla="*/ 46 w 48"/>
                <a:gd name="T35" fmla="*/ 49 h 63"/>
                <a:gd name="T36" fmla="*/ 18 w 48"/>
                <a:gd name="T37" fmla="*/ 5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63"/>
                <a:gd name="T59" fmla="*/ 48 w 48"/>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63">
                  <a:moveTo>
                    <a:pt x="18" y="5"/>
                  </a:moveTo>
                  <a:lnTo>
                    <a:pt x="15" y="2"/>
                  </a:lnTo>
                  <a:lnTo>
                    <a:pt x="12" y="0"/>
                  </a:lnTo>
                  <a:lnTo>
                    <a:pt x="7" y="0"/>
                  </a:lnTo>
                  <a:lnTo>
                    <a:pt x="4" y="3"/>
                  </a:lnTo>
                  <a:lnTo>
                    <a:pt x="2" y="5"/>
                  </a:lnTo>
                  <a:lnTo>
                    <a:pt x="0" y="8"/>
                  </a:lnTo>
                  <a:lnTo>
                    <a:pt x="0" y="13"/>
                  </a:lnTo>
                  <a:lnTo>
                    <a:pt x="2" y="14"/>
                  </a:lnTo>
                  <a:lnTo>
                    <a:pt x="31" y="58"/>
                  </a:lnTo>
                  <a:lnTo>
                    <a:pt x="34" y="62"/>
                  </a:lnTo>
                  <a:lnTo>
                    <a:pt x="37" y="63"/>
                  </a:lnTo>
                  <a:lnTo>
                    <a:pt x="42" y="63"/>
                  </a:lnTo>
                  <a:lnTo>
                    <a:pt x="45" y="60"/>
                  </a:lnTo>
                  <a:lnTo>
                    <a:pt x="46" y="58"/>
                  </a:lnTo>
                  <a:lnTo>
                    <a:pt x="48" y="55"/>
                  </a:lnTo>
                  <a:lnTo>
                    <a:pt x="48" y="51"/>
                  </a:lnTo>
                  <a:lnTo>
                    <a:pt x="46" y="49"/>
                  </a:lnTo>
                  <a:lnTo>
                    <a:pt x="1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59" name="Freeform 55">
              <a:extLst>
                <a:ext uri="{FF2B5EF4-FFF2-40B4-BE49-F238E27FC236}">
                  <a16:creationId xmlns:a16="http://schemas.microsoft.com/office/drawing/2014/main" id="{ED8C321B-A732-753F-F5DC-C8D0A01CBED2}"/>
                </a:ext>
              </a:extLst>
            </p:cNvPr>
            <p:cNvSpPr>
              <a:spLocks/>
            </p:cNvSpPr>
            <p:nvPr/>
          </p:nvSpPr>
          <p:spPr bwMode="auto">
            <a:xfrm>
              <a:off x="3514" y="1565"/>
              <a:ext cx="49" cy="67"/>
            </a:xfrm>
            <a:custGeom>
              <a:avLst/>
              <a:gdLst>
                <a:gd name="T0" fmla="*/ 2 w 49"/>
                <a:gd name="T1" fmla="*/ 52 h 67"/>
                <a:gd name="T2" fmla="*/ 0 w 49"/>
                <a:gd name="T3" fmla="*/ 54 h 67"/>
                <a:gd name="T4" fmla="*/ 0 w 49"/>
                <a:gd name="T5" fmla="*/ 59 h 67"/>
                <a:gd name="T6" fmla="*/ 2 w 49"/>
                <a:gd name="T7" fmla="*/ 62 h 67"/>
                <a:gd name="T8" fmla="*/ 5 w 49"/>
                <a:gd name="T9" fmla="*/ 65 h 67"/>
                <a:gd name="T10" fmla="*/ 6 w 49"/>
                <a:gd name="T11" fmla="*/ 67 h 67"/>
                <a:gd name="T12" fmla="*/ 11 w 49"/>
                <a:gd name="T13" fmla="*/ 67 h 67"/>
                <a:gd name="T14" fmla="*/ 14 w 49"/>
                <a:gd name="T15" fmla="*/ 65 h 67"/>
                <a:gd name="T16" fmla="*/ 17 w 49"/>
                <a:gd name="T17" fmla="*/ 62 h 67"/>
                <a:gd name="T18" fmla="*/ 47 w 49"/>
                <a:gd name="T19" fmla="*/ 14 h 67"/>
                <a:gd name="T20" fmla="*/ 49 w 49"/>
                <a:gd name="T21" fmla="*/ 13 h 67"/>
                <a:gd name="T22" fmla="*/ 49 w 49"/>
                <a:gd name="T23" fmla="*/ 8 h 67"/>
                <a:gd name="T24" fmla="*/ 47 w 49"/>
                <a:gd name="T25" fmla="*/ 5 h 67"/>
                <a:gd name="T26" fmla="*/ 44 w 49"/>
                <a:gd name="T27" fmla="*/ 2 h 67"/>
                <a:gd name="T28" fmla="*/ 43 w 49"/>
                <a:gd name="T29" fmla="*/ 0 h 67"/>
                <a:gd name="T30" fmla="*/ 38 w 49"/>
                <a:gd name="T31" fmla="*/ 0 h 67"/>
                <a:gd name="T32" fmla="*/ 35 w 49"/>
                <a:gd name="T33" fmla="*/ 2 h 67"/>
                <a:gd name="T34" fmla="*/ 32 w 49"/>
                <a:gd name="T35" fmla="*/ 5 h 67"/>
                <a:gd name="T36" fmla="*/ 2 w 49"/>
                <a:gd name="T37" fmla="*/ 5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
                <a:gd name="T58" fmla="*/ 0 h 67"/>
                <a:gd name="T59" fmla="*/ 49 w 49"/>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 h="67">
                  <a:moveTo>
                    <a:pt x="2" y="52"/>
                  </a:moveTo>
                  <a:lnTo>
                    <a:pt x="0" y="54"/>
                  </a:lnTo>
                  <a:lnTo>
                    <a:pt x="0" y="59"/>
                  </a:lnTo>
                  <a:lnTo>
                    <a:pt x="2" y="62"/>
                  </a:lnTo>
                  <a:lnTo>
                    <a:pt x="5" y="65"/>
                  </a:lnTo>
                  <a:lnTo>
                    <a:pt x="6" y="67"/>
                  </a:lnTo>
                  <a:lnTo>
                    <a:pt x="11" y="67"/>
                  </a:lnTo>
                  <a:lnTo>
                    <a:pt x="14" y="65"/>
                  </a:lnTo>
                  <a:lnTo>
                    <a:pt x="17" y="62"/>
                  </a:lnTo>
                  <a:lnTo>
                    <a:pt x="47" y="14"/>
                  </a:lnTo>
                  <a:lnTo>
                    <a:pt x="49" y="13"/>
                  </a:lnTo>
                  <a:lnTo>
                    <a:pt x="49" y="8"/>
                  </a:lnTo>
                  <a:lnTo>
                    <a:pt x="47" y="5"/>
                  </a:lnTo>
                  <a:lnTo>
                    <a:pt x="44" y="2"/>
                  </a:lnTo>
                  <a:lnTo>
                    <a:pt x="43" y="0"/>
                  </a:lnTo>
                  <a:lnTo>
                    <a:pt x="38" y="0"/>
                  </a:lnTo>
                  <a:lnTo>
                    <a:pt x="35" y="2"/>
                  </a:lnTo>
                  <a:lnTo>
                    <a:pt x="32" y="5"/>
                  </a:lnTo>
                  <a:lnTo>
                    <a:pt x="2"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0" name="Freeform 56">
              <a:extLst>
                <a:ext uri="{FF2B5EF4-FFF2-40B4-BE49-F238E27FC236}">
                  <a16:creationId xmlns:a16="http://schemas.microsoft.com/office/drawing/2014/main" id="{66C18877-C453-7154-CE9E-4E001CA4F0B7}"/>
                </a:ext>
              </a:extLst>
            </p:cNvPr>
            <p:cNvSpPr>
              <a:spLocks/>
            </p:cNvSpPr>
            <p:nvPr/>
          </p:nvSpPr>
          <p:spPr bwMode="auto">
            <a:xfrm>
              <a:off x="3476" y="2729"/>
              <a:ext cx="19" cy="179"/>
            </a:xfrm>
            <a:custGeom>
              <a:avLst/>
              <a:gdLst>
                <a:gd name="T0" fmla="*/ 0 w 19"/>
                <a:gd name="T1" fmla="*/ 170 h 179"/>
                <a:gd name="T2" fmla="*/ 0 w 19"/>
                <a:gd name="T3" fmla="*/ 173 h 179"/>
                <a:gd name="T4" fmla="*/ 3 w 19"/>
                <a:gd name="T5" fmla="*/ 176 h 179"/>
                <a:gd name="T6" fmla="*/ 6 w 19"/>
                <a:gd name="T7" fmla="*/ 179 h 179"/>
                <a:gd name="T8" fmla="*/ 13 w 19"/>
                <a:gd name="T9" fmla="*/ 179 h 179"/>
                <a:gd name="T10" fmla="*/ 16 w 19"/>
                <a:gd name="T11" fmla="*/ 176 h 179"/>
                <a:gd name="T12" fmla="*/ 19 w 19"/>
                <a:gd name="T13" fmla="*/ 173 h 179"/>
                <a:gd name="T14" fmla="*/ 19 w 19"/>
                <a:gd name="T15" fmla="*/ 7 h 179"/>
                <a:gd name="T16" fmla="*/ 16 w 19"/>
                <a:gd name="T17" fmla="*/ 4 h 179"/>
                <a:gd name="T18" fmla="*/ 13 w 19"/>
                <a:gd name="T19" fmla="*/ 0 h 179"/>
                <a:gd name="T20" fmla="*/ 6 w 19"/>
                <a:gd name="T21" fmla="*/ 0 h 179"/>
                <a:gd name="T22" fmla="*/ 3 w 19"/>
                <a:gd name="T23" fmla="*/ 4 h 179"/>
                <a:gd name="T24" fmla="*/ 0 w 19"/>
                <a:gd name="T25" fmla="*/ 7 h 179"/>
                <a:gd name="T26" fmla="*/ 0 w 19"/>
                <a:gd name="T27" fmla="*/ 10 h 179"/>
                <a:gd name="T28" fmla="*/ 0 w 19"/>
                <a:gd name="T29" fmla="*/ 170 h 1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9"/>
                <a:gd name="T47" fmla="*/ 19 w 19"/>
                <a:gd name="T48" fmla="*/ 179 h 1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9">
                  <a:moveTo>
                    <a:pt x="0" y="170"/>
                  </a:moveTo>
                  <a:lnTo>
                    <a:pt x="0" y="173"/>
                  </a:lnTo>
                  <a:lnTo>
                    <a:pt x="3" y="176"/>
                  </a:lnTo>
                  <a:lnTo>
                    <a:pt x="6" y="179"/>
                  </a:lnTo>
                  <a:lnTo>
                    <a:pt x="13" y="179"/>
                  </a:lnTo>
                  <a:lnTo>
                    <a:pt x="16" y="176"/>
                  </a:lnTo>
                  <a:lnTo>
                    <a:pt x="19" y="173"/>
                  </a:lnTo>
                  <a:lnTo>
                    <a:pt x="19" y="7"/>
                  </a:lnTo>
                  <a:lnTo>
                    <a:pt x="16" y="4"/>
                  </a:lnTo>
                  <a:lnTo>
                    <a:pt x="13" y="0"/>
                  </a:lnTo>
                  <a:lnTo>
                    <a:pt x="6" y="0"/>
                  </a:lnTo>
                  <a:lnTo>
                    <a:pt x="3" y="4"/>
                  </a:lnTo>
                  <a:lnTo>
                    <a:pt x="0" y="7"/>
                  </a:lnTo>
                  <a:lnTo>
                    <a:pt x="0" y="10"/>
                  </a:lnTo>
                  <a:lnTo>
                    <a:pt x="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1" name="Freeform 57">
              <a:extLst>
                <a:ext uri="{FF2B5EF4-FFF2-40B4-BE49-F238E27FC236}">
                  <a16:creationId xmlns:a16="http://schemas.microsoft.com/office/drawing/2014/main" id="{0732F1D5-3D9A-82EC-FED8-94AA44B79090}"/>
                </a:ext>
              </a:extLst>
            </p:cNvPr>
            <p:cNvSpPr>
              <a:spLocks/>
            </p:cNvSpPr>
            <p:nvPr/>
          </p:nvSpPr>
          <p:spPr bwMode="auto">
            <a:xfrm>
              <a:off x="3476" y="2723"/>
              <a:ext cx="47" cy="89"/>
            </a:xfrm>
            <a:custGeom>
              <a:avLst/>
              <a:gdLst>
                <a:gd name="T0" fmla="*/ 19 w 47"/>
                <a:gd name="T1" fmla="*/ 6 h 89"/>
                <a:gd name="T2" fmla="*/ 17 w 47"/>
                <a:gd name="T3" fmla="*/ 3 h 89"/>
                <a:gd name="T4" fmla="*/ 16 w 47"/>
                <a:gd name="T5" fmla="*/ 2 h 89"/>
                <a:gd name="T6" fmla="*/ 13 w 47"/>
                <a:gd name="T7" fmla="*/ 0 h 89"/>
                <a:gd name="T8" fmla="*/ 6 w 47"/>
                <a:gd name="T9" fmla="*/ 0 h 89"/>
                <a:gd name="T10" fmla="*/ 3 w 47"/>
                <a:gd name="T11" fmla="*/ 2 h 89"/>
                <a:gd name="T12" fmla="*/ 2 w 47"/>
                <a:gd name="T13" fmla="*/ 3 h 89"/>
                <a:gd name="T14" fmla="*/ 0 w 47"/>
                <a:gd name="T15" fmla="*/ 6 h 89"/>
                <a:gd name="T16" fmla="*/ 0 w 47"/>
                <a:gd name="T17" fmla="*/ 13 h 89"/>
                <a:gd name="T18" fmla="*/ 28 w 47"/>
                <a:gd name="T19" fmla="*/ 82 h 89"/>
                <a:gd name="T20" fmla="*/ 30 w 47"/>
                <a:gd name="T21" fmla="*/ 86 h 89"/>
                <a:gd name="T22" fmla="*/ 32 w 47"/>
                <a:gd name="T23" fmla="*/ 87 h 89"/>
                <a:gd name="T24" fmla="*/ 35 w 47"/>
                <a:gd name="T25" fmla="*/ 89 h 89"/>
                <a:gd name="T26" fmla="*/ 41 w 47"/>
                <a:gd name="T27" fmla="*/ 89 h 89"/>
                <a:gd name="T28" fmla="*/ 44 w 47"/>
                <a:gd name="T29" fmla="*/ 87 h 89"/>
                <a:gd name="T30" fmla="*/ 46 w 47"/>
                <a:gd name="T31" fmla="*/ 86 h 89"/>
                <a:gd name="T32" fmla="*/ 47 w 47"/>
                <a:gd name="T33" fmla="*/ 82 h 89"/>
                <a:gd name="T34" fmla="*/ 47 w 47"/>
                <a:gd name="T35" fmla="*/ 76 h 89"/>
                <a:gd name="T36" fmla="*/ 19 w 47"/>
                <a:gd name="T37" fmla="*/ 6 h 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89"/>
                <a:gd name="T59" fmla="*/ 47 w 47"/>
                <a:gd name="T60" fmla="*/ 89 h 8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89">
                  <a:moveTo>
                    <a:pt x="19" y="6"/>
                  </a:moveTo>
                  <a:lnTo>
                    <a:pt x="17" y="3"/>
                  </a:lnTo>
                  <a:lnTo>
                    <a:pt x="16" y="2"/>
                  </a:lnTo>
                  <a:lnTo>
                    <a:pt x="13" y="0"/>
                  </a:lnTo>
                  <a:lnTo>
                    <a:pt x="6" y="0"/>
                  </a:lnTo>
                  <a:lnTo>
                    <a:pt x="3" y="2"/>
                  </a:lnTo>
                  <a:lnTo>
                    <a:pt x="2" y="3"/>
                  </a:lnTo>
                  <a:lnTo>
                    <a:pt x="0" y="6"/>
                  </a:lnTo>
                  <a:lnTo>
                    <a:pt x="0" y="13"/>
                  </a:lnTo>
                  <a:lnTo>
                    <a:pt x="28" y="82"/>
                  </a:lnTo>
                  <a:lnTo>
                    <a:pt x="30" y="86"/>
                  </a:lnTo>
                  <a:lnTo>
                    <a:pt x="32" y="87"/>
                  </a:lnTo>
                  <a:lnTo>
                    <a:pt x="35" y="89"/>
                  </a:lnTo>
                  <a:lnTo>
                    <a:pt x="41" y="89"/>
                  </a:lnTo>
                  <a:lnTo>
                    <a:pt x="44" y="87"/>
                  </a:lnTo>
                  <a:lnTo>
                    <a:pt x="46" y="86"/>
                  </a:lnTo>
                  <a:lnTo>
                    <a:pt x="47" y="82"/>
                  </a:lnTo>
                  <a:lnTo>
                    <a:pt x="47" y="76"/>
                  </a:lnTo>
                  <a:lnTo>
                    <a:pt x="1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2" name="Freeform 58">
              <a:extLst>
                <a:ext uri="{FF2B5EF4-FFF2-40B4-BE49-F238E27FC236}">
                  <a16:creationId xmlns:a16="http://schemas.microsoft.com/office/drawing/2014/main" id="{65F40398-3565-39EC-A4EE-0C6A9BAD212E}"/>
                </a:ext>
              </a:extLst>
            </p:cNvPr>
            <p:cNvSpPr>
              <a:spLocks/>
            </p:cNvSpPr>
            <p:nvPr/>
          </p:nvSpPr>
          <p:spPr bwMode="auto">
            <a:xfrm>
              <a:off x="3449" y="2729"/>
              <a:ext cx="40" cy="83"/>
            </a:xfrm>
            <a:custGeom>
              <a:avLst/>
              <a:gdLst>
                <a:gd name="T0" fmla="*/ 40 w 40"/>
                <a:gd name="T1" fmla="*/ 13 h 83"/>
                <a:gd name="T2" fmla="*/ 40 w 40"/>
                <a:gd name="T3" fmla="*/ 8 h 83"/>
                <a:gd name="T4" fmla="*/ 38 w 40"/>
                <a:gd name="T5" fmla="*/ 5 h 83"/>
                <a:gd name="T6" fmla="*/ 35 w 40"/>
                <a:gd name="T7" fmla="*/ 2 h 83"/>
                <a:gd name="T8" fmla="*/ 33 w 40"/>
                <a:gd name="T9" fmla="*/ 0 h 83"/>
                <a:gd name="T10" fmla="*/ 29 w 40"/>
                <a:gd name="T11" fmla="*/ 0 h 83"/>
                <a:gd name="T12" fmla="*/ 25 w 40"/>
                <a:gd name="T13" fmla="*/ 2 h 83"/>
                <a:gd name="T14" fmla="*/ 22 w 40"/>
                <a:gd name="T15" fmla="*/ 5 h 83"/>
                <a:gd name="T16" fmla="*/ 21 w 40"/>
                <a:gd name="T17" fmla="*/ 7 h 83"/>
                <a:gd name="T18" fmla="*/ 0 w 40"/>
                <a:gd name="T19" fmla="*/ 70 h 83"/>
                <a:gd name="T20" fmla="*/ 0 w 40"/>
                <a:gd name="T21" fmla="*/ 75 h 83"/>
                <a:gd name="T22" fmla="*/ 2 w 40"/>
                <a:gd name="T23" fmla="*/ 78 h 83"/>
                <a:gd name="T24" fmla="*/ 5 w 40"/>
                <a:gd name="T25" fmla="*/ 81 h 83"/>
                <a:gd name="T26" fmla="*/ 6 w 40"/>
                <a:gd name="T27" fmla="*/ 83 h 83"/>
                <a:gd name="T28" fmla="*/ 11 w 40"/>
                <a:gd name="T29" fmla="*/ 83 h 83"/>
                <a:gd name="T30" fmla="*/ 14 w 40"/>
                <a:gd name="T31" fmla="*/ 81 h 83"/>
                <a:gd name="T32" fmla="*/ 17 w 40"/>
                <a:gd name="T33" fmla="*/ 78 h 83"/>
                <a:gd name="T34" fmla="*/ 19 w 40"/>
                <a:gd name="T35" fmla="*/ 76 h 83"/>
                <a:gd name="T36" fmla="*/ 40 w 40"/>
                <a:gd name="T37" fmla="*/ 13 h 8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83"/>
                <a:gd name="T59" fmla="*/ 40 w 40"/>
                <a:gd name="T60" fmla="*/ 83 h 8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83">
                  <a:moveTo>
                    <a:pt x="40" y="13"/>
                  </a:moveTo>
                  <a:lnTo>
                    <a:pt x="40" y="8"/>
                  </a:lnTo>
                  <a:lnTo>
                    <a:pt x="38" y="5"/>
                  </a:lnTo>
                  <a:lnTo>
                    <a:pt x="35" y="2"/>
                  </a:lnTo>
                  <a:lnTo>
                    <a:pt x="33" y="0"/>
                  </a:lnTo>
                  <a:lnTo>
                    <a:pt x="29" y="0"/>
                  </a:lnTo>
                  <a:lnTo>
                    <a:pt x="25" y="2"/>
                  </a:lnTo>
                  <a:lnTo>
                    <a:pt x="22" y="5"/>
                  </a:lnTo>
                  <a:lnTo>
                    <a:pt x="21" y="7"/>
                  </a:lnTo>
                  <a:lnTo>
                    <a:pt x="0" y="70"/>
                  </a:lnTo>
                  <a:lnTo>
                    <a:pt x="0" y="75"/>
                  </a:lnTo>
                  <a:lnTo>
                    <a:pt x="2" y="78"/>
                  </a:lnTo>
                  <a:lnTo>
                    <a:pt x="5" y="81"/>
                  </a:lnTo>
                  <a:lnTo>
                    <a:pt x="6" y="83"/>
                  </a:lnTo>
                  <a:lnTo>
                    <a:pt x="11" y="83"/>
                  </a:lnTo>
                  <a:lnTo>
                    <a:pt x="14" y="81"/>
                  </a:lnTo>
                  <a:lnTo>
                    <a:pt x="17" y="78"/>
                  </a:lnTo>
                  <a:lnTo>
                    <a:pt x="19" y="76"/>
                  </a:lnTo>
                  <a:lnTo>
                    <a:pt x="4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3" name="Freeform 59">
              <a:extLst>
                <a:ext uri="{FF2B5EF4-FFF2-40B4-BE49-F238E27FC236}">
                  <a16:creationId xmlns:a16="http://schemas.microsoft.com/office/drawing/2014/main" id="{AF610EFA-0964-AC00-3762-505DF9242765}"/>
                </a:ext>
              </a:extLst>
            </p:cNvPr>
            <p:cNvSpPr>
              <a:spLocks/>
            </p:cNvSpPr>
            <p:nvPr/>
          </p:nvSpPr>
          <p:spPr bwMode="auto">
            <a:xfrm>
              <a:off x="3357" y="2557"/>
              <a:ext cx="215" cy="116"/>
            </a:xfrm>
            <a:custGeom>
              <a:avLst/>
              <a:gdLst>
                <a:gd name="T0" fmla="*/ 211 w 215"/>
                <a:gd name="T1" fmla="*/ 17 h 116"/>
                <a:gd name="T2" fmla="*/ 212 w 215"/>
                <a:gd name="T3" fmla="*/ 17 h 116"/>
                <a:gd name="T4" fmla="*/ 214 w 215"/>
                <a:gd name="T5" fmla="*/ 14 h 116"/>
                <a:gd name="T6" fmla="*/ 215 w 215"/>
                <a:gd name="T7" fmla="*/ 13 h 116"/>
                <a:gd name="T8" fmla="*/ 215 w 215"/>
                <a:gd name="T9" fmla="*/ 8 h 116"/>
                <a:gd name="T10" fmla="*/ 214 w 215"/>
                <a:gd name="T11" fmla="*/ 5 h 116"/>
                <a:gd name="T12" fmla="*/ 214 w 215"/>
                <a:gd name="T13" fmla="*/ 3 h 116"/>
                <a:gd name="T14" fmla="*/ 211 w 215"/>
                <a:gd name="T15" fmla="*/ 2 h 116"/>
                <a:gd name="T16" fmla="*/ 209 w 215"/>
                <a:gd name="T17" fmla="*/ 0 h 116"/>
                <a:gd name="T18" fmla="*/ 204 w 215"/>
                <a:gd name="T19" fmla="*/ 0 h 116"/>
                <a:gd name="T20" fmla="*/ 201 w 215"/>
                <a:gd name="T21" fmla="*/ 2 h 116"/>
                <a:gd name="T22" fmla="*/ 5 w 215"/>
                <a:gd name="T23" fmla="*/ 98 h 116"/>
                <a:gd name="T24" fmla="*/ 4 w 215"/>
                <a:gd name="T25" fmla="*/ 98 h 116"/>
                <a:gd name="T26" fmla="*/ 2 w 215"/>
                <a:gd name="T27" fmla="*/ 101 h 116"/>
                <a:gd name="T28" fmla="*/ 0 w 215"/>
                <a:gd name="T29" fmla="*/ 103 h 116"/>
                <a:gd name="T30" fmla="*/ 0 w 215"/>
                <a:gd name="T31" fmla="*/ 108 h 116"/>
                <a:gd name="T32" fmla="*/ 2 w 215"/>
                <a:gd name="T33" fmla="*/ 111 h 116"/>
                <a:gd name="T34" fmla="*/ 2 w 215"/>
                <a:gd name="T35" fmla="*/ 112 h 116"/>
                <a:gd name="T36" fmla="*/ 5 w 215"/>
                <a:gd name="T37" fmla="*/ 114 h 116"/>
                <a:gd name="T38" fmla="*/ 7 w 215"/>
                <a:gd name="T39" fmla="*/ 116 h 116"/>
                <a:gd name="T40" fmla="*/ 11 w 215"/>
                <a:gd name="T41" fmla="*/ 116 h 116"/>
                <a:gd name="T42" fmla="*/ 15 w 215"/>
                <a:gd name="T43" fmla="*/ 114 h 116"/>
                <a:gd name="T44" fmla="*/ 211 w 215"/>
                <a:gd name="T45" fmla="*/ 17 h 1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15"/>
                <a:gd name="T70" fmla="*/ 0 h 116"/>
                <a:gd name="T71" fmla="*/ 215 w 215"/>
                <a:gd name="T72" fmla="*/ 116 h 1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15" h="116">
                  <a:moveTo>
                    <a:pt x="211" y="17"/>
                  </a:moveTo>
                  <a:lnTo>
                    <a:pt x="212" y="17"/>
                  </a:lnTo>
                  <a:lnTo>
                    <a:pt x="214" y="14"/>
                  </a:lnTo>
                  <a:lnTo>
                    <a:pt x="215" y="13"/>
                  </a:lnTo>
                  <a:lnTo>
                    <a:pt x="215" y="8"/>
                  </a:lnTo>
                  <a:lnTo>
                    <a:pt x="214" y="5"/>
                  </a:lnTo>
                  <a:lnTo>
                    <a:pt x="214" y="3"/>
                  </a:lnTo>
                  <a:lnTo>
                    <a:pt x="211" y="2"/>
                  </a:lnTo>
                  <a:lnTo>
                    <a:pt x="209" y="0"/>
                  </a:lnTo>
                  <a:lnTo>
                    <a:pt x="204" y="0"/>
                  </a:lnTo>
                  <a:lnTo>
                    <a:pt x="201" y="2"/>
                  </a:lnTo>
                  <a:lnTo>
                    <a:pt x="5" y="98"/>
                  </a:lnTo>
                  <a:lnTo>
                    <a:pt x="4" y="98"/>
                  </a:lnTo>
                  <a:lnTo>
                    <a:pt x="2" y="101"/>
                  </a:lnTo>
                  <a:lnTo>
                    <a:pt x="0" y="103"/>
                  </a:lnTo>
                  <a:lnTo>
                    <a:pt x="0" y="108"/>
                  </a:lnTo>
                  <a:lnTo>
                    <a:pt x="2" y="111"/>
                  </a:lnTo>
                  <a:lnTo>
                    <a:pt x="2" y="112"/>
                  </a:lnTo>
                  <a:lnTo>
                    <a:pt x="5" y="114"/>
                  </a:lnTo>
                  <a:lnTo>
                    <a:pt x="7" y="116"/>
                  </a:lnTo>
                  <a:lnTo>
                    <a:pt x="11" y="116"/>
                  </a:lnTo>
                  <a:lnTo>
                    <a:pt x="15" y="114"/>
                  </a:lnTo>
                  <a:lnTo>
                    <a:pt x="21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4" name="Freeform 60">
              <a:extLst>
                <a:ext uri="{FF2B5EF4-FFF2-40B4-BE49-F238E27FC236}">
                  <a16:creationId xmlns:a16="http://schemas.microsoft.com/office/drawing/2014/main" id="{AC472A1D-EF29-645A-D50B-9E5C32BB20B3}"/>
                </a:ext>
              </a:extLst>
            </p:cNvPr>
            <p:cNvSpPr>
              <a:spLocks/>
            </p:cNvSpPr>
            <p:nvPr/>
          </p:nvSpPr>
          <p:spPr bwMode="auto">
            <a:xfrm>
              <a:off x="3357" y="2654"/>
              <a:ext cx="217" cy="125"/>
            </a:xfrm>
            <a:custGeom>
              <a:avLst/>
              <a:gdLst>
                <a:gd name="T0" fmla="*/ 15 w 217"/>
                <a:gd name="T1" fmla="*/ 1 h 125"/>
                <a:gd name="T2" fmla="*/ 11 w 217"/>
                <a:gd name="T3" fmla="*/ 0 h 125"/>
                <a:gd name="T4" fmla="*/ 7 w 217"/>
                <a:gd name="T5" fmla="*/ 0 h 125"/>
                <a:gd name="T6" fmla="*/ 4 w 217"/>
                <a:gd name="T7" fmla="*/ 3 h 125"/>
                <a:gd name="T8" fmla="*/ 2 w 217"/>
                <a:gd name="T9" fmla="*/ 4 h 125"/>
                <a:gd name="T10" fmla="*/ 0 w 217"/>
                <a:gd name="T11" fmla="*/ 7 h 125"/>
                <a:gd name="T12" fmla="*/ 0 w 217"/>
                <a:gd name="T13" fmla="*/ 12 h 125"/>
                <a:gd name="T14" fmla="*/ 4 w 217"/>
                <a:gd name="T15" fmla="*/ 15 h 125"/>
                <a:gd name="T16" fmla="*/ 5 w 217"/>
                <a:gd name="T17" fmla="*/ 17 h 125"/>
                <a:gd name="T18" fmla="*/ 203 w 217"/>
                <a:gd name="T19" fmla="*/ 123 h 125"/>
                <a:gd name="T20" fmla="*/ 206 w 217"/>
                <a:gd name="T21" fmla="*/ 125 h 125"/>
                <a:gd name="T22" fmla="*/ 211 w 217"/>
                <a:gd name="T23" fmla="*/ 125 h 125"/>
                <a:gd name="T24" fmla="*/ 214 w 217"/>
                <a:gd name="T25" fmla="*/ 121 h 125"/>
                <a:gd name="T26" fmla="*/ 215 w 217"/>
                <a:gd name="T27" fmla="*/ 120 h 125"/>
                <a:gd name="T28" fmla="*/ 217 w 217"/>
                <a:gd name="T29" fmla="*/ 117 h 125"/>
                <a:gd name="T30" fmla="*/ 217 w 217"/>
                <a:gd name="T31" fmla="*/ 112 h 125"/>
                <a:gd name="T32" fmla="*/ 214 w 217"/>
                <a:gd name="T33" fmla="*/ 109 h 125"/>
                <a:gd name="T34" fmla="*/ 212 w 217"/>
                <a:gd name="T35" fmla="*/ 107 h 125"/>
                <a:gd name="T36" fmla="*/ 15 w 217"/>
                <a:gd name="T37" fmla="*/ 1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7"/>
                <a:gd name="T58" fmla="*/ 0 h 125"/>
                <a:gd name="T59" fmla="*/ 217 w 217"/>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7" h="125">
                  <a:moveTo>
                    <a:pt x="15" y="1"/>
                  </a:moveTo>
                  <a:lnTo>
                    <a:pt x="11" y="0"/>
                  </a:lnTo>
                  <a:lnTo>
                    <a:pt x="7" y="0"/>
                  </a:lnTo>
                  <a:lnTo>
                    <a:pt x="4" y="3"/>
                  </a:lnTo>
                  <a:lnTo>
                    <a:pt x="2" y="4"/>
                  </a:lnTo>
                  <a:lnTo>
                    <a:pt x="0" y="7"/>
                  </a:lnTo>
                  <a:lnTo>
                    <a:pt x="0" y="12"/>
                  </a:lnTo>
                  <a:lnTo>
                    <a:pt x="4" y="15"/>
                  </a:lnTo>
                  <a:lnTo>
                    <a:pt x="5" y="17"/>
                  </a:lnTo>
                  <a:lnTo>
                    <a:pt x="203" y="123"/>
                  </a:lnTo>
                  <a:lnTo>
                    <a:pt x="206" y="125"/>
                  </a:lnTo>
                  <a:lnTo>
                    <a:pt x="211" y="125"/>
                  </a:lnTo>
                  <a:lnTo>
                    <a:pt x="214" y="121"/>
                  </a:lnTo>
                  <a:lnTo>
                    <a:pt x="215" y="120"/>
                  </a:lnTo>
                  <a:lnTo>
                    <a:pt x="217" y="117"/>
                  </a:lnTo>
                  <a:lnTo>
                    <a:pt x="217" y="112"/>
                  </a:lnTo>
                  <a:lnTo>
                    <a:pt x="214" y="109"/>
                  </a:lnTo>
                  <a:lnTo>
                    <a:pt x="212" y="107"/>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5" name="Freeform 61">
              <a:extLst>
                <a:ext uri="{FF2B5EF4-FFF2-40B4-BE49-F238E27FC236}">
                  <a16:creationId xmlns:a16="http://schemas.microsoft.com/office/drawing/2014/main" id="{BEFA9113-723D-1F9C-A5D6-DDB1C72FD0AB}"/>
                </a:ext>
              </a:extLst>
            </p:cNvPr>
            <p:cNvSpPr>
              <a:spLocks/>
            </p:cNvSpPr>
            <p:nvPr/>
          </p:nvSpPr>
          <p:spPr bwMode="auto">
            <a:xfrm>
              <a:off x="3555" y="2555"/>
              <a:ext cx="19" cy="224"/>
            </a:xfrm>
            <a:custGeom>
              <a:avLst/>
              <a:gdLst>
                <a:gd name="T0" fmla="*/ 0 w 19"/>
                <a:gd name="T1" fmla="*/ 214 h 224"/>
                <a:gd name="T2" fmla="*/ 0 w 19"/>
                <a:gd name="T3" fmla="*/ 217 h 224"/>
                <a:gd name="T4" fmla="*/ 3 w 19"/>
                <a:gd name="T5" fmla="*/ 220 h 224"/>
                <a:gd name="T6" fmla="*/ 6 w 19"/>
                <a:gd name="T7" fmla="*/ 224 h 224"/>
                <a:gd name="T8" fmla="*/ 13 w 19"/>
                <a:gd name="T9" fmla="*/ 224 h 224"/>
                <a:gd name="T10" fmla="*/ 16 w 19"/>
                <a:gd name="T11" fmla="*/ 220 h 224"/>
                <a:gd name="T12" fmla="*/ 19 w 19"/>
                <a:gd name="T13" fmla="*/ 217 h 224"/>
                <a:gd name="T14" fmla="*/ 19 w 19"/>
                <a:gd name="T15" fmla="*/ 7 h 224"/>
                <a:gd name="T16" fmla="*/ 16 w 19"/>
                <a:gd name="T17" fmla="*/ 4 h 224"/>
                <a:gd name="T18" fmla="*/ 13 w 19"/>
                <a:gd name="T19" fmla="*/ 0 h 224"/>
                <a:gd name="T20" fmla="*/ 6 w 19"/>
                <a:gd name="T21" fmla="*/ 0 h 224"/>
                <a:gd name="T22" fmla="*/ 3 w 19"/>
                <a:gd name="T23" fmla="*/ 4 h 224"/>
                <a:gd name="T24" fmla="*/ 0 w 19"/>
                <a:gd name="T25" fmla="*/ 7 h 224"/>
                <a:gd name="T26" fmla="*/ 0 w 19"/>
                <a:gd name="T27" fmla="*/ 10 h 224"/>
                <a:gd name="T28" fmla="*/ 0 w 19"/>
                <a:gd name="T29" fmla="*/ 214 h 2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224"/>
                <a:gd name="T47" fmla="*/ 19 w 19"/>
                <a:gd name="T48" fmla="*/ 224 h 2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224">
                  <a:moveTo>
                    <a:pt x="0" y="214"/>
                  </a:moveTo>
                  <a:lnTo>
                    <a:pt x="0" y="217"/>
                  </a:lnTo>
                  <a:lnTo>
                    <a:pt x="3" y="220"/>
                  </a:lnTo>
                  <a:lnTo>
                    <a:pt x="6" y="224"/>
                  </a:lnTo>
                  <a:lnTo>
                    <a:pt x="13" y="224"/>
                  </a:lnTo>
                  <a:lnTo>
                    <a:pt x="16" y="220"/>
                  </a:lnTo>
                  <a:lnTo>
                    <a:pt x="19" y="217"/>
                  </a:lnTo>
                  <a:lnTo>
                    <a:pt x="19" y="7"/>
                  </a:lnTo>
                  <a:lnTo>
                    <a:pt x="16" y="4"/>
                  </a:lnTo>
                  <a:lnTo>
                    <a:pt x="13" y="0"/>
                  </a:lnTo>
                  <a:lnTo>
                    <a:pt x="6" y="0"/>
                  </a:lnTo>
                  <a:lnTo>
                    <a:pt x="3" y="4"/>
                  </a:lnTo>
                  <a:lnTo>
                    <a:pt x="0" y="7"/>
                  </a:lnTo>
                  <a:lnTo>
                    <a:pt x="0" y="10"/>
                  </a:lnTo>
                  <a:lnTo>
                    <a:pt x="0" y="2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6" name="Freeform 62">
              <a:extLst>
                <a:ext uri="{FF2B5EF4-FFF2-40B4-BE49-F238E27FC236}">
                  <a16:creationId xmlns:a16="http://schemas.microsoft.com/office/drawing/2014/main" id="{11409695-49A8-23CF-EAAC-828CC37839D6}"/>
                </a:ext>
              </a:extLst>
            </p:cNvPr>
            <p:cNvSpPr>
              <a:spLocks/>
            </p:cNvSpPr>
            <p:nvPr/>
          </p:nvSpPr>
          <p:spPr bwMode="auto">
            <a:xfrm>
              <a:off x="3470" y="2631"/>
              <a:ext cx="68" cy="19"/>
            </a:xfrm>
            <a:custGeom>
              <a:avLst/>
              <a:gdLst>
                <a:gd name="T0" fmla="*/ 9 w 68"/>
                <a:gd name="T1" fmla="*/ 0 h 19"/>
                <a:gd name="T2" fmla="*/ 6 w 68"/>
                <a:gd name="T3" fmla="*/ 0 h 19"/>
                <a:gd name="T4" fmla="*/ 3 w 68"/>
                <a:gd name="T5" fmla="*/ 4 h 19"/>
                <a:gd name="T6" fmla="*/ 0 w 68"/>
                <a:gd name="T7" fmla="*/ 7 h 19"/>
                <a:gd name="T8" fmla="*/ 0 w 68"/>
                <a:gd name="T9" fmla="*/ 13 h 19"/>
                <a:gd name="T10" fmla="*/ 3 w 68"/>
                <a:gd name="T11" fmla="*/ 16 h 19"/>
                <a:gd name="T12" fmla="*/ 6 w 68"/>
                <a:gd name="T13" fmla="*/ 19 h 19"/>
                <a:gd name="T14" fmla="*/ 61 w 68"/>
                <a:gd name="T15" fmla="*/ 19 h 19"/>
                <a:gd name="T16" fmla="*/ 64 w 68"/>
                <a:gd name="T17" fmla="*/ 16 h 19"/>
                <a:gd name="T18" fmla="*/ 68 w 68"/>
                <a:gd name="T19" fmla="*/ 13 h 19"/>
                <a:gd name="T20" fmla="*/ 68 w 68"/>
                <a:gd name="T21" fmla="*/ 7 h 19"/>
                <a:gd name="T22" fmla="*/ 64 w 68"/>
                <a:gd name="T23" fmla="*/ 4 h 19"/>
                <a:gd name="T24" fmla="*/ 61 w 68"/>
                <a:gd name="T25" fmla="*/ 0 h 19"/>
                <a:gd name="T26" fmla="*/ 58 w 68"/>
                <a:gd name="T27" fmla="*/ 0 h 19"/>
                <a:gd name="T28" fmla="*/ 9 w 68"/>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8"/>
                <a:gd name="T46" fmla="*/ 0 h 19"/>
                <a:gd name="T47" fmla="*/ 68 w 68"/>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8" h="19">
                  <a:moveTo>
                    <a:pt x="9" y="0"/>
                  </a:moveTo>
                  <a:lnTo>
                    <a:pt x="6" y="0"/>
                  </a:lnTo>
                  <a:lnTo>
                    <a:pt x="3" y="4"/>
                  </a:lnTo>
                  <a:lnTo>
                    <a:pt x="0" y="7"/>
                  </a:lnTo>
                  <a:lnTo>
                    <a:pt x="0" y="13"/>
                  </a:lnTo>
                  <a:lnTo>
                    <a:pt x="3" y="16"/>
                  </a:lnTo>
                  <a:lnTo>
                    <a:pt x="6" y="19"/>
                  </a:lnTo>
                  <a:lnTo>
                    <a:pt x="61" y="19"/>
                  </a:lnTo>
                  <a:lnTo>
                    <a:pt x="64" y="16"/>
                  </a:lnTo>
                  <a:lnTo>
                    <a:pt x="68" y="13"/>
                  </a:lnTo>
                  <a:lnTo>
                    <a:pt x="68" y="7"/>
                  </a:lnTo>
                  <a:lnTo>
                    <a:pt x="64" y="4"/>
                  </a:lnTo>
                  <a:lnTo>
                    <a:pt x="61" y="0"/>
                  </a:lnTo>
                  <a:lnTo>
                    <a:pt x="58"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7" name="Freeform 63">
              <a:extLst>
                <a:ext uri="{FF2B5EF4-FFF2-40B4-BE49-F238E27FC236}">
                  <a16:creationId xmlns:a16="http://schemas.microsoft.com/office/drawing/2014/main" id="{88078C5F-730A-F546-B52E-B98521662B6A}"/>
                </a:ext>
              </a:extLst>
            </p:cNvPr>
            <p:cNvSpPr>
              <a:spLocks/>
            </p:cNvSpPr>
            <p:nvPr/>
          </p:nvSpPr>
          <p:spPr bwMode="auto">
            <a:xfrm>
              <a:off x="3465" y="2631"/>
              <a:ext cx="47" cy="62"/>
            </a:xfrm>
            <a:custGeom>
              <a:avLst/>
              <a:gdLst>
                <a:gd name="T0" fmla="*/ 17 w 47"/>
                <a:gd name="T1" fmla="*/ 5 h 62"/>
                <a:gd name="T2" fmla="*/ 16 w 47"/>
                <a:gd name="T3" fmla="*/ 2 h 62"/>
                <a:gd name="T4" fmla="*/ 14 w 47"/>
                <a:gd name="T5" fmla="*/ 2 h 62"/>
                <a:gd name="T6" fmla="*/ 11 w 47"/>
                <a:gd name="T7" fmla="*/ 0 h 62"/>
                <a:gd name="T8" fmla="*/ 6 w 47"/>
                <a:gd name="T9" fmla="*/ 0 h 62"/>
                <a:gd name="T10" fmla="*/ 5 w 47"/>
                <a:gd name="T11" fmla="*/ 2 h 62"/>
                <a:gd name="T12" fmla="*/ 1 w 47"/>
                <a:gd name="T13" fmla="*/ 4 h 62"/>
                <a:gd name="T14" fmla="*/ 1 w 47"/>
                <a:gd name="T15" fmla="*/ 5 h 62"/>
                <a:gd name="T16" fmla="*/ 0 w 47"/>
                <a:gd name="T17" fmla="*/ 8 h 62"/>
                <a:gd name="T18" fmla="*/ 0 w 47"/>
                <a:gd name="T19" fmla="*/ 13 h 62"/>
                <a:gd name="T20" fmla="*/ 1 w 47"/>
                <a:gd name="T21" fmla="*/ 15 h 62"/>
                <a:gd name="T22" fmla="*/ 30 w 47"/>
                <a:gd name="T23" fmla="*/ 57 h 62"/>
                <a:gd name="T24" fmla="*/ 32 w 47"/>
                <a:gd name="T25" fmla="*/ 60 h 62"/>
                <a:gd name="T26" fmla="*/ 33 w 47"/>
                <a:gd name="T27" fmla="*/ 60 h 62"/>
                <a:gd name="T28" fmla="*/ 36 w 47"/>
                <a:gd name="T29" fmla="*/ 62 h 62"/>
                <a:gd name="T30" fmla="*/ 41 w 47"/>
                <a:gd name="T31" fmla="*/ 62 h 62"/>
                <a:gd name="T32" fmla="*/ 43 w 47"/>
                <a:gd name="T33" fmla="*/ 60 h 62"/>
                <a:gd name="T34" fmla="*/ 46 w 47"/>
                <a:gd name="T35" fmla="*/ 59 h 62"/>
                <a:gd name="T36" fmla="*/ 46 w 47"/>
                <a:gd name="T37" fmla="*/ 57 h 62"/>
                <a:gd name="T38" fmla="*/ 47 w 47"/>
                <a:gd name="T39" fmla="*/ 54 h 62"/>
                <a:gd name="T40" fmla="*/ 47 w 47"/>
                <a:gd name="T41" fmla="*/ 49 h 62"/>
                <a:gd name="T42" fmla="*/ 46 w 47"/>
                <a:gd name="T43" fmla="*/ 48 h 62"/>
                <a:gd name="T44" fmla="*/ 17 w 47"/>
                <a:gd name="T45" fmla="*/ 5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7"/>
                <a:gd name="T70" fmla="*/ 0 h 62"/>
                <a:gd name="T71" fmla="*/ 47 w 47"/>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7" h="62">
                  <a:moveTo>
                    <a:pt x="17" y="5"/>
                  </a:moveTo>
                  <a:lnTo>
                    <a:pt x="16" y="2"/>
                  </a:lnTo>
                  <a:lnTo>
                    <a:pt x="14" y="2"/>
                  </a:lnTo>
                  <a:lnTo>
                    <a:pt x="11" y="0"/>
                  </a:lnTo>
                  <a:lnTo>
                    <a:pt x="6" y="0"/>
                  </a:lnTo>
                  <a:lnTo>
                    <a:pt x="5" y="2"/>
                  </a:lnTo>
                  <a:lnTo>
                    <a:pt x="1" y="4"/>
                  </a:lnTo>
                  <a:lnTo>
                    <a:pt x="1" y="5"/>
                  </a:lnTo>
                  <a:lnTo>
                    <a:pt x="0" y="8"/>
                  </a:lnTo>
                  <a:lnTo>
                    <a:pt x="0" y="13"/>
                  </a:lnTo>
                  <a:lnTo>
                    <a:pt x="1" y="15"/>
                  </a:lnTo>
                  <a:lnTo>
                    <a:pt x="30" y="57"/>
                  </a:lnTo>
                  <a:lnTo>
                    <a:pt x="32" y="60"/>
                  </a:lnTo>
                  <a:lnTo>
                    <a:pt x="33" y="60"/>
                  </a:lnTo>
                  <a:lnTo>
                    <a:pt x="36" y="62"/>
                  </a:lnTo>
                  <a:lnTo>
                    <a:pt x="41" y="62"/>
                  </a:lnTo>
                  <a:lnTo>
                    <a:pt x="43" y="60"/>
                  </a:lnTo>
                  <a:lnTo>
                    <a:pt x="46" y="59"/>
                  </a:lnTo>
                  <a:lnTo>
                    <a:pt x="46" y="57"/>
                  </a:lnTo>
                  <a:lnTo>
                    <a:pt x="47" y="54"/>
                  </a:lnTo>
                  <a:lnTo>
                    <a:pt x="47" y="49"/>
                  </a:lnTo>
                  <a:lnTo>
                    <a:pt x="46" y="48"/>
                  </a:lnTo>
                  <a:lnTo>
                    <a:pt x="17"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8" name="Freeform 64">
              <a:extLst>
                <a:ext uri="{FF2B5EF4-FFF2-40B4-BE49-F238E27FC236}">
                  <a16:creationId xmlns:a16="http://schemas.microsoft.com/office/drawing/2014/main" id="{70957D39-EAF1-7187-79E8-006D4930851D}"/>
                </a:ext>
              </a:extLst>
            </p:cNvPr>
            <p:cNvSpPr>
              <a:spLocks/>
            </p:cNvSpPr>
            <p:nvPr/>
          </p:nvSpPr>
          <p:spPr bwMode="auto">
            <a:xfrm>
              <a:off x="3493" y="2633"/>
              <a:ext cx="49" cy="66"/>
            </a:xfrm>
            <a:custGeom>
              <a:avLst/>
              <a:gdLst>
                <a:gd name="T0" fmla="*/ 2 w 49"/>
                <a:gd name="T1" fmla="*/ 52 h 66"/>
                <a:gd name="T2" fmla="*/ 0 w 49"/>
                <a:gd name="T3" fmla="*/ 54 h 66"/>
                <a:gd name="T4" fmla="*/ 0 w 49"/>
                <a:gd name="T5" fmla="*/ 58 h 66"/>
                <a:gd name="T6" fmla="*/ 2 w 49"/>
                <a:gd name="T7" fmla="*/ 62 h 66"/>
                <a:gd name="T8" fmla="*/ 5 w 49"/>
                <a:gd name="T9" fmla="*/ 65 h 66"/>
                <a:gd name="T10" fmla="*/ 7 w 49"/>
                <a:gd name="T11" fmla="*/ 66 h 66"/>
                <a:gd name="T12" fmla="*/ 11 w 49"/>
                <a:gd name="T13" fmla="*/ 66 h 66"/>
                <a:gd name="T14" fmla="*/ 15 w 49"/>
                <a:gd name="T15" fmla="*/ 65 h 66"/>
                <a:gd name="T16" fmla="*/ 18 w 49"/>
                <a:gd name="T17" fmla="*/ 62 h 66"/>
                <a:gd name="T18" fmla="*/ 48 w 49"/>
                <a:gd name="T19" fmla="*/ 14 h 66"/>
                <a:gd name="T20" fmla="*/ 49 w 49"/>
                <a:gd name="T21" fmla="*/ 13 h 66"/>
                <a:gd name="T22" fmla="*/ 49 w 49"/>
                <a:gd name="T23" fmla="*/ 8 h 66"/>
                <a:gd name="T24" fmla="*/ 48 w 49"/>
                <a:gd name="T25" fmla="*/ 5 h 66"/>
                <a:gd name="T26" fmla="*/ 45 w 49"/>
                <a:gd name="T27" fmla="*/ 2 h 66"/>
                <a:gd name="T28" fmla="*/ 43 w 49"/>
                <a:gd name="T29" fmla="*/ 0 h 66"/>
                <a:gd name="T30" fmla="*/ 38 w 49"/>
                <a:gd name="T31" fmla="*/ 0 h 66"/>
                <a:gd name="T32" fmla="*/ 35 w 49"/>
                <a:gd name="T33" fmla="*/ 2 h 66"/>
                <a:gd name="T34" fmla="*/ 32 w 49"/>
                <a:gd name="T35" fmla="*/ 5 h 66"/>
                <a:gd name="T36" fmla="*/ 2 w 49"/>
                <a:gd name="T37" fmla="*/ 52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
                <a:gd name="T58" fmla="*/ 0 h 66"/>
                <a:gd name="T59" fmla="*/ 49 w 4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 h="66">
                  <a:moveTo>
                    <a:pt x="2" y="52"/>
                  </a:moveTo>
                  <a:lnTo>
                    <a:pt x="0" y="54"/>
                  </a:lnTo>
                  <a:lnTo>
                    <a:pt x="0" y="58"/>
                  </a:lnTo>
                  <a:lnTo>
                    <a:pt x="2" y="62"/>
                  </a:lnTo>
                  <a:lnTo>
                    <a:pt x="5" y="65"/>
                  </a:lnTo>
                  <a:lnTo>
                    <a:pt x="7" y="66"/>
                  </a:lnTo>
                  <a:lnTo>
                    <a:pt x="11" y="66"/>
                  </a:lnTo>
                  <a:lnTo>
                    <a:pt x="15" y="65"/>
                  </a:lnTo>
                  <a:lnTo>
                    <a:pt x="18" y="62"/>
                  </a:lnTo>
                  <a:lnTo>
                    <a:pt x="48" y="14"/>
                  </a:lnTo>
                  <a:lnTo>
                    <a:pt x="49" y="13"/>
                  </a:lnTo>
                  <a:lnTo>
                    <a:pt x="49" y="8"/>
                  </a:lnTo>
                  <a:lnTo>
                    <a:pt x="48" y="5"/>
                  </a:lnTo>
                  <a:lnTo>
                    <a:pt x="45" y="2"/>
                  </a:lnTo>
                  <a:lnTo>
                    <a:pt x="43" y="0"/>
                  </a:lnTo>
                  <a:lnTo>
                    <a:pt x="38" y="0"/>
                  </a:lnTo>
                  <a:lnTo>
                    <a:pt x="35" y="2"/>
                  </a:lnTo>
                  <a:lnTo>
                    <a:pt x="32" y="5"/>
                  </a:lnTo>
                  <a:lnTo>
                    <a:pt x="2"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69" name="Freeform 65">
              <a:extLst>
                <a:ext uri="{FF2B5EF4-FFF2-40B4-BE49-F238E27FC236}">
                  <a16:creationId xmlns:a16="http://schemas.microsoft.com/office/drawing/2014/main" id="{686310F8-DD77-2CE5-89DD-7819CBA6DFF7}"/>
                </a:ext>
              </a:extLst>
            </p:cNvPr>
            <p:cNvSpPr>
              <a:spLocks/>
            </p:cNvSpPr>
            <p:nvPr/>
          </p:nvSpPr>
          <p:spPr bwMode="auto">
            <a:xfrm>
              <a:off x="3485" y="3862"/>
              <a:ext cx="19" cy="177"/>
            </a:xfrm>
            <a:custGeom>
              <a:avLst/>
              <a:gdLst>
                <a:gd name="T0" fmla="*/ 0 w 19"/>
                <a:gd name="T1" fmla="*/ 168 h 177"/>
                <a:gd name="T2" fmla="*/ 0 w 19"/>
                <a:gd name="T3" fmla="*/ 171 h 177"/>
                <a:gd name="T4" fmla="*/ 4 w 19"/>
                <a:gd name="T5" fmla="*/ 174 h 177"/>
                <a:gd name="T6" fmla="*/ 7 w 19"/>
                <a:gd name="T7" fmla="*/ 177 h 177"/>
                <a:gd name="T8" fmla="*/ 13 w 19"/>
                <a:gd name="T9" fmla="*/ 177 h 177"/>
                <a:gd name="T10" fmla="*/ 16 w 19"/>
                <a:gd name="T11" fmla="*/ 174 h 177"/>
                <a:gd name="T12" fmla="*/ 19 w 19"/>
                <a:gd name="T13" fmla="*/ 171 h 177"/>
                <a:gd name="T14" fmla="*/ 19 w 19"/>
                <a:gd name="T15" fmla="*/ 7 h 177"/>
                <a:gd name="T16" fmla="*/ 16 w 19"/>
                <a:gd name="T17" fmla="*/ 3 h 177"/>
                <a:gd name="T18" fmla="*/ 13 w 19"/>
                <a:gd name="T19" fmla="*/ 0 h 177"/>
                <a:gd name="T20" fmla="*/ 7 w 19"/>
                <a:gd name="T21" fmla="*/ 0 h 177"/>
                <a:gd name="T22" fmla="*/ 4 w 19"/>
                <a:gd name="T23" fmla="*/ 3 h 177"/>
                <a:gd name="T24" fmla="*/ 0 w 19"/>
                <a:gd name="T25" fmla="*/ 7 h 177"/>
                <a:gd name="T26" fmla="*/ 0 w 19"/>
                <a:gd name="T27" fmla="*/ 10 h 177"/>
                <a:gd name="T28" fmla="*/ 0 w 19"/>
                <a:gd name="T29" fmla="*/ 168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0" y="168"/>
                  </a:moveTo>
                  <a:lnTo>
                    <a:pt x="0" y="171"/>
                  </a:lnTo>
                  <a:lnTo>
                    <a:pt x="4" y="174"/>
                  </a:lnTo>
                  <a:lnTo>
                    <a:pt x="7" y="177"/>
                  </a:lnTo>
                  <a:lnTo>
                    <a:pt x="13" y="177"/>
                  </a:lnTo>
                  <a:lnTo>
                    <a:pt x="16" y="174"/>
                  </a:lnTo>
                  <a:lnTo>
                    <a:pt x="19" y="171"/>
                  </a:lnTo>
                  <a:lnTo>
                    <a:pt x="19" y="7"/>
                  </a:lnTo>
                  <a:lnTo>
                    <a:pt x="16" y="3"/>
                  </a:lnTo>
                  <a:lnTo>
                    <a:pt x="13" y="0"/>
                  </a:lnTo>
                  <a:lnTo>
                    <a:pt x="7" y="0"/>
                  </a:lnTo>
                  <a:lnTo>
                    <a:pt x="4" y="3"/>
                  </a:lnTo>
                  <a:lnTo>
                    <a:pt x="0" y="7"/>
                  </a:lnTo>
                  <a:lnTo>
                    <a:pt x="0" y="10"/>
                  </a:lnTo>
                  <a:lnTo>
                    <a:pt x="0" y="1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0" name="Freeform 66">
              <a:extLst>
                <a:ext uri="{FF2B5EF4-FFF2-40B4-BE49-F238E27FC236}">
                  <a16:creationId xmlns:a16="http://schemas.microsoft.com/office/drawing/2014/main" id="{01633729-028F-DC0E-DE33-DBDFDF5B2C23}"/>
                </a:ext>
              </a:extLst>
            </p:cNvPr>
            <p:cNvSpPr>
              <a:spLocks/>
            </p:cNvSpPr>
            <p:nvPr/>
          </p:nvSpPr>
          <p:spPr bwMode="auto">
            <a:xfrm>
              <a:off x="3484" y="3854"/>
              <a:ext cx="47" cy="89"/>
            </a:xfrm>
            <a:custGeom>
              <a:avLst/>
              <a:gdLst>
                <a:gd name="T0" fmla="*/ 19 w 47"/>
                <a:gd name="T1" fmla="*/ 7 h 89"/>
                <a:gd name="T2" fmla="*/ 17 w 47"/>
                <a:gd name="T3" fmla="*/ 3 h 89"/>
                <a:gd name="T4" fmla="*/ 16 w 47"/>
                <a:gd name="T5" fmla="*/ 2 h 89"/>
                <a:gd name="T6" fmla="*/ 13 w 47"/>
                <a:gd name="T7" fmla="*/ 0 h 89"/>
                <a:gd name="T8" fmla="*/ 6 w 47"/>
                <a:gd name="T9" fmla="*/ 0 h 89"/>
                <a:gd name="T10" fmla="*/ 3 w 47"/>
                <a:gd name="T11" fmla="*/ 2 h 89"/>
                <a:gd name="T12" fmla="*/ 1 w 47"/>
                <a:gd name="T13" fmla="*/ 3 h 89"/>
                <a:gd name="T14" fmla="*/ 0 w 47"/>
                <a:gd name="T15" fmla="*/ 7 h 89"/>
                <a:gd name="T16" fmla="*/ 0 w 47"/>
                <a:gd name="T17" fmla="*/ 13 h 89"/>
                <a:gd name="T18" fmla="*/ 28 w 47"/>
                <a:gd name="T19" fmla="*/ 83 h 89"/>
                <a:gd name="T20" fmla="*/ 30 w 47"/>
                <a:gd name="T21" fmla="*/ 86 h 89"/>
                <a:gd name="T22" fmla="*/ 32 w 47"/>
                <a:gd name="T23" fmla="*/ 87 h 89"/>
                <a:gd name="T24" fmla="*/ 35 w 47"/>
                <a:gd name="T25" fmla="*/ 89 h 89"/>
                <a:gd name="T26" fmla="*/ 41 w 47"/>
                <a:gd name="T27" fmla="*/ 89 h 89"/>
                <a:gd name="T28" fmla="*/ 44 w 47"/>
                <a:gd name="T29" fmla="*/ 87 h 89"/>
                <a:gd name="T30" fmla="*/ 46 w 47"/>
                <a:gd name="T31" fmla="*/ 86 h 89"/>
                <a:gd name="T32" fmla="*/ 47 w 47"/>
                <a:gd name="T33" fmla="*/ 83 h 89"/>
                <a:gd name="T34" fmla="*/ 47 w 47"/>
                <a:gd name="T35" fmla="*/ 76 h 89"/>
                <a:gd name="T36" fmla="*/ 19 w 47"/>
                <a:gd name="T37" fmla="*/ 7 h 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89"/>
                <a:gd name="T59" fmla="*/ 47 w 47"/>
                <a:gd name="T60" fmla="*/ 89 h 8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89">
                  <a:moveTo>
                    <a:pt x="19" y="7"/>
                  </a:moveTo>
                  <a:lnTo>
                    <a:pt x="17" y="3"/>
                  </a:lnTo>
                  <a:lnTo>
                    <a:pt x="16" y="2"/>
                  </a:lnTo>
                  <a:lnTo>
                    <a:pt x="13" y="0"/>
                  </a:lnTo>
                  <a:lnTo>
                    <a:pt x="6" y="0"/>
                  </a:lnTo>
                  <a:lnTo>
                    <a:pt x="3" y="2"/>
                  </a:lnTo>
                  <a:lnTo>
                    <a:pt x="1" y="3"/>
                  </a:lnTo>
                  <a:lnTo>
                    <a:pt x="0" y="7"/>
                  </a:lnTo>
                  <a:lnTo>
                    <a:pt x="0" y="13"/>
                  </a:lnTo>
                  <a:lnTo>
                    <a:pt x="28" y="83"/>
                  </a:lnTo>
                  <a:lnTo>
                    <a:pt x="30" y="86"/>
                  </a:lnTo>
                  <a:lnTo>
                    <a:pt x="32" y="87"/>
                  </a:lnTo>
                  <a:lnTo>
                    <a:pt x="35" y="89"/>
                  </a:lnTo>
                  <a:lnTo>
                    <a:pt x="41" y="89"/>
                  </a:lnTo>
                  <a:lnTo>
                    <a:pt x="44" y="87"/>
                  </a:lnTo>
                  <a:lnTo>
                    <a:pt x="46" y="86"/>
                  </a:lnTo>
                  <a:lnTo>
                    <a:pt x="47" y="83"/>
                  </a:lnTo>
                  <a:lnTo>
                    <a:pt x="47" y="76"/>
                  </a:lnTo>
                  <a:lnTo>
                    <a:pt x="1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1" name="Freeform 67">
              <a:extLst>
                <a:ext uri="{FF2B5EF4-FFF2-40B4-BE49-F238E27FC236}">
                  <a16:creationId xmlns:a16="http://schemas.microsoft.com/office/drawing/2014/main" id="{75B73207-051B-7EA8-D45C-20F4F64E8587}"/>
                </a:ext>
              </a:extLst>
            </p:cNvPr>
            <p:cNvSpPr>
              <a:spLocks/>
            </p:cNvSpPr>
            <p:nvPr/>
          </p:nvSpPr>
          <p:spPr bwMode="auto">
            <a:xfrm>
              <a:off x="3457" y="3862"/>
              <a:ext cx="40" cy="81"/>
            </a:xfrm>
            <a:custGeom>
              <a:avLst/>
              <a:gdLst>
                <a:gd name="T0" fmla="*/ 40 w 40"/>
                <a:gd name="T1" fmla="*/ 13 h 81"/>
                <a:gd name="T2" fmla="*/ 40 w 40"/>
                <a:gd name="T3" fmla="*/ 8 h 81"/>
                <a:gd name="T4" fmla="*/ 38 w 40"/>
                <a:gd name="T5" fmla="*/ 5 h 81"/>
                <a:gd name="T6" fmla="*/ 35 w 40"/>
                <a:gd name="T7" fmla="*/ 2 h 81"/>
                <a:gd name="T8" fmla="*/ 33 w 40"/>
                <a:gd name="T9" fmla="*/ 0 h 81"/>
                <a:gd name="T10" fmla="*/ 28 w 40"/>
                <a:gd name="T11" fmla="*/ 0 h 81"/>
                <a:gd name="T12" fmla="*/ 25 w 40"/>
                <a:gd name="T13" fmla="*/ 2 h 81"/>
                <a:gd name="T14" fmla="*/ 22 w 40"/>
                <a:gd name="T15" fmla="*/ 5 h 81"/>
                <a:gd name="T16" fmla="*/ 21 w 40"/>
                <a:gd name="T17" fmla="*/ 7 h 81"/>
                <a:gd name="T18" fmla="*/ 0 w 40"/>
                <a:gd name="T19" fmla="*/ 68 h 81"/>
                <a:gd name="T20" fmla="*/ 0 w 40"/>
                <a:gd name="T21" fmla="*/ 73 h 81"/>
                <a:gd name="T22" fmla="*/ 2 w 40"/>
                <a:gd name="T23" fmla="*/ 76 h 81"/>
                <a:gd name="T24" fmla="*/ 5 w 40"/>
                <a:gd name="T25" fmla="*/ 79 h 81"/>
                <a:gd name="T26" fmla="*/ 6 w 40"/>
                <a:gd name="T27" fmla="*/ 81 h 81"/>
                <a:gd name="T28" fmla="*/ 11 w 40"/>
                <a:gd name="T29" fmla="*/ 81 h 81"/>
                <a:gd name="T30" fmla="*/ 14 w 40"/>
                <a:gd name="T31" fmla="*/ 79 h 81"/>
                <a:gd name="T32" fmla="*/ 17 w 40"/>
                <a:gd name="T33" fmla="*/ 76 h 81"/>
                <a:gd name="T34" fmla="*/ 19 w 40"/>
                <a:gd name="T35" fmla="*/ 75 h 81"/>
                <a:gd name="T36" fmla="*/ 40 w 40"/>
                <a:gd name="T37" fmla="*/ 13 h 8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81"/>
                <a:gd name="T59" fmla="*/ 40 w 40"/>
                <a:gd name="T60" fmla="*/ 81 h 8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81">
                  <a:moveTo>
                    <a:pt x="40" y="13"/>
                  </a:moveTo>
                  <a:lnTo>
                    <a:pt x="40" y="8"/>
                  </a:lnTo>
                  <a:lnTo>
                    <a:pt x="38" y="5"/>
                  </a:lnTo>
                  <a:lnTo>
                    <a:pt x="35" y="2"/>
                  </a:lnTo>
                  <a:lnTo>
                    <a:pt x="33" y="0"/>
                  </a:lnTo>
                  <a:lnTo>
                    <a:pt x="28" y="0"/>
                  </a:lnTo>
                  <a:lnTo>
                    <a:pt x="25" y="2"/>
                  </a:lnTo>
                  <a:lnTo>
                    <a:pt x="22" y="5"/>
                  </a:lnTo>
                  <a:lnTo>
                    <a:pt x="21" y="7"/>
                  </a:lnTo>
                  <a:lnTo>
                    <a:pt x="0" y="68"/>
                  </a:lnTo>
                  <a:lnTo>
                    <a:pt x="0" y="73"/>
                  </a:lnTo>
                  <a:lnTo>
                    <a:pt x="2" y="76"/>
                  </a:lnTo>
                  <a:lnTo>
                    <a:pt x="5" y="79"/>
                  </a:lnTo>
                  <a:lnTo>
                    <a:pt x="6" y="81"/>
                  </a:lnTo>
                  <a:lnTo>
                    <a:pt x="11" y="81"/>
                  </a:lnTo>
                  <a:lnTo>
                    <a:pt x="14" y="79"/>
                  </a:lnTo>
                  <a:lnTo>
                    <a:pt x="17" y="76"/>
                  </a:lnTo>
                  <a:lnTo>
                    <a:pt x="19" y="75"/>
                  </a:lnTo>
                  <a:lnTo>
                    <a:pt x="4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2" name="Freeform 68">
              <a:extLst>
                <a:ext uri="{FF2B5EF4-FFF2-40B4-BE49-F238E27FC236}">
                  <a16:creationId xmlns:a16="http://schemas.microsoft.com/office/drawing/2014/main" id="{E1E95034-4F14-9937-D313-89CDE6261932}"/>
                </a:ext>
              </a:extLst>
            </p:cNvPr>
            <p:cNvSpPr>
              <a:spLocks/>
            </p:cNvSpPr>
            <p:nvPr/>
          </p:nvSpPr>
          <p:spPr bwMode="auto">
            <a:xfrm>
              <a:off x="3367" y="3688"/>
              <a:ext cx="213" cy="117"/>
            </a:xfrm>
            <a:custGeom>
              <a:avLst/>
              <a:gdLst>
                <a:gd name="T0" fmla="*/ 209 w 213"/>
                <a:gd name="T1" fmla="*/ 18 h 117"/>
                <a:gd name="T2" fmla="*/ 212 w 213"/>
                <a:gd name="T3" fmla="*/ 14 h 117"/>
                <a:gd name="T4" fmla="*/ 213 w 213"/>
                <a:gd name="T5" fmla="*/ 13 h 117"/>
                <a:gd name="T6" fmla="*/ 213 w 213"/>
                <a:gd name="T7" fmla="*/ 8 h 117"/>
                <a:gd name="T8" fmla="*/ 212 w 213"/>
                <a:gd name="T9" fmla="*/ 5 h 117"/>
                <a:gd name="T10" fmla="*/ 209 w 213"/>
                <a:gd name="T11" fmla="*/ 2 h 117"/>
                <a:gd name="T12" fmla="*/ 207 w 213"/>
                <a:gd name="T13" fmla="*/ 0 h 117"/>
                <a:gd name="T14" fmla="*/ 202 w 213"/>
                <a:gd name="T15" fmla="*/ 0 h 117"/>
                <a:gd name="T16" fmla="*/ 199 w 213"/>
                <a:gd name="T17" fmla="*/ 2 h 117"/>
                <a:gd name="T18" fmla="*/ 5 w 213"/>
                <a:gd name="T19" fmla="*/ 100 h 117"/>
                <a:gd name="T20" fmla="*/ 1 w 213"/>
                <a:gd name="T21" fmla="*/ 103 h 117"/>
                <a:gd name="T22" fmla="*/ 0 w 213"/>
                <a:gd name="T23" fmla="*/ 105 h 117"/>
                <a:gd name="T24" fmla="*/ 0 w 213"/>
                <a:gd name="T25" fmla="*/ 109 h 117"/>
                <a:gd name="T26" fmla="*/ 1 w 213"/>
                <a:gd name="T27" fmla="*/ 113 h 117"/>
                <a:gd name="T28" fmla="*/ 5 w 213"/>
                <a:gd name="T29" fmla="*/ 116 h 117"/>
                <a:gd name="T30" fmla="*/ 6 w 213"/>
                <a:gd name="T31" fmla="*/ 117 h 117"/>
                <a:gd name="T32" fmla="*/ 11 w 213"/>
                <a:gd name="T33" fmla="*/ 117 h 117"/>
                <a:gd name="T34" fmla="*/ 14 w 213"/>
                <a:gd name="T35" fmla="*/ 116 h 117"/>
                <a:gd name="T36" fmla="*/ 209 w 213"/>
                <a:gd name="T37" fmla="*/ 18 h 1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3"/>
                <a:gd name="T58" fmla="*/ 0 h 117"/>
                <a:gd name="T59" fmla="*/ 213 w 213"/>
                <a:gd name="T60" fmla="*/ 117 h 11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3" h="117">
                  <a:moveTo>
                    <a:pt x="209" y="18"/>
                  </a:moveTo>
                  <a:lnTo>
                    <a:pt x="212" y="14"/>
                  </a:lnTo>
                  <a:lnTo>
                    <a:pt x="213" y="13"/>
                  </a:lnTo>
                  <a:lnTo>
                    <a:pt x="213" y="8"/>
                  </a:lnTo>
                  <a:lnTo>
                    <a:pt x="212" y="5"/>
                  </a:lnTo>
                  <a:lnTo>
                    <a:pt x="209" y="2"/>
                  </a:lnTo>
                  <a:lnTo>
                    <a:pt x="207" y="0"/>
                  </a:lnTo>
                  <a:lnTo>
                    <a:pt x="202" y="0"/>
                  </a:lnTo>
                  <a:lnTo>
                    <a:pt x="199" y="2"/>
                  </a:lnTo>
                  <a:lnTo>
                    <a:pt x="5" y="100"/>
                  </a:lnTo>
                  <a:lnTo>
                    <a:pt x="1" y="103"/>
                  </a:lnTo>
                  <a:lnTo>
                    <a:pt x="0" y="105"/>
                  </a:lnTo>
                  <a:lnTo>
                    <a:pt x="0" y="109"/>
                  </a:lnTo>
                  <a:lnTo>
                    <a:pt x="1" y="113"/>
                  </a:lnTo>
                  <a:lnTo>
                    <a:pt x="5" y="116"/>
                  </a:lnTo>
                  <a:lnTo>
                    <a:pt x="6" y="117"/>
                  </a:lnTo>
                  <a:lnTo>
                    <a:pt x="11" y="117"/>
                  </a:lnTo>
                  <a:lnTo>
                    <a:pt x="14" y="116"/>
                  </a:lnTo>
                  <a:lnTo>
                    <a:pt x="209"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3" name="Freeform 69">
              <a:extLst>
                <a:ext uri="{FF2B5EF4-FFF2-40B4-BE49-F238E27FC236}">
                  <a16:creationId xmlns:a16="http://schemas.microsoft.com/office/drawing/2014/main" id="{0010EDD0-ECC7-241B-3045-10716FAC2B92}"/>
                </a:ext>
              </a:extLst>
            </p:cNvPr>
            <p:cNvSpPr>
              <a:spLocks/>
            </p:cNvSpPr>
            <p:nvPr/>
          </p:nvSpPr>
          <p:spPr bwMode="auto">
            <a:xfrm>
              <a:off x="3367" y="3786"/>
              <a:ext cx="217" cy="124"/>
            </a:xfrm>
            <a:custGeom>
              <a:avLst/>
              <a:gdLst>
                <a:gd name="T0" fmla="*/ 14 w 217"/>
                <a:gd name="T1" fmla="*/ 2 h 124"/>
                <a:gd name="T2" fmla="*/ 11 w 217"/>
                <a:gd name="T3" fmla="*/ 0 h 124"/>
                <a:gd name="T4" fmla="*/ 6 w 217"/>
                <a:gd name="T5" fmla="*/ 0 h 124"/>
                <a:gd name="T6" fmla="*/ 3 w 217"/>
                <a:gd name="T7" fmla="*/ 3 h 124"/>
                <a:gd name="T8" fmla="*/ 1 w 217"/>
                <a:gd name="T9" fmla="*/ 5 h 124"/>
                <a:gd name="T10" fmla="*/ 0 w 217"/>
                <a:gd name="T11" fmla="*/ 8 h 124"/>
                <a:gd name="T12" fmla="*/ 0 w 217"/>
                <a:gd name="T13" fmla="*/ 13 h 124"/>
                <a:gd name="T14" fmla="*/ 3 w 217"/>
                <a:gd name="T15" fmla="*/ 16 h 124"/>
                <a:gd name="T16" fmla="*/ 5 w 217"/>
                <a:gd name="T17" fmla="*/ 18 h 124"/>
                <a:gd name="T18" fmla="*/ 202 w 217"/>
                <a:gd name="T19" fmla="*/ 122 h 124"/>
                <a:gd name="T20" fmla="*/ 205 w 217"/>
                <a:gd name="T21" fmla="*/ 124 h 124"/>
                <a:gd name="T22" fmla="*/ 210 w 217"/>
                <a:gd name="T23" fmla="*/ 124 h 124"/>
                <a:gd name="T24" fmla="*/ 213 w 217"/>
                <a:gd name="T25" fmla="*/ 121 h 124"/>
                <a:gd name="T26" fmla="*/ 215 w 217"/>
                <a:gd name="T27" fmla="*/ 119 h 124"/>
                <a:gd name="T28" fmla="*/ 217 w 217"/>
                <a:gd name="T29" fmla="*/ 116 h 124"/>
                <a:gd name="T30" fmla="*/ 217 w 217"/>
                <a:gd name="T31" fmla="*/ 111 h 124"/>
                <a:gd name="T32" fmla="*/ 213 w 217"/>
                <a:gd name="T33" fmla="*/ 108 h 124"/>
                <a:gd name="T34" fmla="*/ 212 w 217"/>
                <a:gd name="T35" fmla="*/ 106 h 124"/>
                <a:gd name="T36" fmla="*/ 14 w 217"/>
                <a:gd name="T37" fmla="*/ 2 h 1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7"/>
                <a:gd name="T58" fmla="*/ 0 h 124"/>
                <a:gd name="T59" fmla="*/ 217 w 217"/>
                <a:gd name="T60" fmla="*/ 124 h 12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7" h="124">
                  <a:moveTo>
                    <a:pt x="14" y="2"/>
                  </a:moveTo>
                  <a:lnTo>
                    <a:pt x="11" y="0"/>
                  </a:lnTo>
                  <a:lnTo>
                    <a:pt x="6" y="0"/>
                  </a:lnTo>
                  <a:lnTo>
                    <a:pt x="3" y="3"/>
                  </a:lnTo>
                  <a:lnTo>
                    <a:pt x="1" y="5"/>
                  </a:lnTo>
                  <a:lnTo>
                    <a:pt x="0" y="8"/>
                  </a:lnTo>
                  <a:lnTo>
                    <a:pt x="0" y="13"/>
                  </a:lnTo>
                  <a:lnTo>
                    <a:pt x="3" y="16"/>
                  </a:lnTo>
                  <a:lnTo>
                    <a:pt x="5" y="18"/>
                  </a:lnTo>
                  <a:lnTo>
                    <a:pt x="202" y="122"/>
                  </a:lnTo>
                  <a:lnTo>
                    <a:pt x="205" y="124"/>
                  </a:lnTo>
                  <a:lnTo>
                    <a:pt x="210" y="124"/>
                  </a:lnTo>
                  <a:lnTo>
                    <a:pt x="213" y="121"/>
                  </a:lnTo>
                  <a:lnTo>
                    <a:pt x="215" y="119"/>
                  </a:lnTo>
                  <a:lnTo>
                    <a:pt x="217" y="116"/>
                  </a:lnTo>
                  <a:lnTo>
                    <a:pt x="217" y="111"/>
                  </a:lnTo>
                  <a:lnTo>
                    <a:pt x="213" y="108"/>
                  </a:lnTo>
                  <a:lnTo>
                    <a:pt x="212" y="106"/>
                  </a:lnTo>
                  <a:lnTo>
                    <a:pt x="1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4" name="Freeform 70">
              <a:extLst>
                <a:ext uri="{FF2B5EF4-FFF2-40B4-BE49-F238E27FC236}">
                  <a16:creationId xmlns:a16="http://schemas.microsoft.com/office/drawing/2014/main" id="{69528701-40EF-5E3E-65AE-4C781B3925B2}"/>
                </a:ext>
              </a:extLst>
            </p:cNvPr>
            <p:cNvSpPr>
              <a:spLocks/>
            </p:cNvSpPr>
            <p:nvPr/>
          </p:nvSpPr>
          <p:spPr bwMode="auto">
            <a:xfrm>
              <a:off x="3565" y="3688"/>
              <a:ext cx="19" cy="222"/>
            </a:xfrm>
            <a:custGeom>
              <a:avLst/>
              <a:gdLst>
                <a:gd name="T0" fmla="*/ 0 w 19"/>
                <a:gd name="T1" fmla="*/ 212 h 222"/>
                <a:gd name="T2" fmla="*/ 0 w 19"/>
                <a:gd name="T3" fmla="*/ 215 h 222"/>
                <a:gd name="T4" fmla="*/ 3 w 19"/>
                <a:gd name="T5" fmla="*/ 219 h 222"/>
                <a:gd name="T6" fmla="*/ 6 w 19"/>
                <a:gd name="T7" fmla="*/ 222 h 222"/>
                <a:gd name="T8" fmla="*/ 12 w 19"/>
                <a:gd name="T9" fmla="*/ 222 h 222"/>
                <a:gd name="T10" fmla="*/ 15 w 19"/>
                <a:gd name="T11" fmla="*/ 219 h 222"/>
                <a:gd name="T12" fmla="*/ 19 w 19"/>
                <a:gd name="T13" fmla="*/ 215 h 222"/>
                <a:gd name="T14" fmla="*/ 19 w 19"/>
                <a:gd name="T15" fmla="*/ 7 h 222"/>
                <a:gd name="T16" fmla="*/ 15 w 19"/>
                <a:gd name="T17" fmla="*/ 3 h 222"/>
                <a:gd name="T18" fmla="*/ 12 w 19"/>
                <a:gd name="T19" fmla="*/ 0 h 222"/>
                <a:gd name="T20" fmla="*/ 6 w 19"/>
                <a:gd name="T21" fmla="*/ 0 h 222"/>
                <a:gd name="T22" fmla="*/ 3 w 19"/>
                <a:gd name="T23" fmla="*/ 3 h 222"/>
                <a:gd name="T24" fmla="*/ 0 w 19"/>
                <a:gd name="T25" fmla="*/ 7 h 222"/>
                <a:gd name="T26" fmla="*/ 0 w 19"/>
                <a:gd name="T27" fmla="*/ 10 h 222"/>
                <a:gd name="T28" fmla="*/ 0 w 19"/>
                <a:gd name="T29" fmla="*/ 212 h 2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222"/>
                <a:gd name="T47" fmla="*/ 19 w 19"/>
                <a:gd name="T48" fmla="*/ 222 h 2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222">
                  <a:moveTo>
                    <a:pt x="0" y="212"/>
                  </a:moveTo>
                  <a:lnTo>
                    <a:pt x="0" y="215"/>
                  </a:lnTo>
                  <a:lnTo>
                    <a:pt x="3" y="219"/>
                  </a:lnTo>
                  <a:lnTo>
                    <a:pt x="6" y="222"/>
                  </a:lnTo>
                  <a:lnTo>
                    <a:pt x="12" y="222"/>
                  </a:lnTo>
                  <a:lnTo>
                    <a:pt x="15" y="219"/>
                  </a:lnTo>
                  <a:lnTo>
                    <a:pt x="19" y="215"/>
                  </a:lnTo>
                  <a:lnTo>
                    <a:pt x="19" y="7"/>
                  </a:lnTo>
                  <a:lnTo>
                    <a:pt x="15" y="3"/>
                  </a:lnTo>
                  <a:lnTo>
                    <a:pt x="12" y="0"/>
                  </a:lnTo>
                  <a:lnTo>
                    <a:pt x="6" y="0"/>
                  </a:lnTo>
                  <a:lnTo>
                    <a:pt x="3" y="3"/>
                  </a:lnTo>
                  <a:lnTo>
                    <a:pt x="0" y="7"/>
                  </a:lnTo>
                  <a:lnTo>
                    <a:pt x="0" y="10"/>
                  </a:lnTo>
                  <a:lnTo>
                    <a:pt x="0" y="2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5" name="Freeform 71">
              <a:extLst>
                <a:ext uri="{FF2B5EF4-FFF2-40B4-BE49-F238E27FC236}">
                  <a16:creationId xmlns:a16="http://schemas.microsoft.com/office/drawing/2014/main" id="{F756DD6B-45AC-FE70-F4BF-5547F4CC5868}"/>
                </a:ext>
              </a:extLst>
            </p:cNvPr>
            <p:cNvSpPr>
              <a:spLocks/>
            </p:cNvSpPr>
            <p:nvPr/>
          </p:nvSpPr>
          <p:spPr bwMode="auto">
            <a:xfrm>
              <a:off x="3478" y="3763"/>
              <a:ext cx="68" cy="19"/>
            </a:xfrm>
            <a:custGeom>
              <a:avLst/>
              <a:gdLst>
                <a:gd name="T0" fmla="*/ 9 w 68"/>
                <a:gd name="T1" fmla="*/ 0 h 19"/>
                <a:gd name="T2" fmla="*/ 6 w 68"/>
                <a:gd name="T3" fmla="*/ 0 h 19"/>
                <a:gd name="T4" fmla="*/ 3 w 68"/>
                <a:gd name="T5" fmla="*/ 3 h 19"/>
                <a:gd name="T6" fmla="*/ 0 w 68"/>
                <a:gd name="T7" fmla="*/ 6 h 19"/>
                <a:gd name="T8" fmla="*/ 0 w 68"/>
                <a:gd name="T9" fmla="*/ 12 h 19"/>
                <a:gd name="T10" fmla="*/ 3 w 68"/>
                <a:gd name="T11" fmla="*/ 15 h 19"/>
                <a:gd name="T12" fmla="*/ 6 w 68"/>
                <a:gd name="T13" fmla="*/ 19 h 19"/>
                <a:gd name="T14" fmla="*/ 61 w 68"/>
                <a:gd name="T15" fmla="*/ 19 h 19"/>
                <a:gd name="T16" fmla="*/ 64 w 68"/>
                <a:gd name="T17" fmla="*/ 15 h 19"/>
                <a:gd name="T18" fmla="*/ 68 w 68"/>
                <a:gd name="T19" fmla="*/ 12 h 19"/>
                <a:gd name="T20" fmla="*/ 68 w 68"/>
                <a:gd name="T21" fmla="*/ 6 h 19"/>
                <a:gd name="T22" fmla="*/ 64 w 68"/>
                <a:gd name="T23" fmla="*/ 3 h 19"/>
                <a:gd name="T24" fmla="*/ 61 w 68"/>
                <a:gd name="T25" fmla="*/ 0 h 19"/>
                <a:gd name="T26" fmla="*/ 58 w 68"/>
                <a:gd name="T27" fmla="*/ 0 h 19"/>
                <a:gd name="T28" fmla="*/ 9 w 68"/>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8"/>
                <a:gd name="T46" fmla="*/ 0 h 19"/>
                <a:gd name="T47" fmla="*/ 68 w 68"/>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8" h="19">
                  <a:moveTo>
                    <a:pt x="9" y="0"/>
                  </a:moveTo>
                  <a:lnTo>
                    <a:pt x="6" y="0"/>
                  </a:lnTo>
                  <a:lnTo>
                    <a:pt x="3" y="3"/>
                  </a:lnTo>
                  <a:lnTo>
                    <a:pt x="0" y="6"/>
                  </a:lnTo>
                  <a:lnTo>
                    <a:pt x="0" y="12"/>
                  </a:lnTo>
                  <a:lnTo>
                    <a:pt x="3" y="15"/>
                  </a:lnTo>
                  <a:lnTo>
                    <a:pt x="6" y="19"/>
                  </a:lnTo>
                  <a:lnTo>
                    <a:pt x="61" y="19"/>
                  </a:lnTo>
                  <a:lnTo>
                    <a:pt x="64" y="15"/>
                  </a:lnTo>
                  <a:lnTo>
                    <a:pt x="68" y="12"/>
                  </a:lnTo>
                  <a:lnTo>
                    <a:pt x="68" y="6"/>
                  </a:lnTo>
                  <a:lnTo>
                    <a:pt x="64" y="3"/>
                  </a:lnTo>
                  <a:lnTo>
                    <a:pt x="61" y="0"/>
                  </a:lnTo>
                  <a:lnTo>
                    <a:pt x="58"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6" name="Freeform 72">
              <a:extLst>
                <a:ext uri="{FF2B5EF4-FFF2-40B4-BE49-F238E27FC236}">
                  <a16:creationId xmlns:a16="http://schemas.microsoft.com/office/drawing/2014/main" id="{84A27377-0283-A0CD-9501-E29A7C358D64}"/>
                </a:ext>
              </a:extLst>
            </p:cNvPr>
            <p:cNvSpPr>
              <a:spLocks/>
            </p:cNvSpPr>
            <p:nvPr/>
          </p:nvSpPr>
          <p:spPr bwMode="auto">
            <a:xfrm>
              <a:off x="3473" y="3763"/>
              <a:ext cx="47" cy="63"/>
            </a:xfrm>
            <a:custGeom>
              <a:avLst/>
              <a:gdLst>
                <a:gd name="T0" fmla="*/ 17 w 47"/>
                <a:gd name="T1" fmla="*/ 4 h 63"/>
                <a:gd name="T2" fmla="*/ 14 w 47"/>
                <a:gd name="T3" fmla="*/ 1 h 63"/>
                <a:gd name="T4" fmla="*/ 11 w 47"/>
                <a:gd name="T5" fmla="*/ 0 h 63"/>
                <a:gd name="T6" fmla="*/ 6 w 47"/>
                <a:gd name="T7" fmla="*/ 0 h 63"/>
                <a:gd name="T8" fmla="*/ 3 w 47"/>
                <a:gd name="T9" fmla="*/ 3 h 63"/>
                <a:gd name="T10" fmla="*/ 1 w 47"/>
                <a:gd name="T11" fmla="*/ 4 h 63"/>
                <a:gd name="T12" fmla="*/ 0 w 47"/>
                <a:gd name="T13" fmla="*/ 7 h 63"/>
                <a:gd name="T14" fmla="*/ 0 w 47"/>
                <a:gd name="T15" fmla="*/ 12 h 63"/>
                <a:gd name="T16" fmla="*/ 1 w 47"/>
                <a:gd name="T17" fmla="*/ 14 h 63"/>
                <a:gd name="T18" fmla="*/ 30 w 47"/>
                <a:gd name="T19" fmla="*/ 58 h 63"/>
                <a:gd name="T20" fmla="*/ 33 w 47"/>
                <a:gd name="T21" fmla="*/ 61 h 63"/>
                <a:gd name="T22" fmla="*/ 36 w 47"/>
                <a:gd name="T23" fmla="*/ 63 h 63"/>
                <a:gd name="T24" fmla="*/ 41 w 47"/>
                <a:gd name="T25" fmla="*/ 63 h 63"/>
                <a:gd name="T26" fmla="*/ 44 w 47"/>
                <a:gd name="T27" fmla="*/ 60 h 63"/>
                <a:gd name="T28" fmla="*/ 46 w 47"/>
                <a:gd name="T29" fmla="*/ 58 h 63"/>
                <a:gd name="T30" fmla="*/ 47 w 47"/>
                <a:gd name="T31" fmla="*/ 55 h 63"/>
                <a:gd name="T32" fmla="*/ 47 w 47"/>
                <a:gd name="T33" fmla="*/ 50 h 63"/>
                <a:gd name="T34" fmla="*/ 46 w 47"/>
                <a:gd name="T35" fmla="*/ 49 h 63"/>
                <a:gd name="T36" fmla="*/ 17 w 47"/>
                <a:gd name="T37" fmla="*/ 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63"/>
                <a:gd name="T59" fmla="*/ 47 w 47"/>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63">
                  <a:moveTo>
                    <a:pt x="17" y="4"/>
                  </a:moveTo>
                  <a:lnTo>
                    <a:pt x="14" y="1"/>
                  </a:lnTo>
                  <a:lnTo>
                    <a:pt x="11" y="0"/>
                  </a:lnTo>
                  <a:lnTo>
                    <a:pt x="6" y="0"/>
                  </a:lnTo>
                  <a:lnTo>
                    <a:pt x="3" y="3"/>
                  </a:lnTo>
                  <a:lnTo>
                    <a:pt x="1" y="4"/>
                  </a:lnTo>
                  <a:lnTo>
                    <a:pt x="0" y="7"/>
                  </a:lnTo>
                  <a:lnTo>
                    <a:pt x="0" y="12"/>
                  </a:lnTo>
                  <a:lnTo>
                    <a:pt x="1" y="14"/>
                  </a:lnTo>
                  <a:lnTo>
                    <a:pt x="30" y="58"/>
                  </a:lnTo>
                  <a:lnTo>
                    <a:pt x="33" y="61"/>
                  </a:lnTo>
                  <a:lnTo>
                    <a:pt x="36" y="63"/>
                  </a:lnTo>
                  <a:lnTo>
                    <a:pt x="41" y="63"/>
                  </a:lnTo>
                  <a:lnTo>
                    <a:pt x="44" y="60"/>
                  </a:lnTo>
                  <a:lnTo>
                    <a:pt x="46" y="58"/>
                  </a:lnTo>
                  <a:lnTo>
                    <a:pt x="47" y="55"/>
                  </a:lnTo>
                  <a:lnTo>
                    <a:pt x="47" y="50"/>
                  </a:lnTo>
                  <a:lnTo>
                    <a:pt x="46" y="49"/>
                  </a:lnTo>
                  <a:lnTo>
                    <a:pt x="1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7" name="Freeform 73">
              <a:extLst>
                <a:ext uri="{FF2B5EF4-FFF2-40B4-BE49-F238E27FC236}">
                  <a16:creationId xmlns:a16="http://schemas.microsoft.com/office/drawing/2014/main" id="{51DCF3D4-59EB-D231-D6CE-1F476C38F8D7}"/>
                </a:ext>
              </a:extLst>
            </p:cNvPr>
            <p:cNvSpPr>
              <a:spLocks/>
            </p:cNvSpPr>
            <p:nvPr/>
          </p:nvSpPr>
          <p:spPr bwMode="auto">
            <a:xfrm>
              <a:off x="3501" y="3766"/>
              <a:ext cx="51" cy="65"/>
            </a:xfrm>
            <a:custGeom>
              <a:avLst/>
              <a:gdLst>
                <a:gd name="T0" fmla="*/ 2 w 51"/>
                <a:gd name="T1" fmla="*/ 50 h 65"/>
                <a:gd name="T2" fmla="*/ 0 w 51"/>
                <a:gd name="T3" fmla="*/ 52 h 65"/>
                <a:gd name="T4" fmla="*/ 0 w 51"/>
                <a:gd name="T5" fmla="*/ 57 h 65"/>
                <a:gd name="T6" fmla="*/ 2 w 51"/>
                <a:gd name="T7" fmla="*/ 60 h 65"/>
                <a:gd name="T8" fmla="*/ 2 w 51"/>
                <a:gd name="T9" fmla="*/ 61 h 65"/>
                <a:gd name="T10" fmla="*/ 5 w 51"/>
                <a:gd name="T11" fmla="*/ 63 h 65"/>
                <a:gd name="T12" fmla="*/ 7 w 51"/>
                <a:gd name="T13" fmla="*/ 65 h 65"/>
                <a:gd name="T14" fmla="*/ 11 w 51"/>
                <a:gd name="T15" fmla="*/ 65 h 65"/>
                <a:gd name="T16" fmla="*/ 15 w 51"/>
                <a:gd name="T17" fmla="*/ 63 h 65"/>
                <a:gd name="T18" fmla="*/ 16 w 51"/>
                <a:gd name="T19" fmla="*/ 63 h 65"/>
                <a:gd name="T20" fmla="*/ 18 w 51"/>
                <a:gd name="T21" fmla="*/ 60 h 65"/>
                <a:gd name="T22" fmla="*/ 49 w 51"/>
                <a:gd name="T23" fmla="*/ 14 h 65"/>
                <a:gd name="T24" fmla="*/ 51 w 51"/>
                <a:gd name="T25" fmla="*/ 12 h 65"/>
                <a:gd name="T26" fmla="*/ 51 w 51"/>
                <a:gd name="T27" fmla="*/ 8 h 65"/>
                <a:gd name="T28" fmla="*/ 49 w 51"/>
                <a:gd name="T29" fmla="*/ 4 h 65"/>
                <a:gd name="T30" fmla="*/ 49 w 51"/>
                <a:gd name="T31" fmla="*/ 3 h 65"/>
                <a:gd name="T32" fmla="*/ 46 w 51"/>
                <a:gd name="T33" fmla="*/ 1 h 65"/>
                <a:gd name="T34" fmla="*/ 45 w 51"/>
                <a:gd name="T35" fmla="*/ 0 h 65"/>
                <a:gd name="T36" fmla="*/ 40 w 51"/>
                <a:gd name="T37" fmla="*/ 0 h 65"/>
                <a:gd name="T38" fmla="*/ 37 w 51"/>
                <a:gd name="T39" fmla="*/ 1 h 65"/>
                <a:gd name="T40" fmla="*/ 35 w 51"/>
                <a:gd name="T41" fmla="*/ 1 h 65"/>
                <a:gd name="T42" fmla="*/ 33 w 51"/>
                <a:gd name="T43" fmla="*/ 4 h 65"/>
                <a:gd name="T44" fmla="*/ 2 w 51"/>
                <a:gd name="T45" fmla="*/ 50 h 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65"/>
                <a:gd name="T71" fmla="*/ 51 w 51"/>
                <a:gd name="T72" fmla="*/ 65 h 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65">
                  <a:moveTo>
                    <a:pt x="2" y="50"/>
                  </a:moveTo>
                  <a:lnTo>
                    <a:pt x="0" y="52"/>
                  </a:lnTo>
                  <a:lnTo>
                    <a:pt x="0" y="57"/>
                  </a:lnTo>
                  <a:lnTo>
                    <a:pt x="2" y="60"/>
                  </a:lnTo>
                  <a:lnTo>
                    <a:pt x="2" y="61"/>
                  </a:lnTo>
                  <a:lnTo>
                    <a:pt x="5" y="63"/>
                  </a:lnTo>
                  <a:lnTo>
                    <a:pt x="7" y="65"/>
                  </a:lnTo>
                  <a:lnTo>
                    <a:pt x="11" y="65"/>
                  </a:lnTo>
                  <a:lnTo>
                    <a:pt x="15" y="63"/>
                  </a:lnTo>
                  <a:lnTo>
                    <a:pt x="16" y="63"/>
                  </a:lnTo>
                  <a:lnTo>
                    <a:pt x="18" y="60"/>
                  </a:lnTo>
                  <a:lnTo>
                    <a:pt x="49" y="14"/>
                  </a:lnTo>
                  <a:lnTo>
                    <a:pt x="51" y="12"/>
                  </a:lnTo>
                  <a:lnTo>
                    <a:pt x="51" y="8"/>
                  </a:lnTo>
                  <a:lnTo>
                    <a:pt x="49" y="4"/>
                  </a:lnTo>
                  <a:lnTo>
                    <a:pt x="49" y="3"/>
                  </a:lnTo>
                  <a:lnTo>
                    <a:pt x="46" y="1"/>
                  </a:lnTo>
                  <a:lnTo>
                    <a:pt x="45" y="0"/>
                  </a:lnTo>
                  <a:lnTo>
                    <a:pt x="40" y="0"/>
                  </a:lnTo>
                  <a:lnTo>
                    <a:pt x="37" y="1"/>
                  </a:lnTo>
                  <a:lnTo>
                    <a:pt x="35" y="1"/>
                  </a:lnTo>
                  <a:lnTo>
                    <a:pt x="33" y="4"/>
                  </a:lnTo>
                  <a:lnTo>
                    <a:pt x="2"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8" name="Freeform 74">
              <a:extLst>
                <a:ext uri="{FF2B5EF4-FFF2-40B4-BE49-F238E27FC236}">
                  <a16:creationId xmlns:a16="http://schemas.microsoft.com/office/drawing/2014/main" id="{D3FCCA08-98AD-48E6-3447-99C9E50730F3}"/>
                </a:ext>
              </a:extLst>
            </p:cNvPr>
            <p:cNvSpPr>
              <a:spLocks/>
            </p:cNvSpPr>
            <p:nvPr/>
          </p:nvSpPr>
          <p:spPr bwMode="auto">
            <a:xfrm>
              <a:off x="3093" y="1581"/>
              <a:ext cx="288" cy="20"/>
            </a:xfrm>
            <a:custGeom>
              <a:avLst/>
              <a:gdLst>
                <a:gd name="T0" fmla="*/ 279 w 288"/>
                <a:gd name="T1" fmla="*/ 19 h 20"/>
                <a:gd name="T2" fmla="*/ 282 w 288"/>
                <a:gd name="T3" fmla="*/ 19 h 20"/>
                <a:gd name="T4" fmla="*/ 285 w 288"/>
                <a:gd name="T5" fmla="*/ 16 h 20"/>
                <a:gd name="T6" fmla="*/ 288 w 288"/>
                <a:gd name="T7" fmla="*/ 13 h 20"/>
                <a:gd name="T8" fmla="*/ 288 w 288"/>
                <a:gd name="T9" fmla="*/ 6 h 20"/>
                <a:gd name="T10" fmla="*/ 285 w 288"/>
                <a:gd name="T11" fmla="*/ 3 h 20"/>
                <a:gd name="T12" fmla="*/ 282 w 288"/>
                <a:gd name="T13" fmla="*/ 0 h 20"/>
                <a:gd name="T14" fmla="*/ 279 w 288"/>
                <a:gd name="T15" fmla="*/ 0 h 20"/>
                <a:gd name="T16" fmla="*/ 10 w 288"/>
                <a:gd name="T17" fmla="*/ 1 h 20"/>
                <a:gd name="T18" fmla="*/ 7 w 288"/>
                <a:gd name="T19" fmla="*/ 1 h 20"/>
                <a:gd name="T20" fmla="*/ 3 w 288"/>
                <a:gd name="T21" fmla="*/ 5 h 20"/>
                <a:gd name="T22" fmla="*/ 0 w 288"/>
                <a:gd name="T23" fmla="*/ 8 h 20"/>
                <a:gd name="T24" fmla="*/ 0 w 288"/>
                <a:gd name="T25" fmla="*/ 14 h 20"/>
                <a:gd name="T26" fmla="*/ 3 w 288"/>
                <a:gd name="T27" fmla="*/ 17 h 20"/>
                <a:gd name="T28" fmla="*/ 7 w 288"/>
                <a:gd name="T29" fmla="*/ 20 h 20"/>
                <a:gd name="T30" fmla="*/ 10 w 288"/>
                <a:gd name="T31" fmla="*/ 20 h 20"/>
                <a:gd name="T32" fmla="*/ 279 w 288"/>
                <a:gd name="T33" fmla="*/ 19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8"/>
                <a:gd name="T52" fmla="*/ 0 h 20"/>
                <a:gd name="T53" fmla="*/ 288 w 288"/>
                <a:gd name="T54" fmla="*/ 20 h 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8" h="20">
                  <a:moveTo>
                    <a:pt x="279" y="19"/>
                  </a:moveTo>
                  <a:lnTo>
                    <a:pt x="282" y="19"/>
                  </a:lnTo>
                  <a:lnTo>
                    <a:pt x="285" y="16"/>
                  </a:lnTo>
                  <a:lnTo>
                    <a:pt x="288" y="13"/>
                  </a:lnTo>
                  <a:lnTo>
                    <a:pt x="288" y="6"/>
                  </a:lnTo>
                  <a:lnTo>
                    <a:pt x="285" y="3"/>
                  </a:lnTo>
                  <a:lnTo>
                    <a:pt x="282" y="0"/>
                  </a:lnTo>
                  <a:lnTo>
                    <a:pt x="279" y="0"/>
                  </a:lnTo>
                  <a:lnTo>
                    <a:pt x="10" y="1"/>
                  </a:lnTo>
                  <a:lnTo>
                    <a:pt x="7" y="1"/>
                  </a:lnTo>
                  <a:lnTo>
                    <a:pt x="3" y="5"/>
                  </a:lnTo>
                  <a:lnTo>
                    <a:pt x="0" y="8"/>
                  </a:lnTo>
                  <a:lnTo>
                    <a:pt x="0" y="14"/>
                  </a:lnTo>
                  <a:lnTo>
                    <a:pt x="3" y="17"/>
                  </a:lnTo>
                  <a:lnTo>
                    <a:pt x="7" y="20"/>
                  </a:lnTo>
                  <a:lnTo>
                    <a:pt x="10" y="20"/>
                  </a:lnTo>
                  <a:lnTo>
                    <a:pt x="27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79" name="Freeform 75">
              <a:extLst>
                <a:ext uri="{FF2B5EF4-FFF2-40B4-BE49-F238E27FC236}">
                  <a16:creationId xmlns:a16="http://schemas.microsoft.com/office/drawing/2014/main" id="{A4F83716-BF03-0A57-A6C9-180BE3A1AFBF}"/>
                </a:ext>
              </a:extLst>
            </p:cNvPr>
            <p:cNvSpPr>
              <a:spLocks/>
            </p:cNvSpPr>
            <p:nvPr/>
          </p:nvSpPr>
          <p:spPr bwMode="auto">
            <a:xfrm>
              <a:off x="3093" y="1582"/>
              <a:ext cx="117" cy="43"/>
            </a:xfrm>
            <a:custGeom>
              <a:avLst/>
              <a:gdLst>
                <a:gd name="T0" fmla="*/ 11 w 117"/>
                <a:gd name="T1" fmla="*/ 0 h 43"/>
                <a:gd name="T2" fmla="*/ 7 w 117"/>
                <a:gd name="T3" fmla="*/ 0 h 43"/>
                <a:gd name="T4" fmla="*/ 3 w 117"/>
                <a:gd name="T5" fmla="*/ 4 h 43"/>
                <a:gd name="T6" fmla="*/ 2 w 117"/>
                <a:gd name="T7" fmla="*/ 5 h 43"/>
                <a:gd name="T8" fmla="*/ 0 w 117"/>
                <a:gd name="T9" fmla="*/ 8 h 43"/>
                <a:gd name="T10" fmla="*/ 0 w 117"/>
                <a:gd name="T11" fmla="*/ 13 h 43"/>
                <a:gd name="T12" fmla="*/ 3 w 117"/>
                <a:gd name="T13" fmla="*/ 16 h 43"/>
                <a:gd name="T14" fmla="*/ 5 w 117"/>
                <a:gd name="T15" fmla="*/ 18 h 43"/>
                <a:gd name="T16" fmla="*/ 8 w 117"/>
                <a:gd name="T17" fmla="*/ 19 h 43"/>
                <a:gd name="T18" fmla="*/ 106 w 117"/>
                <a:gd name="T19" fmla="*/ 43 h 43"/>
                <a:gd name="T20" fmla="*/ 111 w 117"/>
                <a:gd name="T21" fmla="*/ 43 h 43"/>
                <a:gd name="T22" fmla="*/ 114 w 117"/>
                <a:gd name="T23" fmla="*/ 40 h 43"/>
                <a:gd name="T24" fmla="*/ 116 w 117"/>
                <a:gd name="T25" fmla="*/ 38 h 43"/>
                <a:gd name="T26" fmla="*/ 117 w 117"/>
                <a:gd name="T27" fmla="*/ 35 h 43"/>
                <a:gd name="T28" fmla="*/ 117 w 117"/>
                <a:gd name="T29" fmla="*/ 31 h 43"/>
                <a:gd name="T30" fmla="*/ 114 w 117"/>
                <a:gd name="T31" fmla="*/ 27 h 43"/>
                <a:gd name="T32" fmla="*/ 113 w 117"/>
                <a:gd name="T33" fmla="*/ 26 h 43"/>
                <a:gd name="T34" fmla="*/ 109 w 117"/>
                <a:gd name="T35" fmla="*/ 24 h 43"/>
                <a:gd name="T36" fmla="*/ 11 w 117"/>
                <a:gd name="T37" fmla="*/ 0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7"/>
                <a:gd name="T58" fmla="*/ 0 h 43"/>
                <a:gd name="T59" fmla="*/ 117 w 11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7" h="43">
                  <a:moveTo>
                    <a:pt x="11" y="0"/>
                  </a:moveTo>
                  <a:lnTo>
                    <a:pt x="7" y="0"/>
                  </a:lnTo>
                  <a:lnTo>
                    <a:pt x="3" y="4"/>
                  </a:lnTo>
                  <a:lnTo>
                    <a:pt x="2" y="5"/>
                  </a:lnTo>
                  <a:lnTo>
                    <a:pt x="0" y="8"/>
                  </a:lnTo>
                  <a:lnTo>
                    <a:pt x="0" y="13"/>
                  </a:lnTo>
                  <a:lnTo>
                    <a:pt x="3" y="16"/>
                  </a:lnTo>
                  <a:lnTo>
                    <a:pt x="5" y="18"/>
                  </a:lnTo>
                  <a:lnTo>
                    <a:pt x="8" y="19"/>
                  </a:lnTo>
                  <a:lnTo>
                    <a:pt x="106" y="43"/>
                  </a:lnTo>
                  <a:lnTo>
                    <a:pt x="111" y="43"/>
                  </a:lnTo>
                  <a:lnTo>
                    <a:pt x="114" y="40"/>
                  </a:lnTo>
                  <a:lnTo>
                    <a:pt x="116" y="38"/>
                  </a:lnTo>
                  <a:lnTo>
                    <a:pt x="117" y="35"/>
                  </a:lnTo>
                  <a:lnTo>
                    <a:pt x="117" y="31"/>
                  </a:lnTo>
                  <a:lnTo>
                    <a:pt x="114" y="27"/>
                  </a:lnTo>
                  <a:lnTo>
                    <a:pt x="113" y="26"/>
                  </a:lnTo>
                  <a:lnTo>
                    <a:pt x="109" y="24"/>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80" name="Freeform 76">
              <a:extLst>
                <a:ext uri="{FF2B5EF4-FFF2-40B4-BE49-F238E27FC236}">
                  <a16:creationId xmlns:a16="http://schemas.microsoft.com/office/drawing/2014/main" id="{F36D91F4-3360-421C-33AA-2F2F5F70DBE1}"/>
                </a:ext>
              </a:extLst>
            </p:cNvPr>
            <p:cNvSpPr>
              <a:spLocks/>
            </p:cNvSpPr>
            <p:nvPr/>
          </p:nvSpPr>
          <p:spPr bwMode="auto">
            <a:xfrm>
              <a:off x="3093" y="1557"/>
              <a:ext cx="117" cy="44"/>
            </a:xfrm>
            <a:custGeom>
              <a:avLst/>
              <a:gdLst>
                <a:gd name="T0" fmla="*/ 7 w 117"/>
                <a:gd name="T1" fmla="*/ 25 h 44"/>
                <a:gd name="T2" fmla="*/ 3 w 117"/>
                <a:gd name="T3" fmla="*/ 29 h 44"/>
                <a:gd name="T4" fmla="*/ 0 w 117"/>
                <a:gd name="T5" fmla="*/ 32 h 44"/>
                <a:gd name="T6" fmla="*/ 0 w 117"/>
                <a:gd name="T7" fmla="*/ 38 h 44"/>
                <a:gd name="T8" fmla="*/ 3 w 117"/>
                <a:gd name="T9" fmla="*/ 41 h 44"/>
                <a:gd name="T10" fmla="*/ 7 w 117"/>
                <a:gd name="T11" fmla="*/ 44 h 44"/>
                <a:gd name="T12" fmla="*/ 13 w 117"/>
                <a:gd name="T13" fmla="*/ 44 h 44"/>
                <a:gd name="T14" fmla="*/ 111 w 117"/>
                <a:gd name="T15" fmla="*/ 19 h 44"/>
                <a:gd name="T16" fmla="*/ 114 w 117"/>
                <a:gd name="T17" fmla="*/ 16 h 44"/>
                <a:gd name="T18" fmla="*/ 117 w 117"/>
                <a:gd name="T19" fmla="*/ 13 h 44"/>
                <a:gd name="T20" fmla="*/ 117 w 117"/>
                <a:gd name="T21" fmla="*/ 7 h 44"/>
                <a:gd name="T22" fmla="*/ 114 w 117"/>
                <a:gd name="T23" fmla="*/ 3 h 44"/>
                <a:gd name="T24" fmla="*/ 111 w 117"/>
                <a:gd name="T25" fmla="*/ 0 h 44"/>
                <a:gd name="T26" fmla="*/ 105 w 117"/>
                <a:gd name="T27" fmla="*/ 0 h 44"/>
                <a:gd name="T28" fmla="*/ 7 w 117"/>
                <a:gd name="T29" fmla="*/ 25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
                <a:gd name="T46" fmla="*/ 0 h 44"/>
                <a:gd name="T47" fmla="*/ 117 w 117"/>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 h="44">
                  <a:moveTo>
                    <a:pt x="7" y="25"/>
                  </a:moveTo>
                  <a:lnTo>
                    <a:pt x="3" y="29"/>
                  </a:lnTo>
                  <a:lnTo>
                    <a:pt x="0" y="32"/>
                  </a:lnTo>
                  <a:lnTo>
                    <a:pt x="0" y="38"/>
                  </a:lnTo>
                  <a:lnTo>
                    <a:pt x="3" y="41"/>
                  </a:lnTo>
                  <a:lnTo>
                    <a:pt x="7" y="44"/>
                  </a:lnTo>
                  <a:lnTo>
                    <a:pt x="13" y="44"/>
                  </a:lnTo>
                  <a:lnTo>
                    <a:pt x="111" y="19"/>
                  </a:lnTo>
                  <a:lnTo>
                    <a:pt x="114" y="16"/>
                  </a:lnTo>
                  <a:lnTo>
                    <a:pt x="117" y="13"/>
                  </a:lnTo>
                  <a:lnTo>
                    <a:pt x="117" y="7"/>
                  </a:lnTo>
                  <a:lnTo>
                    <a:pt x="114" y="3"/>
                  </a:lnTo>
                  <a:lnTo>
                    <a:pt x="111" y="0"/>
                  </a:lnTo>
                  <a:lnTo>
                    <a:pt x="105" y="0"/>
                  </a:lnTo>
                  <a:lnTo>
                    <a:pt x="7"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81" name="Freeform 77">
              <a:extLst>
                <a:ext uri="{FF2B5EF4-FFF2-40B4-BE49-F238E27FC236}">
                  <a16:creationId xmlns:a16="http://schemas.microsoft.com/office/drawing/2014/main" id="{C6022DC1-1F20-5D81-FD13-AD887DDFCCAA}"/>
                </a:ext>
              </a:extLst>
            </p:cNvPr>
            <p:cNvSpPr>
              <a:spLocks/>
            </p:cNvSpPr>
            <p:nvPr/>
          </p:nvSpPr>
          <p:spPr bwMode="auto">
            <a:xfrm>
              <a:off x="3234" y="1532"/>
              <a:ext cx="109" cy="107"/>
            </a:xfrm>
            <a:custGeom>
              <a:avLst/>
              <a:gdLst>
                <a:gd name="T0" fmla="*/ 8 w 109"/>
                <a:gd name="T1" fmla="*/ 1 h 107"/>
                <a:gd name="T2" fmla="*/ 6 w 109"/>
                <a:gd name="T3" fmla="*/ 0 h 107"/>
                <a:gd name="T4" fmla="*/ 2 w 109"/>
                <a:gd name="T5" fmla="*/ 0 h 107"/>
                <a:gd name="T6" fmla="*/ 2 w 109"/>
                <a:gd name="T7" fmla="*/ 1 h 107"/>
                <a:gd name="T8" fmla="*/ 0 w 109"/>
                <a:gd name="T9" fmla="*/ 3 h 107"/>
                <a:gd name="T10" fmla="*/ 0 w 109"/>
                <a:gd name="T11" fmla="*/ 8 h 107"/>
                <a:gd name="T12" fmla="*/ 2 w 109"/>
                <a:gd name="T13" fmla="*/ 8 h 107"/>
                <a:gd name="T14" fmla="*/ 101 w 109"/>
                <a:gd name="T15" fmla="*/ 106 h 107"/>
                <a:gd name="T16" fmla="*/ 103 w 109"/>
                <a:gd name="T17" fmla="*/ 107 h 107"/>
                <a:gd name="T18" fmla="*/ 108 w 109"/>
                <a:gd name="T19" fmla="*/ 107 h 107"/>
                <a:gd name="T20" fmla="*/ 108 w 109"/>
                <a:gd name="T21" fmla="*/ 106 h 107"/>
                <a:gd name="T22" fmla="*/ 109 w 109"/>
                <a:gd name="T23" fmla="*/ 104 h 107"/>
                <a:gd name="T24" fmla="*/ 109 w 109"/>
                <a:gd name="T25" fmla="*/ 100 h 107"/>
                <a:gd name="T26" fmla="*/ 108 w 109"/>
                <a:gd name="T27" fmla="*/ 100 h 107"/>
                <a:gd name="T28" fmla="*/ 8 w 109"/>
                <a:gd name="T29" fmla="*/ 1 h 1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7"/>
                <a:gd name="T47" fmla="*/ 109 w 109"/>
                <a:gd name="T48" fmla="*/ 107 h 1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7">
                  <a:moveTo>
                    <a:pt x="8" y="1"/>
                  </a:moveTo>
                  <a:lnTo>
                    <a:pt x="6" y="0"/>
                  </a:lnTo>
                  <a:lnTo>
                    <a:pt x="2" y="0"/>
                  </a:lnTo>
                  <a:lnTo>
                    <a:pt x="2" y="1"/>
                  </a:lnTo>
                  <a:lnTo>
                    <a:pt x="0" y="3"/>
                  </a:lnTo>
                  <a:lnTo>
                    <a:pt x="0" y="8"/>
                  </a:lnTo>
                  <a:lnTo>
                    <a:pt x="2" y="8"/>
                  </a:lnTo>
                  <a:lnTo>
                    <a:pt x="101" y="106"/>
                  </a:lnTo>
                  <a:lnTo>
                    <a:pt x="103" y="107"/>
                  </a:lnTo>
                  <a:lnTo>
                    <a:pt x="108" y="107"/>
                  </a:lnTo>
                  <a:lnTo>
                    <a:pt x="108" y="106"/>
                  </a:lnTo>
                  <a:lnTo>
                    <a:pt x="109" y="104"/>
                  </a:lnTo>
                  <a:lnTo>
                    <a:pt x="109" y="100"/>
                  </a:lnTo>
                  <a:lnTo>
                    <a:pt x="108" y="100"/>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82" name="Rectangle 78">
              <a:extLst>
                <a:ext uri="{FF2B5EF4-FFF2-40B4-BE49-F238E27FC236}">
                  <a16:creationId xmlns:a16="http://schemas.microsoft.com/office/drawing/2014/main" id="{0131B558-372D-24C2-FC0D-D9EF9D7CD9AF}"/>
                </a:ext>
              </a:extLst>
            </p:cNvPr>
            <p:cNvSpPr>
              <a:spLocks noChangeArrowheads="1"/>
            </p:cNvSpPr>
            <p:nvPr/>
          </p:nvSpPr>
          <p:spPr bwMode="auto">
            <a:xfrm>
              <a:off x="3294" y="146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n</a:t>
              </a:r>
              <a:endParaRPr lang="en-US" altLang="es-ES" sz="3200" b="0" i="0" baseline="0"/>
            </a:p>
          </p:txBody>
        </p:sp>
        <p:sp>
          <p:nvSpPr>
            <p:cNvPr id="21583" name="Freeform 79">
              <a:extLst>
                <a:ext uri="{FF2B5EF4-FFF2-40B4-BE49-F238E27FC236}">
                  <a16:creationId xmlns:a16="http://schemas.microsoft.com/office/drawing/2014/main" id="{69D2CE4D-98EC-4B1E-C18A-54A0F6C0928B}"/>
                </a:ext>
              </a:extLst>
            </p:cNvPr>
            <p:cNvSpPr>
              <a:spLocks/>
            </p:cNvSpPr>
            <p:nvPr/>
          </p:nvSpPr>
          <p:spPr bwMode="auto">
            <a:xfrm>
              <a:off x="3095" y="3786"/>
              <a:ext cx="288" cy="21"/>
            </a:xfrm>
            <a:custGeom>
              <a:avLst/>
              <a:gdLst>
                <a:gd name="T0" fmla="*/ 278 w 288"/>
                <a:gd name="T1" fmla="*/ 19 h 21"/>
                <a:gd name="T2" fmla="*/ 281 w 288"/>
                <a:gd name="T3" fmla="*/ 19 h 21"/>
                <a:gd name="T4" fmla="*/ 285 w 288"/>
                <a:gd name="T5" fmla="*/ 16 h 21"/>
                <a:gd name="T6" fmla="*/ 288 w 288"/>
                <a:gd name="T7" fmla="*/ 13 h 21"/>
                <a:gd name="T8" fmla="*/ 288 w 288"/>
                <a:gd name="T9" fmla="*/ 7 h 21"/>
                <a:gd name="T10" fmla="*/ 285 w 288"/>
                <a:gd name="T11" fmla="*/ 3 h 21"/>
                <a:gd name="T12" fmla="*/ 281 w 288"/>
                <a:gd name="T13" fmla="*/ 0 h 21"/>
                <a:gd name="T14" fmla="*/ 278 w 288"/>
                <a:gd name="T15" fmla="*/ 0 h 21"/>
                <a:gd name="T16" fmla="*/ 9 w 288"/>
                <a:gd name="T17" fmla="*/ 2 h 21"/>
                <a:gd name="T18" fmla="*/ 6 w 288"/>
                <a:gd name="T19" fmla="*/ 2 h 21"/>
                <a:gd name="T20" fmla="*/ 3 w 288"/>
                <a:gd name="T21" fmla="*/ 5 h 21"/>
                <a:gd name="T22" fmla="*/ 0 w 288"/>
                <a:gd name="T23" fmla="*/ 8 h 21"/>
                <a:gd name="T24" fmla="*/ 0 w 288"/>
                <a:gd name="T25" fmla="*/ 15 h 21"/>
                <a:gd name="T26" fmla="*/ 3 w 288"/>
                <a:gd name="T27" fmla="*/ 18 h 21"/>
                <a:gd name="T28" fmla="*/ 6 w 288"/>
                <a:gd name="T29" fmla="*/ 21 h 21"/>
                <a:gd name="T30" fmla="*/ 9 w 288"/>
                <a:gd name="T31" fmla="*/ 21 h 21"/>
                <a:gd name="T32" fmla="*/ 278 w 288"/>
                <a:gd name="T33" fmla="*/ 19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8"/>
                <a:gd name="T52" fmla="*/ 0 h 21"/>
                <a:gd name="T53" fmla="*/ 288 w 288"/>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8" h="21">
                  <a:moveTo>
                    <a:pt x="278" y="19"/>
                  </a:moveTo>
                  <a:lnTo>
                    <a:pt x="281" y="19"/>
                  </a:lnTo>
                  <a:lnTo>
                    <a:pt x="285" y="16"/>
                  </a:lnTo>
                  <a:lnTo>
                    <a:pt x="288" y="13"/>
                  </a:lnTo>
                  <a:lnTo>
                    <a:pt x="288" y="7"/>
                  </a:lnTo>
                  <a:lnTo>
                    <a:pt x="285" y="3"/>
                  </a:lnTo>
                  <a:lnTo>
                    <a:pt x="281" y="0"/>
                  </a:lnTo>
                  <a:lnTo>
                    <a:pt x="278" y="0"/>
                  </a:lnTo>
                  <a:lnTo>
                    <a:pt x="9" y="2"/>
                  </a:lnTo>
                  <a:lnTo>
                    <a:pt x="6" y="2"/>
                  </a:lnTo>
                  <a:lnTo>
                    <a:pt x="3" y="5"/>
                  </a:lnTo>
                  <a:lnTo>
                    <a:pt x="0" y="8"/>
                  </a:lnTo>
                  <a:lnTo>
                    <a:pt x="0" y="15"/>
                  </a:lnTo>
                  <a:lnTo>
                    <a:pt x="3" y="18"/>
                  </a:lnTo>
                  <a:lnTo>
                    <a:pt x="6" y="21"/>
                  </a:lnTo>
                  <a:lnTo>
                    <a:pt x="9" y="21"/>
                  </a:lnTo>
                  <a:lnTo>
                    <a:pt x="278"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84" name="Freeform 80">
              <a:extLst>
                <a:ext uri="{FF2B5EF4-FFF2-40B4-BE49-F238E27FC236}">
                  <a16:creationId xmlns:a16="http://schemas.microsoft.com/office/drawing/2014/main" id="{0391FBF9-9575-1BAA-793D-95238C4FACF7}"/>
                </a:ext>
              </a:extLst>
            </p:cNvPr>
            <p:cNvSpPr>
              <a:spLocks/>
            </p:cNvSpPr>
            <p:nvPr/>
          </p:nvSpPr>
          <p:spPr bwMode="auto">
            <a:xfrm>
              <a:off x="3095" y="3788"/>
              <a:ext cx="118" cy="43"/>
            </a:xfrm>
            <a:custGeom>
              <a:avLst/>
              <a:gdLst>
                <a:gd name="T0" fmla="*/ 11 w 118"/>
                <a:gd name="T1" fmla="*/ 0 h 43"/>
                <a:gd name="T2" fmla="*/ 6 w 118"/>
                <a:gd name="T3" fmla="*/ 0 h 43"/>
                <a:gd name="T4" fmla="*/ 3 w 118"/>
                <a:gd name="T5" fmla="*/ 3 h 43"/>
                <a:gd name="T6" fmla="*/ 1 w 118"/>
                <a:gd name="T7" fmla="*/ 5 h 43"/>
                <a:gd name="T8" fmla="*/ 0 w 118"/>
                <a:gd name="T9" fmla="*/ 8 h 43"/>
                <a:gd name="T10" fmla="*/ 0 w 118"/>
                <a:gd name="T11" fmla="*/ 13 h 43"/>
                <a:gd name="T12" fmla="*/ 3 w 118"/>
                <a:gd name="T13" fmla="*/ 16 h 43"/>
                <a:gd name="T14" fmla="*/ 5 w 118"/>
                <a:gd name="T15" fmla="*/ 17 h 43"/>
                <a:gd name="T16" fmla="*/ 8 w 118"/>
                <a:gd name="T17" fmla="*/ 19 h 43"/>
                <a:gd name="T18" fmla="*/ 107 w 118"/>
                <a:gd name="T19" fmla="*/ 43 h 43"/>
                <a:gd name="T20" fmla="*/ 112 w 118"/>
                <a:gd name="T21" fmla="*/ 43 h 43"/>
                <a:gd name="T22" fmla="*/ 115 w 118"/>
                <a:gd name="T23" fmla="*/ 39 h 43"/>
                <a:gd name="T24" fmla="*/ 117 w 118"/>
                <a:gd name="T25" fmla="*/ 38 h 43"/>
                <a:gd name="T26" fmla="*/ 118 w 118"/>
                <a:gd name="T27" fmla="*/ 35 h 43"/>
                <a:gd name="T28" fmla="*/ 118 w 118"/>
                <a:gd name="T29" fmla="*/ 30 h 43"/>
                <a:gd name="T30" fmla="*/ 115 w 118"/>
                <a:gd name="T31" fmla="*/ 27 h 43"/>
                <a:gd name="T32" fmla="*/ 114 w 118"/>
                <a:gd name="T33" fmla="*/ 25 h 43"/>
                <a:gd name="T34" fmla="*/ 111 w 118"/>
                <a:gd name="T35" fmla="*/ 24 h 43"/>
                <a:gd name="T36" fmla="*/ 11 w 118"/>
                <a:gd name="T37" fmla="*/ 0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8"/>
                <a:gd name="T58" fmla="*/ 0 h 43"/>
                <a:gd name="T59" fmla="*/ 118 w 118"/>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8" h="43">
                  <a:moveTo>
                    <a:pt x="11" y="0"/>
                  </a:moveTo>
                  <a:lnTo>
                    <a:pt x="6" y="0"/>
                  </a:lnTo>
                  <a:lnTo>
                    <a:pt x="3" y="3"/>
                  </a:lnTo>
                  <a:lnTo>
                    <a:pt x="1" y="5"/>
                  </a:lnTo>
                  <a:lnTo>
                    <a:pt x="0" y="8"/>
                  </a:lnTo>
                  <a:lnTo>
                    <a:pt x="0" y="13"/>
                  </a:lnTo>
                  <a:lnTo>
                    <a:pt x="3" y="16"/>
                  </a:lnTo>
                  <a:lnTo>
                    <a:pt x="5" y="17"/>
                  </a:lnTo>
                  <a:lnTo>
                    <a:pt x="8" y="19"/>
                  </a:lnTo>
                  <a:lnTo>
                    <a:pt x="107" y="43"/>
                  </a:lnTo>
                  <a:lnTo>
                    <a:pt x="112" y="43"/>
                  </a:lnTo>
                  <a:lnTo>
                    <a:pt x="115" y="39"/>
                  </a:lnTo>
                  <a:lnTo>
                    <a:pt x="117" y="38"/>
                  </a:lnTo>
                  <a:lnTo>
                    <a:pt x="118" y="35"/>
                  </a:lnTo>
                  <a:lnTo>
                    <a:pt x="118" y="30"/>
                  </a:lnTo>
                  <a:lnTo>
                    <a:pt x="115" y="27"/>
                  </a:lnTo>
                  <a:lnTo>
                    <a:pt x="114" y="25"/>
                  </a:lnTo>
                  <a:lnTo>
                    <a:pt x="111" y="24"/>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85" name="Freeform 81">
              <a:extLst>
                <a:ext uri="{FF2B5EF4-FFF2-40B4-BE49-F238E27FC236}">
                  <a16:creationId xmlns:a16="http://schemas.microsoft.com/office/drawing/2014/main" id="{5B6CB0B4-7B10-CAAC-6D49-6E29B52EDEF2}"/>
                </a:ext>
              </a:extLst>
            </p:cNvPr>
            <p:cNvSpPr>
              <a:spLocks/>
            </p:cNvSpPr>
            <p:nvPr/>
          </p:nvSpPr>
          <p:spPr bwMode="auto">
            <a:xfrm>
              <a:off x="3095" y="3763"/>
              <a:ext cx="118" cy="44"/>
            </a:xfrm>
            <a:custGeom>
              <a:avLst/>
              <a:gdLst>
                <a:gd name="T0" fmla="*/ 8 w 118"/>
                <a:gd name="T1" fmla="*/ 25 h 44"/>
                <a:gd name="T2" fmla="*/ 5 w 118"/>
                <a:gd name="T3" fmla="*/ 26 h 44"/>
                <a:gd name="T4" fmla="*/ 1 w 118"/>
                <a:gd name="T5" fmla="*/ 30 h 44"/>
                <a:gd name="T6" fmla="*/ 0 w 118"/>
                <a:gd name="T7" fmla="*/ 31 h 44"/>
                <a:gd name="T8" fmla="*/ 0 w 118"/>
                <a:gd name="T9" fmla="*/ 36 h 44"/>
                <a:gd name="T10" fmla="*/ 1 w 118"/>
                <a:gd name="T11" fmla="*/ 39 h 44"/>
                <a:gd name="T12" fmla="*/ 5 w 118"/>
                <a:gd name="T13" fmla="*/ 42 h 44"/>
                <a:gd name="T14" fmla="*/ 6 w 118"/>
                <a:gd name="T15" fmla="*/ 44 h 44"/>
                <a:gd name="T16" fmla="*/ 11 w 118"/>
                <a:gd name="T17" fmla="*/ 44 h 44"/>
                <a:gd name="T18" fmla="*/ 111 w 118"/>
                <a:gd name="T19" fmla="*/ 19 h 44"/>
                <a:gd name="T20" fmla="*/ 114 w 118"/>
                <a:gd name="T21" fmla="*/ 17 h 44"/>
                <a:gd name="T22" fmla="*/ 117 w 118"/>
                <a:gd name="T23" fmla="*/ 14 h 44"/>
                <a:gd name="T24" fmla="*/ 118 w 118"/>
                <a:gd name="T25" fmla="*/ 12 h 44"/>
                <a:gd name="T26" fmla="*/ 118 w 118"/>
                <a:gd name="T27" fmla="*/ 7 h 44"/>
                <a:gd name="T28" fmla="*/ 117 w 118"/>
                <a:gd name="T29" fmla="*/ 4 h 44"/>
                <a:gd name="T30" fmla="*/ 114 w 118"/>
                <a:gd name="T31" fmla="*/ 1 h 44"/>
                <a:gd name="T32" fmla="*/ 112 w 118"/>
                <a:gd name="T33" fmla="*/ 0 h 44"/>
                <a:gd name="T34" fmla="*/ 107 w 118"/>
                <a:gd name="T35" fmla="*/ 0 h 44"/>
                <a:gd name="T36" fmla="*/ 8 w 118"/>
                <a:gd name="T37" fmla="*/ 25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8"/>
                <a:gd name="T58" fmla="*/ 0 h 44"/>
                <a:gd name="T59" fmla="*/ 118 w 118"/>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8" h="44">
                  <a:moveTo>
                    <a:pt x="8" y="25"/>
                  </a:moveTo>
                  <a:lnTo>
                    <a:pt x="5" y="26"/>
                  </a:lnTo>
                  <a:lnTo>
                    <a:pt x="1" y="30"/>
                  </a:lnTo>
                  <a:lnTo>
                    <a:pt x="0" y="31"/>
                  </a:lnTo>
                  <a:lnTo>
                    <a:pt x="0" y="36"/>
                  </a:lnTo>
                  <a:lnTo>
                    <a:pt x="1" y="39"/>
                  </a:lnTo>
                  <a:lnTo>
                    <a:pt x="5" y="42"/>
                  </a:lnTo>
                  <a:lnTo>
                    <a:pt x="6" y="44"/>
                  </a:lnTo>
                  <a:lnTo>
                    <a:pt x="11" y="44"/>
                  </a:lnTo>
                  <a:lnTo>
                    <a:pt x="111" y="19"/>
                  </a:lnTo>
                  <a:lnTo>
                    <a:pt x="114" y="17"/>
                  </a:lnTo>
                  <a:lnTo>
                    <a:pt x="117" y="14"/>
                  </a:lnTo>
                  <a:lnTo>
                    <a:pt x="118" y="12"/>
                  </a:lnTo>
                  <a:lnTo>
                    <a:pt x="118" y="7"/>
                  </a:lnTo>
                  <a:lnTo>
                    <a:pt x="117" y="4"/>
                  </a:lnTo>
                  <a:lnTo>
                    <a:pt x="114" y="1"/>
                  </a:lnTo>
                  <a:lnTo>
                    <a:pt x="112" y="0"/>
                  </a:lnTo>
                  <a:lnTo>
                    <a:pt x="107" y="0"/>
                  </a:lnTo>
                  <a:lnTo>
                    <a:pt x="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86" name="Freeform 82">
              <a:extLst>
                <a:ext uri="{FF2B5EF4-FFF2-40B4-BE49-F238E27FC236}">
                  <a16:creationId xmlns:a16="http://schemas.microsoft.com/office/drawing/2014/main" id="{6DBCE519-E75D-BBCD-B00A-70DF4E2F1D97}"/>
                </a:ext>
              </a:extLst>
            </p:cNvPr>
            <p:cNvSpPr>
              <a:spLocks/>
            </p:cNvSpPr>
            <p:nvPr/>
          </p:nvSpPr>
          <p:spPr bwMode="auto">
            <a:xfrm>
              <a:off x="3236" y="3737"/>
              <a:ext cx="109" cy="108"/>
            </a:xfrm>
            <a:custGeom>
              <a:avLst/>
              <a:gdLst>
                <a:gd name="T0" fmla="*/ 8 w 109"/>
                <a:gd name="T1" fmla="*/ 2 h 108"/>
                <a:gd name="T2" fmla="*/ 6 w 109"/>
                <a:gd name="T3" fmla="*/ 0 h 108"/>
                <a:gd name="T4" fmla="*/ 1 w 109"/>
                <a:gd name="T5" fmla="*/ 0 h 108"/>
                <a:gd name="T6" fmla="*/ 1 w 109"/>
                <a:gd name="T7" fmla="*/ 2 h 108"/>
                <a:gd name="T8" fmla="*/ 0 w 109"/>
                <a:gd name="T9" fmla="*/ 3 h 108"/>
                <a:gd name="T10" fmla="*/ 0 w 109"/>
                <a:gd name="T11" fmla="*/ 8 h 108"/>
                <a:gd name="T12" fmla="*/ 1 w 109"/>
                <a:gd name="T13" fmla="*/ 8 h 108"/>
                <a:gd name="T14" fmla="*/ 101 w 109"/>
                <a:gd name="T15" fmla="*/ 106 h 108"/>
                <a:gd name="T16" fmla="*/ 102 w 109"/>
                <a:gd name="T17" fmla="*/ 108 h 108"/>
                <a:gd name="T18" fmla="*/ 107 w 109"/>
                <a:gd name="T19" fmla="*/ 108 h 108"/>
                <a:gd name="T20" fmla="*/ 107 w 109"/>
                <a:gd name="T21" fmla="*/ 106 h 108"/>
                <a:gd name="T22" fmla="*/ 109 w 109"/>
                <a:gd name="T23" fmla="*/ 105 h 108"/>
                <a:gd name="T24" fmla="*/ 109 w 109"/>
                <a:gd name="T25" fmla="*/ 100 h 108"/>
                <a:gd name="T26" fmla="*/ 107 w 109"/>
                <a:gd name="T27" fmla="*/ 100 h 108"/>
                <a:gd name="T28" fmla="*/ 8 w 109"/>
                <a:gd name="T29" fmla="*/ 2 h 1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8"/>
                <a:gd name="T47" fmla="*/ 109 w 109"/>
                <a:gd name="T48" fmla="*/ 108 h 1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8">
                  <a:moveTo>
                    <a:pt x="8" y="2"/>
                  </a:moveTo>
                  <a:lnTo>
                    <a:pt x="6" y="0"/>
                  </a:lnTo>
                  <a:lnTo>
                    <a:pt x="1" y="0"/>
                  </a:lnTo>
                  <a:lnTo>
                    <a:pt x="1" y="2"/>
                  </a:lnTo>
                  <a:lnTo>
                    <a:pt x="0" y="3"/>
                  </a:lnTo>
                  <a:lnTo>
                    <a:pt x="0" y="8"/>
                  </a:lnTo>
                  <a:lnTo>
                    <a:pt x="1" y="8"/>
                  </a:lnTo>
                  <a:lnTo>
                    <a:pt x="101" y="106"/>
                  </a:lnTo>
                  <a:lnTo>
                    <a:pt x="102" y="108"/>
                  </a:lnTo>
                  <a:lnTo>
                    <a:pt x="107" y="108"/>
                  </a:lnTo>
                  <a:lnTo>
                    <a:pt x="107" y="106"/>
                  </a:lnTo>
                  <a:lnTo>
                    <a:pt x="109" y="105"/>
                  </a:lnTo>
                  <a:lnTo>
                    <a:pt x="109" y="100"/>
                  </a:lnTo>
                  <a:lnTo>
                    <a:pt x="107" y="100"/>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87" name="Rectangle 83">
              <a:extLst>
                <a:ext uri="{FF2B5EF4-FFF2-40B4-BE49-F238E27FC236}">
                  <a16:creationId xmlns:a16="http://schemas.microsoft.com/office/drawing/2014/main" id="{BD04C7A0-BD6C-A7A6-A6EA-3337DD022615}"/>
                </a:ext>
              </a:extLst>
            </p:cNvPr>
            <p:cNvSpPr>
              <a:spLocks noChangeArrowheads="1"/>
            </p:cNvSpPr>
            <p:nvPr/>
          </p:nvSpPr>
          <p:spPr bwMode="auto">
            <a:xfrm>
              <a:off x="3296" y="366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Swiss 721 SWA" charset="0"/>
                </a:rPr>
                <a:t>n</a:t>
              </a:r>
              <a:endParaRPr lang="en-US" altLang="es-ES" sz="3200" b="0" i="0" baseline="0"/>
            </a:p>
          </p:txBody>
        </p:sp>
        <p:sp>
          <p:nvSpPr>
            <p:cNvPr id="21588" name="Freeform 84">
              <a:extLst>
                <a:ext uri="{FF2B5EF4-FFF2-40B4-BE49-F238E27FC236}">
                  <a16:creationId xmlns:a16="http://schemas.microsoft.com/office/drawing/2014/main" id="{86F9644A-9241-7AE8-43F2-AE78C5008005}"/>
                </a:ext>
              </a:extLst>
            </p:cNvPr>
            <p:cNvSpPr>
              <a:spLocks/>
            </p:cNvSpPr>
            <p:nvPr/>
          </p:nvSpPr>
          <p:spPr bwMode="auto">
            <a:xfrm>
              <a:off x="3590" y="1587"/>
              <a:ext cx="174" cy="19"/>
            </a:xfrm>
            <a:custGeom>
              <a:avLst/>
              <a:gdLst>
                <a:gd name="T0" fmla="*/ 9 w 174"/>
                <a:gd name="T1" fmla="*/ 0 h 19"/>
                <a:gd name="T2" fmla="*/ 6 w 174"/>
                <a:gd name="T3" fmla="*/ 0 h 19"/>
                <a:gd name="T4" fmla="*/ 3 w 174"/>
                <a:gd name="T5" fmla="*/ 3 h 19"/>
                <a:gd name="T6" fmla="*/ 0 w 174"/>
                <a:gd name="T7" fmla="*/ 7 h 19"/>
                <a:gd name="T8" fmla="*/ 0 w 174"/>
                <a:gd name="T9" fmla="*/ 13 h 19"/>
                <a:gd name="T10" fmla="*/ 3 w 174"/>
                <a:gd name="T11" fmla="*/ 16 h 19"/>
                <a:gd name="T12" fmla="*/ 6 w 174"/>
                <a:gd name="T13" fmla="*/ 19 h 19"/>
                <a:gd name="T14" fmla="*/ 167 w 174"/>
                <a:gd name="T15" fmla="*/ 19 h 19"/>
                <a:gd name="T16" fmla="*/ 171 w 174"/>
                <a:gd name="T17" fmla="*/ 16 h 19"/>
                <a:gd name="T18" fmla="*/ 174 w 174"/>
                <a:gd name="T19" fmla="*/ 13 h 19"/>
                <a:gd name="T20" fmla="*/ 174 w 174"/>
                <a:gd name="T21" fmla="*/ 7 h 19"/>
                <a:gd name="T22" fmla="*/ 171 w 174"/>
                <a:gd name="T23" fmla="*/ 3 h 19"/>
                <a:gd name="T24" fmla="*/ 167 w 174"/>
                <a:gd name="T25" fmla="*/ 0 h 19"/>
                <a:gd name="T26" fmla="*/ 164 w 174"/>
                <a:gd name="T27" fmla="*/ 0 h 19"/>
                <a:gd name="T28" fmla="*/ 9 w 174"/>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4"/>
                <a:gd name="T46" fmla="*/ 0 h 19"/>
                <a:gd name="T47" fmla="*/ 174 w 174"/>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4" h="19">
                  <a:moveTo>
                    <a:pt x="9" y="0"/>
                  </a:moveTo>
                  <a:lnTo>
                    <a:pt x="6" y="0"/>
                  </a:lnTo>
                  <a:lnTo>
                    <a:pt x="3" y="3"/>
                  </a:lnTo>
                  <a:lnTo>
                    <a:pt x="0" y="7"/>
                  </a:lnTo>
                  <a:lnTo>
                    <a:pt x="0" y="13"/>
                  </a:lnTo>
                  <a:lnTo>
                    <a:pt x="3" y="16"/>
                  </a:lnTo>
                  <a:lnTo>
                    <a:pt x="6" y="19"/>
                  </a:lnTo>
                  <a:lnTo>
                    <a:pt x="167" y="19"/>
                  </a:lnTo>
                  <a:lnTo>
                    <a:pt x="171" y="16"/>
                  </a:lnTo>
                  <a:lnTo>
                    <a:pt x="174" y="13"/>
                  </a:lnTo>
                  <a:lnTo>
                    <a:pt x="174" y="7"/>
                  </a:lnTo>
                  <a:lnTo>
                    <a:pt x="171" y="3"/>
                  </a:lnTo>
                  <a:lnTo>
                    <a:pt x="167" y="0"/>
                  </a:lnTo>
                  <a:lnTo>
                    <a:pt x="164"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89" name="Freeform 85">
              <a:extLst>
                <a:ext uri="{FF2B5EF4-FFF2-40B4-BE49-F238E27FC236}">
                  <a16:creationId xmlns:a16="http://schemas.microsoft.com/office/drawing/2014/main" id="{68E4F448-DCF2-F4B4-02EA-F926F90A7546}"/>
                </a:ext>
              </a:extLst>
            </p:cNvPr>
            <p:cNvSpPr>
              <a:spLocks/>
            </p:cNvSpPr>
            <p:nvPr/>
          </p:nvSpPr>
          <p:spPr bwMode="auto">
            <a:xfrm>
              <a:off x="3566" y="2655"/>
              <a:ext cx="196" cy="21"/>
            </a:xfrm>
            <a:custGeom>
              <a:avLst/>
              <a:gdLst>
                <a:gd name="T0" fmla="*/ 10 w 196"/>
                <a:gd name="T1" fmla="*/ 2 h 21"/>
                <a:gd name="T2" fmla="*/ 6 w 196"/>
                <a:gd name="T3" fmla="*/ 2 h 21"/>
                <a:gd name="T4" fmla="*/ 3 w 196"/>
                <a:gd name="T5" fmla="*/ 5 h 21"/>
                <a:gd name="T6" fmla="*/ 0 w 196"/>
                <a:gd name="T7" fmla="*/ 8 h 21"/>
                <a:gd name="T8" fmla="*/ 0 w 196"/>
                <a:gd name="T9" fmla="*/ 14 h 21"/>
                <a:gd name="T10" fmla="*/ 3 w 196"/>
                <a:gd name="T11" fmla="*/ 18 h 21"/>
                <a:gd name="T12" fmla="*/ 6 w 196"/>
                <a:gd name="T13" fmla="*/ 21 h 21"/>
                <a:gd name="T14" fmla="*/ 10 w 196"/>
                <a:gd name="T15" fmla="*/ 21 h 21"/>
                <a:gd name="T16" fmla="*/ 187 w 196"/>
                <a:gd name="T17" fmla="*/ 19 h 21"/>
                <a:gd name="T18" fmla="*/ 190 w 196"/>
                <a:gd name="T19" fmla="*/ 19 h 21"/>
                <a:gd name="T20" fmla="*/ 193 w 196"/>
                <a:gd name="T21" fmla="*/ 16 h 21"/>
                <a:gd name="T22" fmla="*/ 196 w 196"/>
                <a:gd name="T23" fmla="*/ 13 h 21"/>
                <a:gd name="T24" fmla="*/ 196 w 196"/>
                <a:gd name="T25" fmla="*/ 6 h 21"/>
                <a:gd name="T26" fmla="*/ 193 w 196"/>
                <a:gd name="T27" fmla="*/ 3 h 21"/>
                <a:gd name="T28" fmla="*/ 190 w 196"/>
                <a:gd name="T29" fmla="*/ 0 h 21"/>
                <a:gd name="T30" fmla="*/ 187 w 196"/>
                <a:gd name="T31" fmla="*/ 0 h 21"/>
                <a:gd name="T32" fmla="*/ 10 w 196"/>
                <a:gd name="T33" fmla="*/ 2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6"/>
                <a:gd name="T52" fmla="*/ 0 h 21"/>
                <a:gd name="T53" fmla="*/ 196 w 196"/>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6" h="21">
                  <a:moveTo>
                    <a:pt x="10" y="2"/>
                  </a:moveTo>
                  <a:lnTo>
                    <a:pt x="6" y="2"/>
                  </a:lnTo>
                  <a:lnTo>
                    <a:pt x="3" y="5"/>
                  </a:lnTo>
                  <a:lnTo>
                    <a:pt x="0" y="8"/>
                  </a:lnTo>
                  <a:lnTo>
                    <a:pt x="0" y="14"/>
                  </a:lnTo>
                  <a:lnTo>
                    <a:pt x="3" y="18"/>
                  </a:lnTo>
                  <a:lnTo>
                    <a:pt x="6" y="21"/>
                  </a:lnTo>
                  <a:lnTo>
                    <a:pt x="10" y="21"/>
                  </a:lnTo>
                  <a:lnTo>
                    <a:pt x="187" y="19"/>
                  </a:lnTo>
                  <a:lnTo>
                    <a:pt x="190" y="19"/>
                  </a:lnTo>
                  <a:lnTo>
                    <a:pt x="193" y="16"/>
                  </a:lnTo>
                  <a:lnTo>
                    <a:pt x="196" y="13"/>
                  </a:lnTo>
                  <a:lnTo>
                    <a:pt x="196" y="6"/>
                  </a:lnTo>
                  <a:lnTo>
                    <a:pt x="193" y="3"/>
                  </a:lnTo>
                  <a:lnTo>
                    <a:pt x="190" y="0"/>
                  </a:lnTo>
                  <a:lnTo>
                    <a:pt x="187" y="0"/>
                  </a:lnTo>
                  <a:lnTo>
                    <a:pt x="1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90" name="Freeform 86">
              <a:extLst>
                <a:ext uri="{FF2B5EF4-FFF2-40B4-BE49-F238E27FC236}">
                  <a16:creationId xmlns:a16="http://schemas.microsoft.com/office/drawing/2014/main" id="{0DCA67A4-EE1A-B5B9-61DA-F923D4C8D684}"/>
                </a:ext>
              </a:extLst>
            </p:cNvPr>
            <p:cNvSpPr>
              <a:spLocks/>
            </p:cNvSpPr>
            <p:nvPr/>
          </p:nvSpPr>
          <p:spPr bwMode="auto">
            <a:xfrm>
              <a:off x="3571" y="3791"/>
              <a:ext cx="191" cy="21"/>
            </a:xfrm>
            <a:custGeom>
              <a:avLst/>
              <a:gdLst>
                <a:gd name="T0" fmla="*/ 9 w 191"/>
                <a:gd name="T1" fmla="*/ 0 h 21"/>
                <a:gd name="T2" fmla="*/ 6 w 191"/>
                <a:gd name="T3" fmla="*/ 0 h 21"/>
                <a:gd name="T4" fmla="*/ 3 w 191"/>
                <a:gd name="T5" fmla="*/ 3 h 21"/>
                <a:gd name="T6" fmla="*/ 0 w 191"/>
                <a:gd name="T7" fmla="*/ 6 h 21"/>
                <a:gd name="T8" fmla="*/ 0 w 191"/>
                <a:gd name="T9" fmla="*/ 13 h 21"/>
                <a:gd name="T10" fmla="*/ 3 w 191"/>
                <a:gd name="T11" fmla="*/ 16 h 21"/>
                <a:gd name="T12" fmla="*/ 6 w 191"/>
                <a:gd name="T13" fmla="*/ 19 h 21"/>
                <a:gd name="T14" fmla="*/ 9 w 191"/>
                <a:gd name="T15" fmla="*/ 19 h 21"/>
                <a:gd name="T16" fmla="*/ 182 w 191"/>
                <a:gd name="T17" fmla="*/ 21 h 21"/>
                <a:gd name="T18" fmla="*/ 185 w 191"/>
                <a:gd name="T19" fmla="*/ 21 h 21"/>
                <a:gd name="T20" fmla="*/ 188 w 191"/>
                <a:gd name="T21" fmla="*/ 17 h 21"/>
                <a:gd name="T22" fmla="*/ 191 w 191"/>
                <a:gd name="T23" fmla="*/ 14 h 21"/>
                <a:gd name="T24" fmla="*/ 191 w 191"/>
                <a:gd name="T25" fmla="*/ 8 h 21"/>
                <a:gd name="T26" fmla="*/ 188 w 191"/>
                <a:gd name="T27" fmla="*/ 5 h 21"/>
                <a:gd name="T28" fmla="*/ 185 w 191"/>
                <a:gd name="T29" fmla="*/ 2 h 21"/>
                <a:gd name="T30" fmla="*/ 182 w 191"/>
                <a:gd name="T31" fmla="*/ 2 h 21"/>
                <a:gd name="T32" fmla="*/ 9 w 191"/>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1"/>
                <a:gd name="T52" fmla="*/ 0 h 21"/>
                <a:gd name="T53" fmla="*/ 191 w 191"/>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1" h="21">
                  <a:moveTo>
                    <a:pt x="9" y="0"/>
                  </a:moveTo>
                  <a:lnTo>
                    <a:pt x="6" y="0"/>
                  </a:lnTo>
                  <a:lnTo>
                    <a:pt x="3" y="3"/>
                  </a:lnTo>
                  <a:lnTo>
                    <a:pt x="0" y="6"/>
                  </a:lnTo>
                  <a:lnTo>
                    <a:pt x="0" y="13"/>
                  </a:lnTo>
                  <a:lnTo>
                    <a:pt x="3" y="16"/>
                  </a:lnTo>
                  <a:lnTo>
                    <a:pt x="6" y="19"/>
                  </a:lnTo>
                  <a:lnTo>
                    <a:pt x="9" y="19"/>
                  </a:lnTo>
                  <a:lnTo>
                    <a:pt x="182" y="21"/>
                  </a:lnTo>
                  <a:lnTo>
                    <a:pt x="185" y="21"/>
                  </a:lnTo>
                  <a:lnTo>
                    <a:pt x="188" y="17"/>
                  </a:lnTo>
                  <a:lnTo>
                    <a:pt x="191" y="14"/>
                  </a:lnTo>
                  <a:lnTo>
                    <a:pt x="191" y="8"/>
                  </a:lnTo>
                  <a:lnTo>
                    <a:pt x="188" y="5"/>
                  </a:lnTo>
                  <a:lnTo>
                    <a:pt x="185" y="2"/>
                  </a:lnTo>
                  <a:lnTo>
                    <a:pt x="182" y="2"/>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91" name="Freeform 87">
              <a:extLst>
                <a:ext uri="{FF2B5EF4-FFF2-40B4-BE49-F238E27FC236}">
                  <a16:creationId xmlns:a16="http://schemas.microsoft.com/office/drawing/2014/main" id="{DD77BDE2-FA7B-0FED-934A-CB77486B1E42}"/>
                </a:ext>
              </a:extLst>
            </p:cNvPr>
            <p:cNvSpPr>
              <a:spLocks/>
            </p:cNvSpPr>
            <p:nvPr/>
          </p:nvSpPr>
          <p:spPr bwMode="auto">
            <a:xfrm>
              <a:off x="3084" y="1345"/>
              <a:ext cx="19" cy="2467"/>
            </a:xfrm>
            <a:custGeom>
              <a:avLst/>
              <a:gdLst>
                <a:gd name="T0" fmla="*/ 0 w 19"/>
                <a:gd name="T1" fmla="*/ 2457 h 2467"/>
                <a:gd name="T2" fmla="*/ 0 w 19"/>
                <a:gd name="T3" fmla="*/ 2460 h 2467"/>
                <a:gd name="T4" fmla="*/ 3 w 19"/>
                <a:gd name="T5" fmla="*/ 2463 h 2467"/>
                <a:gd name="T6" fmla="*/ 6 w 19"/>
                <a:gd name="T7" fmla="*/ 2467 h 2467"/>
                <a:gd name="T8" fmla="*/ 12 w 19"/>
                <a:gd name="T9" fmla="*/ 2467 h 2467"/>
                <a:gd name="T10" fmla="*/ 16 w 19"/>
                <a:gd name="T11" fmla="*/ 2463 h 2467"/>
                <a:gd name="T12" fmla="*/ 19 w 19"/>
                <a:gd name="T13" fmla="*/ 2460 h 2467"/>
                <a:gd name="T14" fmla="*/ 19 w 19"/>
                <a:gd name="T15" fmla="*/ 7 h 2467"/>
                <a:gd name="T16" fmla="*/ 16 w 19"/>
                <a:gd name="T17" fmla="*/ 3 h 2467"/>
                <a:gd name="T18" fmla="*/ 12 w 19"/>
                <a:gd name="T19" fmla="*/ 0 h 2467"/>
                <a:gd name="T20" fmla="*/ 6 w 19"/>
                <a:gd name="T21" fmla="*/ 0 h 2467"/>
                <a:gd name="T22" fmla="*/ 3 w 19"/>
                <a:gd name="T23" fmla="*/ 3 h 2467"/>
                <a:gd name="T24" fmla="*/ 0 w 19"/>
                <a:gd name="T25" fmla="*/ 7 h 2467"/>
                <a:gd name="T26" fmla="*/ 0 w 19"/>
                <a:gd name="T27" fmla="*/ 10 h 2467"/>
                <a:gd name="T28" fmla="*/ 0 w 19"/>
                <a:gd name="T29" fmla="*/ 2457 h 246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2467"/>
                <a:gd name="T47" fmla="*/ 19 w 19"/>
                <a:gd name="T48" fmla="*/ 2467 h 246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2467">
                  <a:moveTo>
                    <a:pt x="0" y="2457"/>
                  </a:moveTo>
                  <a:lnTo>
                    <a:pt x="0" y="2460"/>
                  </a:lnTo>
                  <a:lnTo>
                    <a:pt x="3" y="2463"/>
                  </a:lnTo>
                  <a:lnTo>
                    <a:pt x="6" y="2467"/>
                  </a:lnTo>
                  <a:lnTo>
                    <a:pt x="12" y="2467"/>
                  </a:lnTo>
                  <a:lnTo>
                    <a:pt x="16" y="2463"/>
                  </a:lnTo>
                  <a:lnTo>
                    <a:pt x="19" y="2460"/>
                  </a:lnTo>
                  <a:lnTo>
                    <a:pt x="19" y="7"/>
                  </a:lnTo>
                  <a:lnTo>
                    <a:pt x="16" y="3"/>
                  </a:lnTo>
                  <a:lnTo>
                    <a:pt x="12" y="0"/>
                  </a:lnTo>
                  <a:lnTo>
                    <a:pt x="6" y="0"/>
                  </a:lnTo>
                  <a:lnTo>
                    <a:pt x="3" y="3"/>
                  </a:lnTo>
                  <a:lnTo>
                    <a:pt x="0" y="7"/>
                  </a:lnTo>
                  <a:lnTo>
                    <a:pt x="0" y="10"/>
                  </a:lnTo>
                  <a:lnTo>
                    <a:pt x="0" y="24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92" name="Freeform 88">
              <a:extLst>
                <a:ext uri="{FF2B5EF4-FFF2-40B4-BE49-F238E27FC236}">
                  <a16:creationId xmlns:a16="http://schemas.microsoft.com/office/drawing/2014/main" id="{D1359010-8570-3154-4818-E331F48F80E7}"/>
                </a:ext>
              </a:extLst>
            </p:cNvPr>
            <p:cNvSpPr>
              <a:spLocks/>
            </p:cNvSpPr>
            <p:nvPr/>
          </p:nvSpPr>
          <p:spPr bwMode="auto">
            <a:xfrm>
              <a:off x="3084" y="1331"/>
              <a:ext cx="256" cy="19"/>
            </a:xfrm>
            <a:custGeom>
              <a:avLst/>
              <a:gdLst>
                <a:gd name="T0" fmla="*/ 246 w 256"/>
                <a:gd name="T1" fmla="*/ 19 h 19"/>
                <a:gd name="T2" fmla="*/ 250 w 256"/>
                <a:gd name="T3" fmla="*/ 19 h 19"/>
                <a:gd name="T4" fmla="*/ 253 w 256"/>
                <a:gd name="T5" fmla="*/ 16 h 19"/>
                <a:gd name="T6" fmla="*/ 256 w 256"/>
                <a:gd name="T7" fmla="*/ 13 h 19"/>
                <a:gd name="T8" fmla="*/ 256 w 256"/>
                <a:gd name="T9" fmla="*/ 6 h 19"/>
                <a:gd name="T10" fmla="*/ 253 w 256"/>
                <a:gd name="T11" fmla="*/ 3 h 19"/>
                <a:gd name="T12" fmla="*/ 250 w 256"/>
                <a:gd name="T13" fmla="*/ 0 h 19"/>
                <a:gd name="T14" fmla="*/ 6 w 256"/>
                <a:gd name="T15" fmla="*/ 0 h 19"/>
                <a:gd name="T16" fmla="*/ 3 w 256"/>
                <a:gd name="T17" fmla="*/ 3 h 19"/>
                <a:gd name="T18" fmla="*/ 0 w 256"/>
                <a:gd name="T19" fmla="*/ 6 h 19"/>
                <a:gd name="T20" fmla="*/ 0 w 256"/>
                <a:gd name="T21" fmla="*/ 13 h 19"/>
                <a:gd name="T22" fmla="*/ 3 w 256"/>
                <a:gd name="T23" fmla="*/ 16 h 19"/>
                <a:gd name="T24" fmla="*/ 6 w 256"/>
                <a:gd name="T25" fmla="*/ 19 h 19"/>
                <a:gd name="T26" fmla="*/ 9 w 256"/>
                <a:gd name="T27" fmla="*/ 19 h 19"/>
                <a:gd name="T28" fmla="*/ 246 w 256"/>
                <a:gd name="T29" fmla="*/ 19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6"/>
                <a:gd name="T46" fmla="*/ 0 h 19"/>
                <a:gd name="T47" fmla="*/ 256 w 256"/>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6" h="19">
                  <a:moveTo>
                    <a:pt x="246" y="19"/>
                  </a:moveTo>
                  <a:lnTo>
                    <a:pt x="250" y="19"/>
                  </a:lnTo>
                  <a:lnTo>
                    <a:pt x="253" y="16"/>
                  </a:lnTo>
                  <a:lnTo>
                    <a:pt x="256" y="13"/>
                  </a:lnTo>
                  <a:lnTo>
                    <a:pt x="256" y="6"/>
                  </a:lnTo>
                  <a:lnTo>
                    <a:pt x="253" y="3"/>
                  </a:lnTo>
                  <a:lnTo>
                    <a:pt x="250" y="0"/>
                  </a:lnTo>
                  <a:lnTo>
                    <a:pt x="6" y="0"/>
                  </a:lnTo>
                  <a:lnTo>
                    <a:pt x="3" y="3"/>
                  </a:lnTo>
                  <a:lnTo>
                    <a:pt x="0" y="6"/>
                  </a:lnTo>
                  <a:lnTo>
                    <a:pt x="0" y="13"/>
                  </a:lnTo>
                  <a:lnTo>
                    <a:pt x="3" y="16"/>
                  </a:lnTo>
                  <a:lnTo>
                    <a:pt x="6" y="19"/>
                  </a:lnTo>
                  <a:lnTo>
                    <a:pt x="9" y="19"/>
                  </a:lnTo>
                  <a:lnTo>
                    <a:pt x="246"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93" name="Freeform 89">
              <a:extLst>
                <a:ext uri="{FF2B5EF4-FFF2-40B4-BE49-F238E27FC236}">
                  <a16:creationId xmlns:a16="http://schemas.microsoft.com/office/drawing/2014/main" id="{4A0EF329-6EB8-AD38-546B-D79A37A05D00}"/>
                </a:ext>
              </a:extLst>
            </p:cNvPr>
            <p:cNvSpPr>
              <a:spLocks/>
            </p:cNvSpPr>
            <p:nvPr/>
          </p:nvSpPr>
          <p:spPr bwMode="auto">
            <a:xfrm>
              <a:off x="3089" y="2415"/>
              <a:ext cx="251" cy="19"/>
            </a:xfrm>
            <a:custGeom>
              <a:avLst/>
              <a:gdLst>
                <a:gd name="T0" fmla="*/ 241 w 251"/>
                <a:gd name="T1" fmla="*/ 19 h 19"/>
                <a:gd name="T2" fmla="*/ 245 w 251"/>
                <a:gd name="T3" fmla="*/ 19 h 19"/>
                <a:gd name="T4" fmla="*/ 248 w 251"/>
                <a:gd name="T5" fmla="*/ 15 h 19"/>
                <a:gd name="T6" fmla="*/ 251 w 251"/>
                <a:gd name="T7" fmla="*/ 12 h 19"/>
                <a:gd name="T8" fmla="*/ 251 w 251"/>
                <a:gd name="T9" fmla="*/ 6 h 19"/>
                <a:gd name="T10" fmla="*/ 248 w 251"/>
                <a:gd name="T11" fmla="*/ 3 h 19"/>
                <a:gd name="T12" fmla="*/ 245 w 251"/>
                <a:gd name="T13" fmla="*/ 0 h 19"/>
                <a:gd name="T14" fmla="*/ 6 w 251"/>
                <a:gd name="T15" fmla="*/ 0 h 19"/>
                <a:gd name="T16" fmla="*/ 3 w 251"/>
                <a:gd name="T17" fmla="*/ 3 h 19"/>
                <a:gd name="T18" fmla="*/ 0 w 251"/>
                <a:gd name="T19" fmla="*/ 6 h 19"/>
                <a:gd name="T20" fmla="*/ 0 w 251"/>
                <a:gd name="T21" fmla="*/ 12 h 19"/>
                <a:gd name="T22" fmla="*/ 3 w 251"/>
                <a:gd name="T23" fmla="*/ 15 h 19"/>
                <a:gd name="T24" fmla="*/ 6 w 251"/>
                <a:gd name="T25" fmla="*/ 19 h 19"/>
                <a:gd name="T26" fmla="*/ 9 w 251"/>
                <a:gd name="T27" fmla="*/ 19 h 19"/>
                <a:gd name="T28" fmla="*/ 241 w 251"/>
                <a:gd name="T29" fmla="*/ 19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1"/>
                <a:gd name="T46" fmla="*/ 0 h 19"/>
                <a:gd name="T47" fmla="*/ 251 w 251"/>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1" h="19">
                  <a:moveTo>
                    <a:pt x="241" y="19"/>
                  </a:moveTo>
                  <a:lnTo>
                    <a:pt x="245" y="19"/>
                  </a:lnTo>
                  <a:lnTo>
                    <a:pt x="248" y="15"/>
                  </a:lnTo>
                  <a:lnTo>
                    <a:pt x="251" y="12"/>
                  </a:lnTo>
                  <a:lnTo>
                    <a:pt x="251" y="6"/>
                  </a:lnTo>
                  <a:lnTo>
                    <a:pt x="248" y="3"/>
                  </a:lnTo>
                  <a:lnTo>
                    <a:pt x="245" y="0"/>
                  </a:lnTo>
                  <a:lnTo>
                    <a:pt x="6" y="0"/>
                  </a:lnTo>
                  <a:lnTo>
                    <a:pt x="3" y="3"/>
                  </a:lnTo>
                  <a:lnTo>
                    <a:pt x="0" y="6"/>
                  </a:lnTo>
                  <a:lnTo>
                    <a:pt x="0" y="12"/>
                  </a:lnTo>
                  <a:lnTo>
                    <a:pt x="3" y="15"/>
                  </a:lnTo>
                  <a:lnTo>
                    <a:pt x="6" y="19"/>
                  </a:lnTo>
                  <a:lnTo>
                    <a:pt x="9" y="19"/>
                  </a:lnTo>
                  <a:lnTo>
                    <a:pt x="24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94" name="Freeform 90">
              <a:extLst>
                <a:ext uri="{FF2B5EF4-FFF2-40B4-BE49-F238E27FC236}">
                  <a16:creationId xmlns:a16="http://schemas.microsoft.com/office/drawing/2014/main" id="{DD1F68D7-405A-6B83-DCD1-180365180C26}"/>
                </a:ext>
              </a:extLst>
            </p:cNvPr>
            <p:cNvSpPr>
              <a:spLocks/>
            </p:cNvSpPr>
            <p:nvPr/>
          </p:nvSpPr>
          <p:spPr bwMode="auto">
            <a:xfrm>
              <a:off x="3084" y="3568"/>
              <a:ext cx="251" cy="19"/>
            </a:xfrm>
            <a:custGeom>
              <a:avLst/>
              <a:gdLst>
                <a:gd name="T0" fmla="*/ 242 w 251"/>
                <a:gd name="T1" fmla="*/ 19 h 19"/>
                <a:gd name="T2" fmla="*/ 245 w 251"/>
                <a:gd name="T3" fmla="*/ 19 h 19"/>
                <a:gd name="T4" fmla="*/ 248 w 251"/>
                <a:gd name="T5" fmla="*/ 16 h 19"/>
                <a:gd name="T6" fmla="*/ 251 w 251"/>
                <a:gd name="T7" fmla="*/ 13 h 19"/>
                <a:gd name="T8" fmla="*/ 251 w 251"/>
                <a:gd name="T9" fmla="*/ 6 h 19"/>
                <a:gd name="T10" fmla="*/ 248 w 251"/>
                <a:gd name="T11" fmla="*/ 3 h 19"/>
                <a:gd name="T12" fmla="*/ 245 w 251"/>
                <a:gd name="T13" fmla="*/ 0 h 19"/>
                <a:gd name="T14" fmla="*/ 6 w 251"/>
                <a:gd name="T15" fmla="*/ 0 h 19"/>
                <a:gd name="T16" fmla="*/ 3 w 251"/>
                <a:gd name="T17" fmla="*/ 3 h 19"/>
                <a:gd name="T18" fmla="*/ 0 w 251"/>
                <a:gd name="T19" fmla="*/ 6 h 19"/>
                <a:gd name="T20" fmla="*/ 0 w 251"/>
                <a:gd name="T21" fmla="*/ 13 h 19"/>
                <a:gd name="T22" fmla="*/ 3 w 251"/>
                <a:gd name="T23" fmla="*/ 16 h 19"/>
                <a:gd name="T24" fmla="*/ 6 w 251"/>
                <a:gd name="T25" fmla="*/ 19 h 19"/>
                <a:gd name="T26" fmla="*/ 9 w 251"/>
                <a:gd name="T27" fmla="*/ 19 h 19"/>
                <a:gd name="T28" fmla="*/ 242 w 251"/>
                <a:gd name="T29" fmla="*/ 19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1"/>
                <a:gd name="T46" fmla="*/ 0 h 19"/>
                <a:gd name="T47" fmla="*/ 251 w 251"/>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1" h="19">
                  <a:moveTo>
                    <a:pt x="242" y="19"/>
                  </a:moveTo>
                  <a:lnTo>
                    <a:pt x="245" y="19"/>
                  </a:lnTo>
                  <a:lnTo>
                    <a:pt x="248" y="16"/>
                  </a:lnTo>
                  <a:lnTo>
                    <a:pt x="251" y="13"/>
                  </a:lnTo>
                  <a:lnTo>
                    <a:pt x="251" y="6"/>
                  </a:lnTo>
                  <a:lnTo>
                    <a:pt x="248" y="3"/>
                  </a:lnTo>
                  <a:lnTo>
                    <a:pt x="245" y="0"/>
                  </a:lnTo>
                  <a:lnTo>
                    <a:pt x="6" y="0"/>
                  </a:lnTo>
                  <a:lnTo>
                    <a:pt x="3" y="3"/>
                  </a:lnTo>
                  <a:lnTo>
                    <a:pt x="0" y="6"/>
                  </a:lnTo>
                  <a:lnTo>
                    <a:pt x="0" y="13"/>
                  </a:lnTo>
                  <a:lnTo>
                    <a:pt x="3" y="16"/>
                  </a:lnTo>
                  <a:lnTo>
                    <a:pt x="6" y="19"/>
                  </a:lnTo>
                  <a:lnTo>
                    <a:pt x="9" y="19"/>
                  </a:lnTo>
                  <a:lnTo>
                    <a:pt x="242"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95" name="Rectangle 91">
              <a:extLst>
                <a:ext uri="{FF2B5EF4-FFF2-40B4-BE49-F238E27FC236}">
                  <a16:creationId xmlns:a16="http://schemas.microsoft.com/office/drawing/2014/main" id="{C8994344-3018-47AB-9175-A344C62650CE}"/>
                </a:ext>
              </a:extLst>
            </p:cNvPr>
            <p:cNvSpPr>
              <a:spLocks noChangeArrowheads="1"/>
            </p:cNvSpPr>
            <p:nvPr/>
          </p:nvSpPr>
          <p:spPr bwMode="auto">
            <a:xfrm>
              <a:off x="3460" y="4093"/>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E2</a:t>
              </a:r>
              <a:endParaRPr lang="en-US" altLang="es-ES" sz="3200" b="0" i="0" baseline="0"/>
            </a:p>
          </p:txBody>
        </p:sp>
        <p:sp>
          <p:nvSpPr>
            <p:cNvPr id="21596" name="Rectangle 92">
              <a:extLst>
                <a:ext uri="{FF2B5EF4-FFF2-40B4-BE49-F238E27FC236}">
                  <a16:creationId xmlns:a16="http://schemas.microsoft.com/office/drawing/2014/main" id="{9213B8FC-B4D6-B3CA-2788-C6073EDDBA9B}"/>
                </a:ext>
              </a:extLst>
            </p:cNvPr>
            <p:cNvSpPr>
              <a:spLocks noChangeArrowheads="1"/>
            </p:cNvSpPr>
            <p:nvPr/>
          </p:nvSpPr>
          <p:spPr bwMode="auto">
            <a:xfrm>
              <a:off x="3460" y="2960"/>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E1</a:t>
              </a:r>
              <a:endParaRPr lang="en-US" altLang="es-ES" sz="3200" b="0" i="0" baseline="0"/>
            </a:p>
          </p:txBody>
        </p:sp>
        <p:sp>
          <p:nvSpPr>
            <p:cNvPr id="21597" name="Rectangle 93">
              <a:extLst>
                <a:ext uri="{FF2B5EF4-FFF2-40B4-BE49-F238E27FC236}">
                  <a16:creationId xmlns:a16="http://schemas.microsoft.com/office/drawing/2014/main" id="{4E159047-CF5A-78B8-0B94-F0FDCD6976EE}"/>
                </a:ext>
              </a:extLst>
            </p:cNvPr>
            <p:cNvSpPr>
              <a:spLocks noChangeArrowheads="1"/>
            </p:cNvSpPr>
            <p:nvPr/>
          </p:nvSpPr>
          <p:spPr bwMode="auto">
            <a:xfrm>
              <a:off x="3444" y="1878"/>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i="0" baseline="0">
                  <a:solidFill>
                    <a:srgbClr val="000000"/>
                  </a:solidFill>
                  <a:latin typeface="Swiss 721 SWA" charset="0"/>
                </a:rPr>
                <a:t>E0</a:t>
              </a:r>
              <a:endParaRPr lang="en-US" altLang="es-ES" sz="3200" b="0" i="0" baseline="0"/>
            </a:p>
          </p:txBody>
        </p:sp>
        <p:sp>
          <p:nvSpPr>
            <p:cNvPr id="21598" name="Oval 94">
              <a:extLst>
                <a:ext uri="{FF2B5EF4-FFF2-40B4-BE49-F238E27FC236}">
                  <a16:creationId xmlns:a16="http://schemas.microsoft.com/office/drawing/2014/main" id="{C3E17C33-4802-CF78-0E7F-535427E8F098}"/>
                </a:ext>
              </a:extLst>
            </p:cNvPr>
            <p:cNvSpPr>
              <a:spLocks noChangeArrowheads="1"/>
            </p:cNvSpPr>
            <p:nvPr/>
          </p:nvSpPr>
          <p:spPr bwMode="auto">
            <a:xfrm>
              <a:off x="3063" y="1557"/>
              <a:ext cx="52" cy="5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599" name="Freeform 95">
              <a:extLst>
                <a:ext uri="{FF2B5EF4-FFF2-40B4-BE49-F238E27FC236}">
                  <a16:creationId xmlns:a16="http://schemas.microsoft.com/office/drawing/2014/main" id="{B496AC60-AAA1-0A90-1B65-828E730DB15B}"/>
                </a:ext>
              </a:extLst>
            </p:cNvPr>
            <p:cNvSpPr>
              <a:spLocks/>
            </p:cNvSpPr>
            <p:nvPr/>
          </p:nvSpPr>
          <p:spPr bwMode="auto">
            <a:xfrm>
              <a:off x="3054" y="1548"/>
              <a:ext cx="68" cy="69"/>
            </a:xfrm>
            <a:custGeom>
              <a:avLst/>
              <a:gdLst>
                <a:gd name="T0" fmla="*/ 1 w 68"/>
                <a:gd name="T1" fmla="*/ 47 h 69"/>
                <a:gd name="T2" fmla="*/ 3 w 68"/>
                <a:gd name="T3" fmla="*/ 52 h 69"/>
                <a:gd name="T4" fmla="*/ 16 w 68"/>
                <a:gd name="T5" fmla="*/ 65 h 69"/>
                <a:gd name="T6" fmla="*/ 30 w 68"/>
                <a:gd name="T7" fmla="*/ 69 h 69"/>
                <a:gd name="T8" fmla="*/ 41 w 68"/>
                <a:gd name="T9" fmla="*/ 66 h 69"/>
                <a:gd name="T10" fmla="*/ 52 w 68"/>
                <a:gd name="T11" fmla="*/ 65 h 69"/>
                <a:gd name="T12" fmla="*/ 65 w 68"/>
                <a:gd name="T13" fmla="*/ 52 h 69"/>
                <a:gd name="T14" fmla="*/ 66 w 68"/>
                <a:gd name="T15" fmla="*/ 47 h 69"/>
                <a:gd name="T16" fmla="*/ 60 w 68"/>
                <a:gd name="T17" fmla="*/ 44 h 69"/>
                <a:gd name="T18" fmla="*/ 68 w 68"/>
                <a:gd name="T19" fmla="*/ 22 h 69"/>
                <a:gd name="T20" fmla="*/ 65 w 68"/>
                <a:gd name="T21" fmla="*/ 17 h 69"/>
                <a:gd name="T22" fmla="*/ 60 w 68"/>
                <a:gd name="T23" fmla="*/ 11 h 69"/>
                <a:gd name="T24" fmla="*/ 57 w 68"/>
                <a:gd name="T25" fmla="*/ 9 h 69"/>
                <a:gd name="T26" fmla="*/ 55 w 68"/>
                <a:gd name="T27" fmla="*/ 6 h 69"/>
                <a:gd name="T28" fmla="*/ 47 w 68"/>
                <a:gd name="T29" fmla="*/ 1 h 69"/>
                <a:gd name="T30" fmla="*/ 20 w 68"/>
                <a:gd name="T31" fmla="*/ 1 h 69"/>
                <a:gd name="T32" fmla="*/ 12 w 68"/>
                <a:gd name="T33" fmla="*/ 6 h 69"/>
                <a:gd name="T34" fmla="*/ 11 w 68"/>
                <a:gd name="T35" fmla="*/ 9 h 69"/>
                <a:gd name="T36" fmla="*/ 8 w 68"/>
                <a:gd name="T37" fmla="*/ 11 h 69"/>
                <a:gd name="T38" fmla="*/ 3 w 68"/>
                <a:gd name="T39" fmla="*/ 17 h 69"/>
                <a:gd name="T40" fmla="*/ 0 w 68"/>
                <a:gd name="T41" fmla="*/ 22 h 69"/>
                <a:gd name="T42" fmla="*/ 19 w 68"/>
                <a:gd name="T43" fmla="*/ 28 h 69"/>
                <a:gd name="T44" fmla="*/ 22 w 68"/>
                <a:gd name="T45" fmla="*/ 23 h 69"/>
                <a:gd name="T46" fmla="*/ 20 w 68"/>
                <a:gd name="T47" fmla="*/ 23 h 69"/>
                <a:gd name="T48" fmla="*/ 23 w 68"/>
                <a:gd name="T49" fmla="*/ 22 h 69"/>
                <a:gd name="T50" fmla="*/ 25 w 68"/>
                <a:gd name="T51" fmla="*/ 19 h 69"/>
                <a:gd name="T52" fmla="*/ 27 w 68"/>
                <a:gd name="T53" fmla="*/ 20 h 69"/>
                <a:gd name="T54" fmla="*/ 39 w 68"/>
                <a:gd name="T55" fmla="*/ 19 h 69"/>
                <a:gd name="T56" fmla="*/ 44 w 68"/>
                <a:gd name="T57" fmla="*/ 22 h 69"/>
                <a:gd name="T58" fmla="*/ 44 w 68"/>
                <a:gd name="T59" fmla="*/ 20 h 69"/>
                <a:gd name="T60" fmla="*/ 46 w 68"/>
                <a:gd name="T61" fmla="*/ 23 h 69"/>
                <a:gd name="T62" fmla="*/ 49 w 68"/>
                <a:gd name="T63" fmla="*/ 25 h 69"/>
                <a:gd name="T64" fmla="*/ 47 w 68"/>
                <a:gd name="T65" fmla="*/ 27 h 69"/>
                <a:gd name="T66" fmla="*/ 54 w 68"/>
                <a:gd name="T67" fmla="*/ 41 h 69"/>
                <a:gd name="T68" fmla="*/ 49 w 68"/>
                <a:gd name="T69" fmla="*/ 39 h 69"/>
                <a:gd name="T70" fmla="*/ 46 w 68"/>
                <a:gd name="T71" fmla="*/ 44 h 69"/>
                <a:gd name="T72" fmla="*/ 39 w 68"/>
                <a:gd name="T73" fmla="*/ 50 h 69"/>
                <a:gd name="T74" fmla="*/ 38 w 68"/>
                <a:gd name="T75" fmla="*/ 50 h 69"/>
                <a:gd name="T76" fmla="*/ 41 w 68"/>
                <a:gd name="T77" fmla="*/ 55 h 69"/>
                <a:gd name="T78" fmla="*/ 28 w 68"/>
                <a:gd name="T79" fmla="*/ 49 h 69"/>
                <a:gd name="T80" fmla="*/ 23 w 68"/>
                <a:gd name="T81" fmla="*/ 47 h 69"/>
                <a:gd name="T82" fmla="*/ 20 w 68"/>
                <a:gd name="T83" fmla="*/ 42 h 69"/>
                <a:gd name="T84" fmla="*/ 19 w 68"/>
                <a:gd name="T85" fmla="*/ 34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8"/>
                <a:gd name="T130" fmla="*/ 0 h 69"/>
                <a:gd name="T131" fmla="*/ 68 w 68"/>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8" h="69">
                  <a:moveTo>
                    <a:pt x="0" y="34"/>
                  </a:moveTo>
                  <a:lnTo>
                    <a:pt x="0" y="46"/>
                  </a:lnTo>
                  <a:lnTo>
                    <a:pt x="1" y="47"/>
                  </a:lnTo>
                  <a:lnTo>
                    <a:pt x="1" y="49"/>
                  </a:lnTo>
                  <a:lnTo>
                    <a:pt x="3" y="50"/>
                  </a:lnTo>
                  <a:lnTo>
                    <a:pt x="3" y="52"/>
                  </a:lnTo>
                  <a:lnTo>
                    <a:pt x="17" y="66"/>
                  </a:lnTo>
                  <a:lnTo>
                    <a:pt x="16" y="63"/>
                  </a:lnTo>
                  <a:lnTo>
                    <a:pt x="16" y="65"/>
                  </a:lnTo>
                  <a:lnTo>
                    <a:pt x="22" y="68"/>
                  </a:lnTo>
                  <a:lnTo>
                    <a:pt x="23" y="69"/>
                  </a:lnTo>
                  <a:lnTo>
                    <a:pt x="30" y="69"/>
                  </a:lnTo>
                  <a:lnTo>
                    <a:pt x="28" y="68"/>
                  </a:lnTo>
                  <a:lnTo>
                    <a:pt x="44" y="61"/>
                  </a:lnTo>
                  <a:lnTo>
                    <a:pt x="41" y="66"/>
                  </a:lnTo>
                  <a:lnTo>
                    <a:pt x="44" y="69"/>
                  </a:lnTo>
                  <a:lnTo>
                    <a:pt x="46" y="68"/>
                  </a:lnTo>
                  <a:lnTo>
                    <a:pt x="52" y="65"/>
                  </a:lnTo>
                  <a:lnTo>
                    <a:pt x="52" y="63"/>
                  </a:lnTo>
                  <a:lnTo>
                    <a:pt x="50" y="66"/>
                  </a:lnTo>
                  <a:lnTo>
                    <a:pt x="65" y="52"/>
                  </a:lnTo>
                  <a:lnTo>
                    <a:pt x="65" y="50"/>
                  </a:lnTo>
                  <a:lnTo>
                    <a:pt x="66" y="49"/>
                  </a:lnTo>
                  <a:lnTo>
                    <a:pt x="66" y="47"/>
                  </a:lnTo>
                  <a:lnTo>
                    <a:pt x="68" y="46"/>
                  </a:lnTo>
                  <a:lnTo>
                    <a:pt x="65" y="41"/>
                  </a:lnTo>
                  <a:lnTo>
                    <a:pt x="60" y="44"/>
                  </a:lnTo>
                  <a:lnTo>
                    <a:pt x="66" y="28"/>
                  </a:lnTo>
                  <a:lnTo>
                    <a:pt x="68" y="30"/>
                  </a:lnTo>
                  <a:lnTo>
                    <a:pt x="68" y="22"/>
                  </a:lnTo>
                  <a:lnTo>
                    <a:pt x="66" y="20"/>
                  </a:lnTo>
                  <a:lnTo>
                    <a:pt x="66" y="19"/>
                  </a:lnTo>
                  <a:lnTo>
                    <a:pt x="65" y="17"/>
                  </a:lnTo>
                  <a:lnTo>
                    <a:pt x="61" y="12"/>
                  </a:lnTo>
                  <a:lnTo>
                    <a:pt x="60" y="12"/>
                  </a:lnTo>
                  <a:lnTo>
                    <a:pt x="60" y="11"/>
                  </a:lnTo>
                  <a:lnTo>
                    <a:pt x="58" y="11"/>
                  </a:lnTo>
                  <a:lnTo>
                    <a:pt x="58" y="9"/>
                  </a:lnTo>
                  <a:lnTo>
                    <a:pt x="57" y="9"/>
                  </a:lnTo>
                  <a:lnTo>
                    <a:pt x="57" y="8"/>
                  </a:lnTo>
                  <a:lnTo>
                    <a:pt x="55" y="8"/>
                  </a:lnTo>
                  <a:lnTo>
                    <a:pt x="55" y="6"/>
                  </a:lnTo>
                  <a:lnTo>
                    <a:pt x="50" y="3"/>
                  </a:lnTo>
                  <a:lnTo>
                    <a:pt x="49" y="1"/>
                  </a:lnTo>
                  <a:lnTo>
                    <a:pt x="47" y="1"/>
                  </a:lnTo>
                  <a:lnTo>
                    <a:pt x="46" y="0"/>
                  </a:lnTo>
                  <a:lnTo>
                    <a:pt x="22" y="0"/>
                  </a:lnTo>
                  <a:lnTo>
                    <a:pt x="20" y="1"/>
                  </a:lnTo>
                  <a:lnTo>
                    <a:pt x="19" y="1"/>
                  </a:lnTo>
                  <a:lnTo>
                    <a:pt x="17" y="3"/>
                  </a:lnTo>
                  <a:lnTo>
                    <a:pt x="12" y="6"/>
                  </a:lnTo>
                  <a:lnTo>
                    <a:pt x="12" y="8"/>
                  </a:lnTo>
                  <a:lnTo>
                    <a:pt x="11" y="8"/>
                  </a:lnTo>
                  <a:lnTo>
                    <a:pt x="11" y="9"/>
                  </a:lnTo>
                  <a:lnTo>
                    <a:pt x="9" y="9"/>
                  </a:lnTo>
                  <a:lnTo>
                    <a:pt x="9" y="11"/>
                  </a:lnTo>
                  <a:lnTo>
                    <a:pt x="8" y="11"/>
                  </a:lnTo>
                  <a:lnTo>
                    <a:pt x="8" y="12"/>
                  </a:lnTo>
                  <a:lnTo>
                    <a:pt x="6" y="12"/>
                  </a:lnTo>
                  <a:lnTo>
                    <a:pt x="3" y="17"/>
                  </a:lnTo>
                  <a:lnTo>
                    <a:pt x="1" y="19"/>
                  </a:lnTo>
                  <a:lnTo>
                    <a:pt x="1" y="20"/>
                  </a:lnTo>
                  <a:lnTo>
                    <a:pt x="0" y="22"/>
                  </a:lnTo>
                  <a:lnTo>
                    <a:pt x="0" y="34"/>
                  </a:lnTo>
                  <a:lnTo>
                    <a:pt x="19" y="34"/>
                  </a:lnTo>
                  <a:lnTo>
                    <a:pt x="19" y="28"/>
                  </a:lnTo>
                  <a:lnTo>
                    <a:pt x="20" y="27"/>
                  </a:lnTo>
                  <a:lnTo>
                    <a:pt x="20" y="25"/>
                  </a:lnTo>
                  <a:lnTo>
                    <a:pt x="22" y="23"/>
                  </a:lnTo>
                  <a:lnTo>
                    <a:pt x="19" y="25"/>
                  </a:lnTo>
                  <a:lnTo>
                    <a:pt x="20" y="25"/>
                  </a:lnTo>
                  <a:lnTo>
                    <a:pt x="20" y="23"/>
                  </a:lnTo>
                  <a:lnTo>
                    <a:pt x="22" y="23"/>
                  </a:lnTo>
                  <a:lnTo>
                    <a:pt x="22" y="22"/>
                  </a:lnTo>
                  <a:lnTo>
                    <a:pt x="23" y="22"/>
                  </a:lnTo>
                  <a:lnTo>
                    <a:pt x="23" y="20"/>
                  </a:lnTo>
                  <a:lnTo>
                    <a:pt x="25" y="20"/>
                  </a:lnTo>
                  <a:lnTo>
                    <a:pt x="25" y="19"/>
                  </a:lnTo>
                  <a:lnTo>
                    <a:pt x="23" y="22"/>
                  </a:lnTo>
                  <a:lnTo>
                    <a:pt x="25" y="20"/>
                  </a:lnTo>
                  <a:lnTo>
                    <a:pt x="27" y="20"/>
                  </a:lnTo>
                  <a:lnTo>
                    <a:pt x="28" y="19"/>
                  </a:lnTo>
                  <a:lnTo>
                    <a:pt x="35" y="19"/>
                  </a:lnTo>
                  <a:lnTo>
                    <a:pt x="39" y="19"/>
                  </a:lnTo>
                  <a:lnTo>
                    <a:pt x="41" y="20"/>
                  </a:lnTo>
                  <a:lnTo>
                    <a:pt x="42" y="20"/>
                  </a:lnTo>
                  <a:lnTo>
                    <a:pt x="44" y="22"/>
                  </a:lnTo>
                  <a:lnTo>
                    <a:pt x="42" y="19"/>
                  </a:lnTo>
                  <a:lnTo>
                    <a:pt x="42" y="20"/>
                  </a:lnTo>
                  <a:lnTo>
                    <a:pt x="44" y="20"/>
                  </a:lnTo>
                  <a:lnTo>
                    <a:pt x="44" y="22"/>
                  </a:lnTo>
                  <a:lnTo>
                    <a:pt x="46" y="22"/>
                  </a:lnTo>
                  <a:lnTo>
                    <a:pt x="46" y="23"/>
                  </a:lnTo>
                  <a:lnTo>
                    <a:pt x="47" y="23"/>
                  </a:lnTo>
                  <a:lnTo>
                    <a:pt x="47" y="25"/>
                  </a:lnTo>
                  <a:lnTo>
                    <a:pt x="49" y="25"/>
                  </a:lnTo>
                  <a:lnTo>
                    <a:pt x="46" y="23"/>
                  </a:lnTo>
                  <a:lnTo>
                    <a:pt x="47" y="25"/>
                  </a:lnTo>
                  <a:lnTo>
                    <a:pt x="47" y="27"/>
                  </a:lnTo>
                  <a:lnTo>
                    <a:pt x="49" y="28"/>
                  </a:lnTo>
                  <a:lnTo>
                    <a:pt x="49" y="36"/>
                  </a:lnTo>
                  <a:lnTo>
                    <a:pt x="54" y="41"/>
                  </a:lnTo>
                  <a:lnTo>
                    <a:pt x="60" y="25"/>
                  </a:lnTo>
                  <a:lnTo>
                    <a:pt x="52" y="28"/>
                  </a:lnTo>
                  <a:lnTo>
                    <a:pt x="49" y="39"/>
                  </a:lnTo>
                  <a:lnTo>
                    <a:pt x="47" y="41"/>
                  </a:lnTo>
                  <a:lnTo>
                    <a:pt x="47" y="42"/>
                  </a:lnTo>
                  <a:lnTo>
                    <a:pt x="46" y="44"/>
                  </a:lnTo>
                  <a:lnTo>
                    <a:pt x="46" y="46"/>
                  </a:lnTo>
                  <a:lnTo>
                    <a:pt x="44" y="47"/>
                  </a:lnTo>
                  <a:lnTo>
                    <a:pt x="39" y="50"/>
                  </a:lnTo>
                  <a:lnTo>
                    <a:pt x="39" y="52"/>
                  </a:lnTo>
                  <a:lnTo>
                    <a:pt x="39" y="49"/>
                  </a:lnTo>
                  <a:lnTo>
                    <a:pt x="38" y="50"/>
                  </a:lnTo>
                  <a:lnTo>
                    <a:pt x="28" y="53"/>
                  </a:lnTo>
                  <a:lnTo>
                    <a:pt x="25" y="61"/>
                  </a:lnTo>
                  <a:lnTo>
                    <a:pt x="41" y="55"/>
                  </a:lnTo>
                  <a:lnTo>
                    <a:pt x="36" y="50"/>
                  </a:lnTo>
                  <a:lnTo>
                    <a:pt x="30" y="50"/>
                  </a:lnTo>
                  <a:lnTo>
                    <a:pt x="28" y="49"/>
                  </a:lnTo>
                  <a:lnTo>
                    <a:pt x="28" y="52"/>
                  </a:lnTo>
                  <a:lnTo>
                    <a:pt x="28" y="50"/>
                  </a:lnTo>
                  <a:lnTo>
                    <a:pt x="23" y="47"/>
                  </a:lnTo>
                  <a:lnTo>
                    <a:pt x="22" y="46"/>
                  </a:lnTo>
                  <a:lnTo>
                    <a:pt x="22" y="44"/>
                  </a:lnTo>
                  <a:lnTo>
                    <a:pt x="20" y="42"/>
                  </a:lnTo>
                  <a:lnTo>
                    <a:pt x="20" y="41"/>
                  </a:lnTo>
                  <a:lnTo>
                    <a:pt x="19" y="39"/>
                  </a:lnTo>
                  <a:lnTo>
                    <a:pt x="19"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600" name="Oval 96">
              <a:extLst>
                <a:ext uri="{FF2B5EF4-FFF2-40B4-BE49-F238E27FC236}">
                  <a16:creationId xmlns:a16="http://schemas.microsoft.com/office/drawing/2014/main" id="{98391D96-CE09-91E2-F051-F93369D19499}"/>
                </a:ext>
              </a:extLst>
            </p:cNvPr>
            <p:cNvSpPr>
              <a:spLocks noChangeArrowheads="1"/>
            </p:cNvSpPr>
            <p:nvPr/>
          </p:nvSpPr>
          <p:spPr bwMode="auto">
            <a:xfrm>
              <a:off x="3058" y="2388"/>
              <a:ext cx="62" cy="6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601" name="Freeform 97">
              <a:extLst>
                <a:ext uri="{FF2B5EF4-FFF2-40B4-BE49-F238E27FC236}">
                  <a16:creationId xmlns:a16="http://schemas.microsoft.com/office/drawing/2014/main" id="{4FE35BCB-1824-9803-37D8-9465FD319422}"/>
                </a:ext>
              </a:extLst>
            </p:cNvPr>
            <p:cNvSpPr>
              <a:spLocks/>
            </p:cNvSpPr>
            <p:nvPr/>
          </p:nvSpPr>
          <p:spPr bwMode="auto">
            <a:xfrm>
              <a:off x="3049" y="2378"/>
              <a:ext cx="77" cy="76"/>
            </a:xfrm>
            <a:custGeom>
              <a:avLst/>
              <a:gdLst>
                <a:gd name="T0" fmla="*/ 2 w 77"/>
                <a:gd name="T1" fmla="*/ 51 h 76"/>
                <a:gd name="T2" fmla="*/ 3 w 77"/>
                <a:gd name="T3" fmla="*/ 56 h 76"/>
                <a:gd name="T4" fmla="*/ 13 w 77"/>
                <a:gd name="T5" fmla="*/ 65 h 76"/>
                <a:gd name="T6" fmla="*/ 16 w 77"/>
                <a:gd name="T7" fmla="*/ 68 h 76"/>
                <a:gd name="T8" fmla="*/ 19 w 77"/>
                <a:gd name="T9" fmla="*/ 71 h 76"/>
                <a:gd name="T10" fmla="*/ 19 w 77"/>
                <a:gd name="T11" fmla="*/ 71 h 76"/>
                <a:gd name="T12" fmla="*/ 35 w 77"/>
                <a:gd name="T13" fmla="*/ 76 h 76"/>
                <a:gd name="T14" fmla="*/ 46 w 77"/>
                <a:gd name="T15" fmla="*/ 73 h 76"/>
                <a:gd name="T16" fmla="*/ 59 w 77"/>
                <a:gd name="T17" fmla="*/ 71 h 76"/>
                <a:gd name="T18" fmla="*/ 59 w 77"/>
                <a:gd name="T19" fmla="*/ 71 h 76"/>
                <a:gd name="T20" fmla="*/ 62 w 77"/>
                <a:gd name="T21" fmla="*/ 68 h 76"/>
                <a:gd name="T22" fmla="*/ 65 w 77"/>
                <a:gd name="T23" fmla="*/ 65 h 76"/>
                <a:gd name="T24" fmla="*/ 74 w 77"/>
                <a:gd name="T25" fmla="*/ 56 h 76"/>
                <a:gd name="T26" fmla="*/ 76 w 77"/>
                <a:gd name="T27" fmla="*/ 51 h 76"/>
                <a:gd name="T28" fmla="*/ 70 w 77"/>
                <a:gd name="T29" fmla="*/ 48 h 76"/>
                <a:gd name="T30" fmla="*/ 77 w 77"/>
                <a:gd name="T31" fmla="*/ 26 h 76"/>
                <a:gd name="T32" fmla="*/ 74 w 77"/>
                <a:gd name="T33" fmla="*/ 21 h 76"/>
                <a:gd name="T34" fmla="*/ 63 w 77"/>
                <a:gd name="T35" fmla="*/ 10 h 76"/>
                <a:gd name="T36" fmla="*/ 57 w 77"/>
                <a:gd name="T37" fmla="*/ 3 h 76"/>
                <a:gd name="T38" fmla="*/ 52 w 77"/>
                <a:gd name="T39" fmla="*/ 2 h 76"/>
                <a:gd name="T40" fmla="*/ 25 w 77"/>
                <a:gd name="T41" fmla="*/ 2 h 76"/>
                <a:gd name="T42" fmla="*/ 21 w 77"/>
                <a:gd name="T43" fmla="*/ 3 h 76"/>
                <a:gd name="T44" fmla="*/ 14 w 77"/>
                <a:gd name="T45" fmla="*/ 10 h 76"/>
                <a:gd name="T46" fmla="*/ 3 w 77"/>
                <a:gd name="T47" fmla="*/ 21 h 76"/>
                <a:gd name="T48" fmla="*/ 0 w 77"/>
                <a:gd name="T49" fmla="*/ 26 h 76"/>
                <a:gd name="T50" fmla="*/ 19 w 77"/>
                <a:gd name="T51" fmla="*/ 32 h 76"/>
                <a:gd name="T52" fmla="*/ 22 w 77"/>
                <a:gd name="T53" fmla="*/ 27 h 76"/>
                <a:gd name="T54" fmla="*/ 27 w 77"/>
                <a:gd name="T55" fmla="*/ 21 h 76"/>
                <a:gd name="T56" fmla="*/ 32 w 77"/>
                <a:gd name="T57" fmla="*/ 19 h 76"/>
                <a:gd name="T58" fmla="*/ 33 w 77"/>
                <a:gd name="T59" fmla="*/ 19 h 76"/>
                <a:gd name="T60" fmla="*/ 46 w 77"/>
                <a:gd name="T61" fmla="*/ 21 h 76"/>
                <a:gd name="T62" fmla="*/ 51 w 77"/>
                <a:gd name="T63" fmla="*/ 22 h 76"/>
                <a:gd name="T64" fmla="*/ 51 w 77"/>
                <a:gd name="T65" fmla="*/ 22 h 76"/>
                <a:gd name="T66" fmla="*/ 57 w 77"/>
                <a:gd name="T67" fmla="*/ 29 h 76"/>
                <a:gd name="T68" fmla="*/ 59 w 77"/>
                <a:gd name="T69" fmla="*/ 40 h 76"/>
                <a:gd name="T70" fmla="*/ 62 w 77"/>
                <a:gd name="T71" fmla="*/ 32 h 76"/>
                <a:gd name="T72" fmla="*/ 60 w 77"/>
                <a:gd name="T73" fmla="*/ 45 h 76"/>
                <a:gd name="T74" fmla="*/ 54 w 77"/>
                <a:gd name="T75" fmla="*/ 51 h 76"/>
                <a:gd name="T76" fmla="*/ 51 w 77"/>
                <a:gd name="T77" fmla="*/ 54 h 76"/>
                <a:gd name="T78" fmla="*/ 47 w 77"/>
                <a:gd name="T79" fmla="*/ 57 h 76"/>
                <a:gd name="T80" fmla="*/ 46 w 77"/>
                <a:gd name="T81" fmla="*/ 57 h 76"/>
                <a:gd name="T82" fmla="*/ 44 w 77"/>
                <a:gd name="T83" fmla="*/ 57 h 76"/>
                <a:gd name="T84" fmla="*/ 46 w 77"/>
                <a:gd name="T85" fmla="*/ 62 h 76"/>
                <a:gd name="T86" fmla="*/ 32 w 77"/>
                <a:gd name="T87" fmla="*/ 56 h 76"/>
                <a:gd name="T88" fmla="*/ 27 w 77"/>
                <a:gd name="T89" fmla="*/ 54 h 76"/>
                <a:gd name="T90" fmla="*/ 30 w 77"/>
                <a:gd name="T91" fmla="*/ 57 h 76"/>
                <a:gd name="T92" fmla="*/ 27 w 77"/>
                <a:gd name="T93" fmla="*/ 54 h 76"/>
                <a:gd name="T94" fmla="*/ 24 w 77"/>
                <a:gd name="T95" fmla="*/ 51 h 76"/>
                <a:gd name="T96" fmla="*/ 17 w 77"/>
                <a:gd name="T97" fmla="*/ 45 h 76"/>
                <a:gd name="T98" fmla="*/ 19 w 77"/>
                <a:gd name="T99" fmla="*/ 38 h 7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7"/>
                <a:gd name="T151" fmla="*/ 0 h 76"/>
                <a:gd name="T152" fmla="*/ 77 w 77"/>
                <a:gd name="T153" fmla="*/ 76 h 7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7" h="76">
                  <a:moveTo>
                    <a:pt x="0" y="38"/>
                  </a:moveTo>
                  <a:lnTo>
                    <a:pt x="0" y="49"/>
                  </a:lnTo>
                  <a:lnTo>
                    <a:pt x="2" y="51"/>
                  </a:lnTo>
                  <a:lnTo>
                    <a:pt x="5" y="57"/>
                  </a:lnTo>
                  <a:lnTo>
                    <a:pt x="6" y="57"/>
                  </a:lnTo>
                  <a:lnTo>
                    <a:pt x="3" y="56"/>
                  </a:lnTo>
                  <a:lnTo>
                    <a:pt x="5" y="57"/>
                  </a:lnTo>
                  <a:lnTo>
                    <a:pt x="8" y="62"/>
                  </a:lnTo>
                  <a:lnTo>
                    <a:pt x="13" y="65"/>
                  </a:lnTo>
                  <a:lnTo>
                    <a:pt x="8" y="60"/>
                  </a:lnTo>
                  <a:lnTo>
                    <a:pt x="11" y="65"/>
                  </a:lnTo>
                  <a:lnTo>
                    <a:pt x="16" y="68"/>
                  </a:lnTo>
                  <a:lnTo>
                    <a:pt x="11" y="64"/>
                  </a:lnTo>
                  <a:lnTo>
                    <a:pt x="14" y="68"/>
                  </a:lnTo>
                  <a:lnTo>
                    <a:pt x="19" y="71"/>
                  </a:lnTo>
                  <a:lnTo>
                    <a:pt x="21" y="73"/>
                  </a:lnTo>
                  <a:lnTo>
                    <a:pt x="19" y="70"/>
                  </a:lnTo>
                  <a:lnTo>
                    <a:pt x="19" y="71"/>
                  </a:lnTo>
                  <a:lnTo>
                    <a:pt x="25" y="75"/>
                  </a:lnTo>
                  <a:lnTo>
                    <a:pt x="27" y="76"/>
                  </a:lnTo>
                  <a:lnTo>
                    <a:pt x="35" y="76"/>
                  </a:lnTo>
                  <a:lnTo>
                    <a:pt x="33" y="75"/>
                  </a:lnTo>
                  <a:lnTo>
                    <a:pt x="49" y="68"/>
                  </a:lnTo>
                  <a:lnTo>
                    <a:pt x="46" y="73"/>
                  </a:lnTo>
                  <a:lnTo>
                    <a:pt x="51" y="76"/>
                  </a:lnTo>
                  <a:lnTo>
                    <a:pt x="52" y="75"/>
                  </a:lnTo>
                  <a:lnTo>
                    <a:pt x="59" y="71"/>
                  </a:lnTo>
                  <a:lnTo>
                    <a:pt x="59" y="70"/>
                  </a:lnTo>
                  <a:lnTo>
                    <a:pt x="57" y="73"/>
                  </a:lnTo>
                  <a:lnTo>
                    <a:pt x="59" y="71"/>
                  </a:lnTo>
                  <a:lnTo>
                    <a:pt x="63" y="68"/>
                  </a:lnTo>
                  <a:lnTo>
                    <a:pt x="66" y="64"/>
                  </a:lnTo>
                  <a:lnTo>
                    <a:pt x="62" y="68"/>
                  </a:lnTo>
                  <a:lnTo>
                    <a:pt x="66" y="65"/>
                  </a:lnTo>
                  <a:lnTo>
                    <a:pt x="70" y="60"/>
                  </a:lnTo>
                  <a:lnTo>
                    <a:pt x="65" y="65"/>
                  </a:lnTo>
                  <a:lnTo>
                    <a:pt x="70" y="62"/>
                  </a:lnTo>
                  <a:lnTo>
                    <a:pt x="73" y="57"/>
                  </a:lnTo>
                  <a:lnTo>
                    <a:pt x="74" y="56"/>
                  </a:lnTo>
                  <a:lnTo>
                    <a:pt x="71" y="57"/>
                  </a:lnTo>
                  <a:lnTo>
                    <a:pt x="73" y="57"/>
                  </a:lnTo>
                  <a:lnTo>
                    <a:pt x="76" y="51"/>
                  </a:lnTo>
                  <a:lnTo>
                    <a:pt x="77" y="49"/>
                  </a:lnTo>
                  <a:lnTo>
                    <a:pt x="74" y="45"/>
                  </a:lnTo>
                  <a:lnTo>
                    <a:pt x="70" y="48"/>
                  </a:lnTo>
                  <a:lnTo>
                    <a:pt x="76" y="32"/>
                  </a:lnTo>
                  <a:lnTo>
                    <a:pt x="77" y="33"/>
                  </a:lnTo>
                  <a:lnTo>
                    <a:pt x="77" y="26"/>
                  </a:lnTo>
                  <a:lnTo>
                    <a:pt x="76" y="24"/>
                  </a:lnTo>
                  <a:lnTo>
                    <a:pt x="76" y="22"/>
                  </a:lnTo>
                  <a:lnTo>
                    <a:pt x="74" y="21"/>
                  </a:lnTo>
                  <a:lnTo>
                    <a:pt x="74" y="19"/>
                  </a:lnTo>
                  <a:lnTo>
                    <a:pt x="62" y="7"/>
                  </a:lnTo>
                  <a:lnTo>
                    <a:pt x="63" y="10"/>
                  </a:lnTo>
                  <a:lnTo>
                    <a:pt x="63" y="8"/>
                  </a:lnTo>
                  <a:lnTo>
                    <a:pt x="59" y="5"/>
                  </a:lnTo>
                  <a:lnTo>
                    <a:pt x="57" y="3"/>
                  </a:lnTo>
                  <a:lnTo>
                    <a:pt x="59" y="7"/>
                  </a:lnTo>
                  <a:lnTo>
                    <a:pt x="59" y="5"/>
                  </a:lnTo>
                  <a:lnTo>
                    <a:pt x="52" y="2"/>
                  </a:lnTo>
                  <a:lnTo>
                    <a:pt x="51" y="0"/>
                  </a:lnTo>
                  <a:lnTo>
                    <a:pt x="27" y="0"/>
                  </a:lnTo>
                  <a:lnTo>
                    <a:pt x="25" y="2"/>
                  </a:lnTo>
                  <a:lnTo>
                    <a:pt x="19" y="5"/>
                  </a:lnTo>
                  <a:lnTo>
                    <a:pt x="19" y="7"/>
                  </a:lnTo>
                  <a:lnTo>
                    <a:pt x="21" y="3"/>
                  </a:lnTo>
                  <a:lnTo>
                    <a:pt x="19" y="5"/>
                  </a:lnTo>
                  <a:lnTo>
                    <a:pt x="14" y="8"/>
                  </a:lnTo>
                  <a:lnTo>
                    <a:pt x="14" y="10"/>
                  </a:lnTo>
                  <a:lnTo>
                    <a:pt x="16" y="7"/>
                  </a:lnTo>
                  <a:lnTo>
                    <a:pt x="3" y="19"/>
                  </a:lnTo>
                  <a:lnTo>
                    <a:pt x="3" y="21"/>
                  </a:lnTo>
                  <a:lnTo>
                    <a:pt x="2" y="22"/>
                  </a:lnTo>
                  <a:lnTo>
                    <a:pt x="2" y="24"/>
                  </a:lnTo>
                  <a:lnTo>
                    <a:pt x="0" y="26"/>
                  </a:lnTo>
                  <a:lnTo>
                    <a:pt x="0" y="38"/>
                  </a:lnTo>
                  <a:lnTo>
                    <a:pt x="19" y="38"/>
                  </a:lnTo>
                  <a:lnTo>
                    <a:pt x="19" y="32"/>
                  </a:lnTo>
                  <a:lnTo>
                    <a:pt x="21" y="30"/>
                  </a:lnTo>
                  <a:lnTo>
                    <a:pt x="21" y="29"/>
                  </a:lnTo>
                  <a:lnTo>
                    <a:pt x="22" y="27"/>
                  </a:lnTo>
                  <a:lnTo>
                    <a:pt x="22" y="26"/>
                  </a:lnTo>
                  <a:lnTo>
                    <a:pt x="27" y="22"/>
                  </a:lnTo>
                  <a:lnTo>
                    <a:pt x="27" y="21"/>
                  </a:lnTo>
                  <a:lnTo>
                    <a:pt x="25" y="24"/>
                  </a:lnTo>
                  <a:lnTo>
                    <a:pt x="27" y="22"/>
                  </a:lnTo>
                  <a:lnTo>
                    <a:pt x="32" y="19"/>
                  </a:lnTo>
                  <a:lnTo>
                    <a:pt x="32" y="18"/>
                  </a:lnTo>
                  <a:lnTo>
                    <a:pt x="32" y="21"/>
                  </a:lnTo>
                  <a:lnTo>
                    <a:pt x="33" y="19"/>
                  </a:lnTo>
                  <a:lnTo>
                    <a:pt x="40" y="19"/>
                  </a:lnTo>
                  <a:lnTo>
                    <a:pt x="44" y="19"/>
                  </a:lnTo>
                  <a:lnTo>
                    <a:pt x="46" y="21"/>
                  </a:lnTo>
                  <a:lnTo>
                    <a:pt x="46" y="18"/>
                  </a:lnTo>
                  <a:lnTo>
                    <a:pt x="46" y="19"/>
                  </a:lnTo>
                  <a:lnTo>
                    <a:pt x="51" y="22"/>
                  </a:lnTo>
                  <a:lnTo>
                    <a:pt x="52" y="24"/>
                  </a:lnTo>
                  <a:lnTo>
                    <a:pt x="51" y="21"/>
                  </a:lnTo>
                  <a:lnTo>
                    <a:pt x="51" y="22"/>
                  </a:lnTo>
                  <a:lnTo>
                    <a:pt x="55" y="26"/>
                  </a:lnTo>
                  <a:lnTo>
                    <a:pt x="55" y="27"/>
                  </a:lnTo>
                  <a:lnTo>
                    <a:pt x="57" y="29"/>
                  </a:lnTo>
                  <a:lnTo>
                    <a:pt x="57" y="30"/>
                  </a:lnTo>
                  <a:lnTo>
                    <a:pt x="59" y="32"/>
                  </a:lnTo>
                  <a:lnTo>
                    <a:pt x="59" y="40"/>
                  </a:lnTo>
                  <a:lnTo>
                    <a:pt x="63" y="45"/>
                  </a:lnTo>
                  <a:lnTo>
                    <a:pt x="70" y="29"/>
                  </a:lnTo>
                  <a:lnTo>
                    <a:pt x="62" y="32"/>
                  </a:lnTo>
                  <a:lnTo>
                    <a:pt x="59" y="43"/>
                  </a:lnTo>
                  <a:lnTo>
                    <a:pt x="57" y="45"/>
                  </a:lnTo>
                  <a:lnTo>
                    <a:pt x="60" y="45"/>
                  </a:lnTo>
                  <a:lnTo>
                    <a:pt x="59" y="45"/>
                  </a:lnTo>
                  <a:lnTo>
                    <a:pt x="55" y="49"/>
                  </a:lnTo>
                  <a:lnTo>
                    <a:pt x="54" y="51"/>
                  </a:lnTo>
                  <a:lnTo>
                    <a:pt x="57" y="49"/>
                  </a:lnTo>
                  <a:lnTo>
                    <a:pt x="59" y="46"/>
                  </a:lnTo>
                  <a:lnTo>
                    <a:pt x="51" y="54"/>
                  </a:lnTo>
                  <a:lnTo>
                    <a:pt x="54" y="52"/>
                  </a:lnTo>
                  <a:lnTo>
                    <a:pt x="55" y="49"/>
                  </a:lnTo>
                  <a:lnTo>
                    <a:pt x="47" y="57"/>
                  </a:lnTo>
                  <a:lnTo>
                    <a:pt x="51" y="56"/>
                  </a:lnTo>
                  <a:lnTo>
                    <a:pt x="52" y="52"/>
                  </a:lnTo>
                  <a:lnTo>
                    <a:pt x="46" y="57"/>
                  </a:lnTo>
                  <a:lnTo>
                    <a:pt x="46" y="59"/>
                  </a:lnTo>
                  <a:lnTo>
                    <a:pt x="46" y="56"/>
                  </a:lnTo>
                  <a:lnTo>
                    <a:pt x="44" y="57"/>
                  </a:lnTo>
                  <a:lnTo>
                    <a:pt x="33" y="60"/>
                  </a:lnTo>
                  <a:lnTo>
                    <a:pt x="30" y="68"/>
                  </a:lnTo>
                  <a:lnTo>
                    <a:pt x="46" y="62"/>
                  </a:lnTo>
                  <a:lnTo>
                    <a:pt x="41" y="57"/>
                  </a:lnTo>
                  <a:lnTo>
                    <a:pt x="33" y="57"/>
                  </a:lnTo>
                  <a:lnTo>
                    <a:pt x="32" y="56"/>
                  </a:lnTo>
                  <a:lnTo>
                    <a:pt x="32" y="59"/>
                  </a:lnTo>
                  <a:lnTo>
                    <a:pt x="32" y="57"/>
                  </a:lnTo>
                  <a:lnTo>
                    <a:pt x="27" y="54"/>
                  </a:lnTo>
                  <a:lnTo>
                    <a:pt x="25" y="52"/>
                  </a:lnTo>
                  <a:lnTo>
                    <a:pt x="27" y="56"/>
                  </a:lnTo>
                  <a:lnTo>
                    <a:pt x="30" y="57"/>
                  </a:lnTo>
                  <a:lnTo>
                    <a:pt x="22" y="49"/>
                  </a:lnTo>
                  <a:lnTo>
                    <a:pt x="24" y="52"/>
                  </a:lnTo>
                  <a:lnTo>
                    <a:pt x="27" y="54"/>
                  </a:lnTo>
                  <a:lnTo>
                    <a:pt x="19" y="46"/>
                  </a:lnTo>
                  <a:lnTo>
                    <a:pt x="21" y="49"/>
                  </a:lnTo>
                  <a:lnTo>
                    <a:pt x="24" y="51"/>
                  </a:lnTo>
                  <a:lnTo>
                    <a:pt x="22" y="49"/>
                  </a:lnTo>
                  <a:lnTo>
                    <a:pt x="19" y="45"/>
                  </a:lnTo>
                  <a:lnTo>
                    <a:pt x="17" y="45"/>
                  </a:lnTo>
                  <a:lnTo>
                    <a:pt x="21" y="45"/>
                  </a:lnTo>
                  <a:lnTo>
                    <a:pt x="19" y="43"/>
                  </a:lnTo>
                  <a:lnTo>
                    <a:pt x="19"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602" name="Oval 98">
              <a:extLst>
                <a:ext uri="{FF2B5EF4-FFF2-40B4-BE49-F238E27FC236}">
                  <a16:creationId xmlns:a16="http://schemas.microsoft.com/office/drawing/2014/main" id="{F21B868E-287F-E9AF-66DF-02D7B6697991}"/>
                </a:ext>
              </a:extLst>
            </p:cNvPr>
            <p:cNvSpPr>
              <a:spLocks noChangeArrowheads="1"/>
            </p:cNvSpPr>
            <p:nvPr/>
          </p:nvSpPr>
          <p:spPr bwMode="auto">
            <a:xfrm>
              <a:off x="3058" y="2642"/>
              <a:ext cx="53" cy="5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603" name="Freeform 99">
              <a:extLst>
                <a:ext uri="{FF2B5EF4-FFF2-40B4-BE49-F238E27FC236}">
                  <a16:creationId xmlns:a16="http://schemas.microsoft.com/office/drawing/2014/main" id="{0D3AEF50-09A5-5FD3-BEB4-B73A1CF9F615}"/>
                </a:ext>
              </a:extLst>
            </p:cNvPr>
            <p:cNvSpPr>
              <a:spLocks/>
            </p:cNvSpPr>
            <p:nvPr/>
          </p:nvSpPr>
          <p:spPr bwMode="auto">
            <a:xfrm>
              <a:off x="3049" y="2633"/>
              <a:ext cx="68" cy="66"/>
            </a:xfrm>
            <a:custGeom>
              <a:avLst/>
              <a:gdLst>
                <a:gd name="T0" fmla="*/ 2 w 68"/>
                <a:gd name="T1" fmla="*/ 46 h 66"/>
                <a:gd name="T2" fmla="*/ 6 w 68"/>
                <a:gd name="T3" fmla="*/ 54 h 66"/>
                <a:gd name="T4" fmla="*/ 9 w 68"/>
                <a:gd name="T5" fmla="*/ 55 h 66"/>
                <a:gd name="T6" fmla="*/ 11 w 68"/>
                <a:gd name="T7" fmla="*/ 58 h 66"/>
                <a:gd name="T8" fmla="*/ 17 w 68"/>
                <a:gd name="T9" fmla="*/ 63 h 66"/>
                <a:gd name="T10" fmla="*/ 22 w 68"/>
                <a:gd name="T11" fmla="*/ 66 h 66"/>
                <a:gd name="T12" fmla="*/ 44 w 68"/>
                <a:gd name="T13" fmla="*/ 58 h 66"/>
                <a:gd name="T14" fmla="*/ 47 w 68"/>
                <a:gd name="T15" fmla="*/ 65 h 66"/>
                <a:gd name="T16" fmla="*/ 55 w 68"/>
                <a:gd name="T17" fmla="*/ 60 h 66"/>
                <a:gd name="T18" fmla="*/ 57 w 68"/>
                <a:gd name="T19" fmla="*/ 57 h 66"/>
                <a:gd name="T20" fmla="*/ 60 w 68"/>
                <a:gd name="T21" fmla="*/ 55 h 66"/>
                <a:gd name="T22" fmla="*/ 65 w 68"/>
                <a:gd name="T23" fmla="*/ 49 h 66"/>
                <a:gd name="T24" fmla="*/ 68 w 68"/>
                <a:gd name="T25" fmla="*/ 44 h 66"/>
                <a:gd name="T26" fmla="*/ 66 w 68"/>
                <a:gd name="T27" fmla="*/ 27 h 66"/>
                <a:gd name="T28" fmla="*/ 63 w 68"/>
                <a:gd name="T29" fmla="*/ 17 h 66"/>
                <a:gd name="T30" fmla="*/ 62 w 68"/>
                <a:gd name="T31" fmla="*/ 13 h 66"/>
                <a:gd name="T32" fmla="*/ 59 w 68"/>
                <a:gd name="T33" fmla="*/ 11 h 66"/>
                <a:gd name="T34" fmla="*/ 55 w 68"/>
                <a:gd name="T35" fmla="*/ 8 h 66"/>
                <a:gd name="T36" fmla="*/ 49 w 68"/>
                <a:gd name="T37" fmla="*/ 2 h 66"/>
                <a:gd name="T38" fmla="*/ 22 w 68"/>
                <a:gd name="T39" fmla="*/ 0 h 66"/>
                <a:gd name="T40" fmla="*/ 17 w 68"/>
                <a:gd name="T41" fmla="*/ 3 h 66"/>
                <a:gd name="T42" fmla="*/ 14 w 68"/>
                <a:gd name="T43" fmla="*/ 5 h 66"/>
                <a:gd name="T44" fmla="*/ 8 w 68"/>
                <a:gd name="T45" fmla="*/ 11 h 66"/>
                <a:gd name="T46" fmla="*/ 6 w 68"/>
                <a:gd name="T47" fmla="*/ 14 h 66"/>
                <a:gd name="T48" fmla="*/ 3 w 68"/>
                <a:gd name="T49" fmla="*/ 17 h 66"/>
                <a:gd name="T50" fmla="*/ 16 w 68"/>
                <a:gd name="T51" fmla="*/ 30 h 66"/>
                <a:gd name="T52" fmla="*/ 19 w 68"/>
                <a:gd name="T53" fmla="*/ 27 h 66"/>
                <a:gd name="T54" fmla="*/ 21 w 68"/>
                <a:gd name="T55" fmla="*/ 24 h 66"/>
                <a:gd name="T56" fmla="*/ 21 w 68"/>
                <a:gd name="T57" fmla="*/ 24 h 66"/>
                <a:gd name="T58" fmla="*/ 24 w 68"/>
                <a:gd name="T59" fmla="*/ 22 h 66"/>
                <a:gd name="T60" fmla="*/ 28 w 68"/>
                <a:gd name="T61" fmla="*/ 19 h 66"/>
                <a:gd name="T62" fmla="*/ 41 w 68"/>
                <a:gd name="T63" fmla="*/ 21 h 66"/>
                <a:gd name="T64" fmla="*/ 43 w 68"/>
                <a:gd name="T65" fmla="*/ 19 h 66"/>
                <a:gd name="T66" fmla="*/ 43 w 68"/>
                <a:gd name="T67" fmla="*/ 19 h 66"/>
                <a:gd name="T68" fmla="*/ 47 w 68"/>
                <a:gd name="T69" fmla="*/ 25 h 66"/>
                <a:gd name="T70" fmla="*/ 51 w 68"/>
                <a:gd name="T71" fmla="*/ 27 h 66"/>
                <a:gd name="T72" fmla="*/ 49 w 68"/>
                <a:gd name="T73" fmla="*/ 35 h 66"/>
                <a:gd name="T74" fmla="*/ 52 w 68"/>
                <a:gd name="T75" fmla="*/ 27 h 66"/>
                <a:gd name="T76" fmla="*/ 47 w 68"/>
                <a:gd name="T77" fmla="*/ 41 h 66"/>
                <a:gd name="T78" fmla="*/ 47 w 68"/>
                <a:gd name="T79" fmla="*/ 41 h 66"/>
                <a:gd name="T80" fmla="*/ 46 w 68"/>
                <a:gd name="T81" fmla="*/ 44 h 66"/>
                <a:gd name="T82" fmla="*/ 43 w 68"/>
                <a:gd name="T83" fmla="*/ 46 h 66"/>
                <a:gd name="T84" fmla="*/ 43 w 68"/>
                <a:gd name="T85" fmla="*/ 46 h 66"/>
                <a:gd name="T86" fmla="*/ 28 w 68"/>
                <a:gd name="T87" fmla="*/ 51 h 66"/>
                <a:gd name="T88" fmla="*/ 36 w 68"/>
                <a:gd name="T89" fmla="*/ 47 h 66"/>
                <a:gd name="T90" fmla="*/ 25 w 68"/>
                <a:gd name="T91" fmla="*/ 46 h 66"/>
                <a:gd name="T92" fmla="*/ 25 w 68"/>
                <a:gd name="T93" fmla="*/ 46 h 66"/>
                <a:gd name="T94" fmla="*/ 22 w 68"/>
                <a:gd name="T95" fmla="*/ 44 h 66"/>
                <a:gd name="T96" fmla="*/ 21 w 68"/>
                <a:gd name="T97" fmla="*/ 41 h 66"/>
                <a:gd name="T98" fmla="*/ 21 w 68"/>
                <a:gd name="T99" fmla="*/ 41 h 66"/>
                <a:gd name="T100" fmla="*/ 19 w 68"/>
                <a:gd name="T101" fmla="*/ 33 h 6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8"/>
                <a:gd name="T154" fmla="*/ 0 h 66"/>
                <a:gd name="T155" fmla="*/ 68 w 68"/>
                <a:gd name="T156" fmla="*/ 66 h 6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8" h="66">
                  <a:moveTo>
                    <a:pt x="0" y="33"/>
                  </a:moveTo>
                  <a:lnTo>
                    <a:pt x="0" y="44"/>
                  </a:lnTo>
                  <a:lnTo>
                    <a:pt x="2" y="46"/>
                  </a:lnTo>
                  <a:lnTo>
                    <a:pt x="2" y="47"/>
                  </a:lnTo>
                  <a:lnTo>
                    <a:pt x="3" y="49"/>
                  </a:lnTo>
                  <a:lnTo>
                    <a:pt x="6" y="54"/>
                  </a:lnTo>
                  <a:lnTo>
                    <a:pt x="8" y="54"/>
                  </a:lnTo>
                  <a:lnTo>
                    <a:pt x="8" y="55"/>
                  </a:lnTo>
                  <a:lnTo>
                    <a:pt x="9" y="55"/>
                  </a:lnTo>
                  <a:lnTo>
                    <a:pt x="9" y="57"/>
                  </a:lnTo>
                  <a:lnTo>
                    <a:pt x="11" y="57"/>
                  </a:lnTo>
                  <a:lnTo>
                    <a:pt x="11" y="58"/>
                  </a:lnTo>
                  <a:lnTo>
                    <a:pt x="13" y="58"/>
                  </a:lnTo>
                  <a:lnTo>
                    <a:pt x="13" y="60"/>
                  </a:lnTo>
                  <a:lnTo>
                    <a:pt x="17" y="63"/>
                  </a:lnTo>
                  <a:lnTo>
                    <a:pt x="19" y="65"/>
                  </a:lnTo>
                  <a:lnTo>
                    <a:pt x="21" y="65"/>
                  </a:lnTo>
                  <a:lnTo>
                    <a:pt x="22" y="66"/>
                  </a:lnTo>
                  <a:lnTo>
                    <a:pt x="30" y="66"/>
                  </a:lnTo>
                  <a:lnTo>
                    <a:pt x="28" y="65"/>
                  </a:lnTo>
                  <a:lnTo>
                    <a:pt x="44" y="58"/>
                  </a:lnTo>
                  <a:lnTo>
                    <a:pt x="41" y="63"/>
                  </a:lnTo>
                  <a:lnTo>
                    <a:pt x="46" y="66"/>
                  </a:lnTo>
                  <a:lnTo>
                    <a:pt x="47" y="65"/>
                  </a:lnTo>
                  <a:lnTo>
                    <a:pt x="49" y="65"/>
                  </a:lnTo>
                  <a:lnTo>
                    <a:pt x="51" y="63"/>
                  </a:lnTo>
                  <a:lnTo>
                    <a:pt x="55" y="60"/>
                  </a:lnTo>
                  <a:lnTo>
                    <a:pt x="55" y="58"/>
                  </a:lnTo>
                  <a:lnTo>
                    <a:pt x="57" y="58"/>
                  </a:lnTo>
                  <a:lnTo>
                    <a:pt x="57" y="57"/>
                  </a:lnTo>
                  <a:lnTo>
                    <a:pt x="59" y="57"/>
                  </a:lnTo>
                  <a:lnTo>
                    <a:pt x="59" y="55"/>
                  </a:lnTo>
                  <a:lnTo>
                    <a:pt x="60" y="55"/>
                  </a:lnTo>
                  <a:lnTo>
                    <a:pt x="60" y="54"/>
                  </a:lnTo>
                  <a:lnTo>
                    <a:pt x="62" y="54"/>
                  </a:lnTo>
                  <a:lnTo>
                    <a:pt x="65" y="49"/>
                  </a:lnTo>
                  <a:lnTo>
                    <a:pt x="66" y="47"/>
                  </a:lnTo>
                  <a:lnTo>
                    <a:pt x="66" y="46"/>
                  </a:lnTo>
                  <a:lnTo>
                    <a:pt x="68" y="44"/>
                  </a:lnTo>
                  <a:lnTo>
                    <a:pt x="65" y="40"/>
                  </a:lnTo>
                  <a:lnTo>
                    <a:pt x="60" y="43"/>
                  </a:lnTo>
                  <a:lnTo>
                    <a:pt x="66" y="27"/>
                  </a:lnTo>
                  <a:lnTo>
                    <a:pt x="68" y="28"/>
                  </a:lnTo>
                  <a:lnTo>
                    <a:pt x="65" y="17"/>
                  </a:lnTo>
                  <a:lnTo>
                    <a:pt x="63" y="17"/>
                  </a:lnTo>
                  <a:lnTo>
                    <a:pt x="63" y="14"/>
                  </a:lnTo>
                  <a:lnTo>
                    <a:pt x="62" y="14"/>
                  </a:lnTo>
                  <a:lnTo>
                    <a:pt x="62" y="13"/>
                  </a:lnTo>
                  <a:lnTo>
                    <a:pt x="60" y="13"/>
                  </a:lnTo>
                  <a:lnTo>
                    <a:pt x="60" y="11"/>
                  </a:lnTo>
                  <a:lnTo>
                    <a:pt x="59" y="11"/>
                  </a:lnTo>
                  <a:lnTo>
                    <a:pt x="62" y="13"/>
                  </a:lnTo>
                  <a:lnTo>
                    <a:pt x="54" y="5"/>
                  </a:lnTo>
                  <a:lnTo>
                    <a:pt x="55" y="8"/>
                  </a:lnTo>
                  <a:lnTo>
                    <a:pt x="55" y="6"/>
                  </a:lnTo>
                  <a:lnTo>
                    <a:pt x="51" y="3"/>
                  </a:lnTo>
                  <a:lnTo>
                    <a:pt x="49" y="2"/>
                  </a:lnTo>
                  <a:lnTo>
                    <a:pt x="47" y="2"/>
                  </a:lnTo>
                  <a:lnTo>
                    <a:pt x="46" y="0"/>
                  </a:lnTo>
                  <a:lnTo>
                    <a:pt x="22" y="0"/>
                  </a:lnTo>
                  <a:lnTo>
                    <a:pt x="21" y="2"/>
                  </a:lnTo>
                  <a:lnTo>
                    <a:pt x="19" y="2"/>
                  </a:lnTo>
                  <a:lnTo>
                    <a:pt x="17" y="3"/>
                  </a:lnTo>
                  <a:lnTo>
                    <a:pt x="13" y="6"/>
                  </a:lnTo>
                  <a:lnTo>
                    <a:pt x="13" y="8"/>
                  </a:lnTo>
                  <a:lnTo>
                    <a:pt x="14" y="5"/>
                  </a:lnTo>
                  <a:lnTo>
                    <a:pt x="6" y="13"/>
                  </a:lnTo>
                  <a:lnTo>
                    <a:pt x="9" y="11"/>
                  </a:lnTo>
                  <a:lnTo>
                    <a:pt x="8" y="11"/>
                  </a:lnTo>
                  <a:lnTo>
                    <a:pt x="8" y="13"/>
                  </a:lnTo>
                  <a:lnTo>
                    <a:pt x="6" y="13"/>
                  </a:lnTo>
                  <a:lnTo>
                    <a:pt x="6" y="14"/>
                  </a:lnTo>
                  <a:lnTo>
                    <a:pt x="5" y="14"/>
                  </a:lnTo>
                  <a:lnTo>
                    <a:pt x="5" y="17"/>
                  </a:lnTo>
                  <a:lnTo>
                    <a:pt x="3" y="17"/>
                  </a:lnTo>
                  <a:lnTo>
                    <a:pt x="0" y="33"/>
                  </a:lnTo>
                  <a:lnTo>
                    <a:pt x="19" y="33"/>
                  </a:lnTo>
                  <a:lnTo>
                    <a:pt x="16" y="30"/>
                  </a:lnTo>
                  <a:lnTo>
                    <a:pt x="17" y="30"/>
                  </a:lnTo>
                  <a:lnTo>
                    <a:pt x="17" y="27"/>
                  </a:lnTo>
                  <a:lnTo>
                    <a:pt x="19" y="27"/>
                  </a:lnTo>
                  <a:lnTo>
                    <a:pt x="19" y="25"/>
                  </a:lnTo>
                  <a:lnTo>
                    <a:pt x="21" y="25"/>
                  </a:lnTo>
                  <a:lnTo>
                    <a:pt x="21" y="24"/>
                  </a:lnTo>
                  <a:lnTo>
                    <a:pt x="22" y="24"/>
                  </a:lnTo>
                  <a:lnTo>
                    <a:pt x="25" y="19"/>
                  </a:lnTo>
                  <a:lnTo>
                    <a:pt x="21" y="24"/>
                  </a:lnTo>
                  <a:lnTo>
                    <a:pt x="25" y="21"/>
                  </a:lnTo>
                  <a:lnTo>
                    <a:pt x="25" y="19"/>
                  </a:lnTo>
                  <a:lnTo>
                    <a:pt x="24" y="22"/>
                  </a:lnTo>
                  <a:lnTo>
                    <a:pt x="25" y="21"/>
                  </a:lnTo>
                  <a:lnTo>
                    <a:pt x="27" y="21"/>
                  </a:lnTo>
                  <a:lnTo>
                    <a:pt x="28" y="19"/>
                  </a:lnTo>
                  <a:lnTo>
                    <a:pt x="35" y="19"/>
                  </a:lnTo>
                  <a:lnTo>
                    <a:pt x="40" y="19"/>
                  </a:lnTo>
                  <a:lnTo>
                    <a:pt x="41" y="21"/>
                  </a:lnTo>
                  <a:lnTo>
                    <a:pt x="43" y="21"/>
                  </a:lnTo>
                  <a:lnTo>
                    <a:pt x="44" y="22"/>
                  </a:lnTo>
                  <a:lnTo>
                    <a:pt x="43" y="19"/>
                  </a:lnTo>
                  <a:lnTo>
                    <a:pt x="43" y="21"/>
                  </a:lnTo>
                  <a:lnTo>
                    <a:pt x="47" y="24"/>
                  </a:lnTo>
                  <a:lnTo>
                    <a:pt x="43" y="19"/>
                  </a:lnTo>
                  <a:lnTo>
                    <a:pt x="46" y="24"/>
                  </a:lnTo>
                  <a:lnTo>
                    <a:pt x="47" y="24"/>
                  </a:lnTo>
                  <a:lnTo>
                    <a:pt x="47" y="25"/>
                  </a:lnTo>
                  <a:lnTo>
                    <a:pt x="49" y="25"/>
                  </a:lnTo>
                  <a:lnTo>
                    <a:pt x="49" y="27"/>
                  </a:lnTo>
                  <a:lnTo>
                    <a:pt x="51" y="27"/>
                  </a:lnTo>
                  <a:lnTo>
                    <a:pt x="51" y="30"/>
                  </a:lnTo>
                  <a:lnTo>
                    <a:pt x="52" y="30"/>
                  </a:lnTo>
                  <a:lnTo>
                    <a:pt x="49" y="35"/>
                  </a:lnTo>
                  <a:lnTo>
                    <a:pt x="54" y="40"/>
                  </a:lnTo>
                  <a:lnTo>
                    <a:pt x="60" y="24"/>
                  </a:lnTo>
                  <a:lnTo>
                    <a:pt x="52" y="27"/>
                  </a:lnTo>
                  <a:lnTo>
                    <a:pt x="49" y="38"/>
                  </a:lnTo>
                  <a:lnTo>
                    <a:pt x="47" y="40"/>
                  </a:lnTo>
                  <a:lnTo>
                    <a:pt x="47" y="41"/>
                  </a:lnTo>
                  <a:lnTo>
                    <a:pt x="46" y="43"/>
                  </a:lnTo>
                  <a:lnTo>
                    <a:pt x="49" y="41"/>
                  </a:lnTo>
                  <a:lnTo>
                    <a:pt x="47" y="41"/>
                  </a:lnTo>
                  <a:lnTo>
                    <a:pt x="47" y="43"/>
                  </a:lnTo>
                  <a:lnTo>
                    <a:pt x="46" y="43"/>
                  </a:lnTo>
                  <a:lnTo>
                    <a:pt x="46" y="44"/>
                  </a:lnTo>
                  <a:lnTo>
                    <a:pt x="44" y="44"/>
                  </a:lnTo>
                  <a:lnTo>
                    <a:pt x="44" y="46"/>
                  </a:lnTo>
                  <a:lnTo>
                    <a:pt x="43" y="46"/>
                  </a:lnTo>
                  <a:lnTo>
                    <a:pt x="43" y="47"/>
                  </a:lnTo>
                  <a:lnTo>
                    <a:pt x="44" y="44"/>
                  </a:lnTo>
                  <a:lnTo>
                    <a:pt x="43" y="46"/>
                  </a:lnTo>
                  <a:lnTo>
                    <a:pt x="41" y="46"/>
                  </a:lnTo>
                  <a:lnTo>
                    <a:pt x="40" y="47"/>
                  </a:lnTo>
                  <a:lnTo>
                    <a:pt x="28" y="51"/>
                  </a:lnTo>
                  <a:lnTo>
                    <a:pt x="25" y="58"/>
                  </a:lnTo>
                  <a:lnTo>
                    <a:pt x="41" y="52"/>
                  </a:lnTo>
                  <a:lnTo>
                    <a:pt x="36" y="47"/>
                  </a:lnTo>
                  <a:lnTo>
                    <a:pt x="28" y="47"/>
                  </a:lnTo>
                  <a:lnTo>
                    <a:pt x="27" y="46"/>
                  </a:lnTo>
                  <a:lnTo>
                    <a:pt x="25" y="46"/>
                  </a:lnTo>
                  <a:lnTo>
                    <a:pt x="24" y="44"/>
                  </a:lnTo>
                  <a:lnTo>
                    <a:pt x="25" y="47"/>
                  </a:lnTo>
                  <a:lnTo>
                    <a:pt x="25" y="46"/>
                  </a:lnTo>
                  <a:lnTo>
                    <a:pt x="24" y="46"/>
                  </a:lnTo>
                  <a:lnTo>
                    <a:pt x="24" y="44"/>
                  </a:lnTo>
                  <a:lnTo>
                    <a:pt x="22" y="44"/>
                  </a:lnTo>
                  <a:lnTo>
                    <a:pt x="22" y="43"/>
                  </a:lnTo>
                  <a:lnTo>
                    <a:pt x="21" y="43"/>
                  </a:lnTo>
                  <a:lnTo>
                    <a:pt x="21" y="41"/>
                  </a:lnTo>
                  <a:lnTo>
                    <a:pt x="19" y="41"/>
                  </a:lnTo>
                  <a:lnTo>
                    <a:pt x="22" y="43"/>
                  </a:lnTo>
                  <a:lnTo>
                    <a:pt x="21" y="41"/>
                  </a:lnTo>
                  <a:lnTo>
                    <a:pt x="21" y="40"/>
                  </a:lnTo>
                  <a:lnTo>
                    <a:pt x="19" y="38"/>
                  </a:lnTo>
                  <a:lnTo>
                    <a:pt x="19"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604" name="Oval 100">
              <a:extLst>
                <a:ext uri="{FF2B5EF4-FFF2-40B4-BE49-F238E27FC236}">
                  <a16:creationId xmlns:a16="http://schemas.microsoft.com/office/drawing/2014/main" id="{FF61BBEC-298C-7E60-5200-380ACB571DCA}"/>
                </a:ext>
              </a:extLst>
            </p:cNvPr>
            <p:cNvSpPr>
              <a:spLocks noChangeArrowheads="1"/>
            </p:cNvSpPr>
            <p:nvPr/>
          </p:nvSpPr>
          <p:spPr bwMode="auto">
            <a:xfrm>
              <a:off x="3068" y="3547"/>
              <a:ext cx="54" cy="5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1605" name="Freeform 101">
              <a:extLst>
                <a:ext uri="{FF2B5EF4-FFF2-40B4-BE49-F238E27FC236}">
                  <a16:creationId xmlns:a16="http://schemas.microsoft.com/office/drawing/2014/main" id="{6D1814B5-2939-9E53-91A6-CD356DA8F152}"/>
                </a:ext>
              </a:extLst>
            </p:cNvPr>
            <p:cNvSpPr>
              <a:spLocks/>
            </p:cNvSpPr>
            <p:nvPr/>
          </p:nvSpPr>
          <p:spPr bwMode="auto">
            <a:xfrm>
              <a:off x="3058" y="3538"/>
              <a:ext cx="70" cy="69"/>
            </a:xfrm>
            <a:custGeom>
              <a:avLst/>
              <a:gdLst>
                <a:gd name="T0" fmla="*/ 2 w 70"/>
                <a:gd name="T1" fmla="*/ 47 h 69"/>
                <a:gd name="T2" fmla="*/ 4 w 70"/>
                <a:gd name="T3" fmla="*/ 52 h 69"/>
                <a:gd name="T4" fmla="*/ 16 w 70"/>
                <a:gd name="T5" fmla="*/ 65 h 69"/>
                <a:gd name="T6" fmla="*/ 31 w 70"/>
                <a:gd name="T7" fmla="*/ 69 h 69"/>
                <a:gd name="T8" fmla="*/ 42 w 70"/>
                <a:gd name="T9" fmla="*/ 66 h 69"/>
                <a:gd name="T10" fmla="*/ 53 w 70"/>
                <a:gd name="T11" fmla="*/ 65 h 69"/>
                <a:gd name="T12" fmla="*/ 53 w 70"/>
                <a:gd name="T13" fmla="*/ 65 h 69"/>
                <a:gd name="T14" fmla="*/ 59 w 70"/>
                <a:gd name="T15" fmla="*/ 60 h 69"/>
                <a:gd name="T16" fmla="*/ 61 w 70"/>
                <a:gd name="T17" fmla="*/ 57 h 69"/>
                <a:gd name="T18" fmla="*/ 67 w 70"/>
                <a:gd name="T19" fmla="*/ 51 h 69"/>
                <a:gd name="T20" fmla="*/ 68 w 70"/>
                <a:gd name="T21" fmla="*/ 46 h 69"/>
                <a:gd name="T22" fmla="*/ 62 w 70"/>
                <a:gd name="T23" fmla="*/ 44 h 69"/>
                <a:gd name="T24" fmla="*/ 70 w 70"/>
                <a:gd name="T25" fmla="*/ 24 h 69"/>
                <a:gd name="T26" fmla="*/ 64 w 70"/>
                <a:gd name="T27" fmla="*/ 16 h 69"/>
                <a:gd name="T28" fmla="*/ 51 w 70"/>
                <a:gd name="T29" fmla="*/ 3 h 69"/>
                <a:gd name="T30" fmla="*/ 46 w 70"/>
                <a:gd name="T31" fmla="*/ 0 h 69"/>
                <a:gd name="T32" fmla="*/ 19 w 70"/>
                <a:gd name="T33" fmla="*/ 1 h 69"/>
                <a:gd name="T34" fmla="*/ 13 w 70"/>
                <a:gd name="T35" fmla="*/ 8 h 69"/>
                <a:gd name="T36" fmla="*/ 10 w 70"/>
                <a:gd name="T37" fmla="*/ 9 h 69"/>
                <a:gd name="T38" fmla="*/ 8 w 70"/>
                <a:gd name="T39" fmla="*/ 13 h 69"/>
                <a:gd name="T40" fmla="*/ 2 w 70"/>
                <a:gd name="T41" fmla="*/ 19 h 69"/>
                <a:gd name="T42" fmla="*/ 0 w 70"/>
                <a:gd name="T43" fmla="*/ 35 h 69"/>
                <a:gd name="T44" fmla="*/ 21 w 70"/>
                <a:gd name="T45" fmla="*/ 27 h 69"/>
                <a:gd name="T46" fmla="*/ 19 w 70"/>
                <a:gd name="T47" fmla="*/ 25 h 69"/>
                <a:gd name="T48" fmla="*/ 23 w 70"/>
                <a:gd name="T49" fmla="*/ 24 h 69"/>
                <a:gd name="T50" fmla="*/ 24 w 70"/>
                <a:gd name="T51" fmla="*/ 20 h 69"/>
                <a:gd name="T52" fmla="*/ 24 w 70"/>
                <a:gd name="T53" fmla="*/ 22 h 69"/>
                <a:gd name="T54" fmla="*/ 29 w 70"/>
                <a:gd name="T55" fmla="*/ 19 h 69"/>
                <a:gd name="T56" fmla="*/ 42 w 70"/>
                <a:gd name="T57" fmla="*/ 20 h 69"/>
                <a:gd name="T58" fmla="*/ 46 w 70"/>
                <a:gd name="T59" fmla="*/ 22 h 69"/>
                <a:gd name="T60" fmla="*/ 53 w 70"/>
                <a:gd name="T61" fmla="*/ 28 h 69"/>
                <a:gd name="T62" fmla="*/ 51 w 70"/>
                <a:gd name="T63" fmla="*/ 36 h 69"/>
                <a:gd name="T64" fmla="*/ 54 w 70"/>
                <a:gd name="T65" fmla="*/ 28 h 69"/>
                <a:gd name="T66" fmla="*/ 53 w 70"/>
                <a:gd name="T67" fmla="*/ 39 h 69"/>
                <a:gd name="T68" fmla="*/ 46 w 70"/>
                <a:gd name="T69" fmla="*/ 46 h 69"/>
                <a:gd name="T70" fmla="*/ 48 w 70"/>
                <a:gd name="T71" fmla="*/ 46 h 69"/>
                <a:gd name="T72" fmla="*/ 45 w 70"/>
                <a:gd name="T73" fmla="*/ 47 h 69"/>
                <a:gd name="T74" fmla="*/ 45 w 70"/>
                <a:gd name="T75" fmla="*/ 47 h 69"/>
                <a:gd name="T76" fmla="*/ 40 w 70"/>
                <a:gd name="T77" fmla="*/ 49 h 69"/>
                <a:gd name="T78" fmla="*/ 26 w 70"/>
                <a:gd name="T79" fmla="*/ 62 h 69"/>
                <a:gd name="T80" fmla="*/ 31 w 70"/>
                <a:gd name="T81" fmla="*/ 51 h 69"/>
                <a:gd name="T82" fmla="*/ 29 w 70"/>
                <a:gd name="T83" fmla="*/ 51 h 69"/>
                <a:gd name="T84" fmla="*/ 23 w 70"/>
                <a:gd name="T85" fmla="*/ 44 h 69"/>
                <a:gd name="T86" fmla="*/ 19 w 70"/>
                <a:gd name="T87" fmla="*/ 39 h 6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0"/>
                <a:gd name="T133" fmla="*/ 0 h 69"/>
                <a:gd name="T134" fmla="*/ 70 w 70"/>
                <a:gd name="T135" fmla="*/ 69 h 6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0" h="69">
                  <a:moveTo>
                    <a:pt x="0" y="35"/>
                  </a:moveTo>
                  <a:lnTo>
                    <a:pt x="0" y="46"/>
                  </a:lnTo>
                  <a:lnTo>
                    <a:pt x="2" y="47"/>
                  </a:lnTo>
                  <a:lnTo>
                    <a:pt x="2" y="49"/>
                  </a:lnTo>
                  <a:lnTo>
                    <a:pt x="4" y="51"/>
                  </a:lnTo>
                  <a:lnTo>
                    <a:pt x="4" y="52"/>
                  </a:lnTo>
                  <a:lnTo>
                    <a:pt x="18" y="66"/>
                  </a:lnTo>
                  <a:lnTo>
                    <a:pt x="16" y="63"/>
                  </a:lnTo>
                  <a:lnTo>
                    <a:pt x="16" y="65"/>
                  </a:lnTo>
                  <a:lnTo>
                    <a:pt x="23" y="68"/>
                  </a:lnTo>
                  <a:lnTo>
                    <a:pt x="24" y="69"/>
                  </a:lnTo>
                  <a:lnTo>
                    <a:pt x="31" y="69"/>
                  </a:lnTo>
                  <a:lnTo>
                    <a:pt x="29" y="68"/>
                  </a:lnTo>
                  <a:lnTo>
                    <a:pt x="45" y="62"/>
                  </a:lnTo>
                  <a:lnTo>
                    <a:pt x="42" y="66"/>
                  </a:lnTo>
                  <a:lnTo>
                    <a:pt x="45" y="69"/>
                  </a:lnTo>
                  <a:lnTo>
                    <a:pt x="46" y="68"/>
                  </a:lnTo>
                  <a:lnTo>
                    <a:pt x="53" y="65"/>
                  </a:lnTo>
                  <a:lnTo>
                    <a:pt x="53" y="63"/>
                  </a:lnTo>
                  <a:lnTo>
                    <a:pt x="51" y="66"/>
                  </a:lnTo>
                  <a:lnTo>
                    <a:pt x="53" y="65"/>
                  </a:lnTo>
                  <a:lnTo>
                    <a:pt x="57" y="62"/>
                  </a:lnTo>
                  <a:lnTo>
                    <a:pt x="57" y="60"/>
                  </a:lnTo>
                  <a:lnTo>
                    <a:pt x="59" y="60"/>
                  </a:lnTo>
                  <a:lnTo>
                    <a:pt x="59" y="58"/>
                  </a:lnTo>
                  <a:lnTo>
                    <a:pt x="61" y="58"/>
                  </a:lnTo>
                  <a:lnTo>
                    <a:pt x="61" y="57"/>
                  </a:lnTo>
                  <a:lnTo>
                    <a:pt x="62" y="57"/>
                  </a:lnTo>
                  <a:lnTo>
                    <a:pt x="65" y="52"/>
                  </a:lnTo>
                  <a:lnTo>
                    <a:pt x="67" y="51"/>
                  </a:lnTo>
                  <a:lnTo>
                    <a:pt x="64" y="52"/>
                  </a:lnTo>
                  <a:lnTo>
                    <a:pt x="65" y="52"/>
                  </a:lnTo>
                  <a:lnTo>
                    <a:pt x="68" y="46"/>
                  </a:lnTo>
                  <a:lnTo>
                    <a:pt x="70" y="44"/>
                  </a:lnTo>
                  <a:lnTo>
                    <a:pt x="67" y="41"/>
                  </a:lnTo>
                  <a:lnTo>
                    <a:pt x="62" y="44"/>
                  </a:lnTo>
                  <a:lnTo>
                    <a:pt x="68" y="28"/>
                  </a:lnTo>
                  <a:lnTo>
                    <a:pt x="70" y="30"/>
                  </a:lnTo>
                  <a:lnTo>
                    <a:pt x="70" y="24"/>
                  </a:lnTo>
                  <a:lnTo>
                    <a:pt x="68" y="22"/>
                  </a:lnTo>
                  <a:lnTo>
                    <a:pt x="65" y="16"/>
                  </a:lnTo>
                  <a:lnTo>
                    <a:pt x="64" y="16"/>
                  </a:lnTo>
                  <a:lnTo>
                    <a:pt x="67" y="17"/>
                  </a:lnTo>
                  <a:lnTo>
                    <a:pt x="53" y="3"/>
                  </a:lnTo>
                  <a:lnTo>
                    <a:pt x="51" y="3"/>
                  </a:lnTo>
                  <a:lnTo>
                    <a:pt x="50" y="1"/>
                  </a:lnTo>
                  <a:lnTo>
                    <a:pt x="48" y="1"/>
                  </a:lnTo>
                  <a:lnTo>
                    <a:pt x="46" y="0"/>
                  </a:lnTo>
                  <a:lnTo>
                    <a:pt x="23" y="0"/>
                  </a:lnTo>
                  <a:lnTo>
                    <a:pt x="21" y="1"/>
                  </a:lnTo>
                  <a:lnTo>
                    <a:pt x="19" y="1"/>
                  </a:lnTo>
                  <a:lnTo>
                    <a:pt x="18" y="3"/>
                  </a:lnTo>
                  <a:lnTo>
                    <a:pt x="13" y="6"/>
                  </a:lnTo>
                  <a:lnTo>
                    <a:pt x="13" y="8"/>
                  </a:lnTo>
                  <a:lnTo>
                    <a:pt x="12" y="8"/>
                  </a:lnTo>
                  <a:lnTo>
                    <a:pt x="12" y="9"/>
                  </a:lnTo>
                  <a:lnTo>
                    <a:pt x="10" y="9"/>
                  </a:lnTo>
                  <a:lnTo>
                    <a:pt x="10" y="11"/>
                  </a:lnTo>
                  <a:lnTo>
                    <a:pt x="8" y="11"/>
                  </a:lnTo>
                  <a:lnTo>
                    <a:pt x="8" y="13"/>
                  </a:lnTo>
                  <a:lnTo>
                    <a:pt x="7" y="13"/>
                  </a:lnTo>
                  <a:lnTo>
                    <a:pt x="4" y="17"/>
                  </a:lnTo>
                  <a:lnTo>
                    <a:pt x="2" y="19"/>
                  </a:lnTo>
                  <a:lnTo>
                    <a:pt x="2" y="20"/>
                  </a:lnTo>
                  <a:lnTo>
                    <a:pt x="0" y="22"/>
                  </a:lnTo>
                  <a:lnTo>
                    <a:pt x="0" y="35"/>
                  </a:lnTo>
                  <a:lnTo>
                    <a:pt x="19" y="35"/>
                  </a:lnTo>
                  <a:lnTo>
                    <a:pt x="19" y="28"/>
                  </a:lnTo>
                  <a:lnTo>
                    <a:pt x="21" y="27"/>
                  </a:lnTo>
                  <a:lnTo>
                    <a:pt x="21" y="25"/>
                  </a:lnTo>
                  <a:lnTo>
                    <a:pt x="23" y="24"/>
                  </a:lnTo>
                  <a:lnTo>
                    <a:pt x="19" y="25"/>
                  </a:lnTo>
                  <a:lnTo>
                    <a:pt x="21" y="25"/>
                  </a:lnTo>
                  <a:lnTo>
                    <a:pt x="21" y="24"/>
                  </a:lnTo>
                  <a:lnTo>
                    <a:pt x="23" y="24"/>
                  </a:lnTo>
                  <a:lnTo>
                    <a:pt x="23" y="22"/>
                  </a:lnTo>
                  <a:lnTo>
                    <a:pt x="24" y="22"/>
                  </a:lnTo>
                  <a:lnTo>
                    <a:pt x="24" y="20"/>
                  </a:lnTo>
                  <a:lnTo>
                    <a:pt x="26" y="20"/>
                  </a:lnTo>
                  <a:lnTo>
                    <a:pt x="26" y="19"/>
                  </a:lnTo>
                  <a:lnTo>
                    <a:pt x="24" y="22"/>
                  </a:lnTo>
                  <a:lnTo>
                    <a:pt x="26" y="20"/>
                  </a:lnTo>
                  <a:lnTo>
                    <a:pt x="27" y="20"/>
                  </a:lnTo>
                  <a:lnTo>
                    <a:pt x="29" y="19"/>
                  </a:lnTo>
                  <a:lnTo>
                    <a:pt x="35" y="19"/>
                  </a:lnTo>
                  <a:lnTo>
                    <a:pt x="40" y="19"/>
                  </a:lnTo>
                  <a:lnTo>
                    <a:pt x="42" y="20"/>
                  </a:lnTo>
                  <a:lnTo>
                    <a:pt x="43" y="20"/>
                  </a:lnTo>
                  <a:lnTo>
                    <a:pt x="45" y="22"/>
                  </a:lnTo>
                  <a:lnTo>
                    <a:pt x="46" y="22"/>
                  </a:lnTo>
                  <a:lnTo>
                    <a:pt x="48" y="24"/>
                  </a:lnTo>
                  <a:lnTo>
                    <a:pt x="51" y="28"/>
                  </a:lnTo>
                  <a:lnTo>
                    <a:pt x="53" y="28"/>
                  </a:lnTo>
                  <a:lnTo>
                    <a:pt x="50" y="28"/>
                  </a:lnTo>
                  <a:lnTo>
                    <a:pt x="51" y="30"/>
                  </a:lnTo>
                  <a:lnTo>
                    <a:pt x="51" y="36"/>
                  </a:lnTo>
                  <a:lnTo>
                    <a:pt x="56" y="41"/>
                  </a:lnTo>
                  <a:lnTo>
                    <a:pt x="62" y="25"/>
                  </a:lnTo>
                  <a:lnTo>
                    <a:pt x="54" y="28"/>
                  </a:lnTo>
                  <a:lnTo>
                    <a:pt x="51" y="38"/>
                  </a:lnTo>
                  <a:lnTo>
                    <a:pt x="50" y="39"/>
                  </a:lnTo>
                  <a:lnTo>
                    <a:pt x="53" y="39"/>
                  </a:lnTo>
                  <a:lnTo>
                    <a:pt x="51" y="39"/>
                  </a:lnTo>
                  <a:lnTo>
                    <a:pt x="48" y="44"/>
                  </a:lnTo>
                  <a:lnTo>
                    <a:pt x="46" y="46"/>
                  </a:lnTo>
                  <a:lnTo>
                    <a:pt x="50" y="44"/>
                  </a:lnTo>
                  <a:lnTo>
                    <a:pt x="48" y="44"/>
                  </a:lnTo>
                  <a:lnTo>
                    <a:pt x="48" y="46"/>
                  </a:lnTo>
                  <a:lnTo>
                    <a:pt x="46" y="46"/>
                  </a:lnTo>
                  <a:lnTo>
                    <a:pt x="46" y="47"/>
                  </a:lnTo>
                  <a:lnTo>
                    <a:pt x="45" y="47"/>
                  </a:lnTo>
                  <a:lnTo>
                    <a:pt x="45" y="49"/>
                  </a:lnTo>
                  <a:lnTo>
                    <a:pt x="46" y="46"/>
                  </a:lnTo>
                  <a:lnTo>
                    <a:pt x="45" y="47"/>
                  </a:lnTo>
                  <a:lnTo>
                    <a:pt x="40" y="51"/>
                  </a:lnTo>
                  <a:lnTo>
                    <a:pt x="40" y="52"/>
                  </a:lnTo>
                  <a:lnTo>
                    <a:pt x="40" y="49"/>
                  </a:lnTo>
                  <a:lnTo>
                    <a:pt x="38" y="51"/>
                  </a:lnTo>
                  <a:lnTo>
                    <a:pt x="29" y="54"/>
                  </a:lnTo>
                  <a:lnTo>
                    <a:pt x="26" y="62"/>
                  </a:lnTo>
                  <a:lnTo>
                    <a:pt x="42" y="55"/>
                  </a:lnTo>
                  <a:lnTo>
                    <a:pt x="37" y="51"/>
                  </a:lnTo>
                  <a:lnTo>
                    <a:pt x="31" y="51"/>
                  </a:lnTo>
                  <a:lnTo>
                    <a:pt x="29" y="49"/>
                  </a:lnTo>
                  <a:lnTo>
                    <a:pt x="29" y="52"/>
                  </a:lnTo>
                  <a:lnTo>
                    <a:pt x="29" y="51"/>
                  </a:lnTo>
                  <a:lnTo>
                    <a:pt x="24" y="47"/>
                  </a:lnTo>
                  <a:lnTo>
                    <a:pt x="23" y="46"/>
                  </a:lnTo>
                  <a:lnTo>
                    <a:pt x="23" y="44"/>
                  </a:lnTo>
                  <a:lnTo>
                    <a:pt x="21" y="43"/>
                  </a:lnTo>
                  <a:lnTo>
                    <a:pt x="21" y="41"/>
                  </a:lnTo>
                  <a:lnTo>
                    <a:pt x="19" y="39"/>
                  </a:lnTo>
                  <a:lnTo>
                    <a:pt x="19" y="35"/>
                  </a:lnTo>
                  <a:lnTo>
                    <a:pt x="0"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3 Marcador de número de diapositiva">
            <a:extLst>
              <a:ext uri="{FF2B5EF4-FFF2-40B4-BE49-F238E27FC236}">
                <a16:creationId xmlns:a16="http://schemas.microsoft.com/office/drawing/2014/main" id="{56308DFB-EA5D-0FBC-195D-27FA9F682F1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30659ACD-99E9-4585-AA7D-B88BB3D441BA}" type="slidenum">
              <a:rPr lang="en-US" altLang="es-ES" sz="1600" b="0" i="0" baseline="0"/>
              <a:pPr/>
              <a:t>18</a:t>
            </a:fld>
            <a:endParaRPr lang="en-US" altLang="es-ES" sz="1600" b="0" i="0" baseline="0"/>
          </a:p>
        </p:txBody>
      </p:sp>
      <p:sp>
        <p:nvSpPr>
          <p:cNvPr id="22531" name="Rectangle 2">
            <a:extLst>
              <a:ext uri="{FF2B5EF4-FFF2-40B4-BE49-F238E27FC236}">
                <a16:creationId xmlns:a16="http://schemas.microsoft.com/office/drawing/2014/main" id="{B34EE096-1551-3FFF-FBC2-5EF145994177}"/>
              </a:ext>
            </a:extLst>
          </p:cNvPr>
          <p:cNvSpPr>
            <a:spLocks noGrp="1" noChangeArrowheads="1"/>
          </p:cNvSpPr>
          <p:nvPr>
            <p:ph type="title"/>
          </p:nvPr>
        </p:nvSpPr>
        <p:spPr/>
        <p:txBody>
          <a:bodyPr/>
          <a:lstStyle/>
          <a:p>
            <a:r>
              <a:rPr lang="en-US" altLang="es-ES"/>
              <a:t>Datapaths</a:t>
            </a:r>
          </a:p>
        </p:txBody>
      </p:sp>
      <p:sp>
        <p:nvSpPr>
          <p:cNvPr id="22532" name="Rectangle 3">
            <a:extLst>
              <a:ext uri="{FF2B5EF4-FFF2-40B4-BE49-F238E27FC236}">
                <a16:creationId xmlns:a16="http://schemas.microsoft.com/office/drawing/2014/main" id="{A7E2AC27-D94F-2762-22CB-4E1388A9A837}"/>
              </a:ext>
            </a:extLst>
          </p:cNvPr>
          <p:cNvSpPr>
            <a:spLocks noGrp="1" noChangeArrowheads="1"/>
          </p:cNvSpPr>
          <p:nvPr>
            <p:ph type="body" idx="1"/>
          </p:nvPr>
        </p:nvSpPr>
        <p:spPr>
          <a:xfrm>
            <a:off x="719138" y="1225550"/>
            <a:ext cx="7772400" cy="5027613"/>
          </a:xfrm>
        </p:spPr>
        <p:txBody>
          <a:bodyPr/>
          <a:lstStyle/>
          <a:p>
            <a:r>
              <a:rPr lang="en-US" altLang="es-ES" sz="2800"/>
              <a:t>Guiding principles for basic datapaths:</a:t>
            </a:r>
          </a:p>
          <a:p>
            <a:pPr lvl="1"/>
            <a:r>
              <a:rPr lang="en-US" altLang="es-ES" sz="2400"/>
              <a:t>The set of registers</a:t>
            </a:r>
          </a:p>
          <a:p>
            <a:pPr lvl="2"/>
            <a:r>
              <a:rPr lang="en-US" altLang="es-ES" sz="2000"/>
              <a:t>Collection of individual registers</a:t>
            </a:r>
          </a:p>
          <a:p>
            <a:pPr lvl="2"/>
            <a:r>
              <a:rPr lang="en-US" altLang="es-ES" sz="2000"/>
              <a:t>A set of registers with common access resources called a </a:t>
            </a:r>
            <a:r>
              <a:rPr lang="en-US" altLang="es-ES" sz="2000" i="1"/>
              <a:t>register file</a:t>
            </a:r>
          </a:p>
          <a:p>
            <a:pPr lvl="2"/>
            <a:r>
              <a:rPr lang="en-US" altLang="es-ES" sz="2000"/>
              <a:t>A combination of the above</a:t>
            </a:r>
          </a:p>
          <a:p>
            <a:pPr lvl="1"/>
            <a:r>
              <a:rPr lang="en-US" altLang="es-ES" sz="2400"/>
              <a:t>Microoperation implementation</a:t>
            </a:r>
          </a:p>
          <a:p>
            <a:pPr lvl="2"/>
            <a:r>
              <a:rPr lang="en-US" altLang="es-ES" sz="2000"/>
              <a:t>One or more shared resources for implementing microoperations</a:t>
            </a:r>
          </a:p>
          <a:p>
            <a:pPr lvl="2"/>
            <a:r>
              <a:rPr lang="en-US" altLang="es-ES" sz="2000"/>
              <a:t>Buses - shared transfer paths</a:t>
            </a:r>
          </a:p>
          <a:p>
            <a:pPr lvl="2"/>
            <a:r>
              <a:rPr lang="en-US" altLang="es-ES" sz="2000" i="1"/>
              <a:t>Arithmetic-Logic Unit (ALU)</a:t>
            </a:r>
            <a:r>
              <a:rPr lang="en-US" altLang="es-ES" sz="2000"/>
              <a:t> -  shared resource for implementing arithmetic and logic microoperations</a:t>
            </a:r>
          </a:p>
          <a:p>
            <a:pPr lvl="2"/>
            <a:r>
              <a:rPr lang="en-US" altLang="es-ES" sz="2000"/>
              <a:t>Shifter -  shared resource for implementing shift microoperations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3 Marcador de número de diapositiva">
            <a:extLst>
              <a:ext uri="{FF2B5EF4-FFF2-40B4-BE49-F238E27FC236}">
                <a16:creationId xmlns:a16="http://schemas.microsoft.com/office/drawing/2014/main" id="{230299CC-9098-BD6F-31C2-D317EA55C3E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CB8C9071-9A40-4F5E-A817-37DA214B97FE}" type="slidenum">
              <a:rPr lang="en-US" altLang="es-ES" sz="1600" b="0" i="0" baseline="0"/>
              <a:pPr/>
              <a:t>19</a:t>
            </a:fld>
            <a:endParaRPr lang="en-US" altLang="es-ES" sz="1600" b="0" i="0" baseline="0"/>
          </a:p>
        </p:txBody>
      </p:sp>
      <p:sp>
        <p:nvSpPr>
          <p:cNvPr id="23555" name="Rectangle 2">
            <a:extLst>
              <a:ext uri="{FF2B5EF4-FFF2-40B4-BE49-F238E27FC236}">
                <a16:creationId xmlns:a16="http://schemas.microsoft.com/office/drawing/2014/main" id="{0D57FC46-A909-4768-41B1-D5AAD6B94DB4}"/>
              </a:ext>
            </a:extLst>
          </p:cNvPr>
          <p:cNvSpPr>
            <a:spLocks noGrp="1" noChangeArrowheads="1"/>
          </p:cNvSpPr>
          <p:nvPr>
            <p:ph type="body" idx="1"/>
          </p:nvPr>
        </p:nvSpPr>
        <p:spPr/>
        <p:txBody>
          <a:bodyPr/>
          <a:lstStyle/>
          <a:p>
            <a:r>
              <a:rPr lang="en-US" altLang="es-ES" sz="2000"/>
              <a:t>Four parallel-load</a:t>
            </a:r>
            <a:br>
              <a:rPr lang="en-US" altLang="es-ES" sz="2000"/>
            </a:br>
            <a:r>
              <a:rPr lang="en-US" altLang="es-ES" sz="2000"/>
              <a:t>registers</a:t>
            </a:r>
          </a:p>
          <a:p>
            <a:r>
              <a:rPr lang="en-US" altLang="es-ES" sz="2000"/>
              <a:t>Two mux-based </a:t>
            </a:r>
            <a:br>
              <a:rPr lang="en-US" altLang="es-ES" sz="2000"/>
            </a:br>
            <a:r>
              <a:rPr lang="en-US" altLang="es-ES" sz="2000"/>
              <a:t>register selectors</a:t>
            </a:r>
          </a:p>
          <a:p>
            <a:r>
              <a:rPr lang="en-US" altLang="es-ES" sz="2000"/>
              <a:t>Register destination </a:t>
            </a:r>
            <a:br>
              <a:rPr lang="en-US" altLang="es-ES" sz="2000"/>
            </a:br>
            <a:r>
              <a:rPr lang="en-US" altLang="es-ES" sz="2000"/>
              <a:t>decoder</a:t>
            </a:r>
          </a:p>
          <a:p>
            <a:r>
              <a:rPr lang="en-US" altLang="es-ES" sz="2000"/>
              <a:t>Mux  B for external </a:t>
            </a:r>
            <a:br>
              <a:rPr lang="en-US" altLang="es-ES" sz="2000"/>
            </a:br>
            <a:r>
              <a:rPr lang="en-US" altLang="es-ES" sz="2000"/>
              <a:t>constant input</a:t>
            </a:r>
          </a:p>
          <a:p>
            <a:r>
              <a:rPr lang="en-US" altLang="es-ES" sz="2000"/>
              <a:t>Buses A and B with external</a:t>
            </a:r>
            <a:br>
              <a:rPr lang="en-US" altLang="es-ES" sz="2000"/>
            </a:br>
            <a:r>
              <a:rPr lang="en-US" altLang="es-ES" sz="2000"/>
              <a:t>address and data outputs</a:t>
            </a:r>
          </a:p>
          <a:p>
            <a:r>
              <a:rPr lang="en-US" altLang="es-ES" sz="2000"/>
              <a:t>ALU and Shifter with</a:t>
            </a:r>
            <a:br>
              <a:rPr lang="en-US" altLang="es-ES" sz="2000"/>
            </a:br>
            <a:r>
              <a:rPr lang="en-US" altLang="es-ES" sz="2000"/>
              <a:t>Mux F for output select</a:t>
            </a:r>
          </a:p>
          <a:p>
            <a:r>
              <a:rPr lang="en-US" altLang="es-ES" sz="2000"/>
              <a:t>Mux D for external data input</a:t>
            </a:r>
          </a:p>
          <a:p>
            <a:r>
              <a:rPr lang="en-US" altLang="es-ES" sz="2000"/>
              <a:t>Logic for generating status bits</a:t>
            </a:r>
            <a:br>
              <a:rPr lang="en-US" altLang="es-ES" sz="2000"/>
            </a:br>
            <a:r>
              <a:rPr lang="en-US" altLang="es-ES" sz="2000"/>
              <a:t>V, C, N, Z</a:t>
            </a:r>
          </a:p>
          <a:p>
            <a:endParaRPr lang="en-US" altLang="es-ES" sz="2000"/>
          </a:p>
        </p:txBody>
      </p:sp>
      <p:sp>
        <p:nvSpPr>
          <p:cNvPr id="23556" name="Rectangle 3">
            <a:extLst>
              <a:ext uri="{FF2B5EF4-FFF2-40B4-BE49-F238E27FC236}">
                <a16:creationId xmlns:a16="http://schemas.microsoft.com/office/drawing/2014/main" id="{0813858E-BDA5-15EA-81D4-EA54929D43C9}"/>
              </a:ext>
            </a:extLst>
          </p:cNvPr>
          <p:cNvSpPr>
            <a:spLocks noGrp="1" noChangeArrowheads="1"/>
          </p:cNvSpPr>
          <p:nvPr>
            <p:ph type="title"/>
          </p:nvPr>
        </p:nvSpPr>
        <p:spPr>
          <a:xfrm>
            <a:off x="703263" y="0"/>
            <a:ext cx="7772400" cy="1020763"/>
          </a:xfrm>
          <a:noFill/>
        </p:spPr>
        <p:txBody>
          <a:bodyPr/>
          <a:lstStyle/>
          <a:p>
            <a:r>
              <a:rPr lang="en-US" altLang="es-ES"/>
              <a:t> Datapath Example</a:t>
            </a:r>
          </a:p>
        </p:txBody>
      </p:sp>
      <p:pic>
        <p:nvPicPr>
          <p:cNvPr id="23557" name="Picture 4" descr="fig_9-01">
            <a:extLst>
              <a:ext uri="{FF2B5EF4-FFF2-40B4-BE49-F238E27FC236}">
                <a16:creationId xmlns:a16="http://schemas.microsoft.com/office/drawing/2014/main" id="{2C18800F-24E4-DAEC-23DE-CB10657D6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5963" y="1292225"/>
            <a:ext cx="4086225"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3 Marcador de número de diapositiva">
            <a:extLst>
              <a:ext uri="{FF2B5EF4-FFF2-40B4-BE49-F238E27FC236}">
                <a16:creationId xmlns:a16="http://schemas.microsoft.com/office/drawing/2014/main" id="{A778BCB5-4B9E-279B-ACB3-FC716B26CC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30F62DF9-62D6-44BE-B40B-8C27C7E161B3}" type="slidenum">
              <a:rPr lang="en-US" altLang="es-ES" sz="1600" b="0" i="0" baseline="0"/>
              <a:pPr/>
              <a:t>20</a:t>
            </a:fld>
            <a:endParaRPr lang="en-US" altLang="es-ES" sz="1600" b="0" i="0" baseline="0"/>
          </a:p>
        </p:txBody>
      </p:sp>
      <p:pic>
        <p:nvPicPr>
          <p:cNvPr id="24579" name="Picture 2" descr="fig_9-01">
            <a:extLst>
              <a:ext uri="{FF2B5EF4-FFF2-40B4-BE49-F238E27FC236}">
                <a16:creationId xmlns:a16="http://schemas.microsoft.com/office/drawing/2014/main" id="{F4CB6558-13FB-1F98-540B-EBABE17DB6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1363" y="1241425"/>
            <a:ext cx="4086225"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3">
            <a:extLst>
              <a:ext uri="{FF2B5EF4-FFF2-40B4-BE49-F238E27FC236}">
                <a16:creationId xmlns:a16="http://schemas.microsoft.com/office/drawing/2014/main" id="{3BBFE263-0FFD-0382-AFB6-47571087A288}"/>
              </a:ext>
            </a:extLst>
          </p:cNvPr>
          <p:cNvSpPr>
            <a:spLocks noGrp="1" noChangeArrowheads="1"/>
          </p:cNvSpPr>
          <p:nvPr>
            <p:ph type="body" idx="1"/>
          </p:nvPr>
        </p:nvSpPr>
        <p:spPr>
          <a:xfrm>
            <a:off x="477838" y="1301750"/>
            <a:ext cx="4013200" cy="430213"/>
          </a:xfrm>
        </p:spPr>
        <p:txBody>
          <a:bodyPr/>
          <a:lstStyle/>
          <a:p>
            <a:r>
              <a:rPr lang="en-US" altLang="es-ES" sz="1800"/>
              <a:t>Microoperation: R0 ← R1 + R2</a:t>
            </a:r>
          </a:p>
          <a:p>
            <a:endParaRPr lang="en-US" altLang="es-ES" sz="1800"/>
          </a:p>
        </p:txBody>
      </p:sp>
      <p:sp>
        <p:nvSpPr>
          <p:cNvPr id="24581" name="Rectangle 4">
            <a:extLst>
              <a:ext uri="{FF2B5EF4-FFF2-40B4-BE49-F238E27FC236}">
                <a16:creationId xmlns:a16="http://schemas.microsoft.com/office/drawing/2014/main" id="{C65216D5-D4EF-BD0E-3046-052CB8EB6F28}"/>
              </a:ext>
            </a:extLst>
          </p:cNvPr>
          <p:cNvSpPr>
            <a:spLocks noGrp="1" noChangeArrowheads="1"/>
          </p:cNvSpPr>
          <p:nvPr>
            <p:ph type="title"/>
          </p:nvPr>
        </p:nvSpPr>
        <p:spPr>
          <a:noFill/>
        </p:spPr>
        <p:txBody>
          <a:bodyPr/>
          <a:lstStyle/>
          <a:p>
            <a:r>
              <a:rPr lang="en-US" altLang="es-ES" sz="3200"/>
              <a:t>Datapath Example: Performing a Microoperation</a:t>
            </a:r>
          </a:p>
        </p:txBody>
      </p:sp>
      <p:grpSp>
        <p:nvGrpSpPr>
          <p:cNvPr id="2" name="Group 5">
            <a:extLst>
              <a:ext uri="{FF2B5EF4-FFF2-40B4-BE49-F238E27FC236}">
                <a16:creationId xmlns:a16="http://schemas.microsoft.com/office/drawing/2014/main" id="{1E768D99-611E-D05B-8B90-7C8C8C587915}"/>
              </a:ext>
            </a:extLst>
          </p:cNvPr>
          <p:cNvGrpSpPr>
            <a:grpSpLocks/>
          </p:cNvGrpSpPr>
          <p:nvPr/>
        </p:nvGrpSpPr>
        <p:grpSpPr bwMode="auto">
          <a:xfrm>
            <a:off x="477838" y="1568450"/>
            <a:ext cx="7085012" cy="3587750"/>
            <a:chOff x="301" y="988"/>
            <a:chExt cx="4463" cy="2260"/>
          </a:xfrm>
        </p:grpSpPr>
        <p:sp>
          <p:nvSpPr>
            <p:cNvPr id="24610" name="Rectangle 6">
              <a:extLst>
                <a:ext uri="{FF2B5EF4-FFF2-40B4-BE49-F238E27FC236}">
                  <a16:creationId xmlns:a16="http://schemas.microsoft.com/office/drawing/2014/main" id="{EF18C389-A5D1-35A4-C899-43ED10FF0A5D}"/>
                </a:ext>
              </a:extLst>
            </p:cNvPr>
            <p:cNvSpPr>
              <a:spLocks noChangeArrowheads="1"/>
            </p:cNvSpPr>
            <p:nvPr/>
          </p:nvSpPr>
          <p:spPr bwMode="auto">
            <a:xfrm>
              <a:off x="301" y="988"/>
              <a:ext cx="2528"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20000"/>
                </a:spcBef>
                <a:buClr>
                  <a:srgbClr val="009999"/>
                </a:buClr>
                <a:buFont typeface="Wingdings" panose="05000000000000000000" pitchFamily="2" charset="2"/>
                <a:buChar char="§"/>
              </a:pPr>
              <a:r>
                <a:rPr lang="en-US" altLang="es-ES" sz="1800" i="0" baseline="0"/>
                <a:t>Apply 01 to A select to place </a:t>
              </a:r>
              <a:br>
                <a:rPr lang="en-US" altLang="es-ES" sz="1800" i="0" baseline="0"/>
              </a:br>
              <a:r>
                <a:rPr lang="en-US" altLang="es-ES" sz="1800" i="0" baseline="0"/>
                <a:t>contents of R1 onto Bus A</a:t>
              </a:r>
            </a:p>
            <a:p>
              <a:pPr>
                <a:spcBef>
                  <a:spcPct val="20000"/>
                </a:spcBef>
                <a:buClr>
                  <a:srgbClr val="009999"/>
                </a:buClr>
                <a:buFont typeface="Wingdings" panose="05000000000000000000" pitchFamily="2" charset="2"/>
                <a:buChar char="§"/>
              </a:pPr>
              <a:endParaRPr lang="en-US" altLang="es-ES" sz="1800" i="0" baseline="0"/>
            </a:p>
          </p:txBody>
        </p:sp>
        <p:sp>
          <p:nvSpPr>
            <p:cNvPr id="24611" name="Freeform 7">
              <a:extLst>
                <a:ext uri="{FF2B5EF4-FFF2-40B4-BE49-F238E27FC236}">
                  <a16:creationId xmlns:a16="http://schemas.microsoft.com/office/drawing/2014/main" id="{31E4DD98-6073-31A6-8057-1A0928471D90}"/>
                </a:ext>
              </a:extLst>
            </p:cNvPr>
            <p:cNvSpPr>
              <a:spLocks/>
            </p:cNvSpPr>
            <p:nvPr/>
          </p:nvSpPr>
          <p:spPr bwMode="auto">
            <a:xfrm>
              <a:off x="3825" y="1504"/>
              <a:ext cx="939" cy="1744"/>
            </a:xfrm>
            <a:custGeom>
              <a:avLst/>
              <a:gdLst>
                <a:gd name="T0" fmla="*/ 239 w 939"/>
                <a:gd name="T1" fmla="*/ 0 h 1744"/>
                <a:gd name="T2" fmla="*/ 237 w 939"/>
                <a:gd name="T3" fmla="*/ 143 h 1744"/>
                <a:gd name="T4" fmla="*/ 283 w 939"/>
                <a:gd name="T5" fmla="*/ 184 h 1744"/>
                <a:gd name="T6" fmla="*/ 375 w 939"/>
                <a:gd name="T7" fmla="*/ 184 h 1744"/>
                <a:gd name="T8" fmla="*/ 407 w 939"/>
                <a:gd name="T9" fmla="*/ 228 h 1744"/>
                <a:gd name="T10" fmla="*/ 403 w 939"/>
                <a:gd name="T11" fmla="*/ 400 h 1744"/>
                <a:gd name="T12" fmla="*/ 447 w 939"/>
                <a:gd name="T13" fmla="*/ 436 h 1744"/>
                <a:gd name="T14" fmla="*/ 715 w 939"/>
                <a:gd name="T15" fmla="*/ 440 h 1744"/>
                <a:gd name="T16" fmla="*/ 847 w 939"/>
                <a:gd name="T17" fmla="*/ 444 h 1744"/>
                <a:gd name="T18" fmla="*/ 888 w 939"/>
                <a:gd name="T19" fmla="*/ 446 h 1744"/>
                <a:gd name="T20" fmla="*/ 921 w 939"/>
                <a:gd name="T21" fmla="*/ 488 h 1744"/>
                <a:gd name="T22" fmla="*/ 924 w 939"/>
                <a:gd name="T23" fmla="*/ 572 h 1744"/>
                <a:gd name="T24" fmla="*/ 923 w 939"/>
                <a:gd name="T25" fmla="*/ 800 h 1744"/>
                <a:gd name="T26" fmla="*/ 927 w 939"/>
                <a:gd name="T27" fmla="*/ 1118 h 1744"/>
                <a:gd name="T28" fmla="*/ 849 w 939"/>
                <a:gd name="T29" fmla="*/ 1196 h 1744"/>
                <a:gd name="T30" fmla="*/ 515 w 939"/>
                <a:gd name="T31" fmla="*/ 1196 h 1744"/>
                <a:gd name="T32" fmla="*/ 84 w 939"/>
                <a:gd name="T33" fmla="*/ 1193 h 1744"/>
                <a:gd name="T34" fmla="*/ 12 w 939"/>
                <a:gd name="T35" fmla="*/ 1283 h 1744"/>
                <a:gd name="T36" fmla="*/ 12 w 939"/>
                <a:gd name="T37" fmla="*/ 1457 h 1744"/>
                <a:gd name="T38" fmla="*/ 15 w 939"/>
                <a:gd name="T39" fmla="*/ 1744 h 174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39"/>
                <a:gd name="T61" fmla="*/ 0 h 1744"/>
                <a:gd name="T62" fmla="*/ 939 w 939"/>
                <a:gd name="T63" fmla="*/ 1744 h 174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39" h="1744">
                  <a:moveTo>
                    <a:pt x="239" y="0"/>
                  </a:moveTo>
                  <a:cubicBezTo>
                    <a:pt x="239" y="24"/>
                    <a:pt x="230" y="112"/>
                    <a:pt x="237" y="143"/>
                  </a:cubicBezTo>
                  <a:cubicBezTo>
                    <a:pt x="244" y="174"/>
                    <a:pt x="260" y="177"/>
                    <a:pt x="283" y="184"/>
                  </a:cubicBezTo>
                  <a:cubicBezTo>
                    <a:pt x="306" y="191"/>
                    <a:pt x="354" y="177"/>
                    <a:pt x="375" y="184"/>
                  </a:cubicBezTo>
                  <a:cubicBezTo>
                    <a:pt x="396" y="191"/>
                    <a:pt x="402" y="192"/>
                    <a:pt x="407" y="228"/>
                  </a:cubicBezTo>
                  <a:cubicBezTo>
                    <a:pt x="412" y="264"/>
                    <a:pt x="396" y="365"/>
                    <a:pt x="403" y="400"/>
                  </a:cubicBezTo>
                  <a:cubicBezTo>
                    <a:pt x="410" y="435"/>
                    <a:pt x="395" y="429"/>
                    <a:pt x="447" y="436"/>
                  </a:cubicBezTo>
                  <a:cubicBezTo>
                    <a:pt x="499" y="443"/>
                    <a:pt x="648" y="439"/>
                    <a:pt x="715" y="440"/>
                  </a:cubicBezTo>
                  <a:cubicBezTo>
                    <a:pt x="782" y="441"/>
                    <a:pt x="818" y="443"/>
                    <a:pt x="847" y="444"/>
                  </a:cubicBezTo>
                  <a:cubicBezTo>
                    <a:pt x="876" y="445"/>
                    <a:pt x="876" y="439"/>
                    <a:pt x="888" y="446"/>
                  </a:cubicBezTo>
                  <a:cubicBezTo>
                    <a:pt x="900" y="453"/>
                    <a:pt x="915" y="467"/>
                    <a:pt x="921" y="488"/>
                  </a:cubicBezTo>
                  <a:cubicBezTo>
                    <a:pt x="927" y="509"/>
                    <a:pt x="924" y="520"/>
                    <a:pt x="924" y="572"/>
                  </a:cubicBezTo>
                  <a:cubicBezTo>
                    <a:pt x="924" y="624"/>
                    <a:pt x="923" y="709"/>
                    <a:pt x="923" y="800"/>
                  </a:cubicBezTo>
                  <a:cubicBezTo>
                    <a:pt x="923" y="891"/>
                    <a:pt x="939" y="1052"/>
                    <a:pt x="927" y="1118"/>
                  </a:cubicBezTo>
                  <a:cubicBezTo>
                    <a:pt x="915" y="1184"/>
                    <a:pt x="918" y="1183"/>
                    <a:pt x="849" y="1196"/>
                  </a:cubicBezTo>
                  <a:cubicBezTo>
                    <a:pt x="780" y="1209"/>
                    <a:pt x="642" y="1196"/>
                    <a:pt x="515" y="1196"/>
                  </a:cubicBezTo>
                  <a:cubicBezTo>
                    <a:pt x="388" y="1196"/>
                    <a:pt x="168" y="1179"/>
                    <a:pt x="84" y="1193"/>
                  </a:cubicBezTo>
                  <a:cubicBezTo>
                    <a:pt x="0" y="1207"/>
                    <a:pt x="24" y="1239"/>
                    <a:pt x="12" y="1283"/>
                  </a:cubicBezTo>
                  <a:cubicBezTo>
                    <a:pt x="0" y="1327"/>
                    <a:pt x="12" y="1380"/>
                    <a:pt x="12" y="1457"/>
                  </a:cubicBezTo>
                  <a:cubicBezTo>
                    <a:pt x="12" y="1534"/>
                    <a:pt x="15" y="1684"/>
                    <a:pt x="15" y="1744"/>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grpSp>
        <p:nvGrpSpPr>
          <p:cNvPr id="3" name="Group 8">
            <a:extLst>
              <a:ext uri="{FF2B5EF4-FFF2-40B4-BE49-F238E27FC236}">
                <a16:creationId xmlns:a16="http://schemas.microsoft.com/office/drawing/2014/main" id="{D22E151E-81C2-84C6-55B2-E1AC149DC9E7}"/>
              </a:ext>
            </a:extLst>
          </p:cNvPr>
          <p:cNvGrpSpPr>
            <a:grpSpLocks/>
          </p:cNvGrpSpPr>
          <p:nvPr/>
        </p:nvGrpSpPr>
        <p:grpSpPr bwMode="auto">
          <a:xfrm>
            <a:off x="477838" y="2114550"/>
            <a:ext cx="8032750" cy="3043238"/>
            <a:chOff x="301" y="1332"/>
            <a:chExt cx="5060" cy="1917"/>
          </a:xfrm>
        </p:grpSpPr>
        <p:sp>
          <p:nvSpPr>
            <p:cNvPr id="24608" name="Rectangle 9">
              <a:extLst>
                <a:ext uri="{FF2B5EF4-FFF2-40B4-BE49-F238E27FC236}">
                  <a16:creationId xmlns:a16="http://schemas.microsoft.com/office/drawing/2014/main" id="{1F14BF04-F729-A21C-070F-E269A8A37305}"/>
                </a:ext>
              </a:extLst>
            </p:cNvPr>
            <p:cNvSpPr>
              <a:spLocks noChangeArrowheads="1"/>
            </p:cNvSpPr>
            <p:nvPr/>
          </p:nvSpPr>
          <p:spPr bwMode="auto">
            <a:xfrm>
              <a:off x="301" y="1332"/>
              <a:ext cx="2528" cy="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20000"/>
                </a:spcBef>
                <a:buClr>
                  <a:srgbClr val="009999"/>
                </a:buClr>
                <a:buFont typeface="Wingdings" panose="05000000000000000000" pitchFamily="2" charset="2"/>
                <a:buChar char="§"/>
              </a:pPr>
              <a:r>
                <a:rPr lang="en-US" altLang="es-ES" sz="1800" i="0" baseline="0"/>
                <a:t>Apply 10 to B select to place </a:t>
              </a:r>
              <a:br>
                <a:rPr lang="en-US" altLang="es-ES" sz="1800" i="0" baseline="0"/>
              </a:br>
              <a:r>
                <a:rPr lang="en-US" altLang="es-ES" sz="1800" i="0" baseline="0"/>
                <a:t>contents of R2 onto B data and </a:t>
              </a:r>
              <a:br>
                <a:rPr lang="en-US" altLang="es-ES" sz="1800" i="0" baseline="0"/>
              </a:br>
              <a:r>
                <a:rPr lang="en-US" altLang="es-ES" sz="1800" i="0" baseline="0"/>
                <a:t>apply 0 to MB select to place </a:t>
              </a:r>
              <a:br>
                <a:rPr lang="en-US" altLang="es-ES" sz="1800" i="0" baseline="0"/>
              </a:br>
              <a:r>
                <a:rPr lang="en-US" altLang="es-ES" sz="1800" i="0" baseline="0"/>
                <a:t>B data on Bus B</a:t>
              </a:r>
            </a:p>
            <a:p>
              <a:pPr>
                <a:spcBef>
                  <a:spcPct val="20000"/>
                </a:spcBef>
                <a:buClr>
                  <a:srgbClr val="009999"/>
                </a:buClr>
                <a:buFont typeface="Wingdings" panose="05000000000000000000" pitchFamily="2" charset="2"/>
                <a:buChar char="§"/>
              </a:pPr>
              <a:endParaRPr lang="en-US" altLang="es-ES" sz="1800" i="0" baseline="0"/>
            </a:p>
          </p:txBody>
        </p:sp>
        <p:sp>
          <p:nvSpPr>
            <p:cNvPr id="24609" name="Freeform 10">
              <a:extLst>
                <a:ext uri="{FF2B5EF4-FFF2-40B4-BE49-F238E27FC236}">
                  <a16:creationId xmlns:a16="http://schemas.microsoft.com/office/drawing/2014/main" id="{FFCEB8C3-5D33-6A01-C500-98C29941D88F}"/>
                </a:ext>
              </a:extLst>
            </p:cNvPr>
            <p:cNvSpPr>
              <a:spLocks/>
            </p:cNvSpPr>
            <p:nvPr/>
          </p:nvSpPr>
          <p:spPr bwMode="auto">
            <a:xfrm>
              <a:off x="4020" y="1664"/>
              <a:ext cx="1341" cy="1585"/>
            </a:xfrm>
            <a:custGeom>
              <a:avLst/>
              <a:gdLst>
                <a:gd name="T0" fmla="*/ 30 w 1341"/>
                <a:gd name="T1" fmla="*/ 358 h 1585"/>
                <a:gd name="T2" fmla="*/ 36 w 1341"/>
                <a:gd name="T3" fmla="*/ 358 h 1585"/>
                <a:gd name="T4" fmla="*/ 36 w 1341"/>
                <a:gd name="T5" fmla="*/ 478 h 1585"/>
                <a:gd name="T6" fmla="*/ 111 w 1341"/>
                <a:gd name="T7" fmla="*/ 532 h 1585"/>
                <a:gd name="T8" fmla="*/ 705 w 1341"/>
                <a:gd name="T9" fmla="*/ 538 h 1585"/>
                <a:gd name="T10" fmla="*/ 786 w 1341"/>
                <a:gd name="T11" fmla="*/ 514 h 1585"/>
                <a:gd name="T12" fmla="*/ 798 w 1341"/>
                <a:gd name="T13" fmla="*/ 457 h 1585"/>
                <a:gd name="T14" fmla="*/ 801 w 1341"/>
                <a:gd name="T15" fmla="*/ 172 h 1585"/>
                <a:gd name="T16" fmla="*/ 864 w 1341"/>
                <a:gd name="T17" fmla="*/ 106 h 1585"/>
                <a:gd name="T18" fmla="*/ 1092 w 1341"/>
                <a:gd name="T19" fmla="*/ 100 h 1585"/>
                <a:gd name="T20" fmla="*/ 1203 w 1341"/>
                <a:gd name="T21" fmla="*/ 61 h 1585"/>
                <a:gd name="T22" fmla="*/ 1257 w 1341"/>
                <a:gd name="T23" fmla="*/ 46 h 1585"/>
                <a:gd name="T24" fmla="*/ 1329 w 1341"/>
                <a:gd name="T25" fmla="*/ 157 h 1585"/>
                <a:gd name="T26" fmla="*/ 1329 w 1341"/>
                <a:gd name="T27" fmla="*/ 988 h 1585"/>
                <a:gd name="T28" fmla="*/ 1329 w 1341"/>
                <a:gd name="T29" fmla="*/ 1036 h 1585"/>
                <a:gd name="T30" fmla="*/ 1302 w 1341"/>
                <a:gd name="T31" fmla="*/ 1078 h 1585"/>
                <a:gd name="T32" fmla="*/ 1170 w 1341"/>
                <a:gd name="T33" fmla="*/ 1078 h 1585"/>
                <a:gd name="T34" fmla="*/ 360 w 1341"/>
                <a:gd name="T35" fmla="*/ 1074 h 1585"/>
                <a:gd name="T36" fmla="*/ 248 w 1341"/>
                <a:gd name="T37" fmla="*/ 1152 h 1585"/>
                <a:gd name="T38" fmla="*/ 176 w 1341"/>
                <a:gd name="T39" fmla="*/ 1249 h 1585"/>
                <a:gd name="T40" fmla="*/ 156 w 1341"/>
                <a:gd name="T41" fmla="*/ 1333 h 1585"/>
                <a:gd name="T42" fmla="*/ 162 w 1341"/>
                <a:gd name="T43" fmla="*/ 1585 h 158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41"/>
                <a:gd name="T67" fmla="*/ 0 h 1585"/>
                <a:gd name="T68" fmla="*/ 1341 w 1341"/>
                <a:gd name="T69" fmla="*/ 1585 h 158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41" h="1585">
                  <a:moveTo>
                    <a:pt x="30" y="358"/>
                  </a:moveTo>
                  <a:cubicBezTo>
                    <a:pt x="31" y="358"/>
                    <a:pt x="35" y="338"/>
                    <a:pt x="36" y="358"/>
                  </a:cubicBezTo>
                  <a:cubicBezTo>
                    <a:pt x="37" y="378"/>
                    <a:pt x="24" y="449"/>
                    <a:pt x="36" y="478"/>
                  </a:cubicBezTo>
                  <a:cubicBezTo>
                    <a:pt x="48" y="507"/>
                    <a:pt x="0" y="522"/>
                    <a:pt x="111" y="532"/>
                  </a:cubicBezTo>
                  <a:cubicBezTo>
                    <a:pt x="222" y="542"/>
                    <a:pt x="593" y="541"/>
                    <a:pt x="705" y="538"/>
                  </a:cubicBezTo>
                  <a:cubicBezTo>
                    <a:pt x="817" y="535"/>
                    <a:pt x="770" y="528"/>
                    <a:pt x="786" y="514"/>
                  </a:cubicBezTo>
                  <a:cubicBezTo>
                    <a:pt x="802" y="500"/>
                    <a:pt x="796" y="514"/>
                    <a:pt x="798" y="457"/>
                  </a:cubicBezTo>
                  <a:cubicBezTo>
                    <a:pt x="800" y="400"/>
                    <a:pt x="790" y="230"/>
                    <a:pt x="801" y="172"/>
                  </a:cubicBezTo>
                  <a:cubicBezTo>
                    <a:pt x="812" y="114"/>
                    <a:pt x="816" y="118"/>
                    <a:pt x="864" y="106"/>
                  </a:cubicBezTo>
                  <a:cubicBezTo>
                    <a:pt x="912" y="94"/>
                    <a:pt x="1036" y="107"/>
                    <a:pt x="1092" y="100"/>
                  </a:cubicBezTo>
                  <a:cubicBezTo>
                    <a:pt x="1148" y="93"/>
                    <a:pt x="1176" y="70"/>
                    <a:pt x="1203" y="61"/>
                  </a:cubicBezTo>
                  <a:cubicBezTo>
                    <a:pt x="1230" y="52"/>
                    <a:pt x="1236" y="30"/>
                    <a:pt x="1257" y="46"/>
                  </a:cubicBezTo>
                  <a:cubicBezTo>
                    <a:pt x="1278" y="62"/>
                    <a:pt x="1317" y="0"/>
                    <a:pt x="1329" y="157"/>
                  </a:cubicBezTo>
                  <a:cubicBezTo>
                    <a:pt x="1341" y="314"/>
                    <a:pt x="1329" y="842"/>
                    <a:pt x="1329" y="988"/>
                  </a:cubicBezTo>
                  <a:cubicBezTo>
                    <a:pt x="1329" y="1134"/>
                    <a:pt x="1334" y="1021"/>
                    <a:pt x="1329" y="1036"/>
                  </a:cubicBezTo>
                  <a:cubicBezTo>
                    <a:pt x="1324" y="1051"/>
                    <a:pt x="1328" y="1071"/>
                    <a:pt x="1302" y="1078"/>
                  </a:cubicBezTo>
                  <a:cubicBezTo>
                    <a:pt x="1276" y="1085"/>
                    <a:pt x="1327" y="1079"/>
                    <a:pt x="1170" y="1078"/>
                  </a:cubicBezTo>
                  <a:cubicBezTo>
                    <a:pt x="1013" y="1077"/>
                    <a:pt x="514" y="1062"/>
                    <a:pt x="360" y="1074"/>
                  </a:cubicBezTo>
                  <a:cubicBezTo>
                    <a:pt x="206" y="1086"/>
                    <a:pt x="279" y="1123"/>
                    <a:pt x="248" y="1152"/>
                  </a:cubicBezTo>
                  <a:cubicBezTo>
                    <a:pt x="217" y="1181"/>
                    <a:pt x="191" y="1219"/>
                    <a:pt x="176" y="1249"/>
                  </a:cubicBezTo>
                  <a:cubicBezTo>
                    <a:pt x="161" y="1279"/>
                    <a:pt x="158" y="1277"/>
                    <a:pt x="156" y="1333"/>
                  </a:cubicBezTo>
                  <a:cubicBezTo>
                    <a:pt x="154" y="1389"/>
                    <a:pt x="161" y="1533"/>
                    <a:pt x="162" y="1585"/>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grpSp>
        <p:nvGrpSpPr>
          <p:cNvPr id="4" name="Group 11">
            <a:extLst>
              <a:ext uri="{FF2B5EF4-FFF2-40B4-BE49-F238E27FC236}">
                <a16:creationId xmlns:a16="http://schemas.microsoft.com/office/drawing/2014/main" id="{365B8906-7F96-814D-8040-0CE997A22D32}"/>
              </a:ext>
            </a:extLst>
          </p:cNvPr>
          <p:cNvGrpSpPr>
            <a:grpSpLocks/>
          </p:cNvGrpSpPr>
          <p:nvPr/>
        </p:nvGrpSpPr>
        <p:grpSpPr bwMode="auto">
          <a:xfrm>
            <a:off x="477838" y="3232150"/>
            <a:ext cx="6151562" cy="2482850"/>
            <a:chOff x="301" y="2036"/>
            <a:chExt cx="3875" cy="1564"/>
          </a:xfrm>
        </p:grpSpPr>
        <p:sp>
          <p:nvSpPr>
            <p:cNvPr id="24605" name="Rectangle 12">
              <a:extLst>
                <a:ext uri="{FF2B5EF4-FFF2-40B4-BE49-F238E27FC236}">
                  <a16:creationId xmlns:a16="http://schemas.microsoft.com/office/drawing/2014/main" id="{E346073E-766D-2314-A231-819EE894A6DE}"/>
                </a:ext>
              </a:extLst>
            </p:cNvPr>
            <p:cNvSpPr>
              <a:spLocks noChangeArrowheads="1"/>
            </p:cNvSpPr>
            <p:nvPr/>
          </p:nvSpPr>
          <p:spPr bwMode="auto">
            <a:xfrm>
              <a:off x="301" y="2036"/>
              <a:ext cx="252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20000"/>
                </a:spcBef>
                <a:buClr>
                  <a:srgbClr val="009999"/>
                </a:buClr>
                <a:buFont typeface="Wingdings" panose="05000000000000000000" pitchFamily="2" charset="2"/>
                <a:buChar char="§"/>
              </a:pPr>
              <a:r>
                <a:rPr lang="en-US" altLang="es-ES" sz="1800" i="0" baseline="0"/>
                <a:t>Apply 0010 to G select to perform addition  G = Bus A + Bus B </a:t>
              </a:r>
            </a:p>
          </p:txBody>
        </p:sp>
        <p:sp>
          <p:nvSpPr>
            <p:cNvPr id="24606" name="Line 13">
              <a:extLst>
                <a:ext uri="{FF2B5EF4-FFF2-40B4-BE49-F238E27FC236}">
                  <a16:creationId xmlns:a16="http://schemas.microsoft.com/office/drawing/2014/main" id="{4E7ED92B-FCDD-AD88-93FC-32843068EB49}"/>
                </a:ext>
              </a:extLst>
            </p:cNvPr>
            <p:cNvSpPr>
              <a:spLocks noChangeShapeType="1"/>
            </p:cNvSpPr>
            <p:nvPr/>
          </p:nvSpPr>
          <p:spPr bwMode="auto">
            <a:xfrm>
              <a:off x="3834" y="3246"/>
              <a:ext cx="174" cy="34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4607" name="Line 14">
              <a:extLst>
                <a:ext uri="{FF2B5EF4-FFF2-40B4-BE49-F238E27FC236}">
                  <a16:creationId xmlns:a16="http://schemas.microsoft.com/office/drawing/2014/main" id="{A050E378-7D89-D19A-6040-0C05FF8194AE}"/>
                </a:ext>
              </a:extLst>
            </p:cNvPr>
            <p:cNvSpPr>
              <a:spLocks noChangeShapeType="1"/>
            </p:cNvSpPr>
            <p:nvPr/>
          </p:nvSpPr>
          <p:spPr bwMode="auto">
            <a:xfrm flipH="1">
              <a:off x="4000" y="3248"/>
              <a:ext cx="176" cy="35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 name="Group 15">
            <a:extLst>
              <a:ext uri="{FF2B5EF4-FFF2-40B4-BE49-F238E27FC236}">
                <a16:creationId xmlns:a16="http://schemas.microsoft.com/office/drawing/2014/main" id="{DA60B741-2B1F-4B93-9682-E1F9785F1E9F}"/>
              </a:ext>
            </a:extLst>
          </p:cNvPr>
          <p:cNvGrpSpPr>
            <a:grpSpLocks/>
          </p:cNvGrpSpPr>
          <p:nvPr/>
        </p:nvGrpSpPr>
        <p:grpSpPr bwMode="auto">
          <a:xfrm>
            <a:off x="477838" y="1497013"/>
            <a:ext cx="6176962" cy="5226050"/>
            <a:chOff x="301" y="943"/>
            <a:chExt cx="3891" cy="3292"/>
          </a:xfrm>
        </p:grpSpPr>
        <p:grpSp>
          <p:nvGrpSpPr>
            <p:cNvPr id="24598" name="Group 16">
              <a:extLst>
                <a:ext uri="{FF2B5EF4-FFF2-40B4-BE49-F238E27FC236}">
                  <a16:creationId xmlns:a16="http://schemas.microsoft.com/office/drawing/2014/main" id="{FFCDC6E1-BBE4-3F02-6BFD-A4BC300B595C}"/>
                </a:ext>
              </a:extLst>
            </p:cNvPr>
            <p:cNvGrpSpPr>
              <a:grpSpLocks/>
            </p:cNvGrpSpPr>
            <p:nvPr/>
          </p:nvGrpSpPr>
          <p:grpSpPr bwMode="auto">
            <a:xfrm>
              <a:off x="301" y="2372"/>
              <a:ext cx="3820" cy="1690"/>
              <a:chOff x="301" y="2372"/>
              <a:chExt cx="3820" cy="1690"/>
            </a:xfrm>
          </p:grpSpPr>
          <p:sp>
            <p:nvSpPr>
              <p:cNvPr id="24603" name="Rectangle 17">
                <a:extLst>
                  <a:ext uri="{FF2B5EF4-FFF2-40B4-BE49-F238E27FC236}">
                    <a16:creationId xmlns:a16="http://schemas.microsoft.com/office/drawing/2014/main" id="{395EB22D-4AC3-906D-B601-76A32DC87CD4}"/>
                  </a:ext>
                </a:extLst>
              </p:cNvPr>
              <p:cNvSpPr>
                <a:spLocks noChangeArrowheads="1"/>
              </p:cNvSpPr>
              <p:nvPr/>
            </p:nvSpPr>
            <p:spPr bwMode="auto">
              <a:xfrm>
                <a:off x="301" y="2372"/>
                <a:ext cx="2528"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20000"/>
                  </a:spcBef>
                  <a:buClr>
                    <a:srgbClr val="009999"/>
                  </a:buClr>
                  <a:buFont typeface="Wingdings" panose="05000000000000000000" pitchFamily="2" charset="2"/>
                  <a:buChar char="§"/>
                </a:pPr>
                <a:r>
                  <a:rPr lang="en-US" altLang="es-ES" sz="1800" i="0" baseline="0"/>
                  <a:t>Apply 0 to MF select and 0 to MD</a:t>
                </a:r>
                <a:br>
                  <a:rPr lang="en-US" altLang="es-ES" sz="1800" i="0" baseline="0"/>
                </a:br>
                <a:r>
                  <a:rPr lang="en-US" altLang="es-ES" sz="1800" i="0" baseline="0"/>
                  <a:t>select to place the value of G onto BUS D</a:t>
                </a:r>
              </a:p>
            </p:txBody>
          </p:sp>
          <p:sp>
            <p:nvSpPr>
              <p:cNvPr id="24604" name="Freeform 18">
                <a:extLst>
                  <a:ext uri="{FF2B5EF4-FFF2-40B4-BE49-F238E27FC236}">
                    <a16:creationId xmlns:a16="http://schemas.microsoft.com/office/drawing/2014/main" id="{91E86AAB-BCA1-FFFB-97D5-A0BEFFE7DE19}"/>
                  </a:ext>
                </a:extLst>
              </p:cNvPr>
              <p:cNvSpPr>
                <a:spLocks/>
              </p:cNvSpPr>
              <p:nvPr/>
            </p:nvSpPr>
            <p:spPr bwMode="auto">
              <a:xfrm>
                <a:off x="3986" y="3600"/>
                <a:ext cx="135" cy="462"/>
              </a:xfrm>
              <a:custGeom>
                <a:avLst/>
                <a:gdLst>
                  <a:gd name="T0" fmla="*/ 22 w 135"/>
                  <a:gd name="T1" fmla="*/ 0 h 462"/>
                  <a:gd name="T2" fmla="*/ 16 w 135"/>
                  <a:gd name="T3" fmla="*/ 180 h 462"/>
                  <a:gd name="T4" fmla="*/ 118 w 135"/>
                  <a:gd name="T5" fmla="*/ 270 h 462"/>
                  <a:gd name="T6" fmla="*/ 118 w 135"/>
                  <a:gd name="T7" fmla="*/ 462 h 462"/>
                  <a:gd name="T8" fmla="*/ 0 60000 65536"/>
                  <a:gd name="T9" fmla="*/ 0 60000 65536"/>
                  <a:gd name="T10" fmla="*/ 0 60000 65536"/>
                  <a:gd name="T11" fmla="*/ 0 60000 65536"/>
                  <a:gd name="T12" fmla="*/ 0 w 135"/>
                  <a:gd name="T13" fmla="*/ 0 h 462"/>
                  <a:gd name="T14" fmla="*/ 135 w 135"/>
                  <a:gd name="T15" fmla="*/ 462 h 462"/>
                </a:gdLst>
                <a:ahLst/>
                <a:cxnLst>
                  <a:cxn ang="T8">
                    <a:pos x="T0" y="T1"/>
                  </a:cxn>
                  <a:cxn ang="T9">
                    <a:pos x="T2" y="T3"/>
                  </a:cxn>
                  <a:cxn ang="T10">
                    <a:pos x="T4" y="T5"/>
                  </a:cxn>
                  <a:cxn ang="T11">
                    <a:pos x="T6" y="T7"/>
                  </a:cxn>
                </a:cxnLst>
                <a:rect l="T12" t="T13" r="T14" b="T15"/>
                <a:pathLst>
                  <a:path w="135" h="462">
                    <a:moveTo>
                      <a:pt x="22" y="0"/>
                    </a:moveTo>
                    <a:cubicBezTo>
                      <a:pt x="11" y="67"/>
                      <a:pt x="0" y="135"/>
                      <a:pt x="16" y="180"/>
                    </a:cubicBezTo>
                    <a:cubicBezTo>
                      <a:pt x="32" y="225"/>
                      <a:pt x="101" y="223"/>
                      <a:pt x="118" y="270"/>
                    </a:cubicBezTo>
                    <a:cubicBezTo>
                      <a:pt x="135" y="317"/>
                      <a:pt x="119" y="431"/>
                      <a:pt x="118" y="462"/>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sp>
          <p:nvSpPr>
            <p:cNvPr id="24599" name="Freeform 19">
              <a:extLst>
                <a:ext uri="{FF2B5EF4-FFF2-40B4-BE49-F238E27FC236}">
                  <a16:creationId xmlns:a16="http://schemas.microsoft.com/office/drawing/2014/main" id="{C0E7A36A-63B7-0DA0-E8C9-98D77F960F8B}"/>
                </a:ext>
              </a:extLst>
            </p:cNvPr>
            <p:cNvSpPr>
              <a:spLocks/>
            </p:cNvSpPr>
            <p:nvPr/>
          </p:nvSpPr>
          <p:spPr bwMode="auto">
            <a:xfrm>
              <a:off x="2852" y="943"/>
              <a:ext cx="1340" cy="3292"/>
            </a:xfrm>
            <a:custGeom>
              <a:avLst/>
              <a:gdLst>
                <a:gd name="T0" fmla="*/ 1260 w 1340"/>
                <a:gd name="T1" fmla="*/ 3113 h 3292"/>
                <a:gd name="T2" fmla="*/ 1324 w 1340"/>
                <a:gd name="T3" fmla="*/ 3233 h 3292"/>
                <a:gd name="T4" fmla="*/ 1162 w 1340"/>
                <a:gd name="T5" fmla="*/ 3284 h 3292"/>
                <a:gd name="T6" fmla="*/ 712 w 1340"/>
                <a:gd name="T7" fmla="*/ 3281 h 3292"/>
                <a:gd name="T8" fmla="*/ 166 w 1340"/>
                <a:gd name="T9" fmla="*/ 3281 h 3292"/>
                <a:gd name="T10" fmla="*/ 12 w 1340"/>
                <a:gd name="T11" fmla="*/ 3057 h 3292"/>
                <a:gd name="T12" fmla="*/ 7 w 1340"/>
                <a:gd name="T13" fmla="*/ 488 h 3292"/>
                <a:gd name="T14" fmla="*/ 10 w 1340"/>
                <a:gd name="T15" fmla="*/ 128 h 3292"/>
                <a:gd name="T16" fmla="*/ 67 w 1340"/>
                <a:gd name="T17" fmla="*/ 59 h 3292"/>
                <a:gd name="T18" fmla="*/ 262 w 1340"/>
                <a:gd name="T19" fmla="*/ 71 h 3292"/>
                <a:gd name="T20" fmla="*/ 262 w 1340"/>
                <a:gd name="T21" fmla="*/ 68 h 3292"/>
                <a:gd name="T22" fmla="*/ 916 w 1340"/>
                <a:gd name="T23" fmla="*/ 65 h 3292"/>
                <a:gd name="T24" fmla="*/ 1030 w 1340"/>
                <a:gd name="T25" fmla="*/ 83 h 3292"/>
                <a:gd name="T26" fmla="*/ 1036 w 1340"/>
                <a:gd name="T27" fmla="*/ 137 h 32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40"/>
                <a:gd name="T43" fmla="*/ 0 h 3292"/>
                <a:gd name="T44" fmla="*/ 1340 w 1340"/>
                <a:gd name="T45" fmla="*/ 3292 h 329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40" h="3292">
                  <a:moveTo>
                    <a:pt x="1260" y="3113"/>
                  </a:moveTo>
                  <a:cubicBezTo>
                    <a:pt x="1285" y="3159"/>
                    <a:pt x="1340" y="3205"/>
                    <a:pt x="1324" y="3233"/>
                  </a:cubicBezTo>
                  <a:cubicBezTo>
                    <a:pt x="1308" y="3261"/>
                    <a:pt x="1264" y="3276"/>
                    <a:pt x="1162" y="3284"/>
                  </a:cubicBezTo>
                  <a:cubicBezTo>
                    <a:pt x="1060" y="3292"/>
                    <a:pt x="878" y="3281"/>
                    <a:pt x="712" y="3281"/>
                  </a:cubicBezTo>
                  <a:cubicBezTo>
                    <a:pt x="546" y="3281"/>
                    <a:pt x="292" y="3284"/>
                    <a:pt x="166" y="3281"/>
                  </a:cubicBezTo>
                  <a:cubicBezTo>
                    <a:pt x="40" y="3278"/>
                    <a:pt x="10" y="3199"/>
                    <a:pt x="12" y="3057"/>
                  </a:cubicBezTo>
                  <a:cubicBezTo>
                    <a:pt x="14" y="2915"/>
                    <a:pt x="7" y="976"/>
                    <a:pt x="7" y="488"/>
                  </a:cubicBezTo>
                  <a:cubicBezTo>
                    <a:pt x="7" y="0"/>
                    <a:pt x="0" y="199"/>
                    <a:pt x="10" y="128"/>
                  </a:cubicBezTo>
                  <a:cubicBezTo>
                    <a:pt x="20" y="57"/>
                    <a:pt x="25" y="69"/>
                    <a:pt x="67" y="59"/>
                  </a:cubicBezTo>
                  <a:cubicBezTo>
                    <a:pt x="109" y="49"/>
                    <a:pt x="230" y="70"/>
                    <a:pt x="262" y="71"/>
                  </a:cubicBezTo>
                  <a:cubicBezTo>
                    <a:pt x="294" y="72"/>
                    <a:pt x="153" y="69"/>
                    <a:pt x="262" y="68"/>
                  </a:cubicBezTo>
                  <a:cubicBezTo>
                    <a:pt x="371" y="67"/>
                    <a:pt x="788" y="63"/>
                    <a:pt x="916" y="65"/>
                  </a:cubicBezTo>
                  <a:cubicBezTo>
                    <a:pt x="1044" y="67"/>
                    <a:pt x="1010" y="71"/>
                    <a:pt x="1030" y="83"/>
                  </a:cubicBezTo>
                  <a:cubicBezTo>
                    <a:pt x="1050" y="95"/>
                    <a:pt x="1035" y="126"/>
                    <a:pt x="1036" y="137"/>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4600" name="Freeform 20">
              <a:extLst>
                <a:ext uri="{FF2B5EF4-FFF2-40B4-BE49-F238E27FC236}">
                  <a16:creationId xmlns:a16="http://schemas.microsoft.com/office/drawing/2014/main" id="{11D22275-9DB6-1EF4-10F5-6E14210D3F86}"/>
                </a:ext>
              </a:extLst>
            </p:cNvPr>
            <p:cNvSpPr>
              <a:spLocks/>
            </p:cNvSpPr>
            <p:nvPr/>
          </p:nvSpPr>
          <p:spPr bwMode="auto">
            <a:xfrm>
              <a:off x="3702" y="1008"/>
              <a:ext cx="193" cy="1264"/>
            </a:xfrm>
            <a:custGeom>
              <a:avLst/>
              <a:gdLst>
                <a:gd name="T0" fmla="*/ 10 w 193"/>
                <a:gd name="T1" fmla="*/ 0 h 1264"/>
                <a:gd name="T2" fmla="*/ 12 w 193"/>
                <a:gd name="T3" fmla="*/ 1047 h 1264"/>
                <a:gd name="T4" fmla="*/ 81 w 193"/>
                <a:gd name="T5" fmla="*/ 1179 h 1264"/>
                <a:gd name="T6" fmla="*/ 162 w 193"/>
                <a:gd name="T7" fmla="*/ 1179 h 1264"/>
                <a:gd name="T8" fmla="*/ 189 w 193"/>
                <a:gd name="T9" fmla="*/ 1212 h 1264"/>
                <a:gd name="T10" fmla="*/ 186 w 193"/>
                <a:gd name="T11" fmla="*/ 1264 h 1264"/>
                <a:gd name="T12" fmla="*/ 0 60000 65536"/>
                <a:gd name="T13" fmla="*/ 0 60000 65536"/>
                <a:gd name="T14" fmla="*/ 0 60000 65536"/>
                <a:gd name="T15" fmla="*/ 0 60000 65536"/>
                <a:gd name="T16" fmla="*/ 0 60000 65536"/>
                <a:gd name="T17" fmla="*/ 0 60000 65536"/>
                <a:gd name="T18" fmla="*/ 0 w 193"/>
                <a:gd name="T19" fmla="*/ 0 h 1264"/>
                <a:gd name="T20" fmla="*/ 193 w 193"/>
                <a:gd name="T21" fmla="*/ 1264 h 1264"/>
              </a:gdLst>
              <a:ahLst/>
              <a:cxnLst>
                <a:cxn ang="T12">
                  <a:pos x="T0" y="T1"/>
                </a:cxn>
                <a:cxn ang="T13">
                  <a:pos x="T2" y="T3"/>
                </a:cxn>
                <a:cxn ang="T14">
                  <a:pos x="T4" y="T5"/>
                </a:cxn>
                <a:cxn ang="T15">
                  <a:pos x="T6" y="T7"/>
                </a:cxn>
                <a:cxn ang="T16">
                  <a:pos x="T8" y="T9"/>
                </a:cxn>
                <a:cxn ang="T17">
                  <a:pos x="T10" y="T11"/>
                </a:cxn>
              </a:cxnLst>
              <a:rect l="T18" t="T19" r="T20" b="T21"/>
              <a:pathLst>
                <a:path w="193" h="1264">
                  <a:moveTo>
                    <a:pt x="10" y="0"/>
                  </a:moveTo>
                  <a:cubicBezTo>
                    <a:pt x="10" y="174"/>
                    <a:pt x="0" y="851"/>
                    <a:pt x="12" y="1047"/>
                  </a:cubicBezTo>
                  <a:cubicBezTo>
                    <a:pt x="24" y="1243"/>
                    <a:pt x="48" y="1173"/>
                    <a:pt x="81" y="1179"/>
                  </a:cubicBezTo>
                  <a:cubicBezTo>
                    <a:pt x="114" y="1185"/>
                    <a:pt x="144" y="1174"/>
                    <a:pt x="162" y="1179"/>
                  </a:cubicBezTo>
                  <a:cubicBezTo>
                    <a:pt x="180" y="1184"/>
                    <a:pt x="185" y="1198"/>
                    <a:pt x="189" y="1212"/>
                  </a:cubicBezTo>
                  <a:cubicBezTo>
                    <a:pt x="193" y="1226"/>
                    <a:pt x="187" y="1253"/>
                    <a:pt x="186" y="1264"/>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4601" name="Freeform 21">
              <a:extLst>
                <a:ext uri="{FF2B5EF4-FFF2-40B4-BE49-F238E27FC236}">
                  <a16:creationId xmlns:a16="http://schemas.microsoft.com/office/drawing/2014/main" id="{04670EC5-FB16-6C89-218C-B5E3E0B68C4F}"/>
                </a:ext>
              </a:extLst>
            </p:cNvPr>
            <p:cNvSpPr>
              <a:spLocks/>
            </p:cNvSpPr>
            <p:nvPr/>
          </p:nvSpPr>
          <p:spPr bwMode="auto">
            <a:xfrm>
              <a:off x="3712" y="1333"/>
              <a:ext cx="187" cy="86"/>
            </a:xfrm>
            <a:custGeom>
              <a:avLst/>
              <a:gdLst>
                <a:gd name="T0" fmla="*/ 0 w 187"/>
                <a:gd name="T1" fmla="*/ 3 h 86"/>
                <a:gd name="T2" fmla="*/ 131 w 187"/>
                <a:gd name="T3" fmla="*/ 5 h 86"/>
                <a:gd name="T4" fmla="*/ 179 w 187"/>
                <a:gd name="T5" fmla="*/ 32 h 86"/>
                <a:gd name="T6" fmla="*/ 182 w 187"/>
                <a:gd name="T7" fmla="*/ 86 h 86"/>
                <a:gd name="T8" fmla="*/ 0 60000 65536"/>
                <a:gd name="T9" fmla="*/ 0 60000 65536"/>
                <a:gd name="T10" fmla="*/ 0 60000 65536"/>
                <a:gd name="T11" fmla="*/ 0 60000 65536"/>
                <a:gd name="T12" fmla="*/ 0 w 187"/>
                <a:gd name="T13" fmla="*/ 0 h 86"/>
                <a:gd name="T14" fmla="*/ 187 w 187"/>
                <a:gd name="T15" fmla="*/ 86 h 86"/>
              </a:gdLst>
              <a:ahLst/>
              <a:cxnLst>
                <a:cxn ang="T8">
                  <a:pos x="T0" y="T1"/>
                </a:cxn>
                <a:cxn ang="T9">
                  <a:pos x="T2" y="T3"/>
                </a:cxn>
                <a:cxn ang="T10">
                  <a:pos x="T4" y="T5"/>
                </a:cxn>
                <a:cxn ang="T11">
                  <a:pos x="T6" y="T7"/>
                </a:cxn>
              </a:cxnLst>
              <a:rect l="T12" t="T13" r="T14" b="T15"/>
              <a:pathLst>
                <a:path w="187" h="86">
                  <a:moveTo>
                    <a:pt x="0" y="3"/>
                  </a:moveTo>
                  <a:cubicBezTo>
                    <a:pt x="22" y="3"/>
                    <a:pt x="101" y="0"/>
                    <a:pt x="131" y="5"/>
                  </a:cubicBezTo>
                  <a:cubicBezTo>
                    <a:pt x="161" y="10"/>
                    <a:pt x="171" y="19"/>
                    <a:pt x="179" y="32"/>
                  </a:cubicBezTo>
                  <a:cubicBezTo>
                    <a:pt x="187" y="45"/>
                    <a:pt x="182" y="75"/>
                    <a:pt x="182" y="86"/>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4602" name="Freeform 22">
              <a:extLst>
                <a:ext uri="{FF2B5EF4-FFF2-40B4-BE49-F238E27FC236}">
                  <a16:creationId xmlns:a16="http://schemas.microsoft.com/office/drawing/2014/main" id="{B5C7263C-7F43-B8C6-1A6A-18422961FA5E}"/>
                </a:ext>
              </a:extLst>
            </p:cNvPr>
            <p:cNvSpPr>
              <a:spLocks/>
            </p:cNvSpPr>
            <p:nvPr/>
          </p:nvSpPr>
          <p:spPr bwMode="auto">
            <a:xfrm>
              <a:off x="3714" y="1837"/>
              <a:ext cx="189" cy="107"/>
            </a:xfrm>
            <a:custGeom>
              <a:avLst/>
              <a:gdLst>
                <a:gd name="T0" fmla="*/ 0 w 189"/>
                <a:gd name="T1" fmla="*/ 8 h 107"/>
                <a:gd name="T2" fmla="*/ 108 w 189"/>
                <a:gd name="T3" fmla="*/ 5 h 107"/>
                <a:gd name="T4" fmla="*/ 177 w 189"/>
                <a:gd name="T5" fmla="*/ 41 h 107"/>
                <a:gd name="T6" fmla="*/ 182 w 189"/>
                <a:gd name="T7" fmla="*/ 107 h 107"/>
                <a:gd name="T8" fmla="*/ 0 60000 65536"/>
                <a:gd name="T9" fmla="*/ 0 60000 65536"/>
                <a:gd name="T10" fmla="*/ 0 60000 65536"/>
                <a:gd name="T11" fmla="*/ 0 60000 65536"/>
                <a:gd name="T12" fmla="*/ 0 w 189"/>
                <a:gd name="T13" fmla="*/ 0 h 107"/>
                <a:gd name="T14" fmla="*/ 189 w 189"/>
                <a:gd name="T15" fmla="*/ 107 h 107"/>
              </a:gdLst>
              <a:ahLst/>
              <a:cxnLst>
                <a:cxn ang="T8">
                  <a:pos x="T0" y="T1"/>
                </a:cxn>
                <a:cxn ang="T9">
                  <a:pos x="T2" y="T3"/>
                </a:cxn>
                <a:cxn ang="T10">
                  <a:pos x="T4" y="T5"/>
                </a:cxn>
                <a:cxn ang="T11">
                  <a:pos x="T6" y="T7"/>
                </a:cxn>
              </a:cxnLst>
              <a:rect l="T12" t="T13" r="T14" b="T15"/>
              <a:pathLst>
                <a:path w="189" h="107">
                  <a:moveTo>
                    <a:pt x="0" y="8"/>
                  </a:moveTo>
                  <a:cubicBezTo>
                    <a:pt x="18" y="7"/>
                    <a:pt x="79" y="0"/>
                    <a:pt x="108" y="5"/>
                  </a:cubicBezTo>
                  <a:cubicBezTo>
                    <a:pt x="137" y="10"/>
                    <a:pt x="165" y="24"/>
                    <a:pt x="177" y="41"/>
                  </a:cubicBezTo>
                  <a:cubicBezTo>
                    <a:pt x="189" y="58"/>
                    <a:pt x="181" y="93"/>
                    <a:pt x="182" y="107"/>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grpSp>
        <p:nvGrpSpPr>
          <p:cNvPr id="7" name="Group 23">
            <a:extLst>
              <a:ext uri="{FF2B5EF4-FFF2-40B4-BE49-F238E27FC236}">
                <a16:creationId xmlns:a16="http://schemas.microsoft.com/office/drawing/2014/main" id="{3FF93512-6EAC-9D89-D1E7-922146A910FC}"/>
              </a:ext>
            </a:extLst>
          </p:cNvPr>
          <p:cNvGrpSpPr>
            <a:grpSpLocks/>
          </p:cNvGrpSpPr>
          <p:nvPr/>
        </p:nvGrpSpPr>
        <p:grpSpPr bwMode="auto">
          <a:xfrm>
            <a:off x="490538" y="1881188"/>
            <a:ext cx="4757737" cy="3394075"/>
            <a:chOff x="309" y="1185"/>
            <a:chExt cx="2997" cy="2138"/>
          </a:xfrm>
        </p:grpSpPr>
        <p:sp>
          <p:nvSpPr>
            <p:cNvPr id="24596" name="Rectangle 24">
              <a:extLst>
                <a:ext uri="{FF2B5EF4-FFF2-40B4-BE49-F238E27FC236}">
                  <a16:creationId xmlns:a16="http://schemas.microsoft.com/office/drawing/2014/main" id="{A18D8FE8-EF4B-1842-1377-E6877FD87265}"/>
                </a:ext>
              </a:extLst>
            </p:cNvPr>
            <p:cNvSpPr>
              <a:spLocks noChangeArrowheads="1"/>
            </p:cNvSpPr>
            <p:nvPr/>
          </p:nvSpPr>
          <p:spPr bwMode="auto">
            <a:xfrm>
              <a:off x="309" y="2892"/>
              <a:ext cx="2528"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20000"/>
                </a:spcBef>
                <a:buClr>
                  <a:srgbClr val="009999"/>
                </a:buClr>
                <a:buFont typeface="Wingdings" panose="05000000000000000000" pitchFamily="2" charset="2"/>
                <a:buChar char="§"/>
              </a:pPr>
              <a:r>
                <a:rPr lang="en-US" altLang="es-ES" sz="1800" i="0" baseline="0"/>
                <a:t>Apply 00 to Destination select to enable the Load input to R0 </a:t>
              </a:r>
            </a:p>
          </p:txBody>
        </p:sp>
        <p:sp>
          <p:nvSpPr>
            <p:cNvPr id="24597" name="Freeform 25">
              <a:extLst>
                <a:ext uri="{FF2B5EF4-FFF2-40B4-BE49-F238E27FC236}">
                  <a16:creationId xmlns:a16="http://schemas.microsoft.com/office/drawing/2014/main" id="{673EF609-0BDA-9879-155A-67D716EA0873}"/>
                </a:ext>
              </a:extLst>
            </p:cNvPr>
            <p:cNvSpPr>
              <a:spLocks/>
            </p:cNvSpPr>
            <p:nvPr/>
          </p:nvSpPr>
          <p:spPr bwMode="auto">
            <a:xfrm>
              <a:off x="2992" y="1185"/>
              <a:ext cx="314" cy="1448"/>
            </a:xfrm>
            <a:custGeom>
              <a:avLst/>
              <a:gdLst>
                <a:gd name="T0" fmla="*/ 117 w 314"/>
                <a:gd name="T1" fmla="*/ 1448 h 1448"/>
                <a:gd name="T2" fmla="*/ 20 w 314"/>
                <a:gd name="T3" fmla="*/ 1329 h 1448"/>
                <a:gd name="T4" fmla="*/ 2 w 314"/>
                <a:gd name="T5" fmla="*/ 1173 h 1448"/>
                <a:gd name="T6" fmla="*/ 7 w 314"/>
                <a:gd name="T7" fmla="*/ 132 h 1448"/>
                <a:gd name="T8" fmla="*/ 20 w 314"/>
                <a:gd name="T9" fmla="*/ 39 h 1448"/>
                <a:gd name="T10" fmla="*/ 89 w 314"/>
                <a:gd name="T11" fmla="*/ 31 h 1448"/>
                <a:gd name="T12" fmla="*/ 314 w 314"/>
                <a:gd name="T13" fmla="*/ 27 h 1448"/>
                <a:gd name="T14" fmla="*/ 0 60000 65536"/>
                <a:gd name="T15" fmla="*/ 0 60000 65536"/>
                <a:gd name="T16" fmla="*/ 0 60000 65536"/>
                <a:gd name="T17" fmla="*/ 0 60000 65536"/>
                <a:gd name="T18" fmla="*/ 0 60000 65536"/>
                <a:gd name="T19" fmla="*/ 0 60000 65536"/>
                <a:gd name="T20" fmla="*/ 0 60000 65536"/>
                <a:gd name="T21" fmla="*/ 0 w 314"/>
                <a:gd name="T22" fmla="*/ 0 h 1448"/>
                <a:gd name="T23" fmla="*/ 314 w 314"/>
                <a:gd name="T24" fmla="*/ 1448 h 14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4" h="1448">
                  <a:moveTo>
                    <a:pt x="117" y="1448"/>
                  </a:moveTo>
                  <a:cubicBezTo>
                    <a:pt x="101" y="1428"/>
                    <a:pt x="39" y="1375"/>
                    <a:pt x="20" y="1329"/>
                  </a:cubicBezTo>
                  <a:cubicBezTo>
                    <a:pt x="1" y="1283"/>
                    <a:pt x="4" y="1372"/>
                    <a:pt x="2" y="1173"/>
                  </a:cubicBezTo>
                  <a:cubicBezTo>
                    <a:pt x="0" y="974"/>
                    <a:pt x="4" y="321"/>
                    <a:pt x="7" y="132"/>
                  </a:cubicBezTo>
                  <a:cubicBezTo>
                    <a:pt x="8" y="0"/>
                    <a:pt x="6" y="56"/>
                    <a:pt x="20" y="39"/>
                  </a:cubicBezTo>
                  <a:cubicBezTo>
                    <a:pt x="34" y="22"/>
                    <a:pt x="40" y="33"/>
                    <a:pt x="89" y="31"/>
                  </a:cubicBezTo>
                  <a:cubicBezTo>
                    <a:pt x="203" y="30"/>
                    <a:pt x="267" y="28"/>
                    <a:pt x="314" y="27"/>
                  </a:cubicBezTo>
                </a:path>
              </a:pathLst>
            </a:cu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grpSp>
        <p:nvGrpSpPr>
          <p:cNvPr id="8" name="Group 26">
            <a:extLst>
              <a:ext uri="{FF2B5EF4-FFF2-40B4-BE49-F238E27FC236}">
                <a16:creationId xmlns:a16="http://schemas.microsoft.com/office/drawing/2014/main" id="{2A44DA36-CFBD-AAE5-BAFA-1DD8E731C477}"/>
              </a:ext>
            </a:extLst>
          </p:cNvPr>
          <p:cNvGrpSpPr>
            <a:grpSpLocks/>
          </p:cNvGrpSpPr>
          <p:nvPr/>
        </p:nvGrpSpPr>
        <p:grpSpPr bwMode="auto">
          <a:xfrm>
            <a:off x="490538" y="1346200"/>
            <a:ext cx="5681662" cy="4487863"/>
            <a:chOff x="309" y="848"/>
            <a:chExt cx="3579" cy="2827"/>
          </a:xfrm>
        </p:grpSpPr>
        <p:grpSp>
          <p:nvGrpSpPr>
            <p:cNvPr id="24588" name="Group 27">
              <a:extLst>
                <a:ext uri="{FF2B5EF4-FFF2-40B4-BE49-F238E27FC236}">
                  <a16:creationId xmlns:a16="http://schemas.microsoft.com/office/drawing/2014/main" id="{889F1CD9-23F6-A404-8E87-24BBBCA2612E}"/>
                </a:ext>
              </a:extLst>
            </p:cNvPr>
            <p:cNvGrpSpPr>
              <a:grpSpLocks/>
            </p:cNvGrpSpPr>
            <p:nvPr/>
          </p:nvGrpSpPr>
          <p:grpSpPr bwMode="auto">
            <a:xfrm>
              <a:off x="309" y="848"/>
              <a:ext cx="3579" cy="2827"/>
              <a:chOff x="309" y="848"/>
              <a:chExt cx="3579" cy="2827"/>
            </a:xfrm>
          </p:grpSpPr>
          <p:sp>
            <p:nvSpPr>
              <p:cNvPr id="24590" name="Rectangle 28">
                <a:extLst>
                  <a:ext uri="{FF2B5EF4-FFF2-40B4-BE49-F238E27FC236}">
                    <a16:creationId xmlns:a16="http://schemas.microsoft.com/office/drawing/2014/main" id="{687C1ADE-09CB-FD69-F1E3-634833DB10E0}"/>
                  </a:ext>
                </a:extLst>
              </p:cNvPr>
              <p:cNvSpPr>
                <a:spLocks noChangeArrowheads="1"/>
              </p:cNvSpPr>
              <p:nvPr/>
            </p:nvSpPr>
            <p:spPr bwMode="auto">
              <a:xfrm>
                <a:off x="309" y="3244"/>
                <a:ext cx="2664"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20000"/>
                  </a:spcBef>
                  <a:buClr>
                    <a:srgbClr val="009999"/>
                  </a:buClr>
                  <a:buFont typeface="Wingdings" panose="05000000000000000000" pitchFamily="2" charset="2"/>
                  <a:buChar char="§"/>
                </a:pPr>
                <a:r>
                  <a:rPr lang="en-US" altLang="es-ES" sz="1800" i="0" baseline="0"/>
                  <a:t>Apply 1 to Load Enable to force the Load input to R0 to 1 so that R0 is loaded on the clock pulse (not shown)</a:t>
                </a:r>
              </a:p>
              <a:p>
                <a:pPr>
                  <a:spcBef>
                    <a:spcPct val="20000"/>
                  </a:spcBef>
                  <a:buClr>
                    <a:srgbClr val="009999"/>
                  </a:buClr>
                  <a:buFont typeface="Wingdings" panose="05000000000000000000" pitchFamily="2" charset="2"/>
                  <a:buChar char="§"/>
                </a:pPr>
                <a:r>
                  <a:rPr lang="en-US" altLang="es-ES" sz="1800" i="0" baseline="0"/>
                  <a:t>The overall microoperation requires</a:t>
                </a:r>
                <a:br>
                  <a:rPr lang="en-US" altLang="es-ES" sz="1800" i="0" baseline="0"/>
                </a:br>
                <a:r>
                  <a:rPr lang="en-US" altLang="es-ES" sz="1800" i="0" baseline="0"/>
                  <a:t>1 clock cycle</a:t>
                </a:r>
              </a:p>
            </p:txBody>
          </p:sp>
          <p:sp>
            <p:nvSpPr>
              <p:cNvPr id="24591" name="Freeform 29">
                <a:extLst>
                  <a:ext uri="{FF2B5EF4-FFF2-40B4-BE49-F238E27FC236}">
                    <a16:creationId xmlns:a16="http://schemas.microsoft.com/office/drawing/2014/main" id="{2C6FA96D-29D5-831C-19BB-2651D518F6BD}"/>
                  </a:ext>
                </a:extLst>
              </p:cNvPr>
              <p:cNvSpPr>
                <a:spLocks/>
              </p:cNvSpPr>
              <p:nvPr/>
            </p:nvSpPr>
            <p:spPr bwMode="auto">
              <a:xfrm>
                <a:off x="3235" y="848"/>
                <a:ext cx="77" cy="1563"/>
              </a:xfrm>
              <a:custGeom>
                <a:avLst/>
                <a:gdLst>
                  <a:gd name="T0" fmla="*/ 13 w 77"/>
                  <a:gd name="T1" fmla="*/ 0 h 1563"/>
                  <a:gd name="T2" fmla="*/ 11 w 77"/>
                  <a:gd name="T3" fmla="*/ 1318 h 1563"/>
                  <a:gd name="T4" fmla="*/ 11 w 77"/>
                  <a:gd name="T5" fmla="*/ 1471 h 1563"/>
                  <a:gd name="T6" fmla="*/ 77 w 77"/>
                  <a:gd name="T7" fmla="*/ 1480 h 1563"/>
                  <a:gd name="T8" fmla="*/ 0 60000 65536"/>
                  <a:gd name="T9" fmla="*/ 0 60000 65536"/>
                  <a:gd name="T10" fmla="*/ 0 60000 65536"/>
                  <a:gd name="T11" fmla="*/ 0 60000 65536"/>
                  <a:gd name="T12" fmla="*/ 0 w 77"/>
                  <a:gd name="T13" fmla="*/ 0 h 1563"/>
                  <a:gd name="T14" fmla="*/ 77 w 77"/>
                  <a:gd name="T15" fmla="*/ 1563 h 1563"/>
                </a:gdLst>
                <a:ahLst/>
                <a:cxnLst>
                  <a:cxn ang="T8">
                    <a:pos x="T0" y="T1"/>
                  </a:cxn>
                  <a:cxn ang="T9">
                    <a:pos x="T2" y="T3"/>
                  </a:cxn>
                  <a:cxn ang="T10">
                    <a:pos x="T4" y="T5"/>
                  </a:cxn>
                  <a:cxn ang="T11">
                    <a:pos x="T6" y="T7"/>
                  </a:cxn>
                </a:cxnLst>
                <a:rect l="T12" t="T13" r="T14" b="T15"/>
                <a:pathLst>
                  <a:path w="77" h="1563">
                    <a:moveTo>
                      <a:pt x="13" y="0"/>
                    </a:moveTo>
                    <a:cubicBezTo>
                      <a:pt x="13" y="220"/>
                      <a:pt x="11" y="1073"/>
                      <a:pt x="11" y="1318"/>
                    </a:cubicBezTo>
                    <a:cubicBezTo>
                      <a:pt x="11" y="1563"/>
                      <a:pt x="0" y="1444"/>
                      <a:pt x="11" y="1471"/>
                    </a:cubicBezTo>
                    <a:cubicBezTo>
                      <a:pt x="41" y="1492"/>
                      <a:pt x="63" y="1478"/>
                      <a:pt x="77" y="1480"/>
                    </a:cubicBezTo>
                  </a:path>
                </a:pathLst>
              </a:custGeom>
              <a:noFill/>
              <a:ln w="28575">
                <a:solidFill>
                  <a:srgbClr val="00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4592" name="Line 30">
                <a:extLst>
                  <a:ext uri="{FF2B5EF4-FFF2-40B4-BE49-F238E27FC236}">
                    <a16:creationId xmlns:a16="http://schemas.microsoft.com/office/drawing/2014/main" id="{B85B2973-79F1-6DE5-7654-CC69E365A7DA}"/>
                  </a:ext>
                </a:extLst>
              </p:cNvPr>
              <p:cNvSpPr>
                <a:spLocks noChangeShapeType="1"/>
              </p:cNvSpPr>
              <p:nvPr/>
            </p:nvSpPr>
            <p:spPr bwMode="auto">
              <a:xfrm>
                <a:off x="3248" y="1128"/>
                <a:ext cx="56" cy="0"/>
              </a:xfrm>
              <a:prstGeom prst="line">
                <a:avLst/>
              </a:prstGeom>
              <a:noFill/>
              <a:ln w="28575">
                <a:solidFill>
                  <a:srgbClr val="009999"/>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4593" name="Line 31">
                <a:extLst>
                  <a:ext uri="{FF2B5EF4-FFF2-40B4-BE49-F238E27FC236}">
                    <a16:creationId xmlns:a16="http://schemas.microsoft.com/office/drawing/2014/main" id="{1BAEC75D-20A7-B379-CB76-9AF776C5AC4F}"/>
                  </a:ext>
                </a:extLst>
              </p:cNvPr>
              <p:cNvSpPr>
                <a:spLocks noChangeShapeType="1"/>
              </p:cNvSpPr>
              <p:nvPr/>
            </p:nvSpPr>
            <p:spPr bwMode="auto">
              <a:xfrm>
                <a:off x="3248" y="1472"/>
                <a:ext cx="64" cy="0"/>
              </a:xfrm>
              <a:prstGeom prst="line">
                <a:avLst/>
              </a:prstGeom>
              <a:noFill/>
              <a:ln w="28575">
                <a:solidFill>
                  <a:srgbClr val="009999"/>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4594" name="Line 32">
                <a:extLst>
                  <a:ext uri="{FF2B5EF4-FFF2-40B4-BE49-F238E27FC236}">
                    <a16:creationId xmlns:a16="http://schemas.microsoft.com/office/drawing/2014/main" id="{4712B0AC-8F8C-A8D0-F4D8-CD1F087D9164}"/>
                  </a:ext>
                </a:extLst>
              </p:cNvPr>
              <p:cNvSpPr>
                <a:spLocks noChangeShapeType="1"/>
              </p:cNvSpPr>
              <p:nvPr/>
            </p:nvSpPr>
            <p:spPr bwMode="auto">
              <a:xfrm>
                <a:off x="3247" y="1992"/>
                <a:ext cx="65" cy="0"/>
              </a:xfrm>
              <a:prstGeom prst="line">
                <a:avLst/>
              </a:prstGeom>
              <a:noFill/>
              <a:ln w="28575">
                <a:solidFill>
                  <a:srgbClr val="009999"/>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4595" name="Line 33">
                <a:extLst>
                  <a:ext uri="{FF2B5EF4-FFF2-40B4-BE49-F238E27FC236}">
                    <a16:creationId xmlns:a16="http://schemas.microsoft.com/office/drawing/2014/main" id="{0A91A4D7-742C-578D-8D03-813B02A8A436}"/>
                  </a:ext>
                </a:extLst>
              </p:cNvPr>
              <p:cNvSpPr>
                <a:spLocks noChangeShapeType="1"/>
              </p:cNvSpPr>
              <p:nvPr/>
            </p:nvSpPr>
            <p:spPr bwMode="auto">
              <a:xfrm>
                <a:off x="3888" y="1086"/>
                <a:ext cx="0" cy="81"/>
              </a:xfrm>
              <a:prstGeom prst="line">
                <a:avLst/>
              </a:prstGeom>
              <a:noFill/>
              <a:ln w="28575">
                <a:solidFill>
                  <a:srgbClr val="009999"/>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24589" name="Line 34">
              <a:extLst>
                <a:ext uri="{FF2B5EF4-FFF2-40B4-BE49-F238E27FC236}">
                  <a16:creationId xmlns:a16="http://schemas.microsoft.com/office/drawing/2014/main" id="{D1322ED8-970F-0AB8-6941-E9A6761D20F4}"/>
                </a:ext>
              </a:extLst>
            </p:cNvPr>
            <p:cNvSpPr>
              <a:spLocks noChangeShapeType="1"/>
            </p:cNvSpPr>
            <p:nvPr/>
          </p:nvSpPr>
          <p:spPr bwMode="auto">
            <a:xfrm>
              <a:off x="3448" y="1176"/>
              <a:ext cx="360" cy="0"/>
            </a:xfrm>
            <a:prstGeom prst="line">
              <a:avLst/>
            </a:prstGeom>
            <a:noFill/>
            <a:ln w="28575">
              <a:solidFill>
                <a:srgbClr val="009999"/>
              </a:solidFill>
              <a:round/>
              <a:headEnd/>
              <a:tailEnd/>
            </a:ln>
            <a:extLst>
              <a:ext uri="{909E8E84-426E-40DD-AFC4-6F175D3DCCD1}">
                <a14:hiddenFill xmlns:a14="http://schemas.microsoft.com/office/drawing/2010/main">
                  <a:noFill/>
                </a14:hiddenFill>
              </a:ext>
            </a:extLst>
          </p:spPr>
          <p:txBody>
            <a:bodyPr/>
            <a:lstStyle/>
            <a:p>
              <a:endParaRPr lang="es-E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3 Marcador de número de diapositiva">
            <a:extLst>
              <a:ext uri="{FF2B5EF4-FFF2-40B4-BE49-F238E27FC236}">
                <a16:creationId xmlns:a16="http://schemas.microsoft.com/office/drawing/2014/main" id="{2FA438BC-1DA7-3C53-4C35-B4DF01B7B15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FD31DB76-594C-4E43-927B-D0DA13DBC8ED}" type="slidenum">
              <a:rPr lang="en-US" altLang="es-ES" sz="1600" b="0" i="0" baseline="0"/>
              <a:pPr/>
              <a:t>21</a:t>
            </a:fld>
            <a:endParaRPr lang="en-US" altLang="es-ES" sz="1600" b="0" i="0" baseline="0"/>
          </a:p>
        </p:txBody>
      </p:sp>
      <p:pic>
        <p:nvPicPr>
          <p:cNvPr id="25603" name="Picture 2" descr="fig_9-01">
            <a:extLst>
              <a:ext uri="{FF2B5EF4-FFF2-40B4-BE49-F238E27FC236}">
                <a16:creationId xmlns:a16="http://schemas.microsoft.com/office/drawing/2014/main" id="{3CAB81DF-84CD-D4DC-9FE3-347E0FED9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1363" y="1241425"/>
            <a:ext cx="4086225"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Rectangle 3">
            <a:extLst>
              <a:ext uri="{FF2B5EF4-FFF2-40B4-BE49-F238E27FC236}">
                <a16:creationId xmlns:a16="http://schemas.microsoft.com/office/drawing/2014/main" id="{4F0E32E2-7916-1B95-F5AB-0870AE9A7179}"/>
              </a:ext>
            </a:extLst>
          </p:cNvPr>
          <p:cNvSpPr>
            <a:spLocks noGrp="1" noChangeArrowheads="1"/>
          </p:cNvSpPr>
          <p:nvPr>
            <p:ph type="title"/>
          </p:nvPr>
        </p:nvSpPr>
        <p:spPr/>
        <p:txBody>
          <a:bodyPr/>
          <a:lstStyle/>
          <a:p>
            <a:r>
              <a:rPr lang="en-US" altLang="es-ES" sz="3200"/>
              <a:t>Datapath Example: Key Control Actions for Microoperation Alternatives</a:t>
            </a:r>
          </a:p>
        </p:txBody>
      </p:sp>
      <p:sp>
        <p:nvSpPr>
          <p:cNvPr id="25605" name="Rectangle 4">
            <a:extLst>
              <a:ext uri="{FF2B5EF4-FFF2-40B4-BE49-F238E27FC236}">
                <a16:creationId xmlns:a16="http://schemas.microsoft.com/office/drawing/2014/main" id="{03E18AEE-432A-FC96-2A55-F7A4BF46FF7E}"/>
              </a:ext>
            </a:extLst>
          </p:cNvPr>
          <p:cNvSpPr>
            <a:spLocks noGrp="1" noChangeArrowheads="1"/>
          </p:cNvSpPr>
          <p:nvPr>
            <p:ph type="body" idx="1"/>
          </p:nvPr>
        </p:nvSpPr>
        <p:spPr>
          <a:xfrm>
            <a:off x="401638" y="1200150"/>
            <a:ext cx="4165600" cy="5027613"/>
          </a:xfrm>
        </p:spPr>
        <p:txBody>
          <a:bodyPr/>
          <a:lstStyle/>
          <a:p>
            <a:r>
              <a:rPr lang="en-US" altLang="es-ES" sz="2000"/>
              <a:t>Perform a shift microoperation – apply 1 to MF select</a:t>
            </a:r>
          </a:p>
          <a:p>
            <a:r>
              <a:rPr lang="en-US" altLang="es-ES" sz="2000"/>
              <a:t>Use a constant in a micro- operation using Bus B – apply 1 to MB select</a:t>
            </a:r>
          </a:p>
          <a:p>
            <a:r>
              <a:rPr lang="en-US" altLang="es-ES" sz="2000"/>
              <a:t>Provide an address and data for a memory or output  write microoperation – apply 0 to Load enable to prevent register loading</a:t>
            </a:r>
          </a:p>
          <a:p>
            <a:r>
              <a:rPr lang="en-US" altLang="es-ES" sz="2000"/>
              <a:t>Provide an address and obtain data for a memory or output read microoperation – apply 1 to MD select</a:t>
            </a:r>
          </a:p>
          <a:p>
            <a:r>
              <a:rPr lang="en-US" altLang="es-ES" sz="2000"/>
              <a:t>For some of the above, other control signals become don't cares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3 Marcador de número de diapositiva">
            <a:extLst>
              <a:ext uri="{FF2B5EF4-FFF2-40B4-BE49-F238E27FC236}">
                <a16:creationId xmlns:a16="http://schemas.microsoft.com/office/drawing/2014/main" id="{2FA88F5A-E30A-31B9-5382-9C7083D823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21A74E13-ED30-4E26-AF0F-25CEB0BBDBD6}" type="slidenum">
              <a:rPr lang="en-US" altLang="es-ES" sz="1600" b="0" i="0" baseline="0"/>
              <a:pPr/>
              <a:t>22</a:t>
            </a:fld>
            <a:endParaRPr lang="en-US" altLang="es-ES" sz="1600" b="0" i="0" baseline="0"/>
          </a:p>
        </p:txBody>
      </p:sp>
      <p:sp>
        <p:nvSpPr>
          <p:cNvPr id="26627" name="Rectangle 2">
            <a:extLst>
              <a:ext uri="{FF2B5EF4-FFF2-40B4-BE49-F238E27FC236}">
                <a16:creationId xmlns:a16="http://schemas.microsoft.com/office/drawing/2014/main" id="{E388F047-AA64-722B-BD95-F3459D74DBDF}"/>
              </a:ext>
            </a:extLst>
          </p:cNvPr>
          <p:cNvSpPr>
            <a:spLocks noGrp="1" noChangeArrowheads="1"/>
          </p:cNvSpPr>
          <p:nvPr>
            <p:ph type="title"/>
          </p:nvPr>
        </p:nvSpPr>
        <p:spPr/>
        <p:txBody>
          <a:bodyPr/>
          <a:lstStyle/>
          <a:p>
            <a:r>
              <a:rPr lang="en-US" altLang="es-ES" sz="3200"/>
              <a:t>Arithmetic Logic Unit (ALU)</a:t>
            </a:r>
          </a:p>
        </p:txBody>
      </p:sp>
      <p:sp>
        <p:nvSpPr>
          <p:cNvPr id="26628" name="Rectangle 3">
            <a:extLst>
              <a:ext uri="{FF2B5EF4-FFF2-40B4-BE49-F238E27FC236}">
                <a16:creationId xmlns:a16="http://schemas.microsoft.com/office/drawing/2014/main" id="{92E1825E-2016-C777-2FFE-285FF0F89091}"/>
              </a:ext>
            </a:extLst>
          </p:cNvPr>
          <p:cNvSpPr>
            <a:spLocks noGrp="1" noChangeArrowheads="1"/>
          </p:cNvSpPr>
          <p:nvPr>
            <p:ph type="body" idx="1"/>
          </p:nvPr>
        </p:nvSpPr>
        <p:spPr/>
        <p:txBody>
          <a:bodyPr/>
          <a:lstStyle/>
          <a:p>
            <a:r>
              <a:rPr lang="en-US" altLang="es-ES" sz="2400"/>
              <a:t>In this and the next section, we deal with detailed design of  typical ALUs and shifters</a:t>
            </a:r>
          </a:p>
          <a:p>
            <a:r>
              <a:rPr lang="en-US" altLang="es-ES" sz="2400"/>
              <a:t>Decompose the ALU into:</a:t>
            </a:r>
          </a:p>
          <a:p>
            <a:pPr lvl="1"/>
            <a:r>
              <a:rPr lang="en-US" altLang="es-ES" sz="2000"/>
              <a:t>An arithmetic circuit</a:t>
            </a:r>
          </a:p>
          <a:p>
            <a:pPr lvl="1"/>
            <a:r>
              <a:rPr lang="en-US" altLang="es-ES" sz="2000"/>
              <a:t>A logic circuit</a:t>
            </a:r>
          </a:p>
          <a:p>
            <a:pPr lvl="1"/>
            <a:r>
              <a:rPr lang="en-US" altLang="es-ES" sz="2000"/>
              <a:t>A selector to pick between the two circuits</a:t>
            </a:r>
          </a:p>
          <a:p>
            <a:r>
              <a:rPr lang="en-US" altLang="es-ES" sz="2400"/>
              <a:t>Arithmetic circuit design</a:t>
            </a:r>
          </a:p>
          <a:p>
            <a:pPr lvl="1"/>
            <a:r>
              <a:rPr lang="en-US" altLang="es-ES" sz="2000"/>
              <a:t>Decompose the arithmetic circuit into:</a:t>
            </a:r>
          </a:p>
          <a:p>
            <a:pPr lvl="2"/>
            <a:r>
              <a:rPr lang="en-US" altLang="es-ES" sz="1800"/>
              <a:t>An n-bit parallel adder</a:t>
            </a:r>
          </a:p>
          <a:p>
            <a:pPr lvl="2"/>
            <a:r>
              <a:rPr lang="en-US" altLang="es-ES" sz="1800"/>
              <a:t>A block of logic that selects four choices for the B input to the adder </a:t>
            </a:r>
          </a:p>
          <a:p>
            <a:pPr lvl="2"/>
            <a:r>
              <a:rPr lang="en-US" altLang="es-ES" sz="1800"/>
              <a:t>See next slide for diagram</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3 Marcador de número de diapositiva">
            <a:extLst>
              <a:ext uri="{FF2B5EF4-FFF2-40B4-BE49-F238E27FC236}">
                <a16:creationId xmlns:a16="http://schemas.microsoft.com/office/drawing/2014/main" id="{028C79FF-31F7-331A-4DA8-CD8D2C4E2E1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9A50A382-7681-4AD5-BE1A-70E15A215A68}" type="slidenum">
              <a:rPr lang="en-US" altLang="es-ES" sz="1600" b="0" i="0" baseline="0"/>
              <a:pPr/>
              <a:t>23</a:t>
            </a:fld>
            <a:endParaRPr lang="en-US" altLang="es-ES" sz="1600" b="0" i="0" baseline="0"/>
          </a:p>
        </p:txBody>
      </p:sp>
      <p:sp>
        <p:nvSpPr>
          <p:cNvPr id="27651" name="Rectangle 2">
            <a:extLst>
              <a:ext uri="{FF2B5EF4-FFF2-40B4-BE49-F238E27FC236}">
                <a16:creationId xmlns:a16="http://schemas.microsoft.com/office/drawing/2014/main" id="{2B7C51E1-A4B0-53D2-3330-555B91138E33}"/>
              </a:ext>
            </a:extLst>
          </p:cNvPr>
          <p:cNvSpPr>
            <a:spLocks noGrp="1" noChangeArrowheads="1"/>
          </p:cNvSpPr>
          <p:nvPr>
            <p:ph type="body" idx="1"/>
          </p:nvPr>
        </p:nvSpPr>
        <p:spPr>
          <a:xfrm>
            <a:off x="630238" y="1212850"/>
            <a:ext cx="7772400" cy="5027613"/>
          </a:xfrm>
        </p:spPr>
        <p:txBody>
          <a:bodyPr/>
          <a:lstStyle/>
          <a:p>
            <a:r>
              <a:rPr lang="en-US" altLang="es-ES" sz="2000"/>
              <a:t>There are only four functions of B to select as Y in G = A + Y:</a:t>
            </a:r>
          </a:p>
          <a:p>
            <a:endParaRPr lang="en-US" altLang="es-ES" sz="2000"/>
          </a:p>
          <a:p>
            <a:pPr lvl="1"/>
            <a:r>
              <a:rPr lang="en-US" altLang="es-ES" sz="2000"/>
              <a:t>0</a:t>
            </a:r>
          </a:p>
          <a:p>
            <a:pPr lvl="1"/>
            <a:r>
              <a:rPr lang="en-US" altLang="es-ES" sz="2000"/>
              <a:t>B</a:t>
            </a:r>
          </a:p>
          <a:p>
            <a:pPr lvl="1"/>
            <a:r>
              <a:rPr lang="en-US" altLang="es-ES" sz="2000"/>
              <a:t>B</a:t>
            </a:r>
          </a:p>
          <a:p>
            <a:pPr lvl="1"/>
            <a:r>
              <a:rPr lang="en-US" altLang="es-ES" sz="2000"/>
              <a:t>1</a:t>
            </a:r>
          </a:p>
          <a:p>
            <a:r>
              <a:rPr lang="en-US" altLang="es-ES" sz="2000"/>
              <a:t>What functions are implemented with carry-in to the adder = 0?  =1?</a:t>
            </a:r>
          </a:p>
        </p:txBody>
      </p:sp>
      <p:sp>
        <p:nvSpPr>
          <p:cNvPr id="27652" name="Rectangle 3">
            <a:extLst>
              <a:ext uri="{FF2B5EF4-FFF2-40B4-BE49-F238E27FC236}">
                <a16:creationId xmlns:a16="http://schemas.microsoft.com/office/drawing/2014/main" id="{0ECA0D63-A730-FE73-D048-389555FD02EF}"/>
              </a:ext>
            </a:extLst>
          </p:cNvPr>
          <p:cNvSpPr>
            <a:spLocks noGrp="1" noChangeArrowheads="1"/>
          </p:cNvSpPr>
          <p:nvPr>
            <p:ph type="title"/>
          </p:nvPr>
        </p:nvSpPr>
        <p:spPr/>
        <p:txBody>
          <a:bodyPr/>
          <a:lstStyle/>
          <a:p>
            <a:r>
              <a:rPr lang="en-US" altLang="es-ES"/>
              <a:t>Arithmetic Circuit Design </a:t>
            </a:r>
            <a:r>
              <a:rPr lang="en-US" altLang="es-ES" b="0"/>
              <a:t>(continued)</a:t>
            </a:r>
          </a:p>
        </p:txBody>
      </p:sp>
      <p:sp>
        <p:nvSpPr>
          <p:cNvPr id="27653" name="Line 4">
            <a:extLst>
              <a:ext uri="{FF2B5EF4-FFF2-40B4-BE49-F238E27FC236}">
                <a16:creationId xmlns:a16="http://schemas.microsoft.com/office/drawing/2014/main" id="{414508E8-A1E6-694E-A08B-86FE830D4B3B}"/>
              </a:ext>
            </a:extLst>
          </p:cNvPr>
          <p:cNvSpPr>
            <a:spLocks noChangeShapeType="1"/>
          </p:cNvSpPr>
          <p:nvPr/>
        </p:nvSpPr>
        <p:spPr bwMode="auto">
          <a:xfrm>
            <a:off x="1422400" y="2730500"/>
            <a:ext cx="165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67013" name="Text Box 5">
            <a:extLst>
              <a:ext uri="{FF2B5EF4-FFF2-40B4-BE49-F238E27FC236}">
                <a16:creationId xmlns:a16="http://schemas.microsoft.com/office/drawing/2014/main" id="{D76CA10F-4CD0-3D67-5CC8-439B4B3BA446}"/>
              </a:ext>
            </a:extLst>
          </p:cNvPr>
          <p:cNvSpPr txBox="1">
            <a:spLocks noChangeArrowheads="1"/>
          </p:cNvSpPr>
          <p:nvPr/>
        </p:nvSpPr>
        <p:spPr bwMode="auto">
          <a:xfrm>
            <a:off x="2819400" y="1562100"/>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C</a:t>
            </a:r>
            <a:r>
              <a:rPr lang="en-US" altLang="es-ES" sz="2000" i="0"/>
              <a:t>in </a:t>
            </a:r>
            <a:r>
              <a:rPr lang="en-US" altLang="es-ES" sz="2000" i="0" baseline="0"/>
              <a:t>= 0</a:t>
            </a:r>
          </a:p>
        </p:txBody>
      </p:sp>
      <p:sp>
        <p:nvSpPr>
          <p:cNvPr id="1067014" name="Text Box 6">
            <a:extLst>
              <a:ext uri="{FF2B5EF4-FFF2-40B4-BE49-F238E27FC236}">
                <a16:creationId xmlns:a16="http://schemas.microsoft.com/office/drawing/2014/main" id="{8038E69E-5376-96F7-FC28-DCC2692C9579}"/>
              </a:ext>
            </a:extLst>
          </p:cNvPr>
          <p:cNvSpPr txBox="1">
            <a:spLocks noChangeArrowheads="1"/>
          </p:cNvSpPr>
          <p:nvPr/>
        </p:nvSpPr>
        <p:spPr bwMode="auto">
          <a:xfrm>
            <a:off x="4356100" y="1562100"/>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C</a:t>
            </a:r>
            <a:r>
              <a:rPr lang="en-US" altLang="es-ES" sz="2000" i="0"/>
              <a:t>in </a:t>
            </a:r>
            <a:r>
              <a:rPr lang="en-US" altLang="es-ES" sz="2000" i="0" baseline="0"/>
              <a:t>= 1</a:t>
            </a:r>
          </a:p>
        </p:txBody>
      </p:sp>
      <p:sp>
        <p:nvSpPr>
          <p:cNvPr id="1067015" name="Text Box 7">
            <a:extLst>
              <a:ext uri="{FF2B5EF4-FFF2-40B4-BE49-F238E27FC236}">
                <a16:creationId xmlns:a16="http://schemas.microsoft.com/office/drawing/2014/main" id="{FA97FFF7-A7D6-27FE-5BF2-A52A941183DB}"/>
              </a:ext>
            </a:extLst>
          </p:cNvPr>
          <p:cNvSpPr txBox="1">
            <a:spLocks noChangeArrowheads="1"/>
          </p:cNvSpPr>
          <p:nvPr/>
        </p:nvSpPr>
        <p:spPr bwMode="auto">
          <a:xfrm>
            <a:off x="4483100" y="306070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G = A</a:t>
            </a:r>
          </a:p>
        </p:txBody>
      </p:sp>
      <p:sp>
        <p:nvSpPr>
          <p:cNvPr id="1067016" name="Text Box 8">
            <a:extLst>
              <a:ext uri="{FF2B5EF4-FFF2-40B4-BE49-F238E27FC236}">
                <a16:creationId xmlns:a16="http://schemas.microsoft.com/office/drawing/2014/main" id="{0F96AACD-F3E4-2C55-5E03-50D1C044D0F9}"/>
              </a:ext>
            </a:extLst>
          </p:cNvPr>
          <p:cNvSpPr txBox="1">
            <a:spLocks noChangeArrowheads="1"/>
          </p:cNvSpPr>
          <p:nvPr/>
        </p:nvSpPr>
        <p:spPr bwMode="auto">
          <a:xfrm>
            <a:off x="4445000" y="1943100"/>
            <a:ext cx="127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G = A + 1</a:t>
            </a:r>
          </a:p>
        </p:txBody>
      </p:sp>
      <p:sp>
        <p:nvSpPr>
          <p:cNvPr id="1067017" name="Text Box 9">
            <a:extLst>
              <a:ext uri="{FF2B5EF4-FFF2-40B4-BE49-F238E27FC236}">
                <a16:creationId xmlns:a16="http://schemas.microsoft.com/office/drawing/2014/main" id="{C90DDF1E-84A3-BEBD-6534-324214A3A88C}"/>
              </a:ext>
            </a:extLst>
          </p:cNvPr>
          <p:cNvSpPr txBox="1">
            <a:spLocks noChangeArrowheads="1"/>
          </p:cNvSpPr>
          <p:nvPr/>
        </p:nvSpPr>
        <p:spPr bwMode="auto">
          <a:xfrm>
            <a:off x="2908300" y="3048000"/>
            <a:ext cx="1244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G = A – 1</a:t>
            </a:r>
          </a:p>
        </p:txBody>
      </p:sp>
      <p:sp>
        <p:nvSpPr>
          <p:cNvPr id="1067018" name="Text Box 10">
            <a:extLst>
              <a:ext uri="{FF2B5EF4-FFF2-40B4-BE49-F238E27FC236}">
                <a16:creationId xmlns:a16="http://schemas.microsoft.com/office/drawing/2014/main" id="{9B864484-1014-362B-0F9B-3FE0166EDD43}"/>
              </a:ext>
            </a:extLst>
          </p:cNvPr>
          <p:cNvSpPr txBox="1">
            <a:spLocks noChangeArrowheads="1"/>
          </p:cNvSpPr>
          <p:nvPr/>
        </p:nvSpPr>
        <p:spPr bwMode="auto">
          <a:xfrm>
            <a:off x="2895600" y="2286000"/>
            <a:ext cx="1422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G = A + B</a:t>
            </a:r>
          </a:p>
        </p:txBody>
      </p:sp>
      <p:sp>
        <p:nvSpPr>
          <p:cNvPr id="1067019" name="Text Box 11">
            <a:extLst>
              <a:ext uri="{FF2B5EF4-FFF2-40B4-BE49-F238E27FC236}">
                <a16:creationId xmlns:a16="http://schemas.microsoft.com/office/drawing/2014/main" id="{3B622654-D5A1-722C-4FE8-D935C43F4100}"/>
              </a:ext>
            </a:extLst>
          </p:cNvPr>
          <p:cNvSpPr txBox="1">
            <a:spLocks noChangeArrowheads="1"/>
          </p:cNvSpPr>
          <p:nvPr/>
        </p:nvSpPr>
        <p:spPr bwMode="auto">
          <a:xfrm>
            <a:off x="2895600" y="1917700"/>
            <a:ext cx="850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G = A</a:t>
            </a:r>
          </a:p>
        </p:txBody>
      </p:sp>
      <p:grpSp>
        <p:nvGrpSpPr>
          <p:cNvPr id="2" name="Group 12">
            <a:extLst>
              <a:ext uri="{FF2B5EF4-FFF2-40B4-BE49-F238E27FC236}">
                <a16:creationId xmlns:a16="http://schemas.microsoft.com/office/drawing/2014/main" id="{8BF1222A-94E0-BB82-9DA6-FD320E449186}"/>
              </a:ext>
            </a:extLst>
          </p:cNvPr>
          <p:cNvGrpSpPr>
            <a:grpSpLocks/>
          </p:cNvGrpSpPr>
          <p:nvPr/>
        </p:nvGrpSpPr>
        <p:grpSpPr bwMode="auto">
          <a:xfrm>
            <a:off x="2895600" y="2654300"/>
            <a:ext cx="1536700" cy="396875"/>
            <a:chOff x="1816" y="1664"/>
            <a:chExt cx="968" cy="250"/>
          </a:xfrm>
        </p:grpSpPr>
        <p:sp>
          <p:nvSpPr>
            <p:cNvPr id="27667" name="Text Box 13">
              <a:extLst>
                <a:ext uri="{FF2B5EF4-FFF2-40B4-BE49-F238E27FC236}">
                  <a16:creationId xmlns:a16="http://schemas.microsoft.com/office/drawing/2014/main" id="{53BD6BC7-89DB-9496-4943-901DE8FE2828}"/>
                </a:ext>
              </a:extLst>
            </p:cNvPr>
            <p:cNvSpPr txBox="1">
              <a:spLocks noChangeArrowheads="1"/>
            </p:cNvSpPr>
            <p:nvPr/>
          </p:nvSpPr>
          <p:spPr bwMode="auto">
            <a:xfrm>
              <a:off x="1816" y="1664"/>
              <a:ext cx="9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G = A + B</a:t>
              </a:r>
            </a:p>
          </p:txBody>
        </p:sp>
        <p:sp>
          <p:nvSpPr>
            <p:cNvPr id="27668" name="Line 14">
              <a:extLst>
                <a:ext uri="{FF2B5EF4-FFF2-40B4-BE49-F238E27FC236}">
                  <a16:creationId xmlns:a16="http://schemas.microsoft.com/office/drawing/2014/main" id="{A65AAD3D-D8B6-CF70-4E6F-0FC8B6B9F8BE}"/>
                </a:ext>
              </a:extLst>
            </p:cNvPr>
            <p:cNvSpPr>
              <a:spLocks noChangeShapeType="1"/>
            </p:cNvSpPr>
            <p:nvPr/>
          </p:nvSpPr>
          <p:spPr bwMode="auto">
            <a:xfrm>
              <a:off x="2438" y="1704"/>
              <a:ext cx="11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1067023" name="Text Box 15">
            <a:extLst>
              <a:ext uri="{FF2B5EF4-FFF2-40B4-BE49-F238E27FC236}">
                <a16:creationId xmlns:a16="http://schemas.microsoft.com/office/drawing/2014/main" id="{15FA1268-B3CE-4CDD-DE89-37E2166142B1}"/>
              </a:ext>
            </a:extLst>
          </p:cNvPr>
          <p:cNvSpPr txBox="1">
            <a:spLocks noChangeArrowheads="1"/>
          </p:cNvSpPr>
          <p:nvPr/>
        </p:nvSpPr>
        <p:spPr bwMode="auto">
          <a:xfrm>
            <a:off x="4457700" y="2286000"/>
            <a:ext cx="1841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G = A + B + 1</a:t>
            </a:r>
          </a:p>
        </p:txBody>
      </p:sp>
      <p:grpSp>
        <p:nvGrpSpPr>
          <p:cNvPr id="3" name="Group 16">
            <a:extLst>
              <a:ext uri="{FF2B5EF4-FFF2-40B4-BE49-F238E27FC236}">
                <a16:creationId xmlns:a16="http://schemas.microsoft.com/office/drawing/2014/main" id="{095C2BF4-BA26-0687-8677-98E7C9417641}"/>
              </a:ext>
            </a:extLst>
          </p:cNvPr>
          <p:cNvGrpSpPr>
            <a:grpSpLocks/>
          </p:cNvGrpSpPr>
          <p:nvPr/>
        </p:nvGrpSpPr>
        <p:grpSpPr bwMode="auto">
          <a:xfrm>
            <a:off x="4470400" y="2667000"/>
            <a:ext cx="1841500" cy="396875"/>
            <a:chOff x="2824" y="1680"/>
            <a:chExt cx="1160" cy="250"/>
          </a:xfrm>
        </p:grpSpPr>
        <p:sp>
          <p:nvSpPr>
            <p:cNvPr id="27665" name="Text Box 17">
              <a:extLst>
                <a:ext uri="{FF2B5EF4-FFF2-40B4-BE49-F238E27FC236}">
                  <a16:creationId xmlns:a16="http://schemas.microsoft.com/office/drawing/2014/main" id="{2A4F5E0C-7BCF-37E6-6605-C50438AE84A3}"/>
                </a:ext>
              </a:extLst>
            </p:cNvPr>
            <p:cNvSpPr txBox="1">
              <a:spLocks noChangeArrowheads="1"/>
            </p:cNvSpPr>
            <p:nvPr/>
          </p:nvSpPr>
          <p:spPr bwMode="auto">
            <a:xfrm>
              <a:off x="2824" y="1680"/>
              <a:ext cx="1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000" i="0" baseline="0"/>
                <a:t>G = A + B + 1</a:t>
              </a:r>
            </a:p>
          </p:txBody>
        </p:sp>
        <p:sp>
          <p:nvSpPr>
            <p:cNvPr id="27666" name="Line 18">
              <a:extLst>
                <a:ext uri="{FF2B5EF4-FFF2-40B4-BE49-F238E27FC236}">
                  <a16:creationId xmlns:a16="http://schemas.microsoft.com/office/drawing/2014/main" id="{04B0AC9F-4BC3-0001-3722-9A4D771EB768}"/>
                </a:ext>
              </a:extLst>
            </p:cNvPr>
            <p:cNvSpPr>
              <a:spLocks noChangeShapeType="1"/>
            </p:cNvSpPr>
            <p:nvPr/>
          </p:nvSpPr>
          <p:spPr bwMode="auto">
            <a:xfrm>
              <a:off x="3446" y="1720"/>
              <a:ext cx="13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pic>
        <p:nvPicPr>
          <p:cNvPr id="27664" name="Picture 19" descr="fig_9-03">
            <a:extLst>
              <a:ext uri="{FF2B5EF4-FFF2-40B4-BE49-F238E27FC236}">
                <a16:creationId xmlns:a16="http://schemas.microsoft.com/office/drawing/2014/main" id="{8602A94C-D73B-2B8D-B7E5-D31C850D4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748088"/>
            <a:ext cx="5667375"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670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670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6701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6701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670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06701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06702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067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7013" grpId="0" autoUpdateAnimBg="0"/>
      <p:bldP spid="1067014" grpId="0" autoUpdateAnimBg="0"/>
      <p:bldP spid="1067015" grpId="0" autoUpdateAnimBg="0"/>
      <p:bldP spid="1067016" grpId="0" autoUpdateAnimBg="0"/>
      <p:bldP spid="1067017" grpId="0" autoUpdateAnimBg="0"/>
      <p:bldP spid="1067018" grpId="0" autoUpdateAnimBg="0"/>
      <p:bldP spid="1067019" grpId="0" autoUpdateAnimBg="0"/>
      <p:bldP spid="106702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3 Marcador de número de diapositiva">
            <a:extLst>
              <a:ext uri="{FF2B5EF4-FFF2-40B4-BE49-F238E27FC236}">
                <a16:creationId xmlns:a16="http://schemas.microsoft.com/office/drawing/2014/main" id="{834771EB-4678-7FF2-86B1-2F4A93B0C51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625ED59F-CAF5-408C-88AD-BBFB19233A29}" type="slidenum">
              <a:rPr lang="en-US" altLang="es-ES" sz="1600" b="0" i="0" baseline="0"/>
              <a:pPr/>
              <a:t>24</a:t>
            </a:fld>
            <a:endParaRPr lang="en-US" altLang="es-ES" sz="1600" b="0" i="0" baseline="0"/>
          </a:p>
        </p:txBody>
      </p:sp>
      <p:pic>
        <p:nvPicPr>
          <p:cNvPr id="28675" name="Picture 2" descr="Table_9-01">
            <a:extLst>
              <a:ext uri="{FF2B5EF4-FFF2-40B4-BE49-F238E27FC236}">
                <a16:creationId xmlns:a16="http://schemas.microsoft.com/office/drawing/2014/main" id="{70C84868-F7F8-51F2-EC4D-5AB32EBA6E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1782763"/>
            <a:ext cx="794385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3">
            <a:extLst>
              <a:ext uri="{FF2B5EF4-FFF2-40B4-BE49-F238E27FC236}">
                <a16:creationId xmlns:a16="http://schemas.microsoft.com/office/drawing/2014/main" id="{8688DC74-6188-85F5-8D7A-2162BACC0CE4}"/>
              </a:ext>
            </a:extLst>
          </p:cNvPr>
          <p:cNvSpPr>
            <a:spLocks noGrp="1" noChangeArrowheads="1"/>
          </p:cNvSpPr>
          <p:nvPr>
            <p:ph type="title"/>
          </p:nvPr>
        </p:nvSpPr>
        <p:spPr/>
        <p:txBody>
          <a:bodyPr/>
          <a:lstStyle/>
          <a:p>
            <a:r>
              <a:rPr lang="en-US" altLang="es-ES"/>
              <a:t>Arithmetic Circuit Design </a:t>
            </a:r>
            <a:r>
              <a:rPr lang="en-US" altLang="es-ES" b="0"/>
              <a:t>(continued)</a:t>
            </a:r>
          </a:p>
        </p:txBody>
      </p:sp>
      <p:sp>
        <p:nvSpPr>
          <p:cNvPr id="28677" name="Rectangle 4">
            <a:extLst>
              <a:ext uri="{FF2B5EF4-FFF2-40B4-BE49-F238E27FC236}">
                <a16:creationId xmlns:a16="http://schemas.microsoft.com/office/drawing/2014/main" id="{5A5D24F2-2FB2-8BEA-4CAD-2008E2CE046B}"/>
              </a:ext>
            </a:extLst>
          </p:cNvPr>
          <p:cNvSpPr>
            <a:spLocks noGrp="1" noChangeArrowheads="1"/>
          </p:cNvSpPr>
          <p:nvPr>
            <p:ph type="body" idx="1"/>
          </p:nvPr>
        </p:nvSpPr>
        <p:spPr/>
        <p:txBody>
          <a:bodyPr/>
          <a:lstStyle/>
          <a:p>
            <a:r>
              <a:rPr lang="en-US" altLang="es-ES" sz="2400"/>
              <a:t>Adding selection codes to the functions of B:</a:t>
            </a:r>
          </a:p>
          <a:p>
            <a:endParaRPr lang="en-US" altLang="es-ES" sz="2400"/>
          </a:p>
          <a:p>
            <a:endParaRPr lang="en-US" altLang="es-ES" sz="2400"/>
          </a:p>
          <a:p>
            <a:endParaRPr lang="en-US" altLang="es-ES" sz="2400"/>
          </a:p>
          <a:p>
            <a:endParaRPr lang="en-US" altLang="es-ES" sz="2400"/>
          </a:p>
          <a:p>
            <a:endParaRPr lang="en-US" altLang="es-ES" sz="2400"/>
          </a:p>
          <a:p>
            <a:endParaRPr lang="en-US" altLang="es-ES" sz="2400"/>
          </a:p>
          <a:p>
            <a:endParaRPr lang="en-US" altLang="es-ES" sz="2400"/>
          </a:p>
          <a:p>
            <a:r>
              <a:rPr lang="en-US" altLang="es-ES" sz="2400"/>
              <a:t>The useful arithmetic functions are labeled in the table</a:t>
            </a:r>
          </a:p>
          <a:p>
            <a:r>
              <a:rPr lang="en-US" altLang="es-ES" sz="2400"/>
              <a:t>Note that all four functions of B produce at least one useful function</a:t>
            </a:r>
          </a:p>
        </p:txBody>
      </p:sp>
      <p:sp>
        <p:nvSpPr>
          <p:cNvPr id="28678" name="Text Box 5">
            <a:extLst>
              <a:ext uri="{FF2B5EF4-FFF2-40B4-BE49-F238E27FC236}">
                <a16:creationId xmlns:a16="http://schemas.microsoft.com/office/drawing/2014/main" id="{43DBCE00-1B9C-3B1C-0F52-A78B7BE2AC3B}"/>
              </a:ext>
            </a:extLst>
          </p:cNvPr>
          <p:cNvSpPr txBox="1">
            <a:spLocks noChangeArrowheads="1"/>
          </p:cNvSpPr>
          <p:nvPr/>
        </p:nvSpPr>
        <p:spPr bwMode="auto">
          <a:xfrm>
            <a:off x="6988175" y="18907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400" i="0" u="sng" baseline="0"/>
              <a:t>+</a:t>
            </a:r>
          </a:p>
        </p:txBody>
      </p:sp>
      <p:sp>
        <p:nvSpPr>
          <p:cNvPr id="28679" name="Text Box 6">
            <a:extLst>
              <a:ext uri="{FF2B5EF4-FFF2-40B4-BE49-F238E27FC236}">
                <a16:creationId xmlns:a16="http://schemas.microsoft.com/office/drawing/2014/main" id="{F99CAA24-A298-8573-F88A-231273324607}"/>
              </a:ext>
            </a:extLst>
          </p:cNvPr>
          <p:cNvSpPr txBox="1">
            <a:spLocks noChangeArrowheads="1"/>
          </p:cNvSpPr>
          <p:nvPr/>
        </p:nvSpPr>
        <p:spPr bwMode="auto">
          <a:xfrm>
            <a:off x="6604000" y="3505200"/>
            <a:ext cx="50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400" b="0" i="0" baseline="0"/>
              <a:t>+</a:t>
            </a:r>
          </a:p>
        </p:txBody>
      </p:sp>
      <p:sp>
        <p:nvSpPr>
          <p:cNvPr id="28680" name="Text Box 7">
            <a:extLst>
              <a:ext uri="{FF2B5EF4-FFF2-40B4-BE49-F238E27FC236}">
                <a16:creationId xmlns:a16="http://schemas.microsoft.com/office/drawing/2014/main" id="{6A830768-B459-2B51-1775-E19E8F7B1347}"/>
              </a:ext>
            </a:extLst>
          </p:cNvPr>
          <p:cNvSpPr txBox="1">
            <a:spLocks noChangeArrowheads="1"/>
          </p:cNvSpPr>
          <p:nvPr/>
        </p:nvSpPr>
        <p:spPr bwMode="auto">
          <a:xfrm>
            <a:off x="6604000" y="3771900"/>
            <a:ext cx="50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400" b="0" i="0" baseline="0"/>
              <a:t>+</a:t>
            </a:r>
          </a:p>
        </p:txBody>
      </p:sp>
      <p:sp>
        <p:nvSpPr>
          <p:cNvPr id="28681" name="Text Box 8">
            <a:extLst>
              <a:ext uri="{FF2B5EF4-FFF2-40B4-BE49-F238E27FC236}">
                <a16:creationId xmlns:a16="http://schemas.microsoft.com/office/drawing/2014/main" id="{63EE6005-70A0-4B2E-655B-BB3A004FFB36}"/>
              </a:ext>
            </a:extLst>
          </p:cNvPr>
          <p:cNvSpPr txBox="1">
            <a:spLocks noChangeArrowheads="1"/>
          </p:cNvSpPr>
          <p:nvPr/>
        </p:nvSpPr>
        <p:spPr bwMode="auto">
          <a:xfrm>
            <a:off x="7061200" y="3771900"/>
            <a:ext cx="50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400" b="0" i="0" baseline="0"/>
              <a:t>+</a:t>
            </a:r>
          </a:p>
        </p:txBody>
      </p:sp>
      <p:sp>
        <p:nvSpPr>
          <p:cNvPr id="28682" name="Text Box 9">
            <a:extLst>
              <a:ext uri="{FF2B5EF4-FFF2-40B4-BE49-F238E27FC236}">
                <a16:creationId xmlns:a16="http://schemas.microsoft.com/office/drawing/2014/main" id="{AC38C1F8-40CB-FC95-DBBB-5CE8E6DD5213}"/>
              </a:ext>
            </a:extLst>
          </p:cNvPr>
          <p:cNvSpPr txBox="1">
            <a:spLocks noChangeArrowheads="1"/>
          </p:cNvSpPr>
          <p:nvPr/>
        </p:nvSpPr>
        <p:spPr bwMode="auto">
          <a:xfrm>
            <a:off x="5680075" y="2425700"/>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400" b="0" i="0" baseline="0">
                <a:latin typeface="Helvetica" panose="020B0604020202020204" pitchFamily="34" charset="0"/>
              </a:rPr>
              <a:t>+</a:t>
            </a:r>
          </a:p>
        </p:txBody>
      </p:sp>
      <p:sp>
        <p:nvSpPr>
          <p:cNvPr id="28683" name="Text Box 10">
            <a:extLst>
              <a:ext uri="{FF2B5EF4-FFF2-40B4-BE49-F238E27FC236}">
                <a16:creationId xmlns:a16="http://schemas.microsoft.com/office/drawing/2014/main" id="{229E09A4-5E4B-C9F1-FD6A-8C18CA7F376C}"/>
              </a:ext>
            </a:extLst>
          </p:cNvPr>
          <p:cNvSpPr txBox="1">
            <a:spLocks noChangeArrowheads="1"/>
          </p:cNvSpPr>
          <p:nvPr/>
        </p:nvSpPr>
        <p:spPr bwMode="auto">
          <a:xfrm>
            <a:off x="5972175" y="2438400"/>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50000"/>
              </a:spcBef>
            </a:pPr>
            <a:r>
              <a:rPr lang="en-US" altLang="es-ES" sz="2400" b="0" i="0" baseline="0">
                <a:latin typeface="Helvetica" panose="020B0604020202020204" pitchFamily="34" charset="0"/>
              </a:rPr>
              <a:t>+</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3 Marcador de número de diapositiva">
            <a:extLst>
              <a:ext uri="{FF2B5EF4-FFF2-40B4-BE49-F238E27FC236}">
                <a16:creationId xmlns:a16="http://schemas.microsoft.com/office/drawing/2014/main" id="{26884398-12F7-CE56-C8A1-45F5C814154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361AD8B8-2D94-401B-8854-69AC6CD75DC5}" type="slidenum">
              <a:rPr lang="en-US" altLang="es-ES" sz="1600" b="0" i="0" baseline="0"/>
              <a:pPr/>
              <a:t>25</a:t>
            </a:fld>
            <a:endParaRPr lang="en-US" altLang="es-ES" sz="1600" b="0" i="0" baseline="0"/>
          </a:p>
        </p:txBody>
      </p:sp>
      <p:sp>
        <p:nvSpPr>
          <p:cNvPr id="29699" name="Rectangle 2">
            <a:extLst>
              <a:ext uri="{FF2B5EF4-FFF2-40B4-BE49-F238E27FC236}">
                <a16:creationId xmlns:a16="http://schemas.microsoft.com/office/drawing/2014/main" id="{AF2CB2EE-7EB8-14B9-51B2-5E361EB9572A}"/>
              </a:ext>
            </a:extLst>
          </p:cNvPr>
          <p:cNvSpPr>
            <a:spLocks noGrp="1" noChangeArrowheads="1"/>
          </p:cNvSpPr>
          <p:nvPr>
            <p:ph type="title"/>
          </p:nvPr>
        </p:nvSpPr>
        <p:spPr/>
        <p:txBody>
          <a:bodyPr/>
          <a:lstStyle/>
          <a:p>
            <a:r>
              <a:rPr lang="en-US" altLang="es-ES"/>
              <a:t>Logic Circuit</a:t>
            </a:r>
          </a:p>
        </p:txBody>
      </p:sp>
      <p:sp>
        <p:nvSpPr>
          <p:cNvPr id="29700" name="Rectangle 3">
            <a:extLst>
              <a:ext uri="{FF2B5EF4-FFF2-40B4-BE49-F238E27FC236}">
                <a16:creationId xmlns:a16="http://schemas.microsoft.com/office/drawing/2014/main" id="{D7A8C4BE-F578-0C78-4751-B6A2A7FD2301}"/>
              </a:ext>
            </a:extLst>
          </p:cNvPr>
          <p:cNvSpPr>
            <a:spLocks noGrp="1" noChangeArrowheads="1"/>
          </p:cNvSpPr>
          <p:nvPr>
            <p:ph type="body" idx="1"/>
          </p:nvPr>
        </p:nvSpPr>
        <p:spPr>
          <a:xfrm>
            <a:off x="490538" y="1314450"/>
            <a:ext cx="7988300" cy="5027613"/>
          </a:xfrm>
        </p:spPr>
        <p:txBody>
          <a:bodyPr/>
          <a:lstStyle/>
          <a:p>
            <a:r>
              <a:rPr lang="en-US" altLang="es-ES" sz="2400"/>
              <a:t>The text gives a circuit implemented using a multiplexer plus gates implementing: AND, OR, XOR and NOT</a:t>
            </a:r>
          </a:p>
          <a:p>
            <a:r>
              <a:rPr lang="en-US" altLang="es-ES" sz="2400"/>
              <a:t>Here we custom design a circuit for bit G</a:t>
            </a:r>
            <a:r>
              <a:rPr lang="en-US" altLang="es-ES" sz="2400" baseline="-25000"/>
              <a:t>i</a:t>
            </a:r>
            <a:r>
              <a:rPr lang="en-US" altLang="es-ES" sz="2400"/>
              <a:t> by beginning with a truth table organized as a K-map and assigning (S1, S0) codes to AND, OR, etc.</a:t>
            </a:r>
          </a:p>
          <a:p>
            <a:r>
              <a:rPr lang="en-US" altLang="es-ES" sz="2400"/>
              <a:t>G</a:t>
            </a:r>
            <a:r>
              <a:rPr lang="en-US" altLang="es-ES" sz="2400" baseline="-25000"/>
              <a:t>i</a:t>
            </a:r>
            <a:r>
              <a:rPr lang="en-US" altLang="es-ES" sz="2400"/>
              <a:t> = S</a:t>
            </a:r>
            <a:r>
              <a:rPr lang="en-US" altLang="es-ES" sz="2400" baseline="-25000"/>
              <a:t>0</a:t>
            </a:r>
            <a:r>
              <a:rPr lang="en-US" altLang="es-ES" sz="2400"/>
              <a:t> A</a:t>
            </a:r>
            <a:r>
              <a:rPr lang="en-US" altLang="es-ES" sz="2400" baseline="-25000"/>
              <a:t>i</a:t>
            </a:r>
            <a:r>
              <a:rPr lang="en-US" altLang="es-ES" sz="2400"/>
              <a:t> B</a:t>
            </a:r>
            <a:r>
              <a:rPr lang="en-US" altLang="es-ES" sz="2400" baseline="-25000"/>
              <a:t>i</a:t>
            </a:r>
            <a:r>
              <a:rPr lang="en-US" altLang="es-ES" sz="2400"/>
              <a:t>  + S</a:t>
            </a:r>
            <a:r>
              <a:rPr lang="en-US" altLang="es-ES" sz="2400" baseline="-25000"/>
              <a:t>1</a:t>
            </a:r>
            <a:r>
              <a:rPr lang="en-US" altLang="es-ES" sz="2400"/>
              <a:t> A</a:t>
            </a:r>
            <a:r>
              <a:rPr lang="en-US" altLang="es-ES" sz="2400" baseline="-25000"/>
              <a:t>i</a:t>
            </a:r>
            <a:r>
              <a:rPr lang="en-US" altLang="es-ES" sz="2400"/>
              <a:t> B</a:t>
            </a:r>
            <a:r>
              <a:rPr lang="en-US" altLang="es-ES" sz="2400" baseline="-25000"/>
              <a:t>i</a:t>
            </a:r>
            <a:br>
              <a:rPr lang="en-US" altLang="es-ES" sz="2400" baseline="-25000"/>
            </a:br>
            <a:r>
              <a:rPr lang="en-US" altLang="es-ES" sz="2400" baseline="-25000"/>
              <a:t>       </a:t>
            </a:r>
            <a:r>
              <a:rPr lang="en-US" altLang="es-ES" sz="2400"/>
              <a:t>+</a:t>
            </a:r>
            <a:r>
              <a:rPr lang="en-US" altLang="es-ES" sz="2400" baseline="-25000"/>
              <a:t>    </a:t>
            </a:r>
            <a:r>
              <a:rPr lang="en-US" altLang="es-ES" sz="2400"/>
              <a:t>S</a:t>
            </a:r>
            <a:r>
              <a:rPr lang="en-US" altLang="es-ES" sz="2400" baseline="-25000"/>
              <a:t>0</a:t>
            </a:r>
            <a:r>
              <a:rPr lang="en-US" altLang="es-ES" sz="2400"/>
              <a:t> A</a:t>
            </a:r>
            <a:r>
              <a:rPr lang="en-US" altLang="es-ES" sz="2400" baseline="-25000"/>
              <a:t>i</a:t>
            </a:r>
            <a:r>
              <a:rPr lang="en-US" altLang="es-ES" sz="2400"/>
              <a:t> B</a:t>
            </a:r>
            <a:r>
              <a:rPr lang="en-US" altLang="es-ES" sz="2400" baseline="-25000"/>
              <a:t>i</a:t>
            </a:r>
            <a:r>
              <a:rPr lang="en-US" altLang="es-ES" sz="2400"/>
              <a:t>  + S</a:t>
            </a:r>
            <a:r>
              <a:rPr lang="en-US" altLang="es-ES" sz="2400" baseline="-25000"/>
              <a:t>1</a:t>
            </a:r>
            <a:r>
              <a:rPr lang="en-US" altLang="es-ES" sz="2400"/>
              <a:t> S</a:t>
            </a:r>
            <a:r>
              <a:rPr lang="en-US" altLang="es-ES" sz="2400" baseline="-25000"/>
              <a:t>0</a:t>
            </a:r>
            <a:r>
              <a:rPr lang="en-US" altLang="es-ES" sz="2400"/>
              <a:t> A</a:t>
            </a:r>
            <a:r>
              <a:rPr lang="en-US" altLang="es-ES" sz="2400" baseline="-25000"/>
              <a:t>i</a:t>
            </a:r>
          </a:p>
          <a:p>
            <a:r>
              <a:rPr lang="en-US" altLang="es-ES" sz="2400"/>
              <a:t>Gate input count for</a:t>
            </a:r>
            <a:br>
              <a:rPr lang="en-US" altLang="es-ES" sz="2400"/>
            </a:br>
            <a:r>
              <a:rPr lang="en-US" altLang="es-ES" sz="2400"/>
              <a:t>MUX solution &gt; 29</a:t>
            </a:r>
          </a:p>
          <a:p>
            <a:r>
              <a:rPr lang="en-US" altLang="es-ES" sz="2400"/>
              <a:t>Gate input count for</a:t>
            </a:r>
            <a:br>
              <a:rPr lang="en-US" altLang="es-ES" sz="2400"/>
            </a:br>
            <a:r>
              <a:rPr lang="en-US" altLang="es-ES" sz="2400"/>
              <a:t>above circuit &lt; 20</a:t>
            </a:r>
          </a:p>
          <a:p>
            <a:r>
              <a:rPr lang="en-US" altLang="es-ES" sz="2400"/>
              <a:t> Custom design better  </a:t>
            </a:r>
          </a:p>
        </p:txBody>
      </p:sp>
      <p:graphicFrame>
        <p:nvGraphicFramePr>
          <p:cNvPr id="1069060" name="Group 4">
            <a:extLst>
              <a:ext uri="{FF2B5EF4-FFF2-40B4-BE49-F238E27FC236}">
                <a16:creationId xmlns:a16="http://schemas.microsoft.com/office/drawing/2014/main" id="{6CAF04CB-BE8D-AE9A-1659-91871BF789FC}"/>
              </a:ext>
            </a:extLst>
          </p:cNvPr>
          <p:cNvGraphicFramePr>
            <a:graphicFrameLocks noGrp="1"/>
          </p:cNvGraphicFramePr>
          <p:nvPr/>
        </p:nvGraphicFramePr>
        <p:xfrm>
          <a:off x="4013200" y="3327400"/>
          <a:ext cx="4724400" cy="3108325"/>
        </p:xfrm>
        <a:graphic>
          <a:graphicData uri="http://schemas.openxmlformats.org/drawingml/2006/table">
            <a:tbl>
              <a:tblPr/>
              <a:tblGrid>
                <a:gridCol w="877888">
                  <a:extLst>
                    <a:ext uri="{9D8B030D-6E8A-4147-A177-3AD203B41FA5}">
                      <a16:colId xmlns:a16="http://schemas.microsoft.com/office/drawing/2014/main" val="20000"/>
                    </a:ext>
                  </a:extLst>
                </a:gridCol>
                <a:gridCol w="969962">
                  <a:extLst>
                    <a:ext uri="{9D8B030D-6E8A-4147-A177-3AD203B41FA5}">
                      <a16:colId xmlns:a16="http://schemas.microsoft.com/office/drawing/2014/main" val="20001"/>
                    </a:ext>
                  </a:extLst>
                </a:gridCol>
                <a:gridCol w="79375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54100">
                  <a:extLst>
                    <a:ext uri="{9D8B030D-6E8A-4147-A177-3AD203B41FA5}">
                      <a16:colId xmlns:a16="http://schemas.microsoft.com/office/drawing/2014/main" val="20004"/>
                    </a:ext>
                  </a:extLst>
                </a:gridCol>
              </a:tblGrid>
              <a:tr h="518054">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rPr>
                        <a:t>S</a:t>
                      </a:r>
                      <a:r>
                        <a:rPr kumimoji="0" lang="en-US" sz="2400" b="1" i="0" u="none" strike="noStrike" cap="none" normalizeH="0" baseline="-25000">
                          <a:ln>
                            <a:noFill/>
                          </a:ln>
                          <a:solidFill>
                            <a:schemeClr val="tx1"/>
                          </a:solidFill>
                          <a:effectLst/>
                          <a:latin typeface="Times New Roman" pitchFamily="18" charset="0"/>
                        </a:rPr>
                        <a:t>1</a:t>
                      </a:r>
                      <a:r>
                        <a:rPr kumimoji="0" lang="en-US" sz="2400" b="1" i="0" u="none" strike="noStrike" cap="none" normalizeH="0" baseline="0">
                          <a:ln>
                            <a:noFill/>
                          </a:ln>
                          <a:solidFill>
                            <a:schemeClr val="tx1"/>
                          </a:solidFill>
                          <a:effectLst/>
                          <a:latin typeface="Times New Roman" pitchFamily="18" charset="0"/>
                        </a:rPr>
                        <a:t>S</a:t>
                      </a:r>
                      <a:r>
                        <a:rPr kumimoji="0" lang="en-US" sz="2400" b="1" i="0" u="none" strike="noStrike" cap="none" normalizeH="0" baseline="-25000">
                          <a:ln>
                            <a:noFill/>
                          </a:ln>
                          <a:solidFill>
                            <a:schemeClr val="tx1"/>
                          </a:solidFill>
                          <a:effectLst/>
                          <a:latin typeface="Times New Roman" pitchFamily="18" charset="0"/>
                        </a:rPr>
                        <a:t>0</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AND</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OR</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XOR</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NOT</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54">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rPr>
                        <a:t>A</a:t>
                      </a:r>
                      <a:r>
                        <a:rPr kumimoji="0" lang="en-US" sz="2400" b="1" i="0" u="none" strike="noStrike" cap="none" normalizeH="0" baseline="-25000">
                          <a:ln>
                            <a:noFill/>
                          </a:ln>
                          <a:solidFill>
                            <a:schemeClr val="tx1"/>
                          </a:solidFill>
                          <a:effectLst/>
                          <a:latin typeface="Times New Roman" pitchFamily="18" charset="0"/>
                        </a:rPr>
                        <a:t>i</a:t>
                      </a:r>
                      <a:r>
                        <a:rPr kumimoji="0" lang="en-US" sz="2400" b="1" i="0" u="none" strike="noStrike" cap="none" normalizeH="0" baseline="0">
                          <a:ln>
                            <a:noFill/>
                          </a:ln>
                          <a:solidFill>
                            <a:schemeClr val="tx1"/>
                          </a:solidFill>
                          <a:effectLst/>
                          <a:latin typeface="Times New Roman" pitchFamily="18" charset="0"/>
                        </a:rPr>
                        <a:t>B</a:t>
                      </a:r>
                      <a:r>
                        <a:rPr kumimoji="0" lang="en-US" sz="2400" b="1" i="0" u="none" strike="noStrike" cap="none" normalizeH="0" baseline="-25000">
                          <a:ln>
                            <a:noFill/>
                          </a:ln>
                          <a:solidFill>
                            <a:schemeClr val="tx1"/>
                          </a:solidFill>
                          <a:effectLst/>
                          <a:latin typeface="Times New Roman" pitchFamily="18" charset="0"/>
                        </a:rPr>
                        <a:t>i</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0 0</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0 1</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1 1</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1 0</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0 0</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054">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0 1</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054">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1 1</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054">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1 0</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1</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itchFamily="2" charset="2"/>
                        <a:buNone/>
                        <a:tabLst/>
                      </a:pPr>
                      <a:r>
                        <a:rPr kumimoji="0" lang="en-US" sz="2800" b="1" i="0" u="none" strike="noStrike" cap="none" normalizeH="0" baseline="0">
                          <a:ln>
                            <a:noFill/>
                          </a:ln>
                          <a:solidFill>
                            <a:schemeClr val="tx1"/>
                          </a:solidFill>
                          <a:effectLst/>
                          <a:latin typeface="Times New Roman" pitchFamily="18" charset="0"/>
                        </a:rPr>
                        <a:t>0</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9745" name="Line 48">
            <a:extLst>
              <a:ext uri="{FF2B5EF4-FFF2-40B4-BE49-F238E27FC236}">
                <a16:creationId xmlns:a16="http://schemas.microsoft.com/office/drawing/2014/main" id="{68B7E409-B228-DAB9-2AED-0616CED1FF2D}"/>
              </a:ext>
            </a:extLst>
          </p:cNvPr>
          <p:cNvSpPr>
            <a:spLocks noChangeShapeType="1"/>
          </p:cNvSpPr>
          <p:nvPr/>
        </p:nvSpPr>
        <p:spPr bwMode="auto">
          <a:xfrm>
            <a:off x="4800600" y="3721100"/>
            <a:ext cx="254000" cy="3429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sp>
        <p:nvSpPr>
          <p:cNvPr id="29746" name="AutoShape 49">
            <a:extLst>
              <a:ext uri="{FF2B5EF4-FFF2-40B4-BE49-F238E27FC236}">
                <a16:creationId xmlns:a16="http://schemas.microsoft.com/office/drawing/2014/main" id="{5D195439-7F97-5234-8457-3D2B14D6B899}"/>
              </a:ext>
            </a:extLst>
          </p:cNvPr>
          <p:cNvSpPr>
            <a:spLocks noChangeArrowheads="1"/>
          </p:cNvSpPr>
          <p:nvPr/>
        </p:nvSpPr>
        <p:spPr bwMode="auto">
          <a:xfrm>
            <a:off x="7950200" y="4432300"/>
            <a:ext cx="469900" cy="914400"/>
          </a:xfrm>
          <a:prstGeom prst="roundRect">
            <a:avLst>
              <a:gd name="adj" fmla="val 16667"/>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9747" name="AutoShape 50">
            <a:extLst>
              <a:ext uri="{FF2B5EF4-FFF2-40B4-BE49-F238E27FC236}">
                <a16:creationId xmlns:a16="http://schemas.microsoft.com/office/drawing/2014/main" id="{A0200F37-47B3-DD5E-2108-23E46AB86CB1}"/>
              </a:ext>
            </a:extLst>
          </p:cNvPr>
          <p:cNvSpPr>
            <a:spLocks noChangeArrowheads="1"/>
          </p:cNvSpPr>
          <p:nvPr/>
        </p:nvSpPr>
        <p:spPr bwMode="auto">
          <a:xfrm rot="-5400000">
            <a:off x="6483350" y="5505450"/>
            <a:ext cx="406400" cy="1346200"/>
          </a:xfrm>
          <a:prstGeom prst="roundRect">
            <a:avLst>
              <a:gd name="adj" fmla="val 16667"/>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9748" name="AutoShape 51">
            <a:extLst>
              <a:ext uri="{FF2B5EF4-FFF2-40B4-BE49-F238E27FC236}">
                <a16:creationId xmlns:a16="http://schemas.microsoft.com/office/drawing/2014/main" id="{5DEF2810-2876-7EDF-F44E-2E7CAB20C93B}"/>
              </a:ext>
            </a:extLst>
          </p:cNvPr>
          <p:cNvSpPr>
            <a:spLocks noChangeArrowheads="1"/>
          </p:cNvSpPr>
          <p:nvPr/>
        </p:nvSpPr>
        <p:spPr bwMode="auto">
          <a:xfrm rot="-5400000">
            <a:off x="5594350" y="4984750"/>
            <a:ext cx="406400" cy="1346200"/>
          </a:xfrm>
          <a:prstGeom prst="roundRect">
            <a:avLst>
              <a:gd name="adj" fmla="val 16667"/>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9749" name="AutoShape 52">
            <a:extLst>
              <a:ext uri="{FF2B5EF4-FFF2-40B4-BE49-F238E27FC236}">
                <a16:creationId xmlns:a16="http://schemas.microsoft.com/office/drawing/2014/main" id="{E2031A1F-6A96-298A-9F69-1D75AB46A416}"/>
              </a:ext>
            </a:extLst>
          </p:cNvPr>
          <p:cNvSpPr>
            <a:spLocks noChangeArrowheads="1"/>
          </p:cNvSpPr>
          <p:nvPr/>
        </p:nvSpPr>
        <p:spPr bwMode="auto">
          <a:xfrm rot="-5400000">
            <a:off x="6502400" y="4508500"/>
            <a:ext cx="406400" cy="1308100"/>
          </a:xfrm>
          <a:prstGeom prst="roundRect">
            <a:avLst>
              <a:gd name="adj" fmla="val 16667"/>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29750" name="Line 53">
            <a:extLst>
              <a:ext uri="{FF2B5EF4-FFF2-40B4-BE49-F238E27FC236}">
                <a16:creationId xmlns:a16="http://schemas.microsoft.com/office/drawing/2014/main" id="{46F60820-0B8E-A954-18C8-5DF6F31352B7}"/>
              </a:ext>
            </a:extLst>
          </p:cNvPr>
          <p:cNvSpPr>
            <a:spLocks noChangeShapeType="1"/>
          </p:cNvSpPr>
          <p:nvPr/>
        </p:nvSpPr>
        <p:spPr bwMode="auto">
          <a:xfrm>
            <a:off x="1841500" y="3352800"/>
            <a:ext cx="203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9751" name="Line 54">
            <a:extLst>
              <a:ext uri="{FF2B5EF4-FFF2-40B4-BE49-F238E27FC236}">
                <a16:creationId xmlns:a16="http://schemas.microsoft.com/office/drawing/2014/main" id="{0395A25F-567A-AB1F-281A-4016A762F8D6}"/>
              </a:ext>
            </a:extLst>
          </p:cNvPr>
          <p:cNvSpPr>
            <a:spLocks noChangeShapeType="1"/>
          </p:cNvSpPr>
          <p:nvPr/>
        </p:nvSpPr>
        <p:spPr bwMode="auto">
          <a:xfrm>
            <a:off x="2819400" y="3352800"/>
            <a:ext cx="203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9752" name="Line 55">
            <a:extLst>
              <a:ext uri="{FF2B5EF4-FFF2-40B4-BE49-F238E27FC236}">
                <a16:creationId xmlns:a16="http://schemas.microsoft.com/office/drawing/2014/main" id="{3F1274D2-4727-15C1-A3E8-7571E1229F9A}"/>
              </a:ext>
            </a:extLst>
          </p:cNvPr>
          <p:cNvSpPr>
            <a:spLocks noChangeShapeType="1"/>
          </p:cNvSpPr>
          <p:nvPr/>
        </p:nvSpPr>
        <p:spPr bwMode="auto">
          <a:xfrm>
            <a:off x="2286000" y="3733800"/>
            <a:ext cx="203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9753" name="Line 56">
            <a:extLst>
              <a:ext uri="{FF2B5EF4-FFF2-40B4-BE49-F238E27FC236}">
                <a16:creationId xmlns:a16="http://schemas.microsoft.com/office/drawing/2014/main" id="{7786E28B-2071-42BB-32F6-1630587BCC96}"/>
              </a:ext>
            </a:extLst>
          </p:cNvPr>
          <p:cNvSpPr>
            <a:spLocks noChangeShapeType="1"/>
          </p:cNvSpPr>
          <p:nvPr/>
        </p:nvSpPr>
        <p:spPr bwMode="auto">
          <a:xfrm>
            <a:off x="3683000" y="3733800"/>
            <a:ext cx="203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9754" name="Line 57">
            <a:extLst>
              <a:ext uri="{FF2B5EF4-FFF2-40B4-BE49-F238E27FC236}">
                <a16:creationId xmlns:a16="http://schemas.microsoft.com/office/drawing/2014/main" id="{69B37E75-91E7-2443-047F-D8E9DFE0F57B}"/>
              </a:ext>
            </a:extLst>
          </p:cNvPr>
          <p:cNvSpPr>
            <a:spLocks noChangeShapeType="1"/>
          </p:cNvSpPr>
          <p:nvPr/>
        </p:nvSpPr>
        <p:spPr bwMode="auto">
          <a:xfrm>
            <a:off x="3302000" y="3733800"/>
            <a:ext cx="203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3 Marcador de número de diapositiva">
            <a:extLst>
              <a:ext uri="{FF2B5EF4-FFF2-40B4-BE49-F238E27FC236}">
                <a16:creationId xmlns:a16="http://schemas.microsoft.com/office/drawing/2014/main" id="{6E304096-547D-CEBF-EDBE-ADC04152C42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6211A0A3-41DD-483D-955C-E04747EFF7FD}" type="slidenum">
              <a:rPr lang="en-US" altLang="es-ES" sz="1600" b="0" i="0" baseline="0"/>
              <a:pPr/>
              <a:t>26</a:t>
            </a:fld>
            <a:endParaRPr lang="en-US" altLang="es-ES" sz="1600" b="0" i="0" baseline="0"/>
          </a:p>
        </p:txBody>
      </p:sp>
      <p:pic>
        <p:nvPicPr>
          <p:cNvPr id="30723" name="Picture 2" descr="fig_9-07">
            <a:extLst>
              <a:ext uri="{FF2B5EF4-FFF2-40B4-BE49-F238E27FC236}">
                <a16:creationId xmlns:a16="http://schemas.microsoft.com/office/drawing/2014/main" id="{3C969015-4009-29AA-2A23-59211472E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00" y="1277938"/>
            <a:ext cx="7029450" cy="358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Rectangle 3">
            <a:extLst>
              <a:ext uri="{FF2B5EF4-FFF2-40B4-BE49-F238E27FC236}">
                <a16:creationId xmlns:a16="http://schemas.microsoft.com/office/drawing/2014/main" id="{DCCD98C7-45F4-F702-DDBA-3B28F1F612A5}"/>
              </a:ext>
            </a:extLst>
          </p:cNvPr>
          <p:cNvSpPr>
            <a:spLocks noGrp="1" noChangeArrowheads="1"/>
          </p:cNvSpPr>
          <p:nvPr>
            <p:ph type="title"/>
          </p:nvPr>
        </p:nvSpPr>
        <p:spPr>
          <a:xfrm>
            <a:off x="715963" y="0"/>
            <a:ext cx="8255000" cy="1020763"/>
          </a:xfrm>
        </p:spPr>
        <p:txBody>
          <a:bodyPr/>
          <a:lstStyle/>
          <a:p>
            <a:r>
              <a:rPr lang="en-US" altLang="es-ES"/>
              <a:t>Arithmetic Logic Unit (ALU) </a:t>
            </a:r>
            <a:r>
              <a:rPr lang="en-US" altLang="es-ES" b="0"/>
              <a:t>(continued) </a:t>
            </a:r>
          </a:p>
        </p:txBody>
      </p:sp>
      <p:sp>
        <p:nvSpPr>
          <p:cNvPr id="30725" name="Rectangle 4">
            <a:extLst>
              <a:ext uri="{FF2B5EF4-FFF2-40B4-BE49-F238E27FC236}">
                <a16:creationId xmlns:a16="http://schemas.microsoft.com/office/drawing/2014/main" id="{2D848E1A-B959-4F65-82AD-109B04B77099}"/>
              </a:ext>
            </a:extLst>
          </p:cNvPr>
          <p:cNvSpPr>
            <a:spLocks noGrp="1" noChangeArrowheads="1"/>
          </p:cNvSpPr>
          <p:nvPr>
            <p:ph type="body" idx="1"/>
          </p:nvPr>
        </p:nvSpPr>
        <p:spPr>
          <a:xfrm>
            <a:off x="452438" y="1314450"/>
            <a:ext cx="8293100" cy="5027613"/>
          </a:xfrm>
        </p:spPr>
        <p:txBody>
          <a:bodyPr/>
          <a:lstStyle/>
          <a:p>
            <a:endParaRPr lang="en-US" altLang="es-ES"/>
          </a:p>
          <a:p>
            <a:endParaRPr lang="en-US" altLang="es-ES"/>
          </a:p>
          <a:p>
            <a:endParaRPr lang="en-US" altLang="es-ES"/>
          </a:p>
          <a:p>
            <a:endParaRPr lang="en-US" altLang="es-ES"/>
          </a:p>
          <a:p>
            <a:endParaRPr lang="en-US" altLang="es-ES"/>
          </a:p>
          <a:p>
            <a:endParaRPr lang="en-US" altLang="es-ES"/>
          </a:p>
          <a:p>
            <a:r>
              <a:rPr lang="en-US" altLang="es-ES" sz="2000"/>
              <a:t>The next most significant select signals, S0 for the arithmetic circuit and S1 for the logic circuit, are wired together, completing the two select signals for the logic circuit.</a:t>
            </a:r>
          </a:p>
          <a:p>
            <a:r>
              <a:rPr lang="en-US" altLang="es-ES" sz="2000"/>
              <a:t>The remaining S2 completes the three select signals for the arithmetic circuit.</a:t>
            </a:r>
            <a:endParaRPr lang="en-US" altLang="es-ES" sz="2800"/>
          </a:p>
        </p:txBody>
      </p:sp>
      <p:sp>
        <p:nvSpPr>
          <p:cNvPr id="30726" name="Rectangle 5">
            <a:extLst>
              <a:ext uri="{FF2B5EF4-FFF2-40B4-BE49-F238E27FC236}">
                <a16:creationId xmlns:a16="http://schemas.microsoft.com/office/drawing/2014/main" id="{C18E4124-BA2B-FF88-D918-BC050B468B13}"/>
              </a:ext>
            </a:extLst>
          </p:cNvPr>
          <p:cNvSpPr>
            <a:spLocks noChangeArrowheads="1"/>
          </p:cNvSpPr>
          <p:nvPr/>
        </p:nvSpPr>
        <p:spPr bwMode="auto">
          <a:xfrm>
            <a:off x="5156200" y="2260600"/>
            <a:ext cx="190500" cy="190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0727" name="Rectangle 6">
            <a:extLst>
              <a:ext uri="{FF2B5EF4-FFF2-40B4-BE49-F238E27FC236}">
                <a16:creationId xmlns:a16="http://schemas.microsoft.com/office/drawing/2014/main" id="{25DF9899-DFC5-23EC-D870-E3EF989C60F6}"/>
              </a:ext>
            </a:extLst>
          </p:cNvPr>
          <p:cNvSpPr>
            <a:spLocks noChangeArrowheads="1"/>
          </p:cNvSpPr>
          <p:nvPr/>
        </p:nvSpPr>
        <p:spPr bwMode="auto">
          <a:xfrm>
            <a:off x="5245100" y="3784600"/>
            <a:ext cx="190500" cy="190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0728" name="Rectangle 7">
            <a:extLst>
              <a:ext uri="{FF2B5EF4-FFF2-40B4-BE49-F238E27FC236}">
                <a16:creationId xmlns:a16="http://schemas.microsoft.com/office/drawing/2014/main" id="{4A70203D-B8D7-9C33-E9A4-7DBEF373B813}"/>
              </a:ext>
            </a:extLst>
          </p:cNvPr>
          <p:cNvSpPr>
            <a:spLocks noChangeArrowheads="1"/>
          </p:cNvSpPr>
          <p:nvPr/>
        </p:nvSpPr>
        <p:spPr bwMode="auto">
          <a:xfrm>
            <a:off x="7391400" y="2514600"/>
            <a:ext cx="190500" cy="190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0729" name="Rectangle 8">
            <a:extLst>
              <a:ext uri="{FF2B5EF4-FFF2-40B4-BE49-F238E27FC236}">
                <a16:creationId xmlns:a16="http://schemas.microsoft.com/office/drawing/2014/main" id="{2EC3EE83-FECF-4659-8363-8DC01191F5B2}"/>
              </a:ext>
            </a:extLst>
          </p:cNvPr>
          <p:cNvSpPr>
            <a:spLocks noChangeArrowheads="1"/>
          </p:cNvSpPr>
          <p:nvPr/>
        </p:nvSpPr>
        <p:spPr bwMode="auto">
          <a:xfrm>
            <a:off x="1574800" y="1600200"/>
            <a:ext cx="342900" cy="2476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0730" name="Line 9">
            <a:extLst>
              <a:ext uri="{FF2B5EF4-FFF2-40B4-BE49-F238E27FC236}">
                <a16:creationId xmlns:a16="http://schemas.microsoft.com/office/drawing/2014/main" id="{5F5E9BE2-4FD2-96B6-9278-7E0E6239BE60}"/>
              </a:ext>
            </a:extLst>
          </p:cNvPr>
          <p:cNvSpPr>
            <a:spLocks noChangeShapeType="1"/>
          </p:cNvSpPr>
          <p:nvPr/>
        </p:nvSpPr>
        <p:spPr bwMode="auto">
          <a:xfrm flipV="1">
            <a:off x="1816100" y="1752600"/>
            <a:ext cx="0" cy="22987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s-ES"/>
          </a:p>
        </p:txBody>
      </p:sp>
      <p:sp>
        <p:nvSpPr>
          <p:cNvPr id="30731" name="Line 10">
            <a:extLst>
              <a:ext uri="{FF2B5EF4-FFF2-40B4-BE49-F238E27FC236}">
                <a16:creationId xmlns:a16="http://schemas.microsoft.com/office/drawing/2014/main" id="{80D39C71-C146-152A-5A9E-3744B58F7741}"/>
              </a:ext>
            </a:extLst>
          </p:cNvPr>
          <p:cNvSpPr>
            <a:spLocks noChangeShapeType="1"/>
          </p:cNvSpPr>
          <p:nvPr/>
        </p:nvSpPr>
        <p:spPr bwMode="auto">
          <a:xfrm flipH="1">
            <a:off x="1790700" y="1752600"/>
            <a:ext cx="177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s-E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3 Marcador de número de diapositiva">
            <a:extLst>
              <a:ext uri="{FF2B5EF4-FFF2-40B4-BE49-F238E27FC236}">
                <a16:creationId xmlns:a16="http://schemas.microsoft.com/office/drawing/2014/main" id="{D305C72D-7DB8-5B08-30A2-0ED4DFB1B60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8C9E815D-576F-4867-978C-40DB2A266CAD}" type="slidenum">
              <a:rPr lang="en-US" altLang="es-ES" sz="1600" b="0" i="0" baseline="0"/>
              <a:pPr/>
              <a:t>27</a:t>
            </a:fld>
            <a:endParaRPr lang="en-US" altLang="es-ES" sz="1600" b="0" i="0" baseline="0"/>
          </a:p>
        </p:txBody>
      </p:sp>
      <p:sp>
        <p:nvSpPr>
          <p:cNvPr id="31747" name="Rectangle 2">
            <a:extLst>
              <a:ext uri="{FF2B5EF4-FFF2-40B4-BE49-F238E27FC236}">
                <a16:creationId xmlns:a16="http://schemas.microsoft.com/office/drawing/2014/main" id="{917EE9B9-7F8B-5FC7-03FB-03DE1AB79C0A}"/>
              </a:ext>
            </a:extLst>
          </p:cNvPr>
          <p:cNvSpPr>
            <a:spLocks noGrp="1" noChangeArrowheads="1"/>
          </p:cNvSpPr>
          <p:nvPr>
            <p:ph type="body" idx="1"/>
          </p:nvPr>
        </p:nvSpPr>
        <p:spPr>
          <a:xfrm>
            <a:off x="719138" y="1200150"/>
            <a:ext cx="7772400" cy="5027613"/>
          </a:xfrm>
        </p:spPr>
        <p:txBody>
          <a:bodyPr/>
          <a:lstStyle/>
          <a:p>
            <a:r>
              <a:rPr lang="en-US" altLang="es-ES" sz="2800"/>
              <a:t>Direction: Left, Right</a:t>
            </a:r>
          </a:p>
          <a:p>
            <a:r>
              <a:rPr lang="en-US" altLang="es-ES" sz="2800"/>
              <a:t>Number of positions with examples: </a:t>
            </a:r>
          </a:p>
          <a:p>
            <a:pPr lvl="1"/>
            <a:r>
              <a:rPr lang="en-US" altLang="es-ES" sz="2400"/>
              <a:t>Single bit:</a:t>
            </a:r>
          </a:p>
          <a:p>
            <a:pPr lvl="2"/>
            <a:r>
              <a:rPr lang="en-US" altLang="es-ES" sz="2000"/>
              <a:t>1 position</a:t>
            </a:r>
          </a:p>
          <a:p>
            <a:pPr lvl="2"/>
            <a:r>
              <a:rPr lang="en-US" altLang="es-ES" sz="2000"/>
              <a:t>0 and 1 positions</a:t>
            </a:r>
          </a:p>
          <a:p>
            <a:pPr lvl="1"/>
            <a:r>
              <a:rPr lang="en-US" altLang="es-ES" sz="2400"/>
              <a:t>Multiple bit: </a:t>
            </a:r>
          </a:p>
          <a:p>
            <a:pPr lvl="2"/>
            <a:r>
              <a:rPr lang="en-US" altLang="es-ES" sz="2000"/>
              <a:t>1 to n – 1 positions</a:t>
            </a:r>
          </a:p>
          <a:p>
            <a:pPr lvl="2"/>
            <a:r>
              <a:rPr lang="en-US" altLang="es-ES" sz="2000"/>
              <a:t>0 to n – 1 positions</a:t>
            </a:r>
          </a:p>
          <a:p>
            <a:r>
              <a:rPr lang="en-US" altLang="es-ES" sz="2800"/>
              <a:t>Filling of vacant positions</a:t>
            </a:r>
          </a:p>
          <a:p>
            <a:pPr lvl="1"/>
            <a:r>
              <a:rPr lang="en-US" altLang="es-ES" sz="2400"/>
              <a:t>Many options depending on instruction set</a:t>
            </a:r>
          </a:p>
          <a:p>
            <a:pPr lvl="1"/>
            <a:r>
              <a:rPr lang="en-US" altLang="es-ES" sz="2400"/>
              <a:t>Here, will provide input lines or zero fill</a:t>
            </a:r>
            <a:endParaRPr lang="en-US" altLang="es-ES"/>
          </a:p>
        </p:txBody>
      </p:sp>
      <p:sp>
        <p:nvSpPr>
          <p:cNvPr id="31748" name="Rectangle 3">
            <a:extLst>
              <a:ext uri="{FF2B5EF4-FFF2-40B4-BE49-F238E27FC236}">
                <a16:creationId xmlns:a16="http://schemas.microsoft.com/office/drawing/2014/main" id="{9390A020-78A9-8041-94C4-F97C69F05583}"/>
              </a:ext>
            </a:extLst>
          </p:cNvPr>
          <p:cNvSpPr>
            <a:spLocks noGrp="1" noChangeArrowheads="1"/>
          </p:cNvSpPr>
          <p:nvPr>
            <p:ph type="title"/>
          </p:nvPr>
        </p:nvSpPr>
        <p:spPr>
          <a:noFill/>
        </p:spPr>
        <p:txBody>
          <a:bodyPr/>
          <a:lstStyle/>
          <a:p>
            <a:r>
              <a:rPr lang="en-US" altLang="es-ES"/>
              <a:t>Combinational Shifter Parameters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3 Marcador de número de diapositiva">
            <a:extLst>
              <a:ext uri="{FF2B5EF4-FFF2-40B4-BE49-F238E27FC236}">
                <a16:creationId xmlns:a16="http://schemas.microsoft.com/office/drawing/2014/main" id="{07469670-07E6-3193-7DEC-ECAF942CB45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360BD473-A3FD-4BA5-AC21-8676FD717CCD}" type="slidenum">
              <a:rPr lang="en-US" altLang="es-ES" sz="1600" b="0" i="0" baseline="0"/>
              <a:pPr/>
              <a:t>28</a:t>
            </a:fld>
            <a:endParaRPr lang="en-US" altLang="es-ES" sz="1600" b="0" i="0" baseline="0"/>
          </a:p>
        </p:txBody>
      </p:sp>
      <p:sp>
        <p:nvSpPr>
          <p:cNvPr id="32771" name="Rectangle 2">
            <a:extLst>
              <a:ext uri="{FF2B5EF4-FFF2-40B4-BE49-F238E27FC236}">
                <a16:creationId xmlns:a16="http://schemas.microsoft.com/office/drawing/2014/main" id="{D58DAF5E-5419-B4D0-D4EA-DAEA809329E5}"/>
              </a:ext>
            </a:extLst>
          </p:cNvPr>
          <p:cNvSpPr>
            <a:spLocks noGrp="1" noChangeArrowheads="1"/>
          </p:cNvSpPr>
          <p:nvPr>
            <p:ph type="title"/>
          </p:nvPr>
        </p:nvSpPr>
        <p:spPr/>
        <p:txBody>
          <a:bodyPr/>
          <a:lstStyle/>
          <a:p>
            <a:r>
              <a:rPr lang="en-US" altLang="es-ES"/>
              <a:t>4-Bit Basic Left/Right Shifter</a:t>
            </a:r>
          </a:p>
        </p:txBody>
      </p:sp>
      <p:sp>
        <p:nvSpPr>
          <p:cNvPr id="32772" name="Rectangle 3">
            <a:extLst>
              <a:ext uri="{FF2B5EF4-FFF2-40B4-BE49-F238E27FC236}">
                <a16:creationId xmlns:a16="http://schemas.microsoft.com/office/drawing/2014/main" id="{FD4DCEDD-E01B-596D-B52D-664550FEBFE7}"/>
              </a:ext>
            </a:extLst>
          </p:cNvPr>
          <p:cNvSpPr>
            <a:spLocks noGrp="1" noChangeArrowheads="1"/>
          </p:cNvSpPr>
          <p:nvPr>
            <p:ph type="body" idx="1"/>
          </p:nvPr>
        </p:nvSpPr>
        <p:spPr>
          <a:xfrm>
            <a:off x="630238" y="1270000"/>
            <a:ext cx="4572000" cy="5027613"/>
          </a:xfrm>
        </p:spPr>
        <p:txBody>
          <a:bodyPr/>
          <a:lstStyle/>
          <a:p>
            <a:endParaRPr lang="en-US" altLang="es-ES" sz="3600"/>
          </a:p>
          <a:p>
            <a:endParaRPr lang="en-US" altLang="es-ES" sz="3600"/>
          </a:p>
          <a:p>
            <a:endParaRPr lang="en-US" altLang="es-ES"/>
          </a:p>
          <a:p>
            <a:endParaRPr lang="en-US" altLang="es-ES" sz="3600"/>
          </a:p>
          <a:p>
            <a:endParaRPr lang="en-US" altLang="es-ES"/>
          </a:p>
          <a:p>
            <a:r>
              <a:rPr lang="en-US" altLang="es-ES" sz="2000"/>
              <a:t>Serial Inputs:</a:t>
            </a:r>
          </a:p>
          <a:p>
            <a:pPr lvl="1"/>
            <a:r>
              <a:rPr lang="en-US" altLang="es-ES" sz="1800"/>
              <a:t>I</a:t>
            </a:r>
            <a:r>
              <a:rPr lang="en-US" altLang="es-ES" sz="1800" baseline="-25000"/>
              <a:t>R</a:t>
            </a:r>
            <a:r>
              <a:rPr lang="en-US" altLang="es-ES" sz="1800"/>
              <a:t> for right shift</a:t>
            </a:r>
          </a:p>
          <a:p>
            <a:pPr lvl="1"/>
            <a:r>
              <a:rPr lang="en-US" altLang="es-ES" sz="1800"/>
              <a:t>I</a:t>
            </a:r>
            <a:r>
              <a:rPr lang="en-US" altLang="es-ES" sz="1800" baseline="-25000"/>
              <a:t>L</a:t>
            </a:r>
            <a:r>
              <a:rPr lang="en-US" altLang="es-ES" sz="1800"/>
              <a:t> for left shift</a:t>
            </a:r>
          </a:p>
          <a:p>
            <a:r>
              <a:rPr lang="en-US" altLang="es-ES" sz="2000"/>
              <a:t>Serial Outputs </a:t>
            </a:r>
          </a:p>
          <a:p>
            <a:pPr lvl="1"/>
            <a:r>
              <a:rPr lang="en-US" altLang="es-ES" sz="1800"/>
              <a:t>R for right shift (Same as MSB input)</a:t>
            </a:r>
          </a:p>
          <a:p>
            <a:pPr lvl="1"/>
            <a:r>
              <a:rPr lang="en-US" altLang="es-ES" sz="1800"/>
              <a:t>L for left shift (Same as LSB input)</a:t>
            </a:r>
          </a:p>
        </p:txBody>
      </p:sp>
      <p:sp>
        <p:nvSpPr>
          <p:cNvPr id="32773" name="Rectangle 4">
            <a:extLst>
              <a:ext uri="{FF2B5EF4-FFF2-40B4-BE49-F238E27FC236}">
                <a16:creationId xmlns:a16="http://schemas.microsoft.com/office/drawing/2014/main" id="{D606F638-EDD4-4B95-A8A6-98B97DC403B0}"/>
              </a:ext>
            </a:extLst>
          </p:cNvPr>
          <p:cNvSpPr>
            <a:spLocks noChangeArrowheads="1"/>
          </p:cNvSpPr>
          <p:nvPr/>
        </p:nvSpPr>
        <p:spPr bwMode="auto">
          <a:xfrm>
            <a:off x="4694238" y="1333500"/>
            <a:ext cx="4038600"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pPr>
              <a:spcBef>
                <a:spcPct val="20000"/>
              </a:spcBef>
              <a:buClr>
                <a:srgbClr val="009999"/>
              </a:buClr>
              <a:buFont typeface="Wingdings" panose="05000000000000000000" pitchFamily="2" charset="2"/>
              <a:buChar char="§"/>
            </a:pPr>
            <a:endParaRPr lang="en-US" altLang="es-ES" sz="3600" i="0" baseline="0"/>
          </a:p>
          <a:p>
            <a:pPr>
              <a:spcBef>
                <a:spcPct val="20000"/>
              </a:spcBef>
              <a:buClr>
                <a:srgbClr val="009999"/>
              </a:buClr>
              <a:buFont typeface="Wingdings" panose="05000000000000000000" pitchFamily="2" charset="2"/>
              <a:buChar char="§"/>
            </a:pPr>
            <a:endParaRPr lang="en-US" altLang="es-ES" sz="3600" i="0" baseline="0"/>
          </a:p>
          <a:p>
            <a:pPr>
              <a:spcBef>
                <a:spcPct val="20000"/>
              </a:spcBef>
              <a:buClr>
                <a:srgbClr val="009999"/>
              </a:buClr>
              <a:buFont typeface="Wingdings" panose="05000000000000000000" pitchFamily="2" charset="2"/>
              <a:buChar char="§"/>
            </a:pPr>
            <a:endParaRPr lang="en-US" altLang="es-ES" sz="3200" i="0" baseline="0"/>
          </a:p>
          <a:p>
            <a:pPr>
              <a:spcBef>
                <a:spcPct val="20000"/>
              </a:spcBef>
              <a:buClr>
                <a:srgbClr val="009999"/>
              </a:buClr>
              <a:buFont typeface="Wingdings" panose="05000000000000000000" pitchFamily="2" charset="2"/>
              <a:buChar char="§"/>
            </a:pPr>
            <a:endParaRPr lang="en-US" altLang="es-ES" sz="3600" i="0" baseline="0"/>
          </a:p>
          <a:p>
            <a:pPr>
              <a:spcBef>
                <a:spcPct val="20000"/>
              </a:spcBef>
              <a:buClr>
                <a:srgbClr val="009999"/>
              </a:buClr>
              <a:buFont typeface="Wingdings" panose="05000000000000000000" pitchFamily="2" charset="2"/>
              <a:buChar char="§"/>
            </a:pPr>
            <a:endParaRPr lang="en-US" altLang="es-ES" sz="3200" i="0" baseline="0"/>
          </a:p>
          <a:p>
            <a:pPr>
              <a:spcBef>
                <a:spcPct val="20000"/>
              </a:spcBef>
              <a:buClr>
                <a:srgbClr val="009999"/>
              </a:buClr>
              <a:buFont typeface="Wingdings" panose="05000000000000000000" pitchFamily="2" charset="2"/>
              <a:buChar char="§"/>
            </a:pPr>
            <a:r>
              <a:rPr lang="en-US" altLang="es-ES" sz="2000" i="0" baseline="0"/>
              <a:t>Shift Functions:</a:t>
            </a:r>
            <a:br>
              <a:rPr lang="en-US" altLang="es-ES" sz="2000" i="0" baseline="0"/>
            </a:br>
            <a:r>
              <a:rPr lang="en-US" altLang="es-ES" sz="2000" i="0" baseline="0"/>
              <a:t>(S</a:t>
            </a:r>
            <a:r>
              <a:rPr lang="en-US" altLang="es-ES" sz="2000" i="0"/>
              <a:t>1</a:t>
            </a:r>
            <a:r>
              <a:rPr lang="en-US" altLang="es-ES" sz="2000" i="0" baseline="0"/>
              <a:t>, S</a:t>
            </a:r>
            <a:r>
              <a:rPr lang="en-US" altLang="es-ES" sz="2000" i="0"/>
              <a:t>0</a:t>
            </a:r>
            <a:r>
              <a:rPr lang="en-US" altLang="es-ES" sz="2000" i="0" baseline="0"/>
              <a:t>) = 00  Pass B unchanged</a:t>
            </a:r>
            <a:br>
              <a:rPr lang="en-US" altLang="es-ES" sz="2000" i="0" baseline="0"/>
            </a:br>
            <a:r>
              <a:rPr lang="en-US" altLang="es-ES" sz="2000" i="0" baseline="0"/>
              <a:t>                 01  Right shift</a:t>
            </a:r>
            <a:br>
              <a:rPr lang="en-US" altLang="es-ES" sz="2000" i="0" baseline="0"/>
            </a:br>
            <a:r>
              <a:rPr lang="en-US" altLang="es-ES" sz="2000" i="0" baseline="0"/>
              <a:t>                 10  Left shift</a:t>
            </a:r>
            <a:br>
              <a:rPr lang="en-US" altLang="es-ES" sz="2000" i="0" baseline="0"/>
            </a:br>
            <a:r>
              <a:rPr lang="en-US" altLang="es-ES" sz="2000" i="0" baseline="0"/>
              <a:t>                 11  Unused</a:t>
            </a:r>
          </a:p>
        </p:txBody>
      </p:sp>
      <p:grpSp>
        <p:nvGrpSpPr>
          <p:cNvPr id="32774" name="Group 5">
            <a:extLst>
              <a:ext uri="{FF2B5EF4-FFF2-40B4-BE49-F238E27FC236}">
                <a16:creationId xmlns:a16="http://schemas.microsoft.com/office/drawing/2014/main" id="{009C02D7-3773-4115-86C2-559EE68D6258}"/>
              </a:ext>
            </a:extLst>
          </p:cNvPr>
          <p:cNvGrpSpPr>
            <a:grpSpLocks/>
          </p:cNvGrpSpPr>
          <p:nvPr/>
        </p:nvGrpSpPr>
        <p:grpSpPr bwMode="auto">
          <a:xfrm>
            <a:off x="981075" y="1184275"/>
            <a:ext cx="6961188" cy="3333750"/>
            <a:chOff x="618" y="746"/>
            <a:chExt cx="4385" cy="2100"/>
          </a:xfrm>
        </p:grpSpPr>
        <p:sp>
          <p:nvSpPr>
            <p:cNvPr id="32775" name="Freeform 6">
              <a:extLst>
                <a:ext uri="{FF2B5EF4-FFF2-40B4-BE49-F238E27FC236}">
                  <a16:creationId xmlns:a16="http://schemas.microsoft.com/office/drawing/2014/main" id="{CC202C2A-743F-A88B-05A2-20C01F782007}"/>
                </a:ext>
              </a:extLst>
            </p:cNvPr>
            <p:cNvSpPr>
              <a:spLocks/>
            </p:cNvSpPr>
            <p:nvPr/>
          </p:nvSpPr>
          <p:spPr bwMode="auto">
            <a:xfrm>
              <a:off x="992" y="2058"/>
              <a:ext cx="71" cy="512"/>
            </a:xfrm>
            <a:custGeom>
              <a:avLst/>
              <a:gdLst>
                <a:gd name="T0" fmla="*/ 71 w 71"/>
                <a:gd name="T1" fmla="*/ 0 h 512"/>
                <a:gd name="T2" fmla="*/ 0 w 71"/>
                <a:gd name="T3" fmla="*/ 0 h 512"/>
                <a:gd name="T4" fmla="*/ 0 w 71"/>
                <a:gd name="T5" fmla="*/ 512 h 512"/>
                <a:gd name="T6" fmla="*/ 0 60000 65536"/>
                <a:gd name="T7" fmla="*/ 0 60000 65536"/>
                <a:gd name="T8" fmla="*/ 0 60000 65536"/>
                <a:gd name="T9" fmla="*/ 0 w 71"/>
                <a:gd name="T10" fmla="*/ 0 h 512"/>
                <a:gd name="T11" fmla="*/ 71 w 71"/>
                <a:gd name="T12" fmla="*/ 512 h 512"/>
              </a:gdLst>
              <a:ahLst/>
              <a:cxnLst>
                <a:cxn ang="T6">
                  <a:pos x="T0" y="T1"/>
                </a:cxn>
                <a:cxn ang="T7">
                  <a:pos x="T2" y="T3"/>
                </a:cxn>
                <a:cxn ang="T8">
                  <a:pos x="T4" y="T5"/>
                </a:cxn>
              </a:cxnLst>
              <a:rect l="T9" t="T10" r="T11" b="T12"/>
              <a:pathLst>
                <a:path w="71" h="512">
                  <a:moveTo>
                    <a:pt x="71" y="0"/>
                  </a:moveTo>
                  <a:lnTo>
                    <a:pt x="0" y="0"/>
                  </a:lnTo>
                  <a:lnTo>
                    <a:pt x="0" y="512"/>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776" name="Freeform 7">
              <a:extLst>
                <a:ext uri="{FF2B5EF4-FFF2-40B4-BE49-F238E27FC236}">
                  <a16:creationId xmlns:a16="http://schemas.microsoft.com/office/drawing/2014/main" id="{1E3C3518-A48C-4962-7E38-27442841F6B3}"/>
                </a:ext>
              </a:extLst>
            </p:cNvPr>
            <p:cNvSpPr>
              <a:spLocks/>
            </p:cNvSpPr>
            <p:nvPr/>
          </p:nvSpPr>
          <p:spPr bwMode="auto">
            <a:xfrm>
              <a:off x="1915" y="2058"/>
              <a:ext cx="170" cy="512"/>
            </a:xfrm>
            <a:custGeom>
              <a:avLst/>
              <a:gdLst>
                <a:gd name="T0" fmla="*/ 170 w 170"/>
                <a:gd name="T1" fmla="*/ 0 h 512"/>
                <a:gd name="T2" fmla="*/ 0 w 170"/>
                <a:gd name="T3" fmla="*/ 0 h 512"/>
                <a:gd name="T4" fmla="*/ 0 w 170"/>
                <a:gd name="T5" fmla="*/ 512 h 512"/>
                <a:gd name="T6" fmla="*/ 0 60000 65536"/>
                <a:gd name="T7" fmla="*/ 0 60000 65536"/>
                <a:gd name="T8" fmla="*/ 0 60000 65536"/>
                <a:gd name="T9" fmla="*/ 0 w 170"/>
                <a:gd name="T10" fmla="*/ 0 h 512"/>
                <a:gd name="T11" fmla="*/ 170 w 170"/>
                <a:gd name="T12" fmla="*/ 512 h 512"/>
              </a:gdLst>
              <a:ahLst/>
              <a:cxnLst>
                <a:cxn ang="T6">
                  <a:pos x="T0" y="T1"/>
                </a:cxn>
                <a:cxn ang="T7">
                  <a:pos x="T2" y="T3"/>
                </a:cxn>
                <a:cxn ang="T8">
                  <a:pos x="T4" y="T5"/>
                </a:cxn>
              </a:cxnLst>
              <a:rect l="T9" t="T10" r="T11" b="T12"/>
              <a:pathLst>
                <a:path w="170" h="512">
                  <a:moveTo>
                    <a:pt x="170" y="0"/>
                  </a:moveTo>
                  <a:lnTo>
                    <a:pt x="0" y="0"/>
                  </a:lnTo>
                  <a:lnTo>
                    <a:pt x="0" y="512"/>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777" name="Freeform 8">
              <a:extLst>
                <a:ext uri="{FF2B5EF4-FFF2-40B4-BE49-F238E27FC236}">
                  <a16:creationId xmlns:a16="http://schemas.microsoft.com/office/drawing/2014/main" id="{B08F11DD-6F06-E552-EED1-314DDF564537}"/>
                </a:ext>
              </a:extLst>
            </p:cNvPr>
            <p:cNvSpPr>
              <a:spLocks/>
            </p:cNvSpPr>
            <p:nvPr/>
          </p:nvSpPr>
          <p:spPr bwMode="auto">
            <a:xfrm>
              <a:off x="2938" y="2058"/>
              <a:ext cx="171" cy="512"/>
            </a:xfrm>
            <a:custGeom>
              <a:avLst/>
              <a:gdLst>
                <a:gd name="T0" fmla="*/ 171 w 171"/>
                <a:gd name="T1" fmla="*/ 0 h 512"/>
                <a:gd name="T2" fmla="*/ 0 w 171"/>
                <a:gd name="T3" fmla="*/ 0 h 512"/>
                <a:gd name="T4" fmla="*/ 0 w 171"/>
                <a:gd name="T5" fmla="*/ 512 h 512"/>
                <a:gd name="T6" fmla="*/ 0 60000 65536"/>
                <a:gd name="T7" fmla="*/ 0 60000 65536"/>
                <a:gd name="T8" fmla="*/ 0 60000 65536"/>
                <a:gd name="T9" fmla="*/ 0 w 171"/>
                <a:gd name="T10" fmla="*/ 0 h 512"/>
                <a:gd name="T11" fmla="*/ 171 w 171"/>
                <a:gd name="T12" fmla="*/ 512 h 512"/>
              </a:gdLst>
              <a:ahLst/>
              <a:cxnLst>
                <a:cxn ang="T6">
                  <a:pos x="T0" y="T1"/>
                </a:cxn>
                <a:cxn ang="T7">
                  <a:pos x="T2" y="T3"/>
                </a:cxn>
                <a:cxn ang="T8">
                  <a:pos x="T4" y="T5"/>
                </a:cxn>
              </a:cxnLst>
              <a:rect l="T9" t="T10" r="T11" b="T12"/>
              <a:pathLst>
                <a:path w="171" h="512">
                  <a:moveTo>
                    <a:pt x="171" y="0"/>
                  </a:moveTo>
                  <a:lnTo>
                    <a:pt x="0" y="0"/>
                  </a:lnTo>
                  <a:lnTo>
                    <a:pt x="0" y="512"/>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778" name="Freeform 9">
              <a:extLst>
                <a:ext uri="{FF2B5EF4-FFF2-40B4-BE49-F238E27FC236}">
                  <a16:creationId xmlns:a16="http://schemas.microsoft.com/office/drawing/2014/main" id="{C37D30F8-F08C-29C8-650B-B894C850EA4A}"/>
                </a:ext>
              </a:extLst>
            </p:cNvPr>
            <p:cNvSpPr>
              <a:spLocks/>
            </p:cNvSpPr>
            <p:nvPr/>
          </p:nvSpPr>
          <p:spPr bwMode="auto">
            <a:xfrm>
              <a:off x="749" y="2058"/>
              <a:ext cx="3384" cy="512"/>
            </a:xfrm>
            <a:custGeom>
              <a:avLst/>
              <a:gdLst>
                <a:gd name="T0" fmla="*/ 3384 w 3384"/>
                <a:gd name="T1" fmla="*/ 0 h 512"/>
                <a:gd name="T2" fmla="*/ 3213 w 3384"/>
                <a:gd name="T3" fmla="*/ 0 h 512"/>
                <a:gd name="T4" fmla="*/ 3213 w 3384"/>
                <a:gd name="T5" fmla="*/ 512 h 512"/>
                <a:gd name="T6" fmla="*/ 0 w 3384"/>
                <a:gd name="T7" fmla="*/ 512 h 512"/>
                <a:gd name="T8" fmla="*/ 0 60000 65536"/>
                <a:gd name="T9" fmla="*/ 0 60000 65536"/>
                <a:gd name="T10" fmla="*/ 0 60000 65536"/>
                <a:gd name="T11" fmla="*/ 0 60000 65536"/>
                <a:gd name="T12" fmla="*/ 0 w 3384"/>
                <a:gd name="T13" fmla="*/ 0 h 512"/>
                <a:gd name="T14" fmla="*/ 3384 w 3384"/>
                <a:gd name="T15" fmla="*/ 512 h 512"/>
              </a:gdLst>
              <a:ahLst/>
              <a:cxnLst>
                <a:cxn ang="T8">
                  <a:pos x="T0" y="T1"/>
                </a:cxn>
                <a:cxn ang="T9">
                  <a:pos x="T2" y="T3"/>
                </a:cxn>
                <a:cxn ang="T10">
                  <a:pos x="T4" y="T5"/>
                </a:cxn>
                <a:cxn ang="T11">
                  <a:pos x="T6" y="T7"/>
                </a:cxn>
              </a:cxnLst>
              <a:rect l="T12" t="T13" r="T14" b="T15"/>
              <a:pathLst>
                <a:path w="3384" h="512">
                  <a:moveTo>
                    <a:pt x="3384" y="0"/>
                  </a:moveTo>
                  <a:lnTo>
                    <a:pt x="3213" y="0"/>
                  </a:lnTo>
                  <a:lnTo>
                    <a:pt x="3213" y="512"/>
                  </a:lnTo>
                  <a:lnTo>
                    <a:pt x="0" y="512"/>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779" name="Line 10">
              <a:extLst>
                <a:ext uri="{FF2B5EF4-FFF2-40B4-BE49-F238E27FC236}">
                  <a16:creationId xmlns:a16="http://schemas.microsoft.com/office/drawing/2014/main" id="{585E7932-0428-BD67-176C-9E9430C65D41}"/>
                </a:ext>
              </a:extLst>
            </p:cNvPr>
            <p:cNvSpPr>
              <a:spLocks noChangeShapeType="1"/>
            </p:cNvSpPr>
            <p:nvPr/>
          </p:nvSpPr>
          <p:spPr bwMode="auto">
            <a:xfrm>
              <a:off x="1328" y="2235"/>
              <a:ext cx="1" cy="47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780" name="Line 11">
              <a:extLst>
                <a:ext uri="{FF2B5EF4-FFF2-40B4-BE49-F238E27FC236}">
                  <a16:creationId xmlns:a16="http://schemas.microsoft.com/office/drawing/2014/main" id="{D3DC3806-074F-5C9D-E44D-20FD1AE66905}"/>
                </a:ext>
              </a:extLst>
            </p:cNvPr>
            <p:cNvSpPr>
              <a:spLocks noChangeShapeType="1"/>
            </p:cNvSpPr>
            <p:nvPr/>
          </p:nvSpPr>
          <p:spPr bwMode="auto">
            <a:xfrm>
              <a:off x="2357" y="2235"/>
              <a:ext cx="1" cy="47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781" name="Line 12">
              <a:extLst>
                <a:ext uri="{FF2B5EF4-FFF2-40B4-BE49-F238E27FC236}">
                  <a16:creationId xmlns:a16="http://schemas.microsoft.com/office/drawing/2014/main" id="{818F8027-FFD3-C450-F584-7D902E4FB981}"/>
                </a:ext>
              </a:extLst>
            </p:cNvPr>
            <p:cNvSpPr>
              <a:spLocks noChangeShapeType="1"/>
            </p:cNvSpPr>
            <p:nvPr/>
          </p:nvSpPr>
          <p:spPr bwMode="auto">
            <a:xfrm>
              <a:off x="3387" y="2235"/>
              <a:ext cx="1" cy="47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782" name="Line 13">
              <a:extLst>
                <a:ext uri="{FF2B5EF4-FFF2-40B4-BE49-F238E27FC236}">
                  <a16:creationId xmlns:a16="http://schemas.microsoft.com/office/drawing/2014/main" id="{D570E6EA-0494-05AE-B034-C3D858190EA0}"/>
                </a:ext>
              </a:extLst>
            </p:cNvPr>
            <p:cNvSpPr>
              <a:spLocks noChangeShapeType="1"/>
            </p:cNvSpPr>
            <p:nvPr/>
          </p:nvSpPr>
          <p:spPr bwMode="auto">
            <a:xfrm>
              <a:off x="4417" y="2243"/>
              <a:ext cx="1" cy="46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783" name="Freeform 14">
              <a:extLst>
                <a:ext uri="{FF2B5EF4-FFF2-40B4-BE49-F238E27FC236}">
                  <a16:creationId xmlns:a16="http://schemas.microsoft.com/office/drawing/2014/main" id="{5B82C5C7-8548-445E-37BD-B3179A765CCA}"/>
                </a:ext>
              </a:extLst>
            </p:cNvPr>
            <p:cNvSpPr>
              <a:spLocks/>
            </p:cNvSpPr>
            <p:nvPr/>
          </p:nvSpPr>
          <p:spPr bwMode="auto">
            <a:xfrm>
              <a:off x="736" y="1720"/>
              <a:ext cx="622" cy="172"/>
            </a:xfrm>
            <a:custGeom>
              <a:avLst/>
              <a:gdLst>
                <a:gd name="T0" fmla="*/ 0 w 622"/>
                <a:gd name="T1" fmla="*/ 0 h 172"/>
                <a:gd name="T2" fmla="*/ 622 w 622"/>
                <a:gd name="T3" fmla="*/ 2 h 172"/>
                <a:gd name="T4" fmla="*/ 622 w 622"/>
                <a:gd name="T5" fmla="*/ 172 h 172"/>
                <a:gd name="T6" fmla="*/ 0 60000 65536"/>
                <a:gd name="T7" fmla="*/ 0 60000 65536"/>
                <a:gd name="T8" fmla="*/ 0 60000 65536"/>
                <a:gd name="T9" fmla="*/ 0 w 622"/>
                <a:gd name="T10" fmla="*/ 0 h 172"/>
                <a:gd name="T11" fmla="*/ 622 w 622"/>
                <a:gd name="T12" fmla="*/ 172 h 172"/>
              </a:gdLst>
              <a:ahLst/>
              <a:cxnLst>
                <a:cxn ang="T6">
                  <a:pos x="T0" y="T1"/>
                </a:cxn>
                <a:cxn ang="T7">
                  <a:pos x="T2" y="T3"/>
                </a:cxn>
                <a:cxn ang="T8">
                  <a:pos x="T4" y="T5"/>
                </a:cxn>
              </a:cxnLst>
              <a:rect l="T9" t="T10" r="T11" b="T12"/>
              <a:pathLst>
                <a:path w="622" h="172">
                  <a:moveTo>
                    <a:pt x="0" y="0"/>
                  </a:moveTo>
                  <a:lnTo>
                    <a:pt x="622" y="2"/>
                  </a:lnTo>
                  <a:lnTo>
                    <a:pt x="622" y="172"/>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784" name="Freeform 15">
              <a:extLst>
                <a:ext uri="{FF2B5EF4-FFF2-40B4-BE49-F238E27FC236}">
                  <a16:creationId xmlns:a16="http://schemas.microsoft.com/office/drawing/2014/main" id="{D4D09529-5836-9061-BF0F-8207FA81FAD9}"/>
                </a:ext>
              </a:extLst>
            </p:cNvPr>
            <p:cNvSpPr>
              <a:spLocks/>
            </p:cNvSpPr>
            <p:nvPr/>
          </p:nvSpPr>
          <p:spPr bwMode="auto">
            <a:xfrm>
              <a:off x="1055" y="1055"/>
              <a:ext cx="1347" cy="842"/>
            </a:xfrm>
            <a:custGeom>
              <a:avLst/>
              <a:gdLst>
                <a:gd name="T0" fmla="*/ 0 w 1347"/>
                <a:gd name="T1" fmla="*/ 0 h 842"/>
                <a:gd name="T2" fmla="*/ 1347 w 1347"/>
                <a:gd name="T3" fmla="*/ 0 h 842"/>
                <a:gd name="T4" fmla="*/ 1347 w 1347"/>
                <a:gd name="T5" fmla="*/ 842 h 842"/>
                <a:gd name="T6" fmla="*/ 0 60000 65536"/>
                <a:gd name="T7" fmla="*/ 0 60000 65536"/>
                <a:gd name="T8" fmla="*/ 0 60000 65536"/>
                <a:gd name="T9" fmla="*/ 0 w 1347"/>
                <a:gd name="T10" fmla="*/ 0 h 842"/>
                <a:gd name="T11" fmla="*/ 1347 w 1347"/>
                <a:gd name="T12" fmla="*/ 842 h 842"/>
              </a:gdLst>
              <a:ahLst/>
              <a:cxnLst>
                <a:cxn ang="T6">
                  <a:pos x="T0" y="T1"/>
                </a:cxn>
                <a:cxn ang="T7">
                  <a:pos x="T2" y="T3"/>
                </a:cxn>
                <a:cxn ang="T8">
                  <a:pos x="T4" y="T5"/>
                </a:cxn>
              </a:cxnLst>
              <a:rect l="T9" t="T10" r="T11" b="T12"/>
              <a:pathLst>
                <a:path w="1347" h="842">
                  <a:moveTo>
                    <a:pt x="0" y="0"/>
                  </a:moveTo>
                  <a:lnTo>
                    <a:pt x="1347" y="0"/>
                  </a:lnTo>
                  <a:lnTo>
                    <a:pt x="1347" y="842"/>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785" name="Freeform 16">
              <a:extLst>
                <a:ext uri="{FF2B5EF4-FFF2-40B4-BE49-F238E27FC236}">
                  <a16:creationId xmlns:a16="http://schemas.microsoft.com/office/drawing/2014/main" id="{633F52AF-5B59-723B-7985-011810C8192F}"/>
                </a:ext>
              </a:extLst>
            </p:cNvPr>
            <p:cNvSpPr>
              <a:spLocks/>
            </p:cNvSpPr>
            <p:nvPr/>
          </p:nvSpPr>
          <p:spPr bwMode="auto">
            <a:xfrm>
              <a:off x="3582" y="1579"/>
              <a:ext cx="939" cy="316"/>
            </a:xfrm>
            <a:custGeom>
              <a:avLst/>
              <a:gdLst>
                <a:gd name="T0" fmla="*/ 0 w 939"/>
                <a:gd name="T1" fmla="*/ 316 h 316"/>
                <a:gd name="T2" fmla="*/ 0 w 939"/>
                <a:gd name="T3" fmla="*/ 0 h 316"/>
                <a:gd name="T4" fmla="*/ 939 w 939"/>
                <a:gd name="T5" fmla="*/ 0 h 316"/>
                <a:gd name="T6" fmla="*/ 0 60000 65536"/>
                <a:gd name="T7" fmla="*/ 0 60000 65536"/>
                <a:gd name="T8" fmla="*/ 0 60000 65536"/>
                <a:gd name="T9" fmla="*/ 0 w 939"/>
                <a:gd name="T10" fmla="*/ 0 h 316"/>
                <a:gd name="T11" fmla="*/ 939 w 939"/>
                <a:gd name="T12" fmla="*/ 316 h 316"/>
              </a:gdLst>
              <a:ahLst/>
              <a:cxnLst>
                <a:cxn ang="T6">
                  <a:pos x="T0" y="T1"/>
                </a:cxn>
                <a:cxn ang="T7">
                  <a:pos x="T2" y="T3"/>
                </a:cxn>
                <a:cxn ang="T8">
                  <a:pos x="T4" y="T5"/>
                </a:cxn>
              </a:cxnLst>
              <a:rect l="T9" t="T10" r="T11" b="T12"/>
              <a:pathLst>
                <a:path w="939" h="316">
                  <a:moveTo>
                    <a:pt x="0" y="316"/>
                  </a:moveTo>
                  <a:lnTo>
                    <a:pt x="0" y="0"/>
                  </a:lnTo>
                  <a:lnTo>
                    <a:pt x="939"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786" name="Freeform 17">
              <a:extLst>
                <a:ext uri="{FF2B5EF4-FFF2-40B4-BE49-F238E27FC236}">
                  <a16:creationId xmlns:a16="http://schemas.microsoft.com/office/drawing/2014/main" id="{625E85EA-6EF8-D661-6D18-6237C5CCDCA7}"/>
                </a:ext>
              </a:extLst>
            </p:cNvPr>
            <p:cNvSpPr>
              <a:spLocks/>
            </p:cNvSpPr>
            <p:nvPr/>
          </p:nvSpPr>
          <p:spPr bwMode="auto">
            <a:xfrm>
              <a:off x="4587" y="1739"/>
              <a:ext cx="168" cy="153"/>
            </a:xfrm>
            <a:custGeom>
              <a:avLst/>
              <a:gdLst>
                <a:gd name="T0" fmla="*/ 0 w 168"/>
                <a:gd name="T1" fmla="*/ 153 h 153"/>
                <a:gd name="T2" fmla="*/ 0 w 168"/>
                <a:gd name="T3" fmla="*/ 0 h 153"/>
                <a:gd name="T4" fmla="*/ 168 w 168"/>
                <a:gd name="T5" fmla="*/ 0 h 153"/>
                <a:gd name="T6" fmla="*/ 0 60000 65536"/>
                <a:gd name="T7" fmla="*/ 0 60000 65536"/>
                <a:gd name="T8" fmla="*/ 0 60000 65536"/>
                <a:gd name="T9" fmla="*/ 0 w 168"/>
                <a:gd name="T10" fmla="*/ 0 h 153"/>
                <a:gd name="T11" fmla="*/ 168 w 168"/>
                <a:gd name="T12" fmla="*/ 153 h 153"/>
              </a:gdLst>
              <a:ahLst/>
              <a:cxnLst>
                <a:cxn ang="T6">
                  <a:pos x="T0" y="T1"/>
                </a:cxn>
                <a:cxn ang="T7">
                  <a:pos x="T2" y="T3"/>
                </a:cxn>
                <a:cxn ang="T8">
                  <a:pos x="T4" y="T5"/>
                </a:cxn>
              </a:cxnLst>
              <a:rect l="T9" t="T10" r="T11" b="T12"/>
              <a:pathLst>
                <a:path w="168" h="153">
                  <a:moveTo>
                    <a:pt x="0" y="153"/>
                  </a:moveTo>
                  <a:lnTo>
                    <a:pt x="0" y="0"/>
                  </a:lnTo>
                  <a:lnTo>
                    <a:pt x="168"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787" name="Line 18">
              <a:extLst>
                <a:ext uri="{FF2B5EF4-FFF2-40B4-BE49-F238E27FC236}">
                  <a16:creationId xmlns:a16="http://schemas.microsoft.com/office/drawing/2014/main" id="{3D5F7DAB-9949-BFA4-637F-FEF72E877D04}"/>
                </a:ext>
              </a:extLst>
            </p:cNvPr>
            <p:cNvSpPr>
              <a:spLocks noChangeShapeType="1"/>
            </p:cNvSpPr>
            <p:nvPr/>
          </p:nvSpPr>
          <p:spPr bwMode="auto">
            <a:xfrm flipV="1">
              <a:off x="1215" y="884"/>
              <a:ext cx="1" cy="101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788" name="Rectangle 19">
              <a:extLst>
                <a:ext uri="{FF2B5EF4-FFF2-40B4-BE49-F238E27FC236}">
                  <a16:creationId xmlns:a16="http://schemas.microsoft.com/office/drawing/2014/main" id="{FC75F22A-6718-D920-60C1-1F3D73A55E3C}"/>
                </a:ext>
              </a:extLst>
            </p:cNvPr>
            <p:cNvSpPr>
              <a:spLocks noChangeArrowheads="1"/>
            </p:cNvSpPr>
            <p:nvPr/>
          </p:nvSpPr>
          <p:spPr bwMode="auto">
            <a:xfrm>
              <a:off x="1162" y="74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B</a:t>
              </a:r>
              <a:endParaRPr lang="en-US" altLang="es-ES" sz="4000" i="0" u="sng"/>
            </a:p>
          </p:txBody>
        </p:sp>
        <p:sp>
          <p:nvSpPr>
            <p:cNvPr id="32789" name="Rectangle 20">
              <a:extLst>
                <a:ext uri="{FF2B5EF4-FFF2-40B4-BE49-F238E27FC236}">
                  <a16:creationId xmlns:a16="http://schemas.microsoft.com/office/drawing/2014/main" id="{36468CE3-424F-5A1B-5D4E-D8FFDC0718DB}"/>
                </a:ext>
              </a:extLst>
            </p:cNvPr>
            <p:cNvSpPr>
              <a:spLocks noChangeArrowheads="1"/>
            </p:cNvSpPr>
            <p:nvPr/>
          </p:nvSpPr>
          <p:spPr bwMode="auto">
            <a:xfrm>
              <a:off x="1233" y="794"/>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3</a:t>
              </a:r>
              <a:endParaRPr lang="en-US" altLang="es-ES" sz="4000" i="0" u="sng"/>
            </a:p>
          </p:txBody>
        </p:sp>
        <p:sp>
          <p:nvSpPr>
            <p:cNvPr id="32790" name="Rectangle 21">
              <a:extLst>
                <a:ext uri="{FF2B5EF4-FFF2-40B4-BE49-F238E27FC236}">
                  <a16:creationId xmlns:a16="http://schemas.microsoft.com/office/drawing/2014/main" id="{24F18F77-3FA2-7BB0-6001-BDC8DBD71605}"/>
                </a:ext>
              </a:extLst>
            </p:cNvPr>
            <p:cNvSpPr>
              <a:spLocks noChangeArrowheads="1"/>
            </p:cNvSpPr>
            <p:nvPr/>
          </p:nvSpPr>
          <p:spPr bwMode="auto">
            <a:xfrm>
              <a:off x="618" y="1653"/>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I</a:t>
              </a:r>
              <a:endParaRPr lang="en-US" altLang="es-ES" sz="4000" i="0" u="sng"/>
            </a:p>
          </p:txBody>
        </p:sp>
        <p:sp>
          <p:nvSpPr>
            <p:cNvPr id="32791" name="Rectangle 22">
              <a:extLst>
                <a:ext uri="{FF2B5EF4-FFF2-40B4-BE49-F238E27FC236}">
                  <a16:creationId xmlns:a16="http://schemas.microsoft.com/office/drawing/2014/main" id="{59248BAD-F1A5-EE6E-315D-58BF5EB0BEA1}"/>
                </a:ext>
              </a:extLst>
            </p:cNvPr>
            <p:cNvSpPr>
              <a:spLocks noChangeArrowheads="1"/>
            </p:cNvSpPr>
            <p:nvPr/>
          </p:nvSpPr>
          <p:spPr bwMode="auto">
            <a:xfrm>
              <a:off x="657" y="1703"/>
              <a:ext cx="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R</a:t>
              </a:r>
              <a:endParaRPr lang="en-US" altLang="es-ES" sz="4000" i="0" u="sng"/>
            </a:p>
          </p:txBody>
        </p:sp>
        <p:sp>
          <p:nvSpPr>
            <p:cNvPr id="32792" name="Rectangle 23">
              <a:extLst>
                <a:ext uri="{FF2B5EF4-FFF2-40B4-BE49-F238E27FC236}">
                  <a16:creationId xmlns:a16="http://schemas.microsoft.com/office/drawing/2014/main" id="{3D611749-1C1A-3346-F43A-948D176597C6}"/>
                </a:ext>
              </a:extLst>
            </p:cNvPr>
            <p:cNvSpPr>
              <a:spLocks noChangeArrowheads="1"/>
            </p:cNvSpPr>
            <p:nvPr/>
          </p:nvSpPr>
          <p:spPr bwMode="auto">
            <a:xfrm>
              <a:off x="4781" y="1671"/>
              <a:ext cx="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I</a:t>
              </a:r>
              <a:endParaRPr lang="en-US" altLang="es-ES" sz="4000" i="0" u="sng"/>
            </a:p>
          </p:txBody>
        </p:sp>
        <p:sp>
          <p:nvSpPr>
            <p:cNvPr id="32793" name="Rectangle 24">
              <a:extLst>
                <a:ext uri="{FF2B5EF4-FFF2-40B4-BE49-F238E27FC236}">
                  <a16:creationId xmlns:a16="http://schemas.microsoft.com/office/drawing/2014/main" id="{3CFBAE63-5B8E-9F07-ABA9-D0CDF5A32C88}"/>
                </a:ext>
              </a:extLst>
            </p:cNvPr>
            <p:cNvSpPr>
              <a:spLocks noChangeArrowheads="1"/>
            </p:cNvSpPr>
            <p:nvPr/>
          </p:nvSpPr>
          <p:spPr bwMode="auto">
            <a:xfrm>
              <a:off x="4819" y="1721"/>
              <a:ext cx="5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L</a:t>
              </a:r>
              <a:endParaRPr lang="en-US" altLang="es-ES" sz="4000" i="0" u="sng"/>
            </a:p>
          </p:txBody>
        </p:sp>
        <p:sp>
          <p:nvSpPr>
            <p:cNvPr id="32794" name="Rectangle 25">
              <a:extLst>
                <a:ext uri="{FF2B5EF4-FFF2-40B4-BE49-F238E27FC236}">
                  <a16:creationId xmlns:a16="http://schemas.microsoft.com/office/drawing/2014/main" id="{E060AFBE-B426-D65F-D3FB-7071D962B86D}"/>
                </a:ext>
              </a:extLst>
            </p:cNvPr>
            <p:cNvSpPr>
              <a:spLocks noChangeArrowheads="1"/>
            </p:cNvSpPr>
            <p:nvPr/>
          </p:nvSpPr>
          <p:spPr bwMode="auto">
            <a:xfrm>
              <a:off x="670" y="2514"/>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S</a:t>
              </a:r>
              <a:endParaRPr lang="en-US" altLang="es-ES" sz="4000" i="0" u="sng"/>
            </a:p>
          </p:txBody>
        </p:sp>
        <p:sp>
          <p:nvSpPr>
            <p:cNvPr id="32795" name="Rectangle 26">
              <a:extLst>
                <a:ext uri="{FF2B5EF4-FFF2-40B4-BE49-F238E27FC236}">
                  <a16:creationId xmlns:a16="http://schemas.microsoft.com/office/drawing/2014/main" id="{70EC42F8-D0E1-A6F0-5D1B-46A354A9FB7A}"/>
                </a:ext>
              </a:extLst>
            </p:cNvPr>
            <p:cNvSpPr>
              <a:spLocks noChangeArrowheads="1"/>
            </p:cNvSpPr>
            <p:nvPr/>
          </p:nvSpPr>
          <p:spPr bwMode="auto">
            <a:xfrm>
              <a:off x="658" y="941"/>
              <a:ext cx="2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Serial</a:t>
              </a:r>
              <a:endParaRPr lang="en-US" altLang="es-ES" sz="4000" i="0" u="sng"/>
            </a:p>
          </p:txBody>
        </p:sp>
        <p:sp>
          <p:nvSpPr>
            <p:cNvPr id="32796" name="Rectangle 27">
              <a:extLst>
                <a:ext uri="{FF2B5EF4-FFF2-40B4-BE49-F238E27FC236}">
                  <a16:creationId xmlns:a16="http://schemas.microsoft.com/office/drawing/2014/main" id="{8A0C4918-54F5-AB94-EA46-794EC1A7BF3D}"/>
                </a:ext>
              </a:extLst>
            </p:cNvPr>
            <p:cNvSpPr>
              <a:spLocks noChangeArrowheads="1"/>
            </p:cNvSpPr>
            <p:nvPr/>
          </p:nvSpPr>
          <p:spPr bwMode="auto">
            <a:xfrm>
              <a:off x="658" y="1054"/>
              <a:ext cx="41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output L</a:t>
              </a:r>
              <a:endParaRPr lang="en-US" altLang="es-ES" sz="4000" i="0" u="sng"/>
            </a:p>
          </p:txBody>
        </p:sp>
        <p:sp>
          <p:nvSpPr>
            <p:cNvPr id="32797" name="Rectangle 28">
              <a:extLst>
                <a:ext uri="{FF2B5EF4-FFF2-40B4-BE49-F238E27FC236}">
                  <a16:creationId xmlns:a16="http://schemas.microsoft.com/office/drawing/2014/main" id="{288C5F64-E66E-377C-1E76-8CC08B027E63}"/>
                </a:ext>
              </a:extLst>
            </p:cNvPr>
            <p:cNvSpPr>
              <a:spLocks noChangeArrowheads="1"/>
            </p:cNvSpPr>
            <p:nvPr/>
          </p:nvSpPr>
          <p:spPr bwMode="auto">
            <a:xfrm>
              <a:off x="4545" y="1467"/>
              <a:ext cx="2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Serial</a:t>
              </a:r>
              <a:endParaRPr lang="en-US" altLang="es-ES" sz="4000" i="0" u="sng"/>
            </a:p>
          </p:txBody>
        </p:sp>
        <p:sp>
          <p:nvSpPr>
            <p:cNvPr id="32798" name="Rectangle 29">
              <a:extLst>
                <a:ext uri="{FF2B5EF4-FFF2-40B4-BE49-F238E27FC236}">
                  <a16:creationId xmlns:a16="http://schemas.microsoft.com/office/drawing/2014/main" id="{A8E81177-5FC3-D8DA-5D96-738F96FF5B2D}"/>
                </a:ext>
              </a:extLst>
            </p:cNvPr>
            <p:cNvSpPr>
              <a:spLocks noChangeArrowheads="1"/>
            </p:cNvSpPr>
            <p:nvPr/>
          </p:nvSpPr>
          <p:spPr bwMode="auto">
            <a:xfrm>
              <a:off x="4545" y="1577"/>
              <a:ext cx="45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output R</a:t>
              </a:r>
              <a:endParaRPr lang="en-US" altLang="es-ES" sz="4000" i="0" u="sng"/>
            </a:p>
          </p:txBody>
        </p:sp>
        <p:sp>
          <p:nvSpPr>
            <p:cNvPr id="32799" name="Freeform 30">
              <a:extLst>
                <a:ext uri="{FF2B5EF4-FFF2-40B4-BE49-F238E27FC236}">
                  <a16:creationId xmlns:a16="http://schemas.microsoft.com/office/drawing/2014/main" id="{5C786F63-EED9-73F1-37DC-8BB6F5D0A5B6}"/>
                </a:ext>
              </a:extLst>
            </p:cNvPr>
            <p:cNvSpPr>
              <a:spLocks/>
            </p:cNvSpPr>
            <p:nvPr/>
          </p:nvSpPr>
          <p:spPr bwMode="auto">
            <a:xfrm>
              <a:off x="1058" y="1897"/>
              <a:ext cx="646" cy="338"/>
            </a:xfrm>
            <a:custGeom>
              <a:avLst/>
              <a:gdLst>
                <a:gd name="T0" fmla="*/ 48 w 646"/>
                <a:gd name="T1" fmla="*/ 0 h 338"/>
                <a:gd name="T2" fmla="*/ 646 w 646"/>
                <a:gd name="T3" fmla="*/ 0 h 338"/>
                <a:gd name="T4" fmla="*/ 646 w 646"/>
                <a:gd name="T5" fmla="*/ 338 h 338"/>
                <a:gd name="T6" fmla="*/ 0 w 646"/>
                <a:gd name="T7" fmla="*/ 338 h 338"/>
                <a:gd name="T8" fmla="*/ 0 w 646"/>
                <a:gd name="T9" fmla="*/ 0 h 338"/>
                <a:gd name="T10" fmla="*/ 48 w 646"/>
                <a:gd name="T11" fmla="*/ 0 h 338"/>
                <a:gd name="T12" fmla="*/ 0 60000 65536"/>
                <a:gd name="T13" fmla="*/ 0 60000 65536"/>
                <a:gd name="T14" fmla="*/ 0 60000 65536"/>
                <a:gd name="T15" fmla="*/ 0 60000 65536"/>
                <a:gd name="T16" fmla="*/ 0 60000 65536"/>
                <a:gd name="T17" fmla="*/ 0 60000 65536"/>
                <a:gd name="T18" fmla="*/ 0 w 646"/>
                <a:gd name="T19" fmla="*/ 0 h 338"/>
                <a:gd name="T20" fmla="*/ 646 w 646"/>
                <a:gd name="T21" fmla="*/ 338 h 338"/>
              </a:gdLst>
              <a:ahLst/>
              <a:cxnLst>
                <a:cxn ang="T12">
                  <a:pos x="T0" y="T1"/>
                </a:cxn>
                <a:cxn ang="T13">
                  <a:pos x="T2" y="T3"/>
                </a:cxn>
                <a:cxn ang="T14">
                  <a:pos x="T4" y="T5"/>
                </a:cxn>
                <a:cxn ang="T15">
                  <a:pos x="T6" y="T7"/>
                </a:cxn>
                <a:cxn ang="T16">
                  <a:pos x="T8" y="T9"/>
                </a:cxn>
                <a:cxn ang="T17">
                  <a:pos x="T10" y="T11"/>
                </a:cxn>
              </a:cxnLst>
              <a:rect l="T18" t="T19" r="T20" b="T21"/>
              <a:pathLst>
                <a:path w="646" h="338">
                  <a:moveTo>
                    <a:pt x="48" y="0"/>
                  </a:moveTo>
                  <a:lnTo>
                    <a:pt x="646" y="0"/>
                  </a:lnTo>
                  <a:lnTo>
                    <a:pt x="646" y="338"/>
                  </a:lnTo>
                  <a:lnTo>
                    <a:pt x="0" y="338"/>
                  </a:lnTo>
                  <a:lnTo>
                    <a:pt x="0" y="0"/>
                  </a:lnTo>
                  <a:lnTo>
                    <a:pt x="48" y="0"/>
                  </a:lnTo>
                  <a:close/>
                </a:path>
              </a:pathLst>
            </a:custGeom>
            <a:solidFill>
              <a:srgbClr val="FFFFFF"/>
            </a:solidFill>
            <a:ln w="19050">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00" name="Freeform 31">
              <a:extLst>
                <a:ext uri="{FF2B5EF4-FFF2-40B4-BE49-F238E27FC236}">
                  <a16:creationId xmlns:a16="http://schemas.microsoft.com/office/drawing/2014/main" id="{AF567E66-96FA-2F52-8D01-B69CEC573F7A}"/>
                </a:ext>
              </a:extLst>
            </p:cNvPr>
            <p:cNvSpPr>
              <a:spLocks/>
            </p:cNvSpPr>
            <p:nvPr/>
          </p:nvSpPr>
          <p:spPr bwMode="auto">
            <a:xfrm>
              <a:off x="2090" y="1898"/>
              <a:ext cx="644" cy="340"/>
            </a:xfrm>
            <a:custGeom>
              <a:avLst/>
              <a:gdLst>
                <a:gd name="T0" fmla="*/ 46 w 644"/>
                <a:gd name="T1" fmla="*/ 0 h 340"/>
                <a:gd name="T2" fmla="*/ 644 w 644"/>
                <a:gd name="T3" fmla="*/ 2 h 340"/>
                <a:gd name="T4" fmla="*/ 644 w 644"/>
                <a:gd name="T5" fmla="*/ 340 h 340"/>
                <a:gd name="T6" fmla="*/ 0 w 644"/>
                <a:gd name="T7" fmla="*/ 340 h 340"/>
                <a:gd name="T8" fmla="*/ 0 w 644"/>
                <a:gd name="T9" fmla="*/ 2 h 340"/>
                <a:gd name="T10" fmla="*/ 46 w 644"/>
                <a:gd name="T11" fmla="*/ 0 h 340"/>
                <a:gd name="T12" fmla="*/ 0 60000 65536"/>
                <a:gd name="T13" fmla="*/ 0 60000 65536"/>
                <a:gd name="T14" fmla="*/ 0 60000 65536"/>
                <a:gd name="T15" fmla="*/ 0 60000 65536"/>
                <a:gd name="T16" fmla="*/ 0 60000 65536"/>
                <a:gd name="T17" fmla="*/ 0 60000 65536"/>
                <a:gd name="T18" fmla="*/ 0 w 644"/>
                <a:gd name="T19" fmla="*/ 0 h 340"/>
                <a:gd name="T20" fmla="*/ 644 w 644"/>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644" h="340">
                  <a:moveTo>
                    <a:pt x="46" y="0"/>
                  </a:moveTo>
                  <a:lnTo>
                    <a:pt x="644" y="2"/>
                  </a:lnTo>
                  <a:lnTo>
                    <a:pt x="644" y="340"/>
                  </a:lnTo>
                  <a:lnTo>
                    <a:pt x="0" y="340"/>
                  </a:lnTo>
                  <a:lnTo>
                    <a:pt x="0" y="2"/>
                  </a:lnTo>
                  <a:lnTo>
                    <a:pt x="46" y="0"/>
                  </a:lnTo>
                  <a:close/>
                </a:path>
              </a:pathLst>
            </a:custGeom>
            <a:solidFill>
              <a:srgbClr val="FFFFFF"/>
            </a:solidFill>
            <a:ln w="19050">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01" name="Line 32">
              <a:extLst>
                <a:ext uri="{FF2B5EF4-FFF2-40B4-BE49-F238E27FC236}">
                  <a16:creationId xmlns:a16="http://schemas.microsoft.com/office/drawing/2014/main" id="{2EC5D2A5-53B6-FADB-56EB-B06415137F7D}"/>
                </a:ext>
              </a:extLst>
            </p:cNvPr>
            <p:cNvSpPr>
              <a:spLocks noChangeShapeType="1"/>
            </p:cNvSpPr>
            <p:nvPr/>
          </p:nvSpPr>
          <p:spPr bwMode="auto">
            <a:xfrm flipV="1">
              <a:off x="2253" y="884"/>
              <a:ext cx="1" cy="100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802" name="Freeform 33">
              <a:extLst>
                <a:ext uri="{FF2B5EF4-FFF2-40B4-BE49-F238E27FC236}">
                  <a16:creationId xmlns:a16="http://schemas.microsoft.com/office/drawing/2014/main" id="{72BBE529-2880-C259-7636-F2B3A7BF7A22}"/>
                </a:ext>
              </a:extLst>
            </p:cNvPr>
            <p:cNvSpPr>
              <a:spLocks/>
            </p:cNvSpPr>
            <p:nvPr/>
          </p:nvSpPr>
          <p:spPr bwMode="auto">
            <a:xfrm>
              <a:off x="3112" y="1898"/>
              <a:ext cx="645" cy="339"/>
            </a:xfrm>
            <a:custGeom>
              <a:avLst/>
              <a:gdLst>
                <a:gd name="T0" fmla="*/ 48 w 645"/>
                <a:gd name="T1" fmla="*/ 0 h 339"/>
                <a:gd name="T2" fmla="*/ 645 w 645"/>
                <a:gd name="T3" fmla="*/ 0 h 339"/>
                <a:gd name="T4" fmla="*/ 645 w 645"/>
                <a:gd name="T5" fmla="*/ 339 h 339"/>
                <a:gd name="T6" fmla="*/ 0 w 645"/>
                <a:gd name="T7" fmla="*/ 339 h 339"/>
                <a:gd name="T8" fmla="*/ 0 w 645"/>
                <a:gd name="T9" fmla="*/ 0 h 339"/>
                <a:gd name="T10" fmla="*/ 48 w 645"/>
                <a:gd name="T11" fmla="*/ 0 h 339"/>
                <a:gd name="T12" fmla="*/ 0 60000 65536"/>
                <a:gd name="T13" fmla="*/ 0 60000 65536"/>
                <a:gd name="T14" fmla="*/ 0 60000 65536"/>
                <a:gd name="T15" fmla="*/ 0 60000 65536"/>
                <a:gd name="T16" fmla="*/ 0 60000 65536"/>
                <a:gd name="T17" fmla="*/ 0 60000 65536"/>
                <a:gd name="T18" fmla="*/ 0 w 645"/>
                <a:gd name="T19" fmla="*/ 0 h 339"/>
                <a:gd name="T20" fmla="*/ 645 w 645"/>
                <a:gd name="T21" fmla="*/ 339 h 339"/>
              </a:gdLst>
              <a:ahLst/>
              <a:cxnLst>
                <a:cxn ang="T12">
                  <a:pos x="T0" y="T1"/>
                </a:cxn>
                <a:cxn ang="T13">
                  <a:pos x="T2" y="T3"/>
                </a:cxn>
                <a:cxn ang="T14">
                  <a:pos x="T4" y="T5"/>
                </a:cxn>
                <a:cxn ang="T15">
                  <a:pos x="T6" y="T7"/>
                </a:cxn>
                <a:cxn ang="T16">
                  <a:pos x="T8" y="T9"/>
                </a:cxn>
                <a:cxn ang="T17">
                  <a:pos x="T10" y="T11"/>
                </a:cxn>
              </a:cxnLst>
              <a:rect l="T18" t="T19" r="T20" b="T21"/>
              <a:pathLst>
                <a:path w="645" h="339">
                  <a:moveTo>
                    <a:pt x="48" y="0"/>
                  </a:moveTo>
                  <a:lnTo>
                    <a:pt x="645" y="0"/>
                  </a:lnTo>
                  <a:lnTo>
                    <a:pt x="645" y="339"/>
                  </a:lnTo>
                  <a:lnTo>
                    <a:pt x="0" y="339"/>
                  </a:lnTo>
                  <a:lnTo>
                    <a:pt x="0" y="0"/>
                  </a:lnTo>
                  <a:lnTo>
                    <a:pt x="48" y="0"/>
                  </a:lnTo>
                  <a:close/>
                </a:path>
              </a:pathLst>
            </a:custGeom>
            <a:solidFill>
              <a:srgbClr val="FFFFFF"/>
            </a:solidFill>
            <a:ln w="19050">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03" name="Freeform 34">
              <a:extLst>
                <a:ext uri="{FF2B5EF4-FFF2-40B4-BE49-F238E27FC236}">
                  <a16:creationId xmlns:a16="http://schemas.microsoft.com/office/drawing/2014/main" id="{6CEDC2A3-FDC4-3B61-8943-6F2D78810F94}"/>
                </a:ext>
              </a:extLst>
            </p:cNvPr>
            <p:cNvSpPr>
              <a:spLocks/>
            </p:cNvSpPr>
            <p:nvPr/>
          </p:nvSpPr>
          <p:spPr bwMode="auto">
            <a:xfrm>
              <a:off x="4136" y="1898"/>
              <a:ext cx="644" cy="340"/>
            </a:xfrm>
            <a:custGeom>
              <a:avLst/>
              <a:gdLst>
                <a:gd name="T0" fmla="*/ 47 w 644"/>
                <a:gd name="T1" fmla="*/ 0 h 340"/>
                <a:gd name="T2" fmla="*/ 644 w 644"/>
                <a:gd name="T3" fmla="*/ 2 h 340"/>
                <a:gd name="T4" fmla="*/ 644 w 644"/>
                <a:gd name="T5" fmla="*/ 340 h 340"/>
                <a:gd name="T6" fmla="*/ 0 w 644"/>
                <a:gd name="T7" fmla="*/ 340 h 340"/>
                <a:gd name="T8" fmla="*/ 0 w 644"/>
                <a:gd name="T9" fmla="*/ 2 h 340"/>
                <a:gd name="T10" fmla="*/ 47 w 644"/>
                <a:gd name="T11" fmla="*/ 0 h 340"/>
                <a:gd name="T12" fmla="*/ 0 60000 65536"/>
                <a:gd name="T13" fmla="*/ 0 60000 65536"/>
                <a:gd name="T14" fmla="*/ 0 60000 65536"/>
                <a:gd name="T15" fmla="*/ 0 60000 65536"/>
                <a:gd name="T16" fmla="*/ 0 60000 65536"/>
                <a:gd name="T17" fmla="*/ 0 60000 65536"/>
                <a:gd name="T18" fmla="*/ 0 w 644"/>
                <a:gd name="T19" fmla="*/ 0 h 340"/>
                <a:gd name="T20" fmla="*/ 644 w 644"/>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644" h="340">
                  <a:moveTo>
                    <a:pt x="47" y="0"/>
                  </a:moveTo>
                  <a:lnTo>
                    <a:pt x="644" y="2"/>
                  </a:lnTo>
                  <a:lnTo>
                    <a:pt x="644" y="340"/>
                  </a:lnTo>
                  <a:lnTo>
                    <a:pt x="0" y="340"/>
                  </a:lnTo>
                  <a:lnTo>
                    <a:pt x="0" y="2"/>
                  </a:lnTo>
                  <a:lnTo>
                    <a:pt x="47" y="0"/>
                  </a:lnTo>
                  <a:close/>
                </a:path>
              </a:pathLst>
            </a:custGeom>
            <a:solidFill>
              <a:srgbClr val="FFFFFF"/>
            </a:solidFill>
            <a:ln w="19050">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04" name="Line 35">
              <a:extLst>
                <a:ext uri="{FF2B5EF4-FFF2-40B4-BE49-F238E27FC236}">
                  <a16:creationId xmlns:a16="http://schemas.microsoft.com/office/drawing/2014/main" id="{AB59D28B-9AA6-E230-BC79-615A9A63148F}"/>
                </a:ext>
              </a:extLst>
            </p:cNvPr>
            <p:cNvSpPr>
              <a:spLocks noChangeShapeType="1"/>
            </p:cNvSpPr>
            <p:nvPr/>
          </p:nvSpPr>
          <p:spPr bwMode="auto">
            <a:xfrm flipV="1">
              <a:off x="3295" y="890"/>
              <a:ext cx="1" cy="100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805" name="Line 36">
              <a:extLst>
                <a:ext uri="{FF2B5EF4-FFF2-40B4-BE49-F238E27FC236}">
                  <a16:creationId xmlns:a16="http://schemas.microsoft.com/office/drawing/2014/main" id="{8A855C33-689C-D879-45EB-3CE683D81E3D}"/>
                </a:ext>
              </a:extLst>
            </p:cNvPr>
            <p:cNvSpPr>
              <a:spLocks noChangeShapeType="1"/>
            </p:cNvSpPr>
            <p:nvPr/>
          </p:nvSpPr>
          <p:spPr bwMode="auto">
            <a:xfrm flipV="1">
              <a:off x="4297" y="884"/>
              <a:ext cx="1" cy="100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806" name="Line 37">
              <a:extLst>
                <a:ext uri="{FF2B5EF4-FFF2-40B4-BE49-F238E27FC236}">
                  <a16:creationId xmlns:a16="http://schemas.microsoft.com/office/drawing/2014/main" id="{729E4490-F554-D4CF-BA2B-72519BF7FC5F}"/>
                </a:ext>
              </a:extLst>
            </p:cNvPr>
            <p:cNvSpPr>
              <a:spLocks noChangeShapeType="1"/>
            </p:cNvSpPr>
            <p:nvPr/>
          </p:nvSpPr>
          <p:spPr bwMode="auto">
            <a:xfrm flipV="1">
              <a:off x="807" y="2508"/>
              <a:ext cx="105" cy="11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2807" name="Rectangle 38">
              <a:extLst>
                <a:ext uri="{FF2B5EF4-FFF2-40B4-BE49-F238E27FC236}">
                  <a16:creationId xmlns:a16="http://schemas.microsoft.com/office/drawing/2014/main" id="{5EBEA476-830D-F6AD-8F3C-6B4FDE89C04D}"/>
                </a:ext>
              </a:extLst>
            </p:cNvPr>
            <p:cNvSpPr>
              <a:spLocks noChangeArrowheads="1"/>
            </p:cNvSpPr>
            <p:nvPr/>
          </p:nvSpPr>
          <p:spPr bwMode="auto">
            <a:xfrm>
              <a:off x="809" y="243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2</a:t>
              </a:r>
              <a:endParaRPr lang="en-US" altLang="es-ES" sz="4000" i="0" u="sng"/>
            </a:p>
          </p:txBody>
        </p:sp>
        <p:sp>
          <p:nvSpPr>
            <p:cNvPr id="32808" name="Freeform 39">
              <a:extLst>
                <a:ext uri="{FF2B5EF4-FFF2-40B4-BE49-F238E27FC236}">
                  <a16:creationId xmlns:a16="http://schemas.microsoft.com/office/drawing/2014/main" id="{B5BA3A6E-5CD8-6577-CA94-CB3F2208C808}"/>
                </a:ext>
              </a:extLst>
            </p:cNvPr>
            <p:cNvSpPr>
              <a:spLocks/>
            </p:cNvSpPr>
            <p:nvPr/>
          </p:nvSpPr>
          <p:spPr bwMode="auto">
            <a:xfrm>
              <a:off x="1503" y="1219"/>
              <a:ext cx="1936" cy="676"/>
            </a:xfrm>
            <a:custGeom>
              <a:avLst/>
              <a:gdLst>
                <a:gd name="T0" fmla="*/ 0 w 1936"/>
                <a:gd name="T1" fmla="*/ 676 h 676"/>
                <a:gd name="T2" fmla="*/ 2 w 1936"/>
                <a:gd name="T3" fmla="*/ 2 h 676"/>
                <a:gd name="T4" fmla="*/ 1936 w 1936"/>
                <a:gd name="T5" fmla="*/ 0 h 676"/>
                <a:gd name="T6" fmla="*/ 1936 w 1936"/>
                <a:gd name="T7" fmla="*/ 673 h 676"/>
                <a:gd name="T8" fmla="*/ 0 60000 65536"/>
                <a:gd name="T9" fmla="*/ 0 60000 65536"/>
                <a:gd name="T10" fmla="*/ 0 60000 65536"/>
                <a:gd name="T11" fmla="*/ 0 60000 65536"/>
                <a:gd name="T12" fmla="*/ 0 w 1936"/>
                <a:gd name="T13" fmla="*/ 0 h 676"/>
                <a:gd name="T14" fmla="*/ 1936 w 1936"/>
                <a:gd name="T15" fmla="*/ 676 h 676"/>
              </a:gdLst>
              <a:ahLst/>
              <a:cxnLst>
                <a:cxn ang="T8">
                  <a:pos x="T0" y="T1"/>
                </a:cxn>
                <a:cxn ang="T9">
                  <a:pos x="T2" y="T3"/>
                </a:cxn>
                <a:cxn ang="T10">
                  <a:pos x="T4" y="T5"/>
                </a:cxn>
                <a:cxn ang="T11">
                  <a:pos x="T6" y="T7"/>
                </a:cxn>
              </a:cxnLst>
              <a:rect l="T12" t="T13" r="T14" b="T15"/>
              <a:pathLst>
                <a:path w="1936" h="676">
                  <a:moveTo>
                    <a:pt x="0" y="676"/>
                  </a:moveTo>
                  <a:lnTo>
                    <a:pt x="2" y="2"/>
                  </a:lnTo>
                  <a:lnTo>
                    <a:pt x="1936" y="0"/>
                  </a:lnTo>
                  <a:lnTo>
                    <a:pt x="1936" y="673"/>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09" name="Rectangle 40">
              <a:extLst>
                <a:ext uri="{FF2B5EF4-FFF2-40B4-BE49-F238E27FC236}">
                  <a16:creationId xmlns:a16="http://schemas.microsoft.com/office/drawing/2014/main" id="{50FFC0AD-1F13-A1CD-5A16-D14ACDBF3B95}"/>
                </a:ext>
              </a:extLst>
            </p:cNvPr>
            <p:cNvSpPr>
              <a:spLocks noChangeArrowheads="1"/>
            </p:cNvSpPr>
            <p:nvPr/>
          </p:nvSpPr>
          <p:spPr bwMode="auto">
            <a:xfrm>
              <a:off x="2200" y="74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B</a:t>
              </a:r>
              <a:endParaRPr lang="en-US" altLang="es-ES" sz="4000" i="0" u="sng"/>
            </a:p>
          </p:txBody>
        </p:sp>
        <p:sp>
          <p:nvSpPr>
            <p:cNvPr id="32810" name="Rectangle 41">
              <a:extLst>
                <a:ext uri="{FF2B5EF4-FFF2-40B4-BE49-F238E27FC236}">
                  <a16:creationId xmlns:a16="http://schemas.microsoft.com/office/drawing/2014/main" id="{9C4B8608-6DCB-A5CD-011B-49CF362EC61A}"/>
                </a:ext>
              </a:extLst>
            </p:cNvPr>
            <p:cNvSpPr>
              <a:spLocks noChangeArrowheads="1"/>
            </p:cNvSpPr>
            <p:nvPr/>
          </p:nvSpPr>
          <p:spPr bwMode="auto">
            <a:xfrm>
              <a:off x="2271" y="794"/>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2</a:t>
              </a:r>
              <a:endParaRPr lang="en-US" altLang="es-ES" sz="4000" i="0" u="sng"/>
            </a:p>
          </p:txBody>
        </p:sp>
        <p:sp>
          <p:nvSpPr>
            <p:cNvPr id="32811" name="Rectangle 42">
              <a:extLst>
                <a:ext uri="{FF2B5EF4-FFF2-40B4-BE49-F238E27FC236}">
                  <a16:creationId xmlns:a16="http://schemas.microsoft.com/office/drawing/2014/main" id="{876208EA-B23D-23BB-7FDE-3BA15C8216D3}"/>
                </a:ext>
              </a:extLst>
            </p:cNvPr>
            <p:cNvSpPr>
              <a:spLocks noChangeArrowheads="1"/>
            </p:cNvSpPr>
            <p:nvPr/>
          </p:nvSpPr>
          <p:spPr bwMode="auto">
            <a:xfrm>
              <a:off x="3243" y="74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B</a:t>
              </a:r>
              <a:endParaRPr lang="en-US" altLang="es-ES" sz="4000" i="0" u="sng"/>
            </a:p>
          </p:txBody>
        </p:sp>
        <p:sp>
          <p:nvSpPr>
            <p:cNvPr id="32812" name="Rectangle 43">
              <a:extLst>
                <a:ext uri="{FF2B5EF4-FFF2-40B4-BE49-F238E27FC236}">
                  <a16:creationId xmlns:a16="http://schemas.microsoft.com/office/drawing/2014/main" id="{E21E98EF-1500-315E-2B70-8F5CC3E1F9D5}"/>
                </a:ext>
              </a:extLst>
            </p:cNvPr>
            <p:cNvSpPr>
              <a:spLocks noChangeArrowheads="1"/>
            </p:cNvSpPr>
            <p:nvPr/>
          </p:nvSpPr>
          <p:spPr bwMode="auto">
            <a:xfrm>
              <a:off x="3314" y="794"/>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000" i="0" u="sng"/>
            </a:p>
          </p:txBody>
        </p:sp>
        <p:sp>
          <p:nvSpPr>
            <p:cNvPr id="32813" name="Rectangle 44">
              <a:extLst>
                <a:ext uri="{FF2B5EF4-FFF2-40B4-BE49-F238E27FC236}">
                  <a16:creationId xmlns:a16="http://schemas.microsoft.com/office/drawing/2014/main" id="{5BD8204C-9614-9E02-4D25-71697591283A}"/>
                </a:ext>
              </a:extLst>
            </p:cNvPr>
            <p:cNvSpPr>
              <a:spLocks noChangeArrowheads="1"/>
            </p:cNvSpPr>
            <p:nvPr/>
          </p:nvSpPr>
          <p:spPr bwMode="auto">
            <a:xfrm>
              <a:off x="4244" y="74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B</a:t>
              </a:r>
              <a:endParaRPr lang="en-US" altLang="es-ES" sz="4000" i="0" u="sng"/>
            </a:p>
          </p:txBody>
        </p:sp>
        <p:sp>
          <p:nvSpPr>
            <p:cNvPr id="32814" name="Rectangle 45">
              <a:extLst>
                <a:ext uri="{FF2B5EF4-FFF2-40B4-BE49-F238E27FC236}">
                  <a16:creationId xmlns:a16="http://schemas.microsoft.com/office/drawing/2014/main" id="{AAAB2D4B-3C80-523D-A159-0E2E51F45328}"/>
                </a:ext>
              </a:extLst>
            </p:cNvPr>
            <p:cNvSpPr>
              <a:spLocks noChangeArrowheads="1"/>
            </p:cNvSpPr>
            <p:nvPr/>
          </p:nvSpPr>
          <p:spPr bwMode="auto">
            <a:xfrm>
              <a:off x="4315" y="794"/>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000" i="0" u="sng"/>
            </a:p>
          </p:txBody>
        </p:sp>
        <p:sp>
          <p:nvSpPr>
            <p:cNvPr id="32815" name="Rectangle 46">
              <a:extLst>
                <a:ext uri="{FF2B5EF4-FFF2-40B4-BE49-F238E27FC236}">
                  <a16:creationId xmlns:a16="http://schemas.microsoft.com/office/drawing/2014/main" id="{AFF08041-C3CC-0444-986A-903B4392D3C0}"/>
                </a:ext>
              </a:extLst>
            </p:cNvPr>
            <p:cNvSpPr>
              <a:spLocks noChangeArrowheads="1"/>
            </p:cNvSpPr>
            <p:nvPr/>
          </p:nvSpPr>
          <p:spPr bwMode="auto">
            <a:xfrm>
              <a:off x="4358" y="2703"/>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H</a:t>
              </a:r>
              <a:endParaRPr lang="en-US" altLang="es-ES" sz="4000" i="0" u="sng"/>
            </a:p>
          </p:txBody>
        </p:sp>
        <p:sp>
          <p:nvSpPr>
            <p:cNvPr id="32816" name="Rectangle 47">
              <a:extLst>
                <a:ext uri="{FF2B5EF4-FFF2-40B4-BE49-F238E27FC236}">
                  <a16:creationId xmlns:a16="http://schemas.microsoft.com/office/drawing/2014/main" id="{C2E6AAA0-FBA9-6434-10F4-B70B1D076BAC}"/>
                </a:ext>
              </a:extLst>
            </p:cNvPr>
            <p:cNvSpPr>
              <a:spLocks noChangeArrowheads="1"/>
            </p:cNvSpPr>
            <p:nvPr/>
          </p:nvSpPr>
          <p:spPr bwMode="auto">
            <a:xfrm>
              <a:off x="4440" y="2750"/>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000" i="0" u="sng"/>
            </a:p>
          </p:txBody>
        </p:sp>
        <p:sp>
          <p:nvSpPr>
            <p:cNvPr id="32817" name="Rectangle 48">
              <a:extLst>
                <a:ext uri="{FF2B5EF4-FFF2-40B4-BE49-F238E27FC236}">
                  <a16:creationId xmlns:a16="http://schemas.microsoft.com/office/drawing/2014/main" id="{A1A216A3-51F1-B737-D89A-7D8DC941283D}"/>
                </a:ext>
              </a:extLst>
            </p:cNvPr>
            <p:cNvSpPr>
              <a:spLocks noChangeArrowheads="1"/>
            </p:cNvSpPr>
            <p:nvPr/>
          </p:nvSpPr>
          <p:spPr bwMode="auto">
            <a:xfrm>
              <a:off x="3328" y="2703"/>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H</a:t>
              </a:r>
              <a:endParaRPr lang="en-US" altLang="es-ES" sz="4000" i="0" u="sng"/>
            </a:p>
          </p:txBody>
        </p:sp>
        <p:sp>
          <p:nvSpPr>
            <p:cNvPr id="32818" name="Rectangle 49">
              <a:extLst>
                <a:ext uri="{FF2B5EF4-FFF2-40B4-BE49-F238E27FC236}">
                  <a16:creationId xmlns:a16="http://schemas.microsoft.com/office/drawing/2014/main" id="{3F38AF08-1AA7-308D-7E57-B451FCF7BB68}"/>
                </a:ext>
              </a:extLst>
            </p:cNvPr>
            <p:cNvSpPr>
              <a:spLocks noChangeArrowheads="1"/>
            </p:cNvSpPr>
            <p:nvPr/>
          </p:nvSpPr>
          <p:spPr bwMode="auto">
            <a:xfrm>
              <a:off x="3411" y="2750"/>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000" i="0" u="sng"/>
            </a:p>
          </p:txBody>
        </p:sp>
        <p:sp>
          <p:nvSpPr>
            <p:cNvPr id="32819" name="Rectangle 50">
              <a:extLst>
                <a:ext uri="{FF2B5EF4-FFF2-40B4-BE49-F238E27FC236}">
                  <a16:creationId xmlns:a16="http://schemas.microsoft.com/office/drawing/2014/main" id="{B5AA2230-011C-CA73-710C-578234494D21}"/>
                </a:ext>
              </a:extLst>
            </p:cNvPr>
            <p:cNvSpPr>
              <a:spLocks noChangeArrowheads="1"/>
            </p:cNvSpPr>
            <p:nvPr/>
          </p:nvSpPr>
          <p:spPr bwMode="auto">
            <a:xfrm>
              <a:off x="2298" y="2703"/>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H</a:t>
              </a:r>
              <a:endParaRPr lang="en-US" altLang="es-ES" sz="4000" i="0" u="sng"/>
            </a:p>
          </p:txBody>
        </p:sp>
        <p:sp>
          <p:nvSpPr>
            <p:cNvPr id="32820" name="Rectangle 51">
              <a:extLst>
                <a:ext uri="{FF2B5EF4-FFF2-40B4-BE49-F238E27FC236}">
                  <a16:creationId xmlns:a16="http://schemas.microsoft.com/office/drawing/2014/main" id="{99D78FBA-2A8A-7AF4-3355-29952B75926C}"/>
                </a:ext>
              </a:extLst>
            </p:cNvPr>
            <p:cNvSpPr>
              <a:spLocks noChangeArrowheads="1"/>
            </p:cNvSpPr>
            <p:nvPr/>
          </p:nvSpPr>
          <p:spPr bwMode="auto">
            <a:xfrm>
              <a:off x="2381" y="2750"/>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2</a:t>
              </a:r>
              <a:endParaRPr lang="en-US" altLang="es-ES" sz="4000" i="0" u="sng"/>
            </a:p>
          </p:txBody>
        </p:sp>
        <p:sp>
          <p:nvSpPr>
            <p:cNvPr id="32821" name="Rectangle 52">
              <a:extLst>
                <a:ext uri="{FF2B5EF4-FFF2-40B4-BE49-F238E27FC236}">
                  <a16:creationId xmlns:a16="http://schemas.microsoft.com/office/drawing/2014/main" id="{D2204D79-5724-772A-2BF4-CFA9B7BCDCF0}"/>
                </a:ext>
              </a:extLst>
            </p:cNvPr>
            <p:cNvSpPr>
              <a:spLocks noChangeArrowheads="1"/>
            </p:cNvSpPr>
            <p:nvPr/>
          </p:nvSpPr>
          <p:spPr bwMode="auto">
            <a:xfrm>
              <a:off x="1269" y="2703"/>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H</a:t>
              </a:r>
              <a:endParaRPr lang="en-US" altLang="es-ES" sz="4000" i="0" u="sng"/>
            </a:p>
          </p:txBody>
        </p:sp>
        <p:sp>
          <p:nvSpPr>
            <p:cNvPr id="32822" name="Rectangle 53">
              <a:extLst>
                <a:ext uri="{FF2B5EF4-FFF2-40B4-BE49-F238E27FC236}">
                  <a16:creationId xmlns:a16="http://schemas.microsoft.com/office/drawing/2014/main" id="{066CF7B8-FD13-E583-2C46-FF3E5028E9B9}"/>
                </a:ext>
              </a:extLst>
            </p:cNvPr>
            <p:cNvSpPr>
              <a:spLocks noChangeArrowheads="1"/>
            </p:cNvSpPr>
            <p:nvPr/>
          </p:nvSpPr>
          <p:spPr bwMode="auto">
            <a:xfrm>
              <a:off x="1351" y="2750"/>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3</a:t>
              </a:r>
              <a:endParaRPr lang="en-US" altLang="es-ES" sz="4000" i="0" u="sng"/>
            </a:p>
          </p:txBody>
        </p:sp>
        <p:sp>
          <p:nvSpPr>
            <p:cNvPr id="32823" name="Rectangle 54">
              <a:extLst>
                <a:ext uri="{FF2B5EF4-FFF2-40B4-BE49-F238E27FC236}">
                  <a16:creationId xmlns:a16="http://schemas.microsoft.com/office/drawing/2014/main" id="{2B5D9A86-26F9-13B8-6E33-F5AD646F4C54}"/>
                </a:ext>
              </a:extLst>
            </p:cNvPr>
            <p:cNvSpPr>
              <a:spLocks noChangeArrowheads="1"/>
            </p:cNvSpPr>
            <p:nvPr/>
          </p:nvSpPr>
          <p:spPr bwMode="auto">
            <a:xfrm>
              <a:off x="1084" y="200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S</a:t>
              </a:r>
              <a:endParaRPr lang="en-US" altLang="es-ES" sz="4000" i="0" u="sng"/>
            </a:p>
          </p:txBody>
        </p:sp>
        <p:sp>
          <p:nvSpPr>
            <p:cNvPr id="32824" name="Rectangle 55">
              <a:extLst>
                <a:ext uri="{FF2B5EF4-FFF2-40B4-BE49-F238E27FC236}">
                  <a16:creationId xmlns:a16="http://schemas.microsoft.com/office/drawing/2014/main" id="{E5358F9C-FC5E-C407-5128-16FC655468F5}"/>
                </a:ext>
              </a:extLst>
            </p:cNvPr>
            <p:cNvSpPr>
              <a:spLocks noChangeArrowheads="1"/>
            </p:cNvSpPr>
            <p:nvPr/>
          </p:nvSpPr>
          <p:spPr bwMode="auto">
            <a:xfrm>
              <a:off x="1582" y="1901"/>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M</a:t>
              </a:r>
              <a:endParaRPr lang="en-US" altLang="es-ES" sz="4000" i="0" u="sng"/>
            </a:p>
          </p:txBody>
        </p:sp>
        <p:sp>
          <p:nvSpPr>
            <p:cNvPr id="32825" name="Rectangle 56">
              <a:extLst>
                <a:ext uri="{FF2B5EF4-FFF2-40B4-BE49-F238E27FC236}">
                  <a16:creationId xmlns:a16="http://schemas.microsoft.com/office/drawing/2014/main" id="{F1499A6E-9DB3-3432-1645-F460B15ACCDF}"/>
                </a:ext>
              </a:extLst>
            </p:cNvPr>
            <p:cNvSpPr>
              <a:spLocks noChangeArrowheads="1"/>
            </p:cNvSpPr>
            <p:nvPr/>
          </p:nvSpPr>
          <p:spPr bwMode="auto">
            <a:xfrm>
              <a:off x="1587" y="2014"/>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U</a:t>
              </a:r>
              <a:endParaRPr lang="en-US" altLang="es-ES" sz="4000" i="0" u="sng"/>
            </a:p>
          </p:txBody>
        </p:sp>
        <p:sp>
          <p:nvSpPr>
            <p:cNvPr id="32826" name="Rectangle 57">
              <a:extLst>
                <a:ext uri="{FF2B5EF4-FFF2-40B4-BE49-F238E27FC236}">
                  <a16:creationId xmlns:a16="http://schemas.microsoft.com/office/drawing/2014/main" id="{5E9F354B-7A70-0453-F3C6-44CA0F7676E8}"/>
                </a:ext>
              </a:extLst>
            </p:cNvPr>
            <p:cNvSpPr>
              <a:spLocks noChangeArrowheads="1"/>
            </p:cNvSpPr>
            <p:nvPr/>
          </p:nvSpPr>
          <p:spPr bwMode="auto">
            <a:xfrm>
              <a:off x="1590" y="212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X</a:t>
              </a:r>
              <a:endParaRPr lang="en-US" altLang="es-ES" sz="4000" i="0" u="sng"/>
            </a:p>
          </p:txBody>
        </p:sp>
        <p:sp>
          <p:nvSpPr>
            <p:cNvPr id="32827" name="Rectangle 58">
              <a:extLst>
                <a:ext uri="{FF2B5EF4-FFF2-40B4-BE49-F238E27FC236}">
                  <a16:creationId xmlns:a16="http://schemas.microsoft.com/office/drawing/2014/main" id="{78F9AC89-8077-A67A-96A7-84EAAD24AA6C}"/>
                </a:ext>
              </a:extLst>
            </p:cNvPr>
            <p:cNvSpPr>
              <a:spLocks noChangeArrowheads="1"/>
            </p:cNvSpPr>
            <p:nvPr/>
          </p:nvSpPr>
          <p:spPr bwMode="auto">
            <a:xfrm>
              <a:off x="1190"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0</a:t>
              </a:r>
              <a:endParaRPr lang="en-US" altLang="es-ES" sz="4000" i="0" u="sng"/>
            </a:p>
          </p:txBody>
        </p:sp>
        <p:sp>
          <p:nvSpPr>
            <p:cNvPr id="32828" name="Rectangle 59">
              <a:extLst>
                <a:ext uri="{FF2B5EF4-FFF2-40B4-BE49-F238E27FC236}">
                  <a16:creationId xmlns:a16="http://schemas.microsoft.com/office/drawing/2014/main" id="{BC5F9498-2BAA-66FC-8EE1-50C074578720}"/>
                </a:ext>
              </a:extLst>
            </p:cNvPr>
            <p:cNvSpPr>
              <a:spLocks noChangeArrowheads="1"/>
            </p:cNvSpPr>
            <p:nvPr/>
          </p:nvSpPr>
          <p:spPr bwMode="auto">
            <a:xfrm>
              <a:off x="1332"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1</a:t>
              </a:r>
              <a:endParaRPr lang="en-US" altLang="es-ES" sz="4000" i="0" u="sng"/>
            </a:p>
          </p:txBody>
        </p:sp>
        <p:sp>
          <p:nvSpPr>
            <p:cNvPr id="32829" name="Rectangle 60">
              <a:extLst>
                <a:ext uri="{FF2B5EF4-FFF2-40B4-BE49-F238E27FC236}">
                  <a16:creationId xmlns:a16="http://schemas.microsoft.com/office/drawing/2014/main" id="{5DE60D58-FCB0-3577-8624-D7AEF99CDF71}"/>
                </a:ext>
              </a:extLst>
            </p:cNvPr>
            <p:cNvSpPr>
              <a:spLocks noChangeArrowheads="1"/>
            </p:cNvSpPr>
            <p:nvPr/>
          </p:nvSpPr>
          <p:spPr bwMode="auto">
            <a:xfrm>
              <a:off x="1479"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2</a:t>
              </a:r>
              <a:endParaRPr lang="en-US" altLang="es-ES" sz="4000" i="0" u="sng"/>
            </a:p>
          </p:txBody>
        </p:sp>
        <p:sp>
          <p:nvSpPr>
            <p:cNvPr id="32830" name="Rectangle 61">
              <a:extLst>
                <a:ext uri="{FF2B5EF4-FFF2-40B4-BE49-F238E27FC236}">
                  <a16:creationId xmlns:a16="http://schemas.microsoft.com/office/drawing/2014/main" id="{8BB9CC4B-2ECE-4833-FA5A-59622B1DD236}"/>
                </a:ext>
              </a:extLst>
            </p:cNvPr>
            <p:cNvSpPr>
              <a:spLocks noChangeArrowheads="1"/>
            </p:cNvSpPr>
            <p:nvPr/>
          </p:nvSpPr>
          <p:spPr bwMode="auto">
            <a:xfrm>
              <a:off x="2121" y="200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S</a:t>
              </a:r>
              <a:endParaRPr lang="en-US" altLang="es-ES" sz="4000" i="0" u="sng"/>
            </a:p>
          </p:txBody>
        </p:sp>
        <p:sp>
          <p:nvSpPr>
            <p:cNvPr id="32831" name="Rectangle 62">
              <a:extLst>
                <a:ext uri="{FF2B5EF4-FFF2-40B4-BE49-F238E27FC236}">
                  <a16:creationId xmlns:a16="http://schemas.microsoft.com/office/drawing/2014/main" id="{3406D9C4-FEE6-0684-5F04-574B80EBDD91}"/>
                </a:ext>
              </a:extLst>
            </p:cNvPr>
            <p:cNvSpPr>
              <a:spLocks noChangeArrowheads="1"/>
            </p:cNvSpPr>
            <p:nvPr/>
          </p:nvSpPr>
          <p:spPr bwMode="auto">
            <a:xfrm>
              <a:off x="2620" y="1901"/>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M</a:t>
              </a:r>
              <a:endParaRPr lang="en-US" altLang="es-ES" sz="4000" i="0" u="sng"/>
            </a:p>
          </p:txBody>
        </p:sp>
        <p:sp>
          <p:nvSpPr>
            <p:cNvPr id="32832" name="Rectangle 63">
              <a:extLst>
                <a:ext uri="{FF2B5EF4-FFF2-40B4-BE49-F238E27FC236}">
                  <a16:creationId xmlns:a16="http://schemas.microsoft.com/office/drawing/2014/main" id="{EF7D1929-C2AB-6C8E-FF09-A9270F7E492F}"/>
                </a:ext>
              </a:extLst>
            </p:cNvPr>
            <p:cNvSpPr>
              <a:spLocks noChangeArrowheads="1"/>
            </p:cNvSpPr>
            <p:nvPr/>
          </p:nvSpPr>
          <p:spPr bwMode="auto">
            <a:xfrm>
              <a:off x="2625" y="2014"/>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U</a:t>
              </a:r>
              <a:endParaRPr lang="en-US" altLang="es-ES" sz="4000" i="0" u="sng"/>
            </a:p>
          </p:txBody>
        </p:sp>
        <p:sp>
          <p:nvSpPr>
            <p:cNvPr id="32833" name="Rectangle 64">
              <a:extLst>
                <a:ext uri="{FF2B5EF4-FFF2-40B4-BE49-F238E27FC236}">
                  <a16:creationId xmlns:a16="http://schemas.microsoft.com/office/drawing/2014/main" id="{3389B396-7FFF-6E9D-A40A-6BCB3D63939D}"/>
                </a:ext>
              </a:extLst>
            </p:cNvPr>
            <p:cNvSpPr>
              <a:spLocks noChangeArrowheads="1"/>
            </p:cNvSpPr>
            <p:nvPr/>
          </p:nvSpPr>
          <p:spPr bwMode="auto">
            <a:xfrm>
              <a:off x="2628" y="212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X</a:t>
              </a:r>
              <a:endParaRPr lang="en-US" altLang="es-ES" sz="4000" i="0" u="sng"/>
            </a:p>
          </p:txBody>
        </p:sp>
        <p:sp>
          <p:nvSpPr>
            <p:cNvPr id="32834" name="Rectangle 65">
              <a:extLst>
                <a:ext uri="{FF2B5EF4-FFF2-40B4-BE49-F238E27FC236}">
                  <a16:creationId xmlns:a16="http://schemas.microsoft.com/office/drawing/2014/main" id="{C031FC6D-11A7-8396-D303-CD03127913B9}"/>
                </a:ext>
              </a:extLst>
            </p:cNvPr>
            <p:cNvSpPr>
              <a:spLocks noChangeArrowheads="1"/>
            </p:cNvSpPr>
            <p:nvPr/>
          </p:nvSpPr>
          <p:spPr bwMode="auto">
            <a:xfrm>
              <a:off x="2228"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0</a:t>
              </a:r>
              <a:endParaRPr lang="en-US" altLang="es-ES" sz="4000" i="0" u="sng"/>
            </a:p>
          </p:txBody>
        </p:sp>
        <p:sp>
          <p:nvSpPr>
            <p:cNvPr id="32835" name="Rectangle 66">
              <a:extLst>
                <a:ext uri="{FF2B5EF4-FFF2-40B4-BE49-F238E27FC236}">
                  <a16:creationId xmlns:a16="http://schemas.microsoft.com/office/drawing/2014/main" id="{64761EF5-123A-B7A2-D9CA-D5F8C9BF276B}"/>
                </a:ext>
              </a:extLst>
            </p:cNvPr>
            <p:cNvSpPr>
              <a:spLocks noChangeArrowheads="1"/>
            </p:cNvSpPr>
            <p:nvPr/>
          </p:nvSpPr>
          <p:spPr bwMode="auto">
            <a:xfrm>
              <a:off x="2370"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1</a:t>
              </a:r>
              <a:endParaRPr lang="en-US" altLang="es-ES" sz="4000" i="0" u="sng"/>
            </a:p>
          </p:txBody>
        </p:sp>
        <p:sp>
          <p:nvSpPr>
            <p:cNvPr id="32836" name="Rectangle 67">
              <a:extLst>
                <a:ext uri="{FF2B5EF4-FFF2-40B4-BE49-F238E27FC236}">
                  <a16:creationId xmlns:a16="http://schemas.microsoft.com/office/drawing/2014/main" id="{78883B22-C491-C73D-0F3C-57F2C7E0BF88}"/>
                </a:ext>
              </a:extLst>
            </p:cNvPr>
            <p:cNvSpPr>
              <a:spLocks noChangeArrowheads="1"/>
            </p:cNvSpPr>
            <p:nvPr/>
          </p:nvSpPr>
          <p:spPr bwMode="auto">
            <a:xfrm>
              <a:off x="2517"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2</a:t>
              </a:r>
              <a:endParaRPr lang="en-US" altLang="es-ES" sz="4000" i="0" u="sng"/>
            </a:p>
          </p:txBody>
        </p:sp>
        <p:sp>
          <p:nvSpPr>
            <p:cNvPr id="32837" name="Rectangle 68">
              <a:extLst>
                <a:ext uri="{FF2B5EF4-FFF2-40B4-BE49-F238E27FC236}">
                  <a16:creationId xmlns:a16="http://schemas.microsoft.com/office/drawing/2014/main" id="{216408C2-D317-F6AA-E166-25C7F4BED422}"/>
                </a:ext>
              </a:extLst>
            </p:cNvPr>
            <p:cNvSpPr>
              <a:spLocks noChangeArrowheads="1"/>
            </p:cNvSpPr>
            <p:nvPr/>
          </p:nvSpPr>
          <p:spPr bwMode="auto">
            <a:xfrm>
              <a:off x="3138" y="200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S</a:t>
              </a:r>
              <a:endParaRPr lang="en-US" altLang="es-ES" sz="4000" i="0" u="sng"/>
            </a:p>
          </p:txBody>
        </p:sp>
        <p:sp>
          <p:nvSpPr>
            <p:cNvPr id="32838" name="Rectangle 69">
              <a:extLst>
                <a:ext uri="{FF2B5EF4-FFF2-40B4-BE49-F238E27FC236}">
                  <a16:creationId xmlns:a16="http://schemas.microsoft.com/office/drawing/2014/main" id="{013B1C93-DF15-C9A4-CF9D-4C3E7299DD3E}"/>
                </a:ext>
              </a:extLst>
            </p:cNvPr>
            <p:cNvSpPr>
              <a:spLocks noChangeArrowheads="1"/>
            </p:cNvSpPr>
            <p:nvPr/>
          </p:nvSpPr>
          <p:spPr bwMode="auto">
            <a:xfrm>
              <a:off x="3632" y="1901"/>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M</a:t>
              </a:r>
              <a:endParaRPr lang="en-US" altLang="es-ES" sz="4000" i="0" u="sng"/>
            </a:p>
          </p:txBody>
        </p:sp>
        <p:sp>
          <p:nvSpPr>
            <p:cNvPr id="32839" name="Rectangle 70">
              <a:extLst>
                <a:ext uri="{FF2B5EF4-FFF2-40B4-BE49-F238E27FC236}">
                  <a16:creationId xmlns:a16="http://schemas.microsoft.com/office/drawing/2014/main" id="{E423C4C7-6CF1-2D8D-044D-7FAD2DA00BC8}"/>
                </a:ext>
              </a:extLst>
            </p:cNvPr>
            <p:cNvSpPr>
              <a:spLocks noChangeArrowheads="1"/>
            </p:cNvSpPr>
            <p:nvPr/>
          </p:nvSpPr>
          <p:spPr bwMode="auto">
            <a:xfrm>
              <a:off x="3637" y="2014"/>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U</a:t>
              </a:r>
              <a:endParaRPr lang="en-US" altLang="es-ES" sz="4000" i="0" u="sng"/>
            </a:p>
          </p:txBody>
        </p:sp>
        <p:sp>
          <p:nvSpPr>
            <p:cNvPr id="32840" name="Rectangle 71">
              <a:extLst>
                <a:ext uri="{FF2B5EF4-FFF2-40B4-BE49-F238E27FC236}">
                  <a16:creationId xmlns:a16="http://schemas.microsoft.com/office/drawing/2014/main" id="{64B98893-1A26-349C-C5E4-1177B4F341CF}"/>
                </a:ext>
              </a:extLst>
            </p:cNvPr>
            <p:cNvSpPr>
              <a:spLocks noChangeArrowheads="1"/>
            </p:cNvSpPr>
            <p:nvPr/>
          </p:nvSpPr>
          <p:spPr bwMode="auto">
            <a:xfrm>
              <a:off x="3640" y="212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X</a:t>
              </a:r>
              <a:endParaRPr lang="en-US" altLang="es-ES" sz="4000" i="0" u="sng"/>
            </a:p>
          </p:txBody>
        </p:sp>
        <p:sp>
          <p:nvSpPr>
            <p:cNvPr id="32841" name="Rectangle 72">
              <a:extLst>
                <a:ext uri="{FF2B5EF4-FFF2-40B4-BE49-F238E27FC236}">
                  <a16:creationId xmlns:a16="http://schemas.microsoft.com/office/drawing/2014/main" id="{E6886B63-D9F2-5681-6B72-79D016C88220}"/>
                </a:ext>
              </a:extLst>
            </p:cNvPr>
            <p:cNvSpPr>
              <a:spLocks noChangeArrowheads="1"/>
            </p:cNvSpPr>
            <p:nvPr/>
          </p:nvSpPr>
          <p:spPr bwMode="auto">
            <a:xfrm>
              <a:off x="3271"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0</a:t>
              </a:r>
              <a:endParaRPr lang="en-US" altLang="es-ES" sz="4000" i="0" u="sng"/>
            </a:p>
          </p:txBody>
        </p:sp>
        <p:sp>
          <p:nvSpPr>
            <p:cNvPr id="32842" name="Rectangle 73">
              <a:extLst>
                <a:ext uri="{FF2B5EF4-FFF2-40B4-BE49-F238E27FC236}">
                  <a16:creationId xmlns:a16="http://schemas.microsoft.com/office/drawing/2014/main" id="{D327CA65-BADD-B1B8-60DF-53BA9E0F1AF9}"/>
                </a:ext>
              </a:extLst>
            </p:cNvPr>
            <p:cNvSpPr>
              <a:spLocks noChangeArrowheads="1"/>
            </p:cNvSpPr>
            <p:nvPr/>
          </p:nvSpPr>
          <p:spPr bwMode="auto">
            <a:xfrm>
              <a:off x="3413"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1</a:t>
              </a:r>
              <a:endParaRPr lang="en-US" altLang="es-ES" sz="4000" i="0" u="sng"/>
            </a:p>
          </p:txBody>
        </p:sp>
        <p:sp>
          <p:nvSpPr>
            <p:cNvPr id="32843" name="Rectangle 74">
              <a:extLst>
                <a:ext uri="{FF2B5EF4-FFF2-40B4-BE49-F238E27FC236}">
                  <a16:creationId xmlns:a16="http://schemas.microsoft.com/office/drawing/2014/main" id="{0DEE9219-3720-F9CD-7935-7C48D28C4F76}"/>
                </a:ext>
              </a:extLst>
            </p:cNvPr>
            <p:cNvSpPr>
              <a:spLocks noChangeArrowheads="1"/>
            </p:cNvSpPr>
            <p:nvPr/>
          </p:nvSpPr>
          <p:spPr bwMode="auto">
            <a:xfrm>
              <a:off x="3560"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2</a:t>
              </a:r>
              <a:endParaRPr lang="en-US" altLang="es-ES" sz="4000" i="0" u="sng"/>
            </a:p>
          </p:txBody>
        </p:sp>
        <p:sp>
          <p:nvSpPr>
            <p:cNvPr id="32844" name="Rectangle 75">
              <a:extLst>
                <a:ext uri="{FF2B5EF4-FFF2-40B4-BE49-F238E27FC236}">
                  <a16:creationId xmlns:a16="http://schemas.microsoft.com/office/drawing/2014/main" id="{61C06378-2697-B87F-58A3-6F2E85AFBC2F}"/>
                </a:ext>
              </a:extLst>
            </p:cNvPr>
            <p:cNvSpPr>
              <a:spLocks noChangeArrowheads="1"/>
            </p:cNvSpPr>
            <p:nvPr/>
          </p:nvSpPr>
          <p:spPr bwMode="auto">
            <a:xfrm>
              <a:off x="4160" y="200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S</a:t>
              </a:r>
              <a:endParaRPr lang="en-US" altLang="es-ES" sz="4000" i="0" u="sng"/>
            </a:p>
          </p:txBody>
        </p:sp>
        <p:sp>
          <p:nvSpPr>
            <p:cNvPr id="32845" name="Rectangle 76">
              <a:extLst>
                <a:ext uri="{FF2B5EF4-FFF2-40B4-BE49-F238E27FC236}">
                  <a16:creationId xmlns:a16="http://schemas.microsoft.com/office/drawing/2014/main" id="{D65BD770-7E88-9A85-5416-BF36D7353AC5}"/>
                </a:ext>
              </a:extLst>
            </p:cNvPr>
            <p:cNvSpPr>
              <a:spLocks noChangeArrowheads="1"/>
            </p:cNvSpPr>
            <p:nvPr/>
          </p:nvSpPr>
          <p:spPr bwMode="auto">
            <a:xfrm>
              <a:off x="4660" y="1901"/>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M</a:t>
              </a:r>
              <a:endParaRPr lang="en-US" altLang="es-ES" sz="4000" i="0" u="sng"/>
            </a:p>
          </p:txBody>
        </p:sp>
        <p:sp>
          <p:nvSpPr>
            <p:cNvPr id="32846" name="Rectangle 77">
              <a:extLst>
                <a:ext uri="{FF2B5EF4-FFF2-40B4-BE49-F238E27FC236}">
                  <a16:creationId xmlns:a16="http://schemas.microsoft.com/office/drawing/2014/main" id="{4CEB056A-BFBC-DA5D-B145-EA1F008DB3EB}"/>
                </a:ext>
              </a:extLst>
            </p:cNvPr>
            <p:cNvSpPr>
              <a:spLocks noChangeArrowheads="1"/>
            </p:cNvSpPr>
            <p:nvPr/>
          </p:nvSpPr>
          <p:spPr bwMode="auto">
            <a:xfrm>
              <a:off x="4666" y="2014"/>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U</a:t>
              </a:r>
              <a:endParaRPr lang="en-US" altLang="es-ES" sz="4000" i="0" u="sng"/>
            </a:p>
          </p:txBody>
        </p:sp>
        <p:sp>
          <p:nvSpPr>
            <p:cNvPr id="32847" name="Rectangle 78">
              <a:extLst>
                <a:ext uri="{FF2B5EF4-FFF2-40B4-BE49-F238E27FC236}">
                  <a16:creationId xmlns:a16="http://schemas.microsoft.com/office/drawing/2014/main" id="{D0DDE5EB-4831-C215-7115-FC540FF3FE12}"/>
                </a:ext>
              </a:extLst>
            </p:cNvPr>
            <p:cNvSpPr>
              <a:spLocks noChangeArrowheads="1"/>
            </p:cNvSpPr>
            <p:nvPr/>
          </p:nvSpPr>
          <p:spPr bwMode="auto">
            <a:xfrm>
              <a:off x="4669" y="212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X</a:t>
              </a:r>
              <a:endParaRPr lang="en-US" altLang="es-ES" sz="4000" i="0" u="sng"/>
            </a:p>
          </p:txBody>
        </p:sp>
        <p:sp>
          <p:nvSpPr>
            <p:cNvPr id="32848" name="Rectangle 79">
              <a:extLst>
                <a:ext uri="{FF2B5EF4-FFF2-40B4-BE49-F238E27FC236}">
                  <a16:creationId xmlns:a16="http://schemas.microsoft.com/office/drawing/2014/main" id="{1C97C96F-8C27-D77D-DFE1-D0AD16E32FB4}"/>
                </a:ext>
              </a:extLst>
            </p:cNvPr>
            <p:cNvSpPr>
              <a:spLocks noChangeArrowheads="1"/>
            </p:cNvSpPr>
            <p:nvPr/>
          </p:nvSpPr>
          <p:spPr bwMode="auto">
            <a:xfrm>
              <a:off x="4272"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0</a:t>
              </a:r>
              <a:endParaRPr lang="en-US" altLang="es-ES" sz="4000" i="0" u="sng"/>
            </a:p>
          </p:txBody>
        </p:sp>
        <p:sp>
          <p:nvSpPr>
            <p:cNvPr id="32849" name="Rectangle 80">
              <a:extLst>
                <a:ext uri="{FF2B5EF4-FFF2-40B4-BE49-F238E27FC236}">
                  <a16:creationId xmlns:a16="http://schemas.microsoft.com/office/drawing/2014/main" id="{7CEF5517-D196-CC5C-FF14-BE275C5DC525}"/>
                </a:ext>
              </a:extLst>
            </p:cNvPr>
            <p:cNvSpPr>
              <a:spLocks noChangeArrowheads="1"/>
            </p:cNvSpPr>
            <p:nvPr/>
          </p:nvSpPr>
          <p:spPr bwMode="auto">
            <a:xfrm>
              <a:off x="4414"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1</a:t>
              </a:r>
              <a:endParaRPr lang="en-US" altLang="es-ES" sz="4000" i="0" u="sng"/>
            </a:p>
          </p:txBody>
        </p:sp>
        <p:sp>
          <p:nvSpPr>
            <p:cNvPr id="32850" name="Rectangle 81">
              <a:extLst>
                <a:ext uri="{FF2B5EF4-FFF2-40B4-BE49-F238E27FC236}">
                  <a16:creationId xmlns:a16="http://schemas.microsoft.com/office/drawing/2014/main" id="{C40D0E6F-43B6-0CAE-F013-C93802E33B04}"/>
                </a:ext>
              </a:extLst>
            </p:cNvPr>
            <p:cNvSpPr>
              <a:spLocks noChangeArrowheads="1"/>
            </p:cNvSpPr>
            <p:nvPr/>
          </p:nvSpPr>
          <p:spPr bwMode="auto">
            <a:xfrm>
              <a:off x="4561" y="190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rPr>
                <a:t>2</a:t>
              </a:r>
              <a:endParaRPr lang="en-US" altLang="es-ES" sz="4000" i="0" u="sng"/>
            </a:p>
          </p:txBody>
        </p:sp>
        <p:sp>
          <p:nvSpPr>
            <p:cNvPr id="32851" name="Oval 82">
              <a:extLst>
                <a:ext uri="{FF2B5EF4-FFF2-40B4-BE49-F238E27FC236}">
                  <a16:creationId xmlns:a16="http://schemas.microsoft.com/office/drawing/2014/main" id="{A4D31A1C-5DAA-154C-EB03-A81380F04BF4}"/>
                </a:ext>
              </a:extLst>
            </p:cNvPr>
            <p:cNvSpPr>
              <a:spLocks noChangeArrowheads="1"/>
            </p:cNvSpPr>
            <p:nvPr/>
          </p:nvSpPr>
          <p:spPr bwMode="auto">
            <a:xfrm>
              <a:off x="1196" y="1036"/>
              <a:ext cx="38" cy="3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52" name="Oval 83">
              <a:extLst>
                <a:ext uri="{FF2B5EF4-FFF2-40B4-BE49-F238E27FC236}">
                  <a16:creationId xmlns:a16="http://schemas.microsoft.com/office/drawing/2014/main" id="{5A0240AE-62DE-DE5A-39DC-8EA405E3FB61}"/>
                </a:ext>
              </a:extLst>
            </p:cNvPr>
            <p:cNvSpPr>
              <a:spLocks noChangeArrowheads="1"/>
            </p:cNvSpPr>
            <p:nvPr/>
          </p:nvSpPr>
          <p:spPr bwMode="auto">
            <a:xfrm>
              <a:off x="2234" y="1202"/>
              <a:ext cx="37" cy="3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53" name="Oval 84">
              <a:extLst>
                <a:ext uri="{FF2B5EF4-FFF2-40B4-BE49-F238E27FC236}">
                  <a16:creationId xmlns:a16="http://schemas.microsoft.com/office/drawing/2014/main" id="{0F76F7A1-4650-AA35-F481-3BD0E8C5DE1C}"/>
                </a:ext>
              </a:extLst>
            </p:cNvPr>
            <p:cNvSpPr>
              <a:spLocks noChangeArrowheads="1"/>
            </p:cNvSpPr>
            <p:nvPr/>
          </p:nvSpPr>
          <p:spPr bwMode="auto">
            <a:xfrm>
              <a:off x="3277" y="1373"/>
              <a:ext cx="37" cy="3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54" name="Oval 85">
              <a:extLst>
                <a:ext uri="{FF2B5EF4-FFF2-40B4-BE49-F238E27FC236}">
                  <a16:creationId xmlns:a16="http://schemas.microsoft.com/office/drawing/2014/main" id="{0DC882D0-C7D4-4DCA-32E2-04A525BC0E50}"/>
                </a:ext>
              </a:extLst>
            </p:cNvPr>
            <p:cNvSpPr>
              <a:spLocks noChangeArrowheads="1"/>
            </p:cNvSpPr>
            <p:nvPr/>
          </p:nvSpPr>
          <p:spPr bwMode="auto">
            <a:xfrm>
              <a:off x="973" y="2551"/>
              <a:ext cx="37" cy="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55" name="Oval 86">
              <a:extLst>
                <a:ext uri="{FF2B5EF4-FFF2-40B4-BE49-F238E27FC236}">
                  <a16:creationId xmlns:a16="http://schemas.microsoft.com/office/drawing/2014/main" id="{D2B85E57-F1C5-CFFE-BF96-F1BCBA2EC50B}"/>
                </a:ext>
              </a:extLst>
            </p:cNvPr>
            <p:cNvSpPr>
              <a:spLocks noChangeArrowheads="1"/>
            </p:cNvSpPr>
            <p:nvPr/>
          </p:nvSpPr>
          <p:spPr bwMode="auto">
            <a:xfrm>
              <a:off x="1896" y="2551"/>
              <a:ext cx="37" cy="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56" name="Oval 87">
              <a:extLst>
                <a:ext uri="{FF2B5EF4-FFF2-40B4-BE49-F238E27FC236}">
                  <a16:creationId xmlns:a16="http://schemas.microsoft.com/office/drawing/2014/main" id="{B08FD16F-1021-A24D-F776-1F4F2B94C1DA}"/>
                </a:ext>
              </a:extLst>
            </p:cNvPr>
            <p:cNvSpPr>
              <a:spLocks noChangeArrowheads="1"/>
            </p:cNvSpPr>
            <p:nvPr/>
          </p:nvSpPr>
          <p:spPr bwMode="auto">
            <a:xfrm>
              <a:off x="2920" y="2551"/>
              <a:ext cx="37" cy="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2857" name="Oval 88">
              <a:extLst>
                <a:ext uri="{FF2B5EF4-FFF2-40B4-BE49-F238E27FC236}">
                  <a16:creationId xmlns:a16="http://schemas.microsoft.com/office/drawing/2014/main" id="{951AFE23-6A1D-C9E7-6283-9B2AD9A00BEF}"/>
                </a:ext>
              </a:extLst>
            </p:cNvPr>
            <p:cNvSpPr>
              <a:spLocks noChangeArrowheads="1"/>
            </p:cNvSpPr>
            <p:nvPr/>
          </p:nvSpPr>
          <p:spPr bwMode="auto">
            <a:xfrm>
              <a:off x="4279" y="1560"/>
              <a:ext cx="37" cy="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nvGrpSpPr>
            <p:cNvPr id="32858" name="Group 89">
              <a:extLst>
                <a:ext uri="{FF2B5EF4-FFF2-40B4-BE49-F238E27FC236}">
                  <a16:creationId xmlns:a16="http://schemas.microsoft.com/office/drawing/2014/main" id="{5C7F51F8-8394-97CA-ECE5-A7053A8A91EC}"/>
                </a:ext>
              </a:extLst>
            </p:cNvPr>
            <p:cNvGrpSpPr>
              <a:grpSpLocks/>
            </p:cNvGrpSpPr>
            <p:nvPr/>
          </p:nvGrpSpPr>
          <p:grpSpPr bwMode="auto">
            <a:xfrm>
              <a:off x="2536" y="1392"/>
              <a:ext cx="1912" cy="504"/>
              <a:chOff x="2536" y="792"/>
              <a:chExt cx="1912" cy="520"/>
            </a:xfrm>
          </p:grpSpPr>
          <p:sp>
            <p:nvSpPr>
              <p:cNvPr id="32859" name="Line 90">
                <a:extLst>
                  <a:ext uri="{FF2B5EF4-FFF2-40B4-BE49-F238E27FC236}">
                    <a16:creationId xmlns:a16="http://schemas.microsoft.com/office/drawing/2014/main" id="{D39BA1DE-0AC5-C603-C05C-C14872BDD696}"/>
                  </a:ext>
                </a:extLst>
              </p:cNvPr>
              <p:cNvSpPr>
                <a:spLocks noChangeShapeType="1"/>
              </p:cNvSpPr>
              <p:nvPr/>
            </p:nvSpPr>
            <p:spPr bwMode="auto">
              <a:xfrm flipV="1">
                <a:off x="2536" y="792"/>
                <a:ext cx="0" cy="5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2860" name="Line 91">
                <a:extLst>
                  <a:ext uri="{FF2B5EF4-FFF2-40B4-BE49-F238E27FC236}">
                    <a16:creationId xmlns:a16="http://schemas.microsoft.com/office/drawing/2014/main" id="{F4A1E651-CEC2-2F1B-84BA-1F146CEF362A}"/>
                  </a:ext>
                </a:extLst>
              </p:cNvPr>
              <p:cNvSpPr>
                <a:spLocks noChangeShapeType="1"/>
              </p:cNvSpPr>
              <p:nvPr/>
            </p:nvSpPr>
            <p:spPr bwMode="auto">
              <a:xfrm>
                <a:off x="2536" y="792"/>
                <a:ext cx="1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2861" name="Line 92">
                <a:extLst>
                  <a:ext uri="{FF2B5EF4-FFF2-40B4-BE49-F238E27FC236}">
                    <a16:creationId xmlns:a16="http://schemas.microsoft.com/office/drawing/2014/main" id="{E94A6BBB-A4B2-62D9-5492-5F1F161F29DF}"/>
                  </a:ext>
                </a:extLst>
              </p:cNvPr>
              <p:cNvSpPr>
                <a:spLocks noChangeShapeType="1"/>
              </p:cNvSpPr>
              <p:nvPr/>
            </p:nvSpPr>
            <p:spPr bwMode="auto">
              <a:xfrm>
                <a:off x="4448" y="792"/>
                <a:ext cx="0" cy="5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3 Marcador de número de diapositiva">
            <a:extLst>
              <a:ext uri="{FF2B5EF4-FFF2-40B4-BE49-F238E27FC236}">
                <a16:creationId xmlns:a16="http://schemas.microsoft.com/office/drawing/2014/main" id="{1894AECC-468F-DFA4-DF4B-4518B4D9AC4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41D76817-F1BD-48FE-83AE-B6C79DEF3162}" type="slidenum">
              <a:rPr lang="en-US" altLang="es-ES" sz="1600" b="0" i="0" baseline="0"/>
              <a:pPr/>
              <a:t>29</a:t>
            </a:fld>
            <a:endParaRPr lang="en-US" altLang="es-ES" sz="1600" b="0" i="0" baseline="0"/>
          </a:p>
        </p:txBody>
      </p:sp>
      <p:sp>
        <p:nvSpPr>
          <p:cNvPr id="33795" name="Rectangle 2">
            <a:extLst>
              <a:ext uri="{FF2B5EF4-FFF2-40B4-BE49-F238E27FC236}">
                <a16:creationId xmlns:a16="http://schemas.microsoft.com/office/drawing/2014/main" id="{8D5AE6C0-A460-EE2C-F2A7-BB6EA41D64C1}"/>
              </a:ext>
            </a:extLst>
          </p:cNvPr>
          <p:cNvSpPr>
            <a:spLocks noGrp="1" noChangeArrowheads="1"/>
          </p:cNvSpPr>
          <p:nvPr>
            <p:ph type="title"/>
          </p:nvPr>
        </p:nvSpPr>
        <p:spPr/>
        <p:txBody>
          <a:bodyPr/>
          <a:lstStyle/>
          <a:p>
            <a:r>
              <a:rPr lang="en-US" altLang="es-ES"/>
              <a:t>Barrel Shifter</a:t>
            </a:r>
          </a:p>
        </p:txBody>
      </p:sp>
      <p:sp>
        <p:nvSpPr>
          <p:cNvPr id="33796" name="Rectangle 3">
            <a:extLst>
              <a:ext uri="{FF2B5EF4-FFF2-40B4-BE49-F238E27FC236}">
                <a16:creationId xmlns:a16="http://schemas.microsoft.com/office/drawing/2014/main" id="{050D09DC-AA86-AE1C-D9B6-C252707112F7}"/>
              </a:ext>
            </a:extLst>
          </p:cNvPr>
          <p:cNvSpPr>
            <a:spLocks noGrp="1" noChangeArrowheads="1"/>
          </p:cNvSpPr>
          <p:nvPr>
            <p:ph type="body" idx="1"/>
          </p:nvPr>
        </p:nvSpPr>
        <p:spPr>
          <a:xfrm>
            <a:off x="503238" y="1314450"/>
            <a:ext cx="8394700" cy="5027613"/>
          </a:xfrm>
        </p:spPr>
        <p:txBody>
          <a:bodyPr/>
          <a:lstStyle/>
          <a:p>
            <a:endParaRPr lang="en-US" altLang="es-ES"/>
          </a:p>
          <a:p>
            <a:endParaRPr lang="en-US" altLang="es-ES"/>
          </a:p>
          <a:p>
            <a:endParaRPr lang="en-US" altLang="es-ES"/>
          </a:p>
          <a:p>
            <a:endParaRPr lang="en-US" altLang="es-ES"/>
          </a:p>
          <a:p>
            <a:endParaRPr lang="en-US" altLang="es-ES" sz="2400"/>
          </a:p>
          <a:p>
            <a:endParaRPr lang="en-US" altLang="es-ES" sz="2000"/>
          </a:p>
          <a:p>
            <a:r>
              <a:rPr lang="en-US" altLang="es-ES" sz="2000"/>
              <a:t>A rotate is a shift in which the bits shifted out are inserted into the positions vacated</a:t>
            </a:r>
          </a:p>
          <a:p>
            <a:r>
              <a:rPr lang="en-US" altLang="es-ES" sz="2000"/>
              <a:t>The circuit rotates its contents left from 0 to 3 positions depending on S:</a:t>
            </a:r>
            <a:br>
              <a:rPr lang="en-US" altLang="es-ES" sz="2000"/>
            </a:br>
            <a:r>
              <a:rPr lang="en-US" altLang="es-ES" sz="2000"/>
              <a:t>S = 00 position unchanged                  S = 10 rotate left by 2 positions</a:t>
            </a:r>
            <a:br>
              <a:rPr lang="en-US" altLang="es-ES" sz="2000"/>
            </a:br>
            <a:r>
              <a:rPr lang="en-US" altLang="es-ES" sz="2000"/>
              <a:t>S = 01 rotate left by 1 positions          S = 11 rotate left by 3 positions</a:t>
            </a:r>
          </a:p>
          <a:p>
            <a:r>
              <a:rPr lang="en-US" altLang="es-ES" sz="2000"/>
              <a:t>See Table 10-3 in text for details</a:t>
            </a:r>
          </a:p>
          <a:p>
            <a:endParaRPr lang="en-US" altLang="es-ES" sz="2000"/>
          </a:p>
        </p:txBody>
      </p:sp>
      <p:grpSp>
        <p:nvGrpSpPr>
          <p:cNvPr id="33797" name="Group 4">
            <a:extLst>
              <a:ext uri="{FF2B5EF4-FFF2-40B4-BE49-F238E27FC236}">
                <a16:creationId xmlns:a16="http://schemas.microsoft.com/office/drawing/2014/main" id="{13B410A7-DC33-3548-FA88-C376716B793F}"/>
              </a:ext>
            </a:extLst>
          </p:cNvPr>
          <p:cNvGrpSpPr>
            <a:grpSpLocks/>
          </p:cNvGrpSpPr>
          <p:nvPr/>
        </p:nvGrpSpPr>
        <p:grpSpPr bwMode="auto">
          <a:xfrm>
            <a:off x="1563688" y="1201738"/>
            <a:ext cx="6359525" cy="3362325"/>
            <a:chOff x="929" y="805"/>
            <a:chExt cx="4062" cy="2198"/>
          </a:xfrm>
        </p:grpSpPr>
        <p:sp>
          <p:nvSpPr>
            <p:cNvPr id="33798" name="Freeform 5">
              <a:extLst>
                <a:ext uri="{FF2B5EF4-FFF2-40B4-BE49-F238E27FC236}">
                  <a16:creationId xmlns:a16="http://schemas.microsoft.com/office/drawing/2014/main" id="{61D77E71-0A49-8292-5841-939E2703E96C}"/>
                </a:ext>
              </a:extLst>
            </p:cNvPr>
            <p:cNvSpPr>
              <a:spLocks noEditPoints="1"/>
            </p:cNvSpPr>
            <p:nvPr/>
          </p:nvSpPr>
          <p:spPr bwMode="auto">
            <a:xfrm>
              <a:off x="1034" y="931"/>
              <a:ext cx="3870" cy="1305"/>
            </a:xfrm>
            <a:custGeom>
              <a:avLst/>
              <a:gdLst>
                <a:gd name="T0" fmla="*/ 55 w 3870"/>
                <a:gd name="T1" fmla="*/ 1305 h 1305"/>
                <a:gd name="T2" fmla="*/ 55 w 3870"/>
                <a:gd name="T3" fmla="*/ 805 h 1305"/>
                <a:gd name="T4" fmla="*/ 3560 w 3870"/>
                <a:gd name="T5" fmla="*/ 805 h 1305"/>
                <a:gd name="T6" fmla="*/ 3560 w 3870"/>
                <a:gd name="T7" fmla="*/ 1299 h 1305"/>
                <a:gd name="T8" fmla="*/ 3870 w 3870"/>
                <a:gd name="T9" fmla="*/ 1294 h 1305"/>
                <a:gd name="T10" fmla="*/ 3870 w 3870"/>
                <a:gd name="T11" fmla="*/ 974 h 1305"/>
                <a:gd name="T12" fmla="*/ 0 w 3870"/>
                <a:gd name="T13" fmla="*/ 974 h 1305"/>
                <a:gd name="T14" fmla="*/ 3724 w 3870"/>
                <a:gd name="T15" fmla="*/ 1289 h 1305"/>
                <a:gd name="T16" fmla="*/ 3724 w 3870"/>
                <a:gd name="T17" fmla="*/ 1114 h 1305"/>
                <a:gd name="T18" fmla="*/ 0 w 3870"/>
                <a:gd name="T19" fmla="*/ 1114 h 1305"/>
                <a:gd name="T20" fmla="*/ 3391 w 3870"/>
                <a:gd name="T21" fmla="*/ 1289 h 1305"/>
                <a:gd name="T22" fmla="*/ 3391 w 3870"/>
                <a:gd name="T23" fmla="*/ 331 h 1305"/>
                <a:gd name="T24" fmla="*/ 546 w 3870"/>
                <a:gd name="T25" fmla="*/ 331 h 1305"/>
                <a:gd name="T26" fmla="*/ 546 w 3870"/>
                <a:gd name="T27" fmla="*/ 1294 h 1305"/>
                <a:gd name="T28" fmla="*/ 3234 w 3870"/>
                <a:gd name="T29" fmla="*/ 1289 h 1305"/>
                <a:gd name="T30" fmla="*/ 3234 w 3870"/>
                <a:gd name="T31" fmla="*/ 479 h 1305"/>
                <a:gd name="T32" fmla="*/ 382 w 3870"/>
                <a:gd name="T33" fmla="*/ 479 h 1305"/>
                <a:gd name="T34" fmla="*/ 382 w 3870"/>
                <a:gd name="T35" fmla="*/ 1294 h 1305"/>
                <a:gd name="T36" fmla="*/ 219 w 3870"/>
                <a:gd name="T37" fmla="*/ 1294 h 1305"/>
                <a:gd name="T38" fmla="*/ 219 w 3870"/>
                <a:gd name="T39" fmla="*/ 653 h 1305"/>
                <a:gd name="T40" fmla="*/ 3065 w 3870"/>
                <a:gd name="T41" fmla="*/ 653 h 1305"/>
                <a:gd name="T42" fmla="*/ 3065 w 3870"/>
                <a:gd name="T43" fmla="*/ 1294 h 1305"/>
                <a:gd name="T44" fmla="*/ 2849 w 3870"/>
                <a:gd name="T45" fmla="*/ 1294 h 1305"/>
                <a:gd name="T46" fmla="*/ 2849 w 3870"/>
                <a:gd name="T47" fmla="*/ 974 h 1305"/>
                <a:gd name="T48" fmla="*/ 703 w 3870"/>
                <a:gd name="T49" fmla="*/ 1294 h 1305"/>
                <a:gd name="T50" fmla="*/ 703 w 3870"/>
                <a:gd name="T51" fmla="*/ 1114 h 1305"/>
                <a:gd name="T52" fmla="*/ 860 w 3870"/>
                <a:gd name="T53" fmla="*/ 1289 h 1305"/>
                <a:gd name="T54" fmla="*/ 860 w 3870"/>
                <a:gd name="T55" fmla="*/ 974 h 1305"/>
                <a:gd name="T56" fmla="*/ 1059 w 3870"/>
                <a:gd name="T57" fmla="*/ 1289 h 1305"/>
                <a:gd name="T58" fmla="*/ 1059 w 3870"/>
                <a:gd name="T59" fmla="*/ 331 h 1305"/>
                <a:gd name="T60" fmla="*/ 1222 w 3870"/>
                <a:gd name="T61" fmla="*/ 1289 h 1305"/>
                <a:gd name="T62" fmla="*/ 1222 w 3870"/>
                <a:gd name="T63" fmla="*/ 805 h 1305"/>
                <a:gd name="T64" fmla="*/ 1380 w 3870"/>
                <a:gd name="T65" fmla="*/ 1289 h 1305"/>
                <a:gd name="T66" fmla="*/ 1380 w 3870"/>
                <a:gd name="T67" fmla="*/ 653 h 1305"/>
                <a:gd name="T68" fmla="*/ 1542 w 3870"/>
                <a:gd name="T69" fmla="*/ 1289 h 1305"/>
                <a:gd name="T70" fmla="*/ 1542 w 3870"/>
                <a:gd name="T71" fmla="*/ 0 h 1305"/>
                <a:gd name="T72" fmla="*/ 1709 w 3870"/>
                <a:gd name="T73" fmla="*/ 1289 h 1305"/>
                <a:gd name="T74" fmla="*/ 1709 w 3870"/>
                <a:gd name="T75" fmla="*/ 1114 h 1305"/>
                <a:gd name="T76" fmla="*/ 1868 w 3870"/>
                <a:gd name="T77" fmla="*/ 1289 h 1305"/>
                <a:gd name="T78" fmla="*/ 1868 w 3870"/>
                <a:gd name="T79" fmla="*/ 974 h 1305"/>
                <a:gd name="T80" fmla="*/ 2050 w 3870"/>
                <a:gd name="T81" fmla="*/ 1289 h 1305"/>
                <a:gd name="T82" fmla="*/ 2050 w 3870"/>
                <a:gd name="T83" fmla="*/ 479 h 1305"/>
                <a:gd name="T84" fmla="*/ 2230 w 3870"/>
                <a:gd name="T85" fmla="*/ 1294 h 1305"/>
                <a:gd name="T86" fmla="*/ 2230 w 3870"/>
                <a:gd name="T87" fmla="*/ 331 h 1305"/>
                <a:gd name="T88" fmla="*/ 2388 w 3870"/>
                <a:gd name="T89" fmla="*/ 1305 h 1305"/>
                <a:gd name="T90" fmla="*/ 2388 w 3870"/>
                <a:gd name="T91" fmla="*/ 805 h 1305"/>
                <a:gd name="T92" fmla="*/ 2691 w 3870"/>
                <a:gd name="T93" fmla="*/ 1294 h 1305"/>
                <a:gd name="T94" fmla="*/ 2691 w 3870"/>
                <a:gd name="T95" fmla="*/ 1114 h 1305"/>
                <a:gd name="T96" fmla="*/ 546 w 3870"/>
                <a:gd name="T97" fmla="*/ 1289 h 1305"/>
                <a:gd name="T98" fmla="*/ 546 w 3870"/>
                <a:gd name="T99" fmla="*/ 0 h 1305"/>
                <a:gd name="T100" fmla="*/ 2540 w 3870"/>
                <a:gd name="T101" fmla="*/ 1289 h 1305"/>
                <a:gd name="T102" fmla="*/ 2540 w 3870"/>
                <a:gd name="T103" fmla="*/ 0 h 1305"/>
                <a:gd name="T104" fmla="*/ 3560 w 3870"/>
                <a:gd name="T105" fmla="*/ 1289 h 1305"/>
                <a:gd name="T106" fmla="*/ 3560 w 3870"/>
                <a:gd name="T107" fmla="*/ 0 h 130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870"/>
                <a:gd name="T163" fmla="*/ 0 h 1305"/>
                <a:gd name="T164" fmla="*/ 3870 w 3870"/>
                <a:gd name="T165" fmla="*/ 1305 h 130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870" h="1305">
                  <a:moveTo>
                    <a:pt x="55" y="1305"/>
                  </a:moveTo>
                  <a:lnTo>
                    <a:pt x="55" y="805"/>
                  </a:lnTo>
                  <a:lnTo>
                    <a:pt x="3560" y="805"/>
                  </a:lnTo>
                  <a:lnTo>
                    <a:pt x="3560" y="1299"/>
                  </a:lnTo>
                  <a:moveTo>
                    <a:pt x="3870" y="1294"/>
                  </a:moveTo>
                  <a:lnTo>
                    <a:pt x="3870" y="974"/>
                  </a:lnTo>
                  <a:lnTo>
                    <a:pt x="0" y="974"/>
                  </a:lnTo>
                  <a:moveTo>
                    <a:pt x="3724" y="1289"/>
                  </a:moveTo>
                  <a:lnTo>
                    <a:pt x="3724" y="1114"/>
                  </a:lnTo>
                  <a:lnTo>
                    <a:pt x="0" y="1114"/>
                  </a:lnTo>
                  <a:moveTo>
                    <a:pt x="3391" y="1289"/>
                  </a:moveTo>
                  <a:lnTo>
                    <a:pt x="3391" y="331"/>
                  </a:lnTo>
                  <a:lnTo>
                    <a:pt x="546" y="331"/>
                  </a:lnTo>
                  <a:lnTo>
                    <a:pt x="546" y="1294"/>
                  </a:lnTo>
                  <a:moveTo>
                    <a:pt x="3234" y="1289"/>
                  </a:moveTo>
                  <a:lnTo>
                    <a:pt x="3234" y="479"/>
                  </a:lnTo>
                  <a:lnTo>
                    <a:pt x="382" y="479"/>
                  </a:lnTo>
                  <a:lnTo>
                    <a:pt x="382" y="1294"/>
                  </a:lnTo>
                  <a:moveTo>
                    <a:pt x="219" y="1294"/>
                  </a:moveTo>
                  <a:lnTo>
                    <a:pt x="219" y="653"/>
                  </a:lnTo>
                  <a:lnTo>
                    <a:pt x="3065" y="653"/>
                  </a:lnTo>
                  <a:lnTo>
                    <a:pt x="3065" y="1294"/>
                  </a:lnTo>
                  <a:moveTo>
                    <a:pt x="2849" y="1294"/>
                  </a:moveTo>
                  <a:lnTo>
                    <a:pt x="2849" y="974"/>
                  </a:lnTo>
                  <a:moveTo>
                    <a:pt x="703" y="1294"/>
                  </a:moveTo>
                  <a:lnTo>
                    <a:pt x="703" y="1114"/>
                  </a:lnTo>
                  <a:moveTo>
                    <a:pt x="860" y="1289"/>
                  </a:moveTo>
                  <a:lnTo>
                    <a:pt x="860" y="974"/>
                  </a:lnTo>
                  <a:moveTo>
                    <a:pt x="1059" y="1289"/>
                  </a:moveTo>
                  <a:lnTo>
                    <a:pt x="1059" y="331"/>
                  </a:lnTo>
                  <a:moveTo>
                    <a:pt x="1222" y="1289"/>
                  </a:moveTo>
                  <a:lnTo>
                    <a:pt x="1222" y="805"/>
                  </a:lnTo>
                  <a:moveTo>
                    <a:pt x="1380" y="1289"/>
                  </a:moveTo>
                  <a:lnTo>
                    <a:pt x="1380" y="653"/>
                  </a:lnTo>
                  <a:moveTo>
                    <a:pt x="1542" y="1289"/>
                  </a:moveTo>
                  <a:lnTo>
                    <a:pt x="1542" y="0"/>
                  </a:lnTo>
                  <a:moveTo>
                    <a:pt x="1709" y="1289"/>
                  </a:moveTo>
                  <a:lnTo>
                    <a:pt x="1709" y="1114"/>
                  </a:lnTo>
                  <a:moveTo>
                    <a:pt x="1868" y="1289"/>
                  </a:moveTo>
                  <a:lnTo>
                    <a:pt x="1868" y="974"/>
                  </a:lnTo>
                  <a:moveTo>
                    <a:pt x="2050" y="1289"/>
                  </a:moveTo>
                  <a:lnTo>
                    <a:pt x="2050" y="479"/>
                  </a:lnTo>
                  <a:moveTo>
                    <a:pt x="2230" y="1294"/>
                  </a:moveTo>
                  <a:lnTo>
                    <a:pt x="2230" y="331"/>
                  </a:lnTo>
                  <a:moveTo>
                    <a:pt x="2388" y="1305"/>
                  </a:moveTo>
                  <a:lnTo>
                    <a:pt x="2388" y="805"/>
                  </a:lnTo>
                  <a:moveTo>
                    <a:pt x="2691" y="1294"/>
                  </a:moveTo>
                  <a:lnTo>
                    <a:pt x="2691" y="1114"/>
                  </a:lnTo>
                  <a:moveTo>
                    <a:pt x="546" y="1289"/>
                  </a:moveTo>
                  <a:lnTo>
                    <a:pt x="546" y="0"/>
                  </a:lnTo>
                  <a:moveTo>
                    <a:pt x="2540" y="1289"/>
                  </a:moveTo>
                  <a:lnTo>
                    <a:pt x="2540" y="0"/>
                  </a:lnTo>
                  <a:moveTo>
                    <a:pt x="3560" y="1289"/>
                  </a:moveTo>
                  <a:lnTo>
                    <a:pt x="3560"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799" name="Rectangle 6">
              <a:extLst>
                <a:ext uri="{FF2B5EF4-FFF2-40B4-BE49-F238E27FC236}">
                  <a16:creationId xmlns:a16="http://schemas.microsoft.com/office/drawing/2014/main" id="{A83B55B2-E48F-8668-BF72-684A124CC3D4}"/>
                </a:ext>
              </a:extLst>
            </p:cNvPr>
            <p:cNvSpPr>
              <a:spLocks noChangeArrowheads="1"/>
            </p:cNvSpPr>
            <p:nvPr/>
          </p:nvSpPr>
          <p:spPr bwMode="auto">
            <a:xfrm>
              <a:off x="1526" y="805"/>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D</a:t>
              </a:r>
              <a:endParaRPr lang="en-US" altLang="es-ES" sz="4400" i="0" u="sng"/>
            </a:p>
          </p:txBody>
        </p:sp>
        <p:sp>
          <p:nvSpPr>
            <p:cNvPr id="33800" name="Rectangle 7">
              <a:extLst>
                <a:ext uri="{FF2B5EF4-FFF2-40B4-BE49-F238E27FC236}">
                  <a16:creationId xmlns:a16="http://schemas.microsoft.com/office/drawing/2014/main" id="{251B0322-89E3-6D1B-0591-66CCB2DB83E8}"/>
                </a:ext>
              </a:extLst>
            </p:cNvPr>
            <p:cNvSpPr>
              <a:spLocks noChangeArrowheads="1"/>
            </p:cNvSpPr>
            <p:nvPr/>
          </p:nvSpPr>
          <p:spPr bwMode="auto">
            <a:xfrm>
              <a:off x="1601" y="847"/>
              <a:ext cx="4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3</a:t>
              </a:r>
              <a:endParaRPr lang="en-US" altLang="es-ES" sz="4400" i="0" u="sng"/>
            </a:p>
          </p:txBody>
        </p:sp>
        <p:sp>
          <p:nvSpPr>
            <p:cNvPr id="33801" name="Rectangle 8">
              <a:extLst>
                <a:ext uri="{FF2B5EF4-FFF2-40B4-BE49-F238E27FC236}">
                  <a16:creationId xmlns:a16="http://schemas.microsoft.com/office/drawing/2014/main" id="{6970B50B-650E-043B-3872-0B5D6526E12C}"/>
                </a:ext>
              </a:extLst>
            </p:cNvPr>
            <p:cNvSpPr>
              <a:spLocks noChangeArrowheads="1"/>
            </p:cNvSpPr>
            <p:nvPr/>
          </p:nvSpPr>
          <p:spPr bwMode="auto">
            <a:xfrm>
              <a:off x="929" y="1843"/>
              <a:ext cx="6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02" name="Rectangle 9">
              <a:extLst>
                <a:ext uri="{FF2B5EF4-FFF2-40B4-BE49-F238E27FC236}">
                  <a16:creationId xmlns:a16="http://schemas.microsoft.com/office/drawing/2014/main" id="{353D3176-70CC-8C71-A5E6-B12A4AAD5EA2}"/>
                </a:ext>
              </a:extLst>
            </p:cNvPr>
            <p:cNvSpPr>
              <a:spLocks noChangeArrowheads="1"/>
            </p:cNvSpPr>
            <p:nvPr/>
          </p:nvSpPr>
          <p:spPr bwMode="auto">
            <a:xfrm>
              <a:off x="979" y="1885"/>
              <a:ext cx="40"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400" i="0" u="sng"/>
            </a:p>
          </p:txBody>
        </p:sp>
        <p:sp>
          <p:nvSpPr>
            <p:cNvPr id="33803" name="Freeform 10">
              <a:extLst>
                <a:ext uri="{FF2B5EF4-FFF2-40B4-BE49-F238E27FC236}">
                  <a16:creationId xmlns:a16="http://schemas.microsoft.com/office/drawing/2014/main" id="{A41AE3AC-B4C7-660D-B651-21125A85CBD8}"/>
                </a:ext>
              </a:extLst>
            </p:cNvPr>
            <p:cNvSpPr>
              <a:spLocks/>
            </p:cNvSpPr>
            <p:nvPr/>
          </p:nvSpPr>
          <p:spPr bwMode="auto">
            <a:xfrm>
              <a:off x="1020" y="2220"/>
              <a:ext cx="954" cy="479"/>
            </a:xfrm>
            <a:custGeom>
              <a:avLst/>
              <a:gdLst>
                <a:gd name="T0" fmla="*/ 0 w 954"/>
                <a:gd name="T1" fmla="*/ 0 h 479"/>
                <a:gd name="T2" fmla="*/ 954 w 954"/>
                <a:gd name="T3" fmla="*/ 0 h 479"/>
                <a:gd name="T4" fmla="*/ 954 w 954"/>
                <a:gd name="T5" fmla="*/ 479 h 479"/>
                <a:gd name="T6" fmla="*/ 0 w 954"/>
                <a:gd name="T7" fmla="*/ 479 h 479"/>
                <a:gd name="T8" fmla="*/ 0 w 954"/>
                <a:gd name="T9" fmla="*/ 0 h 479"/>
                <a:gd name="T10" fmla="*/ 0 w 954"/>
                <a:gd name="T11" fmla="*/ 0 h 479"/>
                <a:gd name="T12" fmla="*/ 0 60000 65536"/>
                <a:gd name="T13" fmla="*/ 0 60000 65536"/>
                <a:gd name="T14" fmla="*/ 0 60000 65536"/>
                <a:gd name="T15" fmla="*/ 0 60000 65536"/>
                <a:gd name="T16" fmla="*/ 0 60000 65536"/>
                <a:gd name="T17" fmla="*/ 0 60000 65536"/>
                <a:gd name="T18" fmla="*/ 0 w 954"/>
                <a:gd name="T19" fmla="*/ 0 h 479"/>
                <a:gd name="T20" fmla="*/ 954 w 954"/>
                <a:gd name="T21" fmla="*/ 479 h 479"/>
              </a:gdLst>
              <a:ahLst/>
              <a:cxnLst>
                <a:cxn ang="T12">
                  <a:pos x="T0" y="T1"/>
                </a:cxn>
                <a:cxn ang="T13">
                  <a:pos x="T2" y="T3"/>
                </a:cxn>
                <a:cxn ang="T14">
                  <a:pos x="T4" y="T5"/>
                </a:cxn>
                <a:cxn ang="T15">
                  <a:pos x="T6" y="T7"/>
                </a:cxn>
                <a:cxn ang="T16">
                  <a:pos x="T8" y="T9"/>
                </a:cxn>
                <a:cxn ang="T17">
                  <a:pos x="T10" y="T11"/>
                </a:cxn>
              </a:cxnLst>
              <a:rect l="T18" t="T19" r="T20" b="T21"/>
              <a:pathLst>
                <a:path w="954" h="479">
                  <a:moveTo>
                    <a:pt x="0" y="0"/>
                  </a:moveTo>
                  <a:lnTo>
                    <a:pt x="954" y="0"/>
                  </a:lnTo>
                  <a:lnTo>
                    <a:pt x="954" y="479"/>
                  </a:lnTo>
                  <a:lnTo>
                    <a:pt x="0" y="479"/>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04" name="Freeform 11">
              <a:extLst>
                <a:ext uri="{FF2B5EF4-FFF2-40B4-BE49-F238E27FC236}">
                  <a16:creationId xmlns:a16="http://schemas.microsoft.com/office/drawing/2014/main" id="{5040E2AE-97F9-645D-29EB-52844DF4A7A1}"/>
                </a:ext>
              </a:extLst>
            </p:cNvPr>
            <p:cNvSpPr>
              <a:spLocks/>
            </p:cNvSpPr>
            <p:nvPr/>
          </p:nvSpPr>
          <p:spPr bwMode="auto">
            <a:xfrm>
              <a:off x="1020" y="2220"/>
              <a:ext cx="954" cy="479"/>
            </a:xfrm>
            <a:custGeom>
              <a:avLst/>
              <a:gdLst>
                <a:gd name="T0" fmla="*/ 0 w 954"/>
                <a:gd name="T1" fmla="*/ 0 h 479"/>
                <a:gd name="T2" fmla="*/ 954 w 954"/>
                <a:gd name="T3" fmla="*/ 0 h 479"/>
                <a:gd name="T4" fmla="*/ 954 w 954"/>
                <a:gd name="T5" fmla="*/ 479 h 479"/>
                <a:gd name="T6" fmla="*/ 0 w 954"/>
                <a:gd name="T7" fmla="*/ 479 h 479"/>
                <a:gd name="T8" fmla="*/ 0 w 954"/>
                <a:gd name="T9" fmla="*/ 0 h 479"/>
                <a:gd name="T10" fmla="*/ 0 w 954"/>
                <a:gd name="T11" fmla="*/ 0 h 479"/>
                <a:gd name="T12" fmla="*/ 0 60000 65536"/>
                <a:gd name="T13" fmla="*/ 0 60000 65536"/>
                <a:gd name="T14" fmla="*/ 0 60000 65536"/>
                <a:gd name="T15" fmla="*/ 0 60000 65536"/>
                <a:gd name="T16" fmla="*/ 0 60000 65536"/>
                <a:gd name="T17" fmla="*/ 0 60000 65536"/>
                <a:gd name="T18" fmla="*/ 0 w 954"/>
                <a:gd name="T19" fmla="*/ 0 h 479"/>
                <a:gd name="T20" fmla="*/ 954 w 954"/>
                <a:gd name="T21" fmla="*/ 479 h 479"/>
              </a:gdLst>
              <a:ahLst/>
              <a:cxnLst>
                <a:cxn ang="T12">
                  <a:pos x="T0" y="T1"/>
                </a:cxn>
                <a:cxn ang="T13">
                  <a:pos x="T2" y="T3"/>
                </a:cxn>
                <a:cxn ang="T14">
                  <a:pos x="T4" y="T5"/>
                </a:cxn>
                <a:cxn ang="T15">
                  <a:pos x="T6" y="T7"/>
                </a:cxn>
                <a:cxn ang="T16">
                  <a:pos x="T8" y="T9"/>
                </a:cxn>
                <a:cxn ang="T17">
                  <a:pos x="T10" y="T11"/>
                </a:cxn>
              </a:cxnLst>
              <a:rect l="T18" t="T19" r="T20" b="T21"/>
              <a:pathLst>
                <a:path w="954" h="479">
                  <a:moveTo>
                    <a:pt x="0" y="0"/>
                  </a:moveTo>
                  <a:lnTo>
                    <a:pt x="954" y="0"/>
                  </a:lnTo>
                  <a:lnTo>
                    <a:pt x="954" y="479"/>
                  </a:lnTo>
                  <a:lnTo>
                    <a:pt x="0" y="479"/>
                  </a:lnTo>
                  <a:lnTo>
                    <a:pt x="0" y="0"/>
                  </a:lnTo>
                  <a:close/>
                </a:path>
              </a:pathLst>
            </a:cu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05" name="Rectangle 12">
              <a:extLst>
                <a:ext uri="{FF2B5EF4-FFF2-40B4-BE49-F238E27FC236}">
                  <a16:creationId xmlns:a16="http://schemas.microsoft.com/office/drawing/2014/main" id="{8C8246F1-F23E-F129-A5CE-1D1C65E578F3}"/>
                </a:ext>
              </a:extLst>
            </p:cNvPr>
            <p:cNvSpPr>
              <a:spLocks noChangeArrowheads="1"/>
            </p:cNvSpPr>
            <p:nvPr/>
          </p:nvSpPr>
          <p:spPr bwMode="auto">
            <a:xfrm>
              <a:off x="1067"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3</a:t>
              </a:r>
              <a:endParaRPr lang="en-US" altLang="es-ES" sz="4400" i="0" u="sng"/>
            </a:p>
          </p:txBody>
        </p:sp>
        <p:sp>
          <p:nvSpPr>
            <p:cNvPr id="33806" name="Rectangle 13">
              <a:extLst>
                <a:ext uri="{FF2B5EF4-FFF2-40B4-BE49-F238E27FC236}">
                  <a16:creationId xmlns:a16="http://schemas.microsoft.com/office/drawing/2014/main" id="{6BEC89B2-C91E-83A5-5EE1-AD0805FD5AFA}"/>
                </a:ext>
              </a:extLst>
            </p:cNvPr>
            <p:cNvSpPr>
              <a:spLocks noChangeArrowheads="1"/>
            </p:cNvSpPr>
            <p:nvPr/>
          </p:nvSpPr>
          <p:spPr bwMode="auto">
            <a:xfrm>
              <a:off x="1692" y="2223"/>
              <a:ext cx="6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07" name="Rectangle 14">
              <a:extLst>
                <a:ext uri="{FF2B5EF4-FFF2-40B4-BE49-F238E27FC236}">
                  <a16:creationId xmlns:a16="http://schemas.microsoft.com/office/drawing/2014/main" id="{FDC5967A-3B3B-B62E-55E3-35EE454A212C}"/>
                </a:ext>
              </a:extLst>
            </p:cNvPr>
            <p:cNvSpPr>
              <a:spLocks noChangeArrowheads="1"/>
            </p:cNvSpPr>
            <p:nvPr/>
          </p:nvSpPr>
          <p:spPr bwMode="auto">
            <a:xfrm>
              <a:off x="1743" y="2265"/>
              <a:ext cx="41"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400" i="0" u="sng"/>
            </a:p>
          </p:txBody>
        </p:sp>
        <p:sp>
          <p:nvSpPr>
            <p:cNvPr id="33808" name="Rectangle 15">
              <a:extLst>
                <a:ext uri="{FF2B5EF4-FFF2-40B4-BE49-F238E27FC236}">
                  <a16:creationId xmlns:a16="http://schemas.microsoft.com/office/drawing/2014/main" id="{9ACFA42D-BDBF-BD7B-FA30-42B5A4F1E7BF}"/>
                </a:ext>
              </a:extLst>
            </p:cNvPr>
            <p:cNvSpPr>
              <a:spLocks noChangeArrowheads="1"/>
            </p:cNvSpPr>
            <p:nvPr/>
          </p:nvSpPr>
          <p:spPr bwMode="auto">
            <a:xfrm>
              <a:off x="1853" y="2223"/>
              <a:ext cx="6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09" name="Rectangle 16">
              <a:extLst>
                <a:ext uri="{FF2B5EF4-FFF2-40B4-BE49-F238E27FC236}">
                  <a16:creationId xmlns:a16="http://schemas.microsoft.com/office/drawing/2014/main" id="{A62A9D51-0120-15C0-A7AB-676E5BF46814}"/>
                </a:ext>
              </a:extLst>
            </p:cNvPr>
            <p:cNvSpPr>
              <a:spLocks noChangeArrowheads="1"/>
            </p:cNvSpPr>
            <p:nvPr/>
          </p:nvSpPr>
          <p:spPr bwMode="auto">
            <a:xfrm>
              <a:off x="1904" y="2265"/>
              <a:ext cx="41"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400" i="0" u="sng"/>
            </a:p>
          </p:txBody>
        </p:sp>
        <p:sp>
          <p:nvSpPr>
            <p:cNvPr id="33810" name="Rectangle 17">
              <a:extLst>
                <a:ext uri="{FF2B5EF4-FFF2-40B4-BE49-F238E27FC236}">
                  <a16:creationId xmlns:a16="http://schemas.microsoft.com/office/drawing/2014/main" id="{E155C657-1B25-7B73-D0CF-336BFF045EAB}"/>
                </a:ext>
              </a:extLst>
            </p:cNvPr>
            <p:cNvSpPr>
              <a:spLocks noChangeArrowheads="1"/>
            </p:cNvSpPr>
            <p:nvPr/>
          </p:nvSpPr>
          <p:spPr bwMode="auto">
            <a:xfrm>
              <a:off x="1867" y="2371"/>
              <a:ext cx="115"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M</a:t>
              </a:r>
              <a:endParaRPr lang="en-US" altLang="es-ES" sz="4400" i="0" u="sng"/>
            </a:p>
          </p:txBody>
        </p:sp>
        <p:sp>
          <p:nvSpPr>
            <p:cNvPr id="33811" name="Rectangle 18">
              <a:extLst>
                <a:ext uri="{FF2B5EF4-FFF2-40B4-BE49-F238E27FC236}">
                  <a16:creationId xmlns:a16="http://schemas.microsoft.com/office/drawing/2014/main" id="{B83D3FF8-D5F6-1BF9-E204-A4CBDFD87BB3}"/>
                </a:ext>
              </a:extLst>
            </p:cNvPr>
            <p:cNvSpPr>
              <a:spLocks noChangeArrowheads="1"/>
            </p:cNvSpPr>
            <p:nvPr/>
          </p:nvSpPr>
          <p:spPr bwMode="auto">
            <a:xfrm>
              <a:off x="1872" y="2473"/>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U</a:t>
              </a:r>
              <a:endParaRPr lang="en-US" altLang="es-ES" sz="4400" i="0" u="sng"/>
            </a:p>
          </p:txBody>
        </p:sp>
        <p:sp>
          <p:nvSpPr>
            <p:cNvPr id="33812" name="Rectangle 19">
              <a:extLst>
                <a:ext uri="{FF2B5EF4-FFF2-40B4-BE49-F238E27FC236}">
                  <a16:creationId xmlns:a16="http://schemas.microsoft.com/office/drawing/2014/main" id="{BC97AC0D-9DD9-5FD2-A9E9-136CD73B4343}"/>
                </a:ext>
              </a:extLst>
            </p:cNvPr>
            <p:cNvSpPr>
              <a:spLocks noChangeArrowheads="1"/>
            </p:cNvSpPr>
            <p:nvPr/>
          </p:nvSpPr>
          <p:spPr bwMode="auto">
            <a:xfrm>
              <a:off x="1874" y="2575"/>
              <a:ext cx="88"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X</a:t>
              </a:r>
              <a:endParaRPr lang="en-US" altLang="es-ES" sz="4400" i="0" u="sng"/>
            </a:p>
          </p:txBody>
        </p:sp>
        <p:sp>
          <p:nvSpPr>
            <p:cNvPr id="33813" name="Line 20">
              <a:extLst>
                <a:ext uri="{FF2B5EF4-FFF2-40B4-BE49-F238E27FC236}">
                  <a16:creationId xmlns:a16="http://schemas.microsoft.com/office/drawing/2014/main" id="{986ED07F-FD43-14E9-27A7-B296965C8E1F}"/>
                </a:ext>
              </a:extLst>
            </p:cNvPr>
            <p:cNvSpPr>
              <a:spLocks noChangeShapeType="1"/>
            </p:cNvSpPr>
            <p:nvPr/>
          </p:nvSpPr>
          <p:spPr bwMode="auto">
            <a:xfrm>
              <a:off x="1490" y="2701"/>
              <a:ext cx="1" cy="15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3814" name="Freeform 21">
              <a:extLst>
                <a:ext uri="{FF2B5EF4-FFF2-40B4-BE49-F238E27FC236}">
                  <a16:creationId xmlns:a16="http://schemas.microsoft.com/office/drawing/2014/main" id="{CE0EF70B-05DA-3593-45FB-FF60EA649AD5}"/>
                </a:ext>
              </a:extLst>
            </p:cNvPr>
            <p:cNvSpPr>
              <a:spLocks/>
            </p:cNvSpPr>
            <p:nvPr/>
          </p:nvSpPr>
          <p:spPr bwMode="auto">
            <a:xfrm>
              <a:off x="2023" y="2220"/>
              <a:ext cx="954" cy="479"/>
            </a:xfrm>
            <a:custGeom>
              <a:avLst/>
              <a:gdLst>
                <a:gd name="T0" fmla="*/ 0 w 954"/>
                <a:gd name="T1" fmla="*/ 0 h 479"/>
                <a:gd name="T2" fmla="*/ 954 w 954"/>
                <a:gd name="T3" fmla="*/ 0 h 479"/>
                <a:gd name="T4" fmla="*/ 954 w 954"/>
                <a:gd name="T5" fmla="*/ 479 h 479"/>
                <a:gd name="T6" fmla="*/ 0 w 954"/>
                <a:gd name="T7" fmla="*/ 479 h 479"/>
                <a:gd name="T8" fmla="*/ 0 w 954"/>
                <a:gd name="T9" fmla="*/ 0 h 479"/>
                <a:gd name="T10" fmla="*/ 0 w 954"/>
                <a:gd name="T11" fmla="*/ 0 h 479"/>
                <a:gd name="T12" fmla="*/ 0 60000 65536"/>
                <a:gd name="T13" fmla="*/ 0 60000 65536"/>
                <a:gd name="T14" fmla="*/ 0 60000 65536"/>
                <a:gd name="T15" fmla="*/ 0 60000 65536"/>
                <a:gd name="T16" fmla="*/ 0 60000 65536"/>
                <a:gd name="T17" fmla="*/ 0 60000 65536"/>
                <a:gd name="T18" fmla="*/ 0 w 954"/>
                <a:gd name="T19" fmla="*/ 0 h 479"/>
                <a:gd name="T20" fmla="*/ 954 w 954"/>
                <a:gd name="T21" fmla="*/ 479 h 479"/>
              </a:gdLst>
              <a:ahLst/>
              <a:cxnLst>
                <a:cxn ang="T12">
                  <a:pos x="T0" y="T1"/>
                </a:cxn>
                <a:cxn ang="T13">
                  <a:pos x="T2" y="T3"/>
                </a:cxn>
                <a:cxn ang="T14">
                  <a:pos x="T4" y="T5"/>
                </a:cxn>
                <a:cxn ang="T15">
                  <a:pos x="T6" y="T7"/>
                </a:cxn>
                <a:cxn ang="T16">
                  <a:pos x="T8" y="T9"/>
                </a:cxn>
                <a:cxn ang="T17">
                  <a:pos x="T10" y="T11"/>
                </a:cxn>
              </a:cxnLst>
              <a:rect l="T18" t="T19" r="T20" b="T21"/>
              <a:pathLst>
                <a:path w="954" h="479">
                  <a:moveTo>
                    <a:pt x="0" y="0"/>
                  </a:moveTo>
                  <a:lnTo>
                    <a:pt x="954" y="0"/>
                  </a:lnTo>
                  <a:lnTo>
                    <a:pt x="954" y="479"/>
                  </a:lnTo>
                  <a:lnTo>
                    <a:pt x="0" y="479"/>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15" name="Freeform 22">
              <a:extLst>
                <a:ext uri="{FF2B5EF4-FFF2-40B4-BE49-F238E27FC236}">
                  <a16:creationId xmlns:a16="http://schemas.microsoft.com/office/drawing/2014/main" id="{CF1FC999-4AB2-65D4-E841-5DB8F9E45DE0}"/>
                </a:ext>
              </a:extLst>
            </p:cNvPr>
            <p:cNvSpPr>
              <a:spLocks/>
            </p:cNvSpPr>
            <p:nvPr/>
          </p:nvSpPr>
          <p:spPr bwMode="auto">
            <a:xfrm>
              <a:off x="2023" y="2220"/>
              <a:ext cx="954" cy="479"/>
            </a:xfrm>
            <a:custGeom>
              <a:avLst/>
              <a:gdLst>
                <a:gd name="T0" fmla="*/ 0 w 954"/>
                <a:gd name="T1" fmla="*/ 0 h 479"/>
                <a:gd name="T2" fmla="*/ 954 w 954"/>
                <a:gd name="T3" fmla="*/ 0 h 479"/>
                <a:gd name="T4" fmla="*/ 954 w 954"/>
                <a:gd name="T5" fmla="*/ 479 h 479"/>
                <a:gd name="T6" fmla="*/ 0 w 954"/>
                <a:gd name="T7" fmla="*/ 479 h 479"/>
                <a:gd name="T8" fmla="*/ 0 w 954"/>
                <a:gd name="T9" fmla="*/ 0 h 479"/>
                <a:gd name="T10" fmla="*/ 0 w 954"/>
                <a:gd name="T11" fmla="*/ 0 h 479"/>
                <a:gd name="T12" fmla="*/ 0 60000 65536"/>
                <a:gd name="T13" fmla="*/ 0 60000 65536"/>
                <a:gd name="T14" fmla="*/ 0 60000 65536"/>
                <a:gd name="T15" fmla="*/ 0 60000 65536"/>
                <a:gd name="T16" fmla="*/ 0 60000 65536"/>
                <a:gd name="T17" fmla="*/ 0 60000 65536"/>
                <a:gd name="T18" fmla="*/ 0 w 954"/>
                <a:gd name="T19" fmla="*/ 0 h 479"/>
                <a:gd name="T20" fmla="*/ 954 w 954"/>
                <a:gd name="T21" fmla="*/ 479 h 479"/>
              </a:gdLst>
              <a:ahLst/>
              <a:cxnLst>
                <a:cxn ang="T12">
                  <a:pos x="T0" y="T1"/>
                </a:cxn>
                <a:cxn ang="T13">
                  <a:pos x="T2" y="T3"/>
                </a:cxn>
                <a:cxn ang="T14">
                  <a:pos x="T4" y="T5"/>
                </a:cxn>
                <a:cxn ang="T15">
                  <a:pos x="T6" y="T7"/>
                </a:cxn>
                <a:cxn ang="T16">
                  <a:pos x="T8" y="T9"/>
                </a:cxn>
                <a:cxn ang="T17">
                  <a:pos x="T10" y="T11"/>
                </a:cxn>
              </a:cxnLst>
              <a:rect l="T18" t="T19" r="T20" b="T21"/>
              <a:pathLst>
                <a:path w="954" h="479">
                  <a:moveTo>
                    <a:pt x="0" y="0"/>
                  </a:moveTo>
                  <a:lnTo>
                    <a:pt x="954" y="0"/>
                  </a:lnTo>
                  <a:lnTo>
                    <a:pt x="954" y="479"/>
                  </a:lnTo>
                  <a:lnTo>
                    <a:pt x="0" y="479"/>
                  </a:lnTo>
                  <a:lnTo>
                    <a:pt x="0" y="0"/>
                  </a:lnTo>
                  <a:close/>
                </a:path>
              </a:pathLst>
            </a:cu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16" name="Line 23">
              <a:extLst>
                <a:ext uri="{FF2B5EF4-FFF2-40B4-BE49-F238E27FC236}">
                  <a16:creationId xmlns:a16="http://schemas.microsoft.com/office/drawing/2014/main" id="{7A395D7B-2B89-8CD3-517F-5A4A45BCD4A4}"/>
                </a:ext>
              </a:extLst>
            </p:cNvPr>
            <p:cNvSpPr>
              <a:spLocks noChangeShapeType="1"/>
            </p:cNvSpPr>
            <p:nvPr/>
          </p:nvSpPr>
          <p:spPr bwMode="auto">
            <a:xfrm>
              <a:off x="2492" y="2701"/>
              <a:ext cx="1" cy="15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3817" name="Freeform 24">
              <a:extLst>
                <a:ext uri="{FF2B5EF4-FFF2-40B4-BE49-F238E27FC236}">
                  <a16:creationId xmlns:a16="http://schemas.microsoft.com/office/drawing/2014/main" id="{84575708-E99C-9CB6-3F17-C526516C863C}"/>
                </a:ext>
              </a:extLst>
            </p:cNvPr>
            <p:cNvSpPr>
              <a:spLocks/>
            </p:cNvSpPr>
            <p:nvPr/>
          </p:nvSpPr>
          <p:spPr bwMode="auto">
            <a:xfrm>
              <a:off x="3024" y="2220"/>
              <a:ext cx="956" cy="479"/>
            </a:xfrm>
            <a:custGeom>
              <a:avLst/>
              <a:gdLst>
                <a:gd name="T0" fmla="*/ 0 w 956"/>
                <a:gd name="T1" fmla="*/ 0 h 479"/>
                <a:gd name="T2" fmla="*/ 956 w 956"/>
                <a:gd name="T3" fmla="*/ 0 h 479"/>
                <a:gd name="T4" fmla="*/ 956 w 956"/>
                <a:gd name="T5" fmla="*/ 479 h 479"/>
                <a:gd name="T6" fmla="*/ 0 w 956"/>
                <a:gd name="T7" fmla="*/ 479 h 479"/>
                <a:gd name="T8" fmla="*/ 0 w 956"/>
                <a:gd name="T9" fmla="*/ 0 h 479"/>
                <a:gd name="T10" fmla="*/ 0 w 956"/>
                <a:gd name="T11" fmla="*/ 0 h 479"/>
                <a:gd name="T12" fmla="*/ 0 60000 65536"/>
                <a:gd name="T13" fmla="*/ 0 60000 65536"/>
                <a:gd name="T14" fmla="*/ 0 60000 65536"/>
                <a:gd name="T15" fmla="*/ 0 60000 65536"/>
                <a:gd name="T16" fmla="*/ 0 60000 65536"/>
                <a:gd name="T17" fmla="*/ 0 60000 65536"/>
                <a:gd name="T18" fmla="*/ 0 w 956"/>
                <a:gd name="T19" fmla="*/ 0 h 479"/>
                <a:gd name="T20" fmla="*/ 956 w 956"/>
                <a:gd name="T21" fmla="*/ 479 h 479"/>
              </a:gdLst>
              <a:ahLst/>
              <a:cxnLst>
                <a:cxn ang="T12">
                  <a:pos x="T0" y="T1"/>
                </a:cxn>
                <a:cxn ang="T13">
                  <a:pos x="T2" y="T3"/>
                </a:cxn>
                <a:cxn ang="T14">
                  <a:pos x="T4" y="T5"/>
                </a:cxn>
                <a:cxn ang="T15">
                  <a:pos x="T6" y="T7"/>
                </a:cxn>
                <a:cxn ang="T16">
                  <a:pos x="T8" y="T9"/>
                </a:cxn>
                <a:cxn ang="T17">
                  <a:pos x="T10" y="T11"/>
                </a:cxn>
              </a:cxnLst>
              <a:rect l="T18" t="T19" r="T20" b="T21"/>
              <a:pathLst>
                <a:path w="956" h="479">
                  <a:moveTo>
                    <a:pt x="0" y="0"/>
                  </a:moveTo>
                  <a:lnTo>
                    <a:pt x="956" y="0"/>
                  </a:lnTo>
                  <a:lnTo>
                    <a:pt x="956" y="479"/>
                  </a:lnTo>
                  <a:lnTo>
                    <a:pt x="0" y="479"/>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18" name="Freeform 25">
              <a:extLst>
                <a:ext uri="{FF2B5EF4-FFF2-40B4-BE49-F238E27FC236}">
                  <a16:creationId xmlns:a16="http://schemas.microsoft.com/office/drawing/2014/main" id="{1B740F13-D569-B40D-E5F4-D0FECADD8635}"/>
                </a:ext>
              </a:extLst>
            </p:cNvPr>
            <p:cNvSpPr>
              <a:spLocks/>
            </p:cNvSpPr>
            <p:nvPr/>
          </p:nvSpPr>
          <p:spPr bwMode="auto">
            <a:xfrm>
              <a:off x="3024" y="2220"/>
              <a:ext cx="956" cy="479"/>
            </a:xfrm>
            <a:custGeom>
              <a:avLst/>
              <a:gdLst>
                <a:gd name="T0" fmla="*/ 0 w 956"/>
                <a:gd name="T1" fmla="*/ 0 h 479"/>
                <a:gd name="T2" fmla="*/ 956 w 956"/>
                <a:gd name="T3" fmla="*/ 0 h 479"/>
                <a:gd name="T4" fmla="*/ 956 w 956"/>
                <a:gd name="T5" fmla="*/ 479 h 479"/>
                <a:gd name="T6" fmla="*/ 0 w 956"/>
                <a:gd name="T7" fmla="*/ 479 h 479"/>
                <a:gd name="T8" fmla="*/ 0 w 956"/>
                <a:gd name="T9" fmla="*/ 0 h 479"/>
                <a:gd name="T10" fmla="*/ 0 w 956"/>
                <a:gd name="T11" fmla="*/ 0 h 479"/>
                <a:gd name="T12" fmla="*/ 0 60000 65536"/>
                <a:gd name="T13" fmla="*/ 0 60000 65536"/>
                <a:gd name="T14" fmla="*/ 0 60000 65536"/>
                <a:gd name="T15" fmla="*/ 0 60000 65536"/>
                <a:gd name="T16" fmla="*/ 0 60000 65536"/>
                <a:gd name="T17" fmla="*/ 0 60000 65536"/>
                <a:gd name="T18" fmla="*/ 0 w 956"/>
                <a:gd name="T19" fmla="*/ 0 h 479"/>
                <a:gd name="T20" fmla="*/ 956 w 956"/>
                <a:gd name="T21" fmla="*/ 479 h 479"/>
              </a:gdLst>
              <a:ahLst/>
              <a:cxnLst>
                <a:cxn ang="T12">
                  <a:pos x="T0" y="T1"/>
                </a:cxn>
                <a:cxn ang="T13">
                  <a:pos x="T2" y="T3"/>
                </a:cxn>
                <a:cxn ang="T14">
                  <a:pos x="T4" y="T5"/>
                </a:cxn>
                <a:cxn ang="T15">
                  <a:pos x="T6" y="T7"/>
                </a:cxn>
                <a:cxn ang="T16">
                  <a:pos x="T8" y="T9"/>
                </a:cxn>
                <a:cxn ang="T17">
                  <a:pos x="T10" y="T11"/>
                </a:cxn>
              </a:cxnLst>
              <a:rect l="T18" t="T19" r="T20" b="T21"/>
              <a:pathLst>
                <a:path w="956" h="479">
                  <a:moveTo>
                    <a:pt x="0" y="0"/>
                  </a:moveTo>
                  <a:lnTo>
                    <a:pt x="956" y="0"/>
                  </a:lnTo>
                  <a:lnTo>
                    <a:pt x="956" y="479"/>
                  </a:lnTo>
                  <a:lnTo>
                    <a:pt x="0" y="479"/>
                  </a:lnTo>
                  <a:lnTo>
                    <a:pt x="0" y="0"/>
                  </a:lnTo>
                  <a:close/>
                </a:path>
              </a:pathLst>
            </a:cu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19" name="Line 26">
              <a:extLst>
                <a:ext uri="{FF2B5EF4-FFF2-40B4-BE49-F238E27FC236}">
                  <a16:creationId xmlns:a16="http://schemas.microsoft.com/office/drawing/2014/main" id="{4FBB58F5-3A2E-5DAB-D82C-ECF711CA14D8}"/>
                </a:ext>
              </a:extLst>
            </p:cNvPr>
            <p:cNvSpPr>
              <a:spLocks noChangeShapeType="1"/>
            </p:cNvSpPr>
            <p:nvPr/>
          </p:nvSpPr>
          <p:spPr bwMode="auto">
            <a:xfrm>
              <a:off x="3495" y="2701"/>
              <a:ext cx="1" cy="15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3820" name="Freeform 27">
              <a:extLst>
                <a:ext uri="{FF2B5EF4-FFF2-40B4-BE49-F238E27FC236}">
                  <a16:creationId xmlns:a16="http://schemas.microsoft.com/office/drawing/2014/main" id="{82109294-24F2-EEA5-E126-87128D5E1CC6}"/>
                </a:ext>
              </a:extLst>
            </p:cNvPr>
            <p:cNvSpPr>
              <a:spLocks/>
            </p:cNvSpPr>
            <p:nvPr/>
          </p:nvSpPr>
          <p:spPr bwMode="auto">
            <a:xfrm>
              <a:off x="4027" y="2220"/>
              <a:ext cx="956" cy="479"/>
            </a:xfrm>
            <a:custGeom>
              <a:avLst/>
              <a:gdLst>
                <a:gd name="T0" fmla="*/ 0 w 956"/>
                <a:gd name="T1" fmla="*/ 0 h 479"/>
                <a:gd name="T2" fmla="*/ 956 w 956"/>
                <a:gd name="T3" fmla="*/ 0 h 479"/>
                <a:gd name="T4" fmla="*/ 956 w 956"/>
                <a:gd name="T5" fmla="*/ 479 h 479"/>
                <a:gd name="T6" fmla="*/ 0 w 956"/>
                <a:gd name="T7" fmla="*/ 479 h 479"/>
                <a:gd name="T8" fmla="*/ 0 w 956"/>
                <a:gd name="T9" fmla="*/ 0 h 479"/>
                <a:gd name="T10" fmla="*/ 0 w 956"/>
                <a:gd name="T11" fmla="*/ 0 h 479"/>
                <a:gd name="T12" fmla="*/ 0 60000 65536"/>
                <a:gd name="T13" fmla="*/ 0 60000 65536"/>
                <a:gd name="T14" fmla="*/ 0 60000 65536"/>
                <a:gd name="T15" fmla="*/ 0 60000 65536"/>
                <a:gd name="T16" fmla="*/ 0 60000 65536"/>
                <a:gd name="T17" fmla="*/ 0 60000 65536"/>
                <a:gd name="T18" fmla="*/ 0 w 956"/>
                <a:gd name="T19" fmla="*/ 0 h 479"/>
                <a:gd name="T20" fmla="*/ 956 w 956"/>
                <a:gd name="T21" fmla="*/ 479 h 479"/>
              </a:gdLst>
              <a:ahLst/>
              <a:cxnLst>
                <a:cxn ang="T12">
                  <a:pos x="T0" y="T1"/>
                </a:cxn>
                <a:cxn ang="T13">
                  <a:pos x="T2" y="T3"/>
                </a:cxn>
                <a:cxn ang="T14">
                  <a:pos x="T4" y="T5"/>
                </a:cxn>
                <a:cxn ang="T15">
                  <a:pos x="T6" y="T7"/>
                </a:cxn>
                <a:cxn ang="T16">
                  <a:pos x="T8" y="T9"/>
                </a:cxn>
                <a:cxn ang="T17">
                  <a:pos x="T10" y="T11"/>
                </a:cxn>
              </a:cxnLst>
              <a:rect l="T18" t="T19" r="T20" b="T21"/>
              <a:pathLst>
                <a:path w="956" h="479">
                  <a:moveTo>
                    <a:pt x="0" y="0"/>
                  </a:moveTo>
                  <a:lnTo>
                    <a:pt x="956" y="0"/>
                  </a:lnTo>
                  <a:lnTo>
                    <a:pt x="956" y="479"/>
                  </a:lnTo>
                  <a:lnTo>
                    <a:pt x="0" y="479"/>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21" name="Freeform 28">
              <a:extLst>
                <a:ext uri="{FF2B5EF4-FFF2-40B4-BE49-F238E27FC236}">
                  <a16:creationId xmlns:a16="http://schemas.microsoft.com/office/drawing/2014/main" id="{ABC53D52-63D3-5B1C-1738-84B37879FC2B}"/>
                </a:ext>
              </a:extLst>
            </p:cNvPr>
            <p:cNvSpPr>
              <a:spLocks/>
            </p:cNvSpPr>
            <p:nvPr/>
          </p:nvSpPr>
          <p:spPr bwMode="auto">
            <a:xfrm>
              <a:off x="4027" y="2220"/>
              <a:ext cx="956" cy="479"/>
            </a:xfrm>
            <a:custGeom>
              <a:avLst/>
              <a:gdLst>
                <a:gd name="T0" fmla="*/ 0 w 956"/>
                <a:gd name="T1" fmla="*/ 0 h 479"/>
                <a:gd name="T2" fmla="*/ 956 w 956"/>
                <a:gd name="T3" fmla="*/ 0 h 479"/>
                <a:gd name="T4" fmla="*/ 956 w 956"/>
                <a:gd name="T5" fmla="*/ 479 h 479"/>
                <a:gd name="T6" fmla="*/ 0 w 956"/>
                <a:gd name="T7" fmla="*/ 479 h 479"/>
                <a:gd name="T8" fmla="*/ 0 w 956"/>
                <a:gd name="T9" fmla="*/ 0 h 479"/>
                <a:gd name="T10" fmla="*/ 0 w 956"/>
                <a:gd name="T11" fmla="*/ 0 h 479"/>
                <a:gd name="T12" fmla="*/ 0 60000 65536"/>
                <a:gd name="T13" fmla="*/ 0 60000 65536"/>
                <a:gd name="T14" fmla="*/ 0 60000 65536"/>
                <a:gd name="T15" fmla="*/ 0 60000 65536"/>
                <a:gd name="T16" fmla="*/ 0 60000 65536"/>
                <a:gd name="T17" fmla="*/ 0 60000 65536"/>
                <a:gd name="T18" fmla="*/ 0 w 956"/>
                <a:gd name="T19" fmla="*/ 0 h 479"/>
                <a:gd name="T20" fmla="*/ 956 w 956"/>
                <a:gd name="T21" fmla="*/ 479 h 479"/>
              </a:gdLst>
              <a:ahLst/>
              <a:cxnLst>
                <a:cxn ang="T12">
                  <a:pos x="T0" y="T1"/>
                </a:cxn>
                <a:cxn ang="T13">
                  <a:pos x="T2" y="T3"/>
                </a:cxn>
                <a:cxn ang="T14">
                  <a:pos x="T4" y="T5"/>
                </a:cxn>
                <a:cxn ang="T15">
                  <a:pos x="T6" y="T7"/>
                </a:cxn>
                <a:cxn ang="T16">
                  <a:pos x="T8" y="T9"/>
                </a:cxn>
                <a:cxn ang="T17">
                  <a:pos x="T10" y="T11"/>
                </a:cxn>
              </a:cxnLst>
              <a:rect l="T18" t="T19" r="T20" b="T21"/>
              <a:pathLst>
                <a:path w="956" h="479">
                  <a:moveTo>
                    <a:pt x="0" y="0"/>
                  </a:moveTo>
                  <a:lnTo>
                    <a:pt x="956" y="0"/>
                  </a:lnTo>
                  <a:lnTo>
                    <a:pt x="956" y="479"/>
                  </a:lnTo>
                  <a:lnTo>
                    <a:pt x="0" y="479"/>
                  </a:lnTo>
                  <a:lnTo>
                    <a:pt x="0" y="0"/>
                  </a:lnTo>
                  <a:close/>
                </a:path>
              </a:pathLst>
            </a:cu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22" name="Line 29">
              <a:extLst>
                <a:ext uri="{FF2B5EF4-FFF2-40B4-BE49-F238E27FC236}">
                  <a16:creationId xmlns:a16="http://schemas.microsoft.com/office/drawing/2014/main" id="{8F5C2309-E724-1097-A884-58F746C29EFA}"/>
                </a:ext>
              </a:extLst>
            </p:cNvPr>
            <p:cNvSpPr>
              <a:spLocks noChangeShapeType="1"/>
            </p:cNvSpPr>
            <p:nvPr/>
          </p:nvSpPr>
          <p:spPr bwMode="auto">
            <a:xfrm>
              <a:off x="4498" y="2701"/>
              <a:ext cx="1" cy="15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3823" name="Rectangle 30">
              <a:extLst>
                <a:ext uri="{FF2B5EF4-FFF2-40B4-BE49-F238E27FC236}">
                  <a16:creationId xmlns:a16="http://schemas.microsoft.com/office/drawing/2014/main" id="{67955D1A-6FE5-9365-8357-243B94B07E6B}"/>
                </a:ext>
              </a:extLst>
            </p:cNvPr>
            <p:cNvSpPr>
              <a:spLocks noChangeArrowheads="1"/>
            </p:cNvSpPr>
            <p:nvPr/>
          </p:nvSpPr>
          <p:spPr bwMode="auto">
            <a:xfrm>
              <a:off x="2523" y="805"/>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D</a:t>
              </a:r>
              <a:endParaRPr lang="en-US" altLang="es-ES" sz="4400" i="0" u="sng"/>
            </a:p>
          </p:txBody>
        </p:sp>
        <p:sp>
          <p:nvSpPr>
            <p:cNvPr id="33824" name="Rectangle 31">
              <a:extLst>
                <a:ext uri="{FF2B5EF4-FFF2-40B4-BE49-F238E27FC236}">
                  <a16:creationId xmlns:a16="http://schemas.microsoft.com/office/drawing/2014/main" id="{0AADEE37-AED7-84E9-E5C0-8062794CFA97}"/>
                </a:ext>
              </a:extLst>
            </p:cNvPr>
            <p:cNvSpPr>
              <a:spLocks noChangeArrowheads="1"/>
            </p:cNvSpPr>
            <p:nvPr/>
          </p:nvSpPr>
          <p:spPr bwMode="auto">
            <a:xfrm>
              <a:off x="2599" y="847"/>
              <a:ext cx="4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2</a:t>
              </a:r>
              <a:endParaRPr lang="en-US" altLang="es-ES" sz="4400" i="0" u="sng"/>
            </a:p>
          </p:txBody>
        </p:sp>
        <p:sp>
          <p:nvSpPr>
            <p:cNvPr id="33825" name="Rectangle 32">
              <a:extLst>
                <a:ext uri="{FF2B5EF4-FFF2-40B4-BE49-F238E27FC236}">
                  <a16:creationId xmlns:a16="http://schemas.microsoft.com/office/drawing/2014/main" id="{B06A6886-6BF1-2CC1-8A5C-C6A760A07D3D}"/>
                </a:ext>
              </a:extLst>
            </p:cNvPr>
            <p:cNvSpPr>
              <a:spLocks noChangeArrowheads="1"/>
            </p:cNvSpPr>
            <p:nvPr/>
          </p:nvSpPr>
          <p:spPr bwMode="auto">
            <a:xfrm>
              <a:off x="3520" y="805"/>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D</a:t>
              </a:r>
              <a:endParaRPr lang="en-US" altLang="es-ES" sz="4400" i="0" u="sng"/>
            </a:p>
          </p:txBody>
        </p:sp>
        <p:sp>
          <p:nvSpPr>
            <p:cNvPr id="33826" name="Rectangle 33">
              <a:extLst>
                <a:ext uri="{FF2B5EF4-FFF2-40B4-BE49-F238E27FC236}">
                  <a16:creationId xmlns:a16="http://schemas.microsoft.com/office/drawing/2014/main" id="{CCB44AA7-0BC2-BF9D-302B-003A10CE9098}"/>
                </a:ext>
              </a:extLst>
            </p:cNvPr>
            <p:cNvSpPr>
              <a:spLocks noChangeArrowheads="1"/>
            </p:cNvSpPr>
            <p:nvPr/>
          </p:nvSpPr>
          <p:spPr bwMode="auto">
            <a:xfrm>
              <a:off x="3596" y="847"/>
              <a:ext cx="40"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400" i="0" u="sng"/>
            </a:p>
          </p:txBody>
        </p:sp>
        <p:sp>
          <p:nvSpPr>
            <p:cNvPr id="33827" name="Rectangle 34">
              <a:extLst>
                <a:ext uri="{FF2B5EF4-FFF2-40B4-BE49-F238E27FC236}">
                  <a16:creationId xmlns:a16="http://schemas.microsoft.com/office/drawing/2014/main" id="{F8C894F6-956C-16E5-1AE1-BDCD668C3713}"/>
                </a:ext>
              </a:extLst>
            </p:cNvPr>
            <p:cNvSpPr>
              <a:spLocks noChangeArrowheads="1"/>
            </p:cNvSpPr>
            <p:nvPr/>
          </p:nvSpPr>
          <p:spPr bwMode="auto">
            <a:xfrm>
              <a:off x="4540" y="805"/>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D</a:t>
              </a:r>
              <a:endParaRPr lang="en-US" altLang="es-ES" sz="4400" i="0" u="sng"/>
            </a:p>
          </p:txBody>
        </p:sp>
        <p:sp>
          <p:nvSpPr>
            <p:cNvPr id="33828" name="Rectangle 35">
              <a:extLst>
                <a:ext uri="{FF2B5EF4-FFF2-40B4-BE49-F238E27FC236}">
                  <a16:creationId xmlns:a16="http://schemas.microsoft.com/office/drawing/2014/main" id="{41B60B36-1D6E-9F6D-94DC-A9C4866974E4}"/>
                </a:ext>
              </a:extLst>
            </p:cNvPr>
            <p:cNvSpPr>
              <a:spLocks noChangeArrowheads="1"/>
            </p:cNvSpPr>
            <p:nvPr/>
          </p:nvSpPr>
          <p:spPr bwMode="auto">
            <a:xfrm>
              <a:off x="4616" y="847"/>
              <a:ext cx="40"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400" i="0" u="sng"/>
            </a:p>
          </p:txBody>
        </p:sp>
        <p:sp>
          <p:nvSpPr>
            <p:cNvPr id="33829" name="Rectangle 36">
              <a:extLst>
                <a:ext uri="{FF2B5EF4-FFF2-40B4-BE49-F238E27FC236}">
                  <a16:creationId xmlns:a16="http://schemas.microsoft.com/office/drawing/2014/main" id="{51245F5D-2321-B353-5BED-D468BFF64AED}"/>
                </a:ext>
              </a:extLst>
            </p:cNvPr>
            <p:cNvSpPr>
              <a:spLocks noChangeArrowheads="1"/>
            </p:cNvSpPr>
            <p:nvPr/>
          </p:nvSpPr>
          <p:spPr bwMode="auto">
            <a:xfrm>
              <a:off x="4446" y="2854"/>
              <a:ext cx="89"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Y</a:t>
              </a:r>
              <a:endParaRPr lang="en-US" altLang="es-ES" sz="4400" i="0" u="sng"/>
            </a:p>
          </p:txBody>
        </p:sp>
        <p:sp>
          <p:nvSpPr>
            <p:cNvPr id="33830" name="Rectangle 37">
              <a:extLst>
                <a:ext uri="{FF2B5EF4-FFF2-40B4-BE49-F238E27FC236}">
                  <a16:creationId xmlns:a16="http://schemas.microsoft.com/office/drawing/2014/main" id="{8508414F-9585-48D8-201F-81FFB7B44F1C}"/>
                </a:ext>
              </a:extLst>
            </p:cNvPr>
            <p:cNvSpPr>
              <a:spLocks noChangeArrowheads="1"/>
            </p:cNvSpPr>
            <p:nvPr/>
          </p:nvSpPr>
          <p:spPr bwMode="auto">
            <a:xfrm>
              <a:off x="4518" y="2896"/>
              <a:ext cx="41"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400" i="0" u="sng"/>
            </a:p>
          </p:txBody>
        </p:sp>
        <p:sp>
          <p:nvSpPr>
            <p:cNvPr id="33831" name="Rectangle 38">
              <a:extLst>
                <a:ext uri="{FF2B5EF4-FFF2-40B4-BE49-F238E27FC236}">
                  <a16:creationId xmlns:a16="http://schemas.microsoft.com/office/drawing/2014/main" id="{D88FFBF6-7026-8A86-1F3C-4E1AA7A0795F}"/>
                </a:ext>
              </a:extLst>
            </p:cNvPr>
            <p:cNvSpPr>
              <a:spLocks noChangeArrowheads="1"/>
            </p:cNvSpPr>
            <p:nvPr/>
          </p:nvSpPr>
          <p:spPr bwMode="auto">
            <a:xfrm>
              <a:off x="3444" y="2854"/>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Y</a:t>
              </a:r>
              <a:endParaRPr lang="en-US" altLang="es-ES" sz="4400" i="0" u="sng"/>
            </a:p>
          </p:txBody>
        </p:sp>
        <p:sp>
          <p:nvSpPr>
            <p:cNvPr id="33832" name="Rectangle 39">
              <a:extLst>
                <a:ext uri="{FF2B5EF4-FFF2-40B4-BE49-F238E27FC236}">
                  <a16:creationId xmlns:a16="http://schemas.microsoft.com/office/drawing/2014/main" id="{F8CE4AAC-E8EB-9B29-B59C-B53E38842D87}"/>
                </a:ext>
              </a:extLst>
            </p:cNvPr>
            <p:cNvSpPr>
              <a:spLocks noChangeArrowheads="1"/>
            </p:cNvSpPr>
            <p:nvPr/>
          </p:nvSpPr>
          <p:spPr bwMode="auto">
            <a:xfrm>
              <a:off x="3515" y="2896"/>
              <a:ext cx="40"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400" i="0" u="sng"/>
            </a:p>
          </p:txBody>
        </p:sp>
        <p:sp>
          <p:nvSpPr>
            <p:cNvPr id="33833" name="Rectangle 40">
              <a:extLst>
                <a:ext uri="{FF2B5EF4-FFF2-40B4-BE49-F238E27FC236}">
                  <a16:creationId xmlns:a16="http://schemas.microsoft.com/office/drawing/2014/main" id="{6E6BAE75-07A1-7B69-1D41-ECF4F96FDB14}"/>
                </a:ext>
              </a:extLst>
            </p:cNvPr>
            <p:cNvSpPr>
              <a:spLocks noChangeArrowheads="1"/>
            </p:cNvSpPr>
            <p:nvPr/>
          </p:nvSpPr>
          <p:spPr bwMode="auto">
            <a:xfrm>
              <a:off x="2441" y="2854"/>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Y</a:t>
              </a:r>
              <a:endParaRPr lang="en-US" altLang="es-ES" sz="4400" i="0" u="sng"/>
            </a:p>
          </p:txBody>
        </p:sp>
        <p:sp>
          <p:nvSpPr>
            <p:cNvPr id="33834" name="Rectangle 41">
              <a:extLst>
                <a:ext uri="{FF2B5EF4-FFF2-40B4-BE49-F238E27FC236}">
                  <a16:creationId xmlns:a16="http://schemas.microsoft.com/office/drawing/2014/main" id="{007CF904-49F2-D030-A3E8-AC6EB4A5C03B}"/>
                </a:ext>
              </a:extLst>
            </p:cNvPr>
            <p:cNvSpPr>
              <a:spLocks noChangeArrowheads="1"/>
            </p:cNvSpPr>
            <p:nvPr/>
          </p:nvSpPr>
          <p:spPr bwMode="auto">
            <a:xfrm>
              <a:off x="2512" y="2896"/>
              <a:ext cx="40"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2</a:t>
              </a:r>
              <a:endParaRPr lang="en-US" altLang="es-ES" sz="4400" i="0" u="sng"/>
            </a:p>
          </p:txBody>
        </p:sp>
        <p:sp>
          <p:nvSpPr>
            <p:cNvPr id="33835" name="Rectangle 42">
              <a:extLst>
                <a:ext uri="{FF2B5EF4-FFF2-40B4-BE49-F238E27FC236}">
                  <a16:creationId xmlns:a16="http://schemas.microsoft.com/office/drawing/2014/main" id="{F7B85A99-C326-C01B-478B-89B53EEA971D}"/>
                </a:ext>
              </a:extLst>
            </p:cNvPr>
            <p:cNvSpPr>
              <a:spLocks noChangeArrowheads="1"/>
            </p:cNvSpPr>
            <p:nvPr/>
          </p:nvSpPr>
          <p:spPr bwMode="auto">
            <a:xfrm>
              <a:off x="1438" y="2854"/>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Y</a:t>
              </a:r>
              <a:endParaRPr lang="en-US" altLang="es-ES" sz="4400" i="0" u="sng"/>
            </a:p>
          </p:txBody>
        </p:sp>
        <p:sp>
          <p:nvSpPr>
            <p:cNvPr id="33836" name="Rectangle 43">
              <a:extLst>
                <a:ext uri="{FF2B5EF4-FFF2-40B4-BE49-F238E27FC236}">
                  <a16:creationId xmlns:a16="http://schemas.microsoft.com/office/drawing/2014/main" id="{B25D329E-DB42-E3CA-5CCD-675CDF27BEEB}"/>
                </a:ext>
              </a:extLst>
            </p:cNvPr>
            <p:cNvSpPr>
              <a:spLocks noChangeArrowheads="1"/>
            </p:cNvSpPr>
            <p:nvPr/>
          </p:nvSpPr>
          <p:spPr bwMode="auto">
            <a:xfrm>
              <a:off x="1509" y="2896"/>
              <a:ext cx="41"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3</a:t>
              </a:r>
              <a:endParaRPr lang="en-US" altLang="es-ES" sz="4400" i="0" u="sng"/>
            </a:p>
          </p:txBody>
        </p:sp>
        <p:sp>
          <p:nvSpPr>
            <p:cNvPr id="33837" name="Rectangle 44">
              <a:extLst>
                <a:ext uri="{FF2B5EF4-FFF2-40B4-BE49-F238E27FC236}">
                  <a16:creationId xmlns:a16="http://schemas.microsoft.com/office/drawing/2014/main" id="{6B623DA2-B6FD-DB27-97DA-CA3AA9847996}"/>
                </a:ext>
              </a:extLst>
            </p:cNvPr>
            <p:cNvSpPr>
              <a:spLocks noChangeArrowheads="1"/>
            </p:cNvSpPr>
            <p:nvPr/>
          </p:nvSpPr>
          <p:spPr bwMode="auto">
            <a:xfrm>
              <a:off x="929" y="1982"/>
              <a:ext cx="6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38" name="Rectangle 45">
              <a:extLst>
                <a:ext uri="{FF2B5EF4-FFF2-40B4-BE49-F238E27FC236}">
                  <a16:creationId xmlns:a16="http://schemas.microsoft.com/office/drawing/2014/main" id="{B711C1C5-DF99-78B4-2D56-DF898161638B}"/>
                </a:ext>
              </a:extLst>
            </p:cNvPr>
            <p:cNvSpPr>
              <a:spLocks noChangeArrowheads="1"/>
            </p:cNvSpPr>
            <p:nvPr/>
          </p:nvSpPr>
          <p:spPr bwMode="auto">
            <a:xfrm>
              <a:off x="979" y="2026"/>
              <a:ext cx="40"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400" i="0" u="sng"/>
            </a:p>
          </p:txBody>
        </p:sp>
        <p:sp>
          <p:nvSpPr>
            <p:cNvPr id="33839" name="Rectangle 46">
              <a:extLst>
                <a:ext uri="{FF2B5EF4-FFF2-40B4-BE49-F238E27FC236}">
                  <a16:creationId xmlns:a16="http://schemas.microsoft.com/office/drawing/2014/main" id="{0B919955-7463-233C-87B9-90502AB3D9E3}"/>
                </a:ext>
              </a:extLst>
            </p:cNvPr>
            <p:cNvSpPr>
              <a:spLocks noChangeArrowheads="1"/>
            </p:cNvSpPr>
            <p:nvPr/>
          </p:nvSpPr>
          <p:spPr bwMode="auto">
            <a:xfrm>
              <a:off x="1550" y="2223"/>
              <a:ext cx="6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0</a:t>
              </a:r>
              <a:endParaRPr lang="en-US" altLang="es-ES" sz="4400" i="0" u="sng"/>
            </a:p>
          </p:txBody>
        </p:sp>
        <p:sp>
          <p:nvSpPr>
            <p:cNvPr id="33840" name="Rectangle 47">
              <a:extLst>
                <a:ext uri="{FF2B5EF4-FFF2-40B4-BE49-F238E27FC236}">
                  <a16:creationId xmlns:a16="http://schemas.microsoft.com/office/drawing/2014/main" id="{D65A2D0F-78AA-8775-8703-7671D4556C15}"/>
                </a:ext>
              </a:extLst>
            </p:cNvPr>
            <p:cNvSpPr>
              <a:spLocks noChangeArrowheads="1"/>
            </p:cNvSpPr>
            <p:nvPr/>
          </p:nvSpPr>
          <p:spPr bwMode="auto">
            <a:xfrm>
              <a:off x="1389"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1</a:t>
              </a:r>
              <a:endParaRPr lang="en-US" altLang="es-ES" sz="4400" i="0" u="sng"/>
            </a:p>
          </p:txBody>
        </p:sp>
        <p:sp>
          <p:nvSpPr>
            <p:cNvPr id="33841" name="Rectangle 48">
              <a:extLst>
                <a:ext uri="{FF2B5EF4-FFF2-40B4-BE49-F238E27FC236}">
                  <a16:creationId xmlns:a16="http://schemas.microsoft.com/office/drawing/2014/main" id="{AAA5E506-C947-FB28-35B0-B65F27294C8E}"/>
                </a:ext>
              </a:extLst>
            </p:cNvPr>
            <p:cNvSpPr>
              <a:spLocks noChangeArrowheads="1"/>
            </p:cNvSpPr>
            <p:nvPr/>
          </p:nvSpPr>
          <p:spPr bwMode="auto">
            <a:xfrm>
              <a:off x="1228"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2</a:t>
              </a:r>
              <a:endParaRPr lang="en-US" altLang="es-ES" sz="4400" i="0" u="sng"/>
            </a:p>
          </p:txBody>
        </p:sp>
        <p:sp>
          <p:nvSpPr>
            <p:cNvPr id="33842" name="Rectangle 49">
              <a:extLst>
                <a:ext uri="{FF2B5EF4-FFF2-40B4-BE49-F238E27FC236}">
                  <a16:creationId xmlns:a16="http://schemas.microsoft.com/office/drawing/2014/main" id="{0CA161AE-0D8F-27F6-3752-266AB55376B6}"/>
                </a:ext>
              </a:extLst>
            </p:cNvPr>
            <p:cNvSpPr>
              <a:spLocks noChangeArrowheads="1"/>
            </p:cNvSpPr>
            <p:nvPr/>
          </p:nvSpPr>
          <p:spPr bwMode="auto">
            <a:xfrm>
              <a:off x="2070"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3</a:t>
              </a:r>
              <a:endParaRPr lang="en-US" altLang="es-ES" sz="4400" i="0" u="sng"/>
            </a:p>
          </p:txBody>
        </p:sp>
        <p:sp>
          <p:nvSpPr>
            <p:cNvPr id="33843" name="Rectangle 50">
              <a:extLst>
                <a:ext uri="{FF2B5EF4-FFF2-40B4-BE49-F238E27FC236}">
                  <a16:creationId xmlns:a16="http://schemas.microsoft.com/office/drawing/2014/main" id="{9C97E29A-54A9-1AC7-4E2E-85DB78390E12}"/>
                </a:ext>
              </a:extLst>
            </p:cNvPr>
            <p:cNvSpPr>
              <a:spLocks noChangeArrowheads="1"/>
            </p:cNvSpPr>
            <p:nvPr/>
          </p:nvSpPr>
          <p:spPr bwMode="auto">
            <a:xfrm>
              <a:off x="2695" y="2223"/>
              <a:ext cx="6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44" name="Rectangle 51">
              <a:extLst>
                <a:ext uri="{FF2B5EF4-FFF2-40B4-BE49-F238E27FC236}">
                  <a16:creationId xmlns:a16="http://schemas.microsoft.com/office/drawing/2014/main" id="{C6CA9BDB-A0FC-3D9F-1D49-D4036D2DAA8C}"/>
                </a:ext>
              </a:extLst>
            </p:cNvPr>
            <p:cNvSpPr>
              <a:spLocks noChangeArrowheads="1"/>
            </p:cNvSpPr>
            <p:nvPr/>
          </p:nvSpPr>
          <p:spPr bwMode="auto">
            <a:xfrm>
              <a:off x="2746" y="2265"/>
              <a:ext cx="41"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400" i="0" u="sng"/>
            </a:p>
          </p:txBody>
        </p:sp>
        <p:sp>
          <p:nvSpPr>
            <p:cNvPr id="33845" name="Rectangle 52">
              <a:extLst>
                <a:ext uri="{FF2B5EF4-FFF2-40B4-BE49-F238E27FC236}">
                  <a16:creationId xmlns:a16="http://schemas.microsoft.com/office/drawing/2014/main" id="{3B19BB7A-6ADB-EE8D-AD35-743B2CEE9C95}"/>
                </a:ext>
              </a:extLst>
            </p:cNvPr>
            <p:cNvSpPr>
              <a:spLocks noChangeArrowheads="1"/>
            </p:cNvSpPr>
            <p:nvPr/>
          </p:nvSpPr>
          <p:spPr bwMode="auto">
            <a:xfrm>
              <a:off x="2856" y="2223"/>
              <a:ext cx="6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46" name="Rectangle 53">
              <a:extLst>
                <a:ext uri="{FF2B5EF4-FFF2-40B4-BE49-F238E27FC236}">
                  <a16:creationId xmlns:a16="http://schemas.microsoft.com/office/drawing/2014/main" id="{60FD740A-E0D5-5D9F-9E76-491E86426B2A}"/>
                </a:ext>
              </a:extLst>
            </p:cNvPr>
            <p:cNvSpPr>
              <a:spLocks noChangeArrowheads="1"/>
            </p:cNvSpPr>
            <p:nvPr/>
          </p:nvSpPr>
          <p:spPr bwMode="auto">
            <a:xfrm>
              <a:off x="2907" y="2265"/>
              <a:ext cx="41"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400" i="0" u="sng"/>
            </a:p>
          </p:txBody>
        </p:sp>
        <p:sp>
          <p:nvSpPr>
            <p:cNvPr id="33847" name="Rectangle 54">
              <a:extLst>
                <a:ext uri="{FF2B5EF4-FFF2-40B4-BE49-F238E27FC236}">
                  <a16:creationId xmlns:a16="http://schemas.microsoft.com/office/drawing/2014/main" id="{5EC457E7-D1F6-5EEC-DD5B-CF96645B67E5}"/>
                </a:ext>
              </a:extLst>
            </p:cNvPr>
            <p:cNvSpPr>
              <a:spLocks noChangeArrowheads="1"/>
            </p:cNvSpPr>
            <p:nvPr/>
          </p:nvSpPr>
          <p:spPr bwMode="auto">
            <a:xfrm>
              <a:off x="2870" y="2371"/>
              <a:ext cx="11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M</a:t>
              </a:r>
              <a:endParaRPr lang="en-US" altLang="es-ES" sz="4400" i="0" u="sng"/>
            </a:p>
          </p:txBody>
        </p:sp>
        <p:sp>
          <p:nvSpPr>
            <p:cNvPr id="33848" name="Rectangle 55">
              <a:extLst>
                <a:ext uri="{FF2B5EF4-FFF2-40B4-BE49-F238E27FC236}">
                  <a16:creationId xmlns:a16="http://schemas.microsoft.com/office/drawing/2014/main" id="{0C34DA40-3797-36FE-5452-F730318D3B07}"/>
                </a:ext>
              </a:extLst>
            </p:cNvPr>
            <p:cNvSpPr>
              <a:spLocks noChangeArrowheads="1"/>
            </p:cNvSpPr>
            <p:nvPr/>
          </p:nvSpPr>
          <p:spPr bwMode="auto">
            <a:xfrm>
              <a:off x="2875" y="2473"/>
              <a:ext cx="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U</a:t>
              </a:r>
              <a:endParaRPr lang="en-US" altLang="es-ES" sz="4400" i="0" u="sng"/>
            </a:p>
          </p:txBody>
        </p:sp>
        <p:sp>
          <p:nvSpPr>
            <p:cNvPr id="33849" name="Rectangle 56">
              <a:extLst>
                <a:ext uri="{FF2B5EF4-FFF2-40B4-BE49-F238E27FC236}">
                  <a16:creationId xmlns:a16="http://schemas.microsoft.com/office/drawing/2014/main" id="{742979CD-79E9-29B8-7DF3-32F9FD72D070}"/>
                </a:ext>
              </a:extLst>
            </p:cNvPr>
            <p:cNvSpPr>
              <a:spLocks noChangeArrowheads="1"/>
            </p:cNvSpPr>
            <p:nvPr/>
          </p:nvSpPr>
          <p:spPr bwMode="auto">
            <a:xfrm>
              <a:off x="2877" y="2575"/>
              <a:ext cx="88"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X</a:t>
              </a:r>
              <a:endParaRPr lang="en-US" altLang="es-ES" sz="4400" i="0" u="sng"/>
            </a:p>
          </p:txBody>
        </p:sp>
        <p:sp>
          <p:nvSpPr>
            <p:cNvPr id="33850" name="Rectangle 57">
              <a:extLst>
                <a:ext uri="{FF2B5EF4-FFF2-40B4-BE49-F238E27FC236}">
                  <a16:creationId xmlns:a16="http://schemas.microsoft.com/office/drawing/2014/main" id="{9BE8FF20-12FB-3BD4-36F9-90FD0CF6B524}"/>
                </a:ext>
              </a:extLst>
            </p:cNvPr>
            <p:cNvSpPr>
              <a:spLocks noChangeArrowheads="1"/>
            </p:cNvSpPr>
            <p:nvPr/>
          </p:nvSpPr>
          <p:spPr bwMode="auto">
            <a:xfrm>
              <a:off x="2553"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0</a:t>
              </a:r>
              <a:endParaRPr lang="en-US" altLang="es-ES" sz="4400" i="0" u="sng"/>
            </a:p>
          </p:txBody>
        </p:sp>
        <p:sp>
          <p:nvSpPr>
            <p:cNvPr id="33851" name="Rectangle 58">
              <a:extLst>
                <a:ext uri="{FF2B5EF4-FFF2-40B4-BE49-F238E27FC236}">
                  <a16:creationId xmlns:a16="http://schemas.microsoft.com/office/drawing/2014/main" id="{43D1BF93-456F-0FB1-89A2-C44A4436DA1F}"/>
                </a:ext>
              </a:extLst>
            </p:cNvPr>
            <p:cNvSpPr>
              <a:spLocks noChangeArrowheads="1"/>
            </p:cNvSpPr>
            <p:nvPr/>
          </p:nvSpPr>
          <p:spPr bwMode="auto">
            <a:xfrm>
              <a:off x="2392"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1</a:t>
              </a:r>
              <a:endParaRPr lang="en-US" altLang="es-ES" sz="4400" i="0" u="sng"/>
            </a:p>
          </p:txBody>
        </p:sp>
        <p:sp>
          <p:nvSpPr>
            <p:cNvPr id="33852" name="Rectangle 59">
              <a:extLst>
                <a:ext uri="{FF2B5EF4-FFF2-40B4-BE49-F238E27FC236}">
                  <a16:creationId xmlns:a16="http://schemas.microsoft.com/office/drawing/2014/main" id="{CBD4E99D-21E4-9800-E3AC-2DBD85A5B62C}"/>
                </a:ext>
              </a:extLst>
            </p:cNvPr>
            <p:cNvSpPr>
              <a:spLocks noChangeArrowheads="1"/>
            </p:cNvSpPr>
            <p:nvPr/>
          </p:nvSpPr>
          <p:spPr bwMode="auto">
            <a:xfrm>
              <a:off x="2231"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2</a:t>
              </a:r>
              <a:endParaRPr lang="en-US" altLang="es-ES" sz="4400" i="0" u="sng"/>
            </a:p>
          </p:txBody>
        </p:sp>
        <p:sp>
          <p:nvSpPr>
            <p:cNvPr id="33853" name="Rectangle 60">
              <a:extLst>
                <a:ext uri="{FF2B5EF4-FFF2-40B4-BE49-F238E27FC236}">
                  <a16:creationId xmlns:a16="http://schemas.microsoft.com/office/drawing/2014/main" id="{E1D4A534-AAB6-6237-6F30-11A183D531D6}"/>
                </a:ext>
              </a:extLst>
            </p:cNvPr>
            <p:cNvSpPr>
              <a:spLocks noChangeArrowheads="1"/>
            </p:cNvSpPr>
            <p:nvPr/>
          </p:nvSpPr>
          <p:spPr bwMode="auto">
            <a:xfrm>
              <a:off x="3062"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3</a:t>
              </a:r>
              <a:endParaRPr lang="en-US" altLang="es-ES" sz="4400" i="0" u="sng"/>
            </a:p>
          </p:txBody>
        </p:sp>
        <p:sp>
          <p:nvSpPr>
            <p:cNvPr id="33854" name="Rectangle 61">
              <a:extLst>
                <a:ext uri="{FF2B5EF4-FFF2-40B4-BE49-F238E27FC236}">
                  <a16:creationId xmlns:a16="http://schemas.microsoft.com/office/drawing/2014/main" id="{03A6C37B-28B3-52FF-77E6-A8526901EAD6}"/>
                </a:ext>
              </a:extLst>
            </p:cNvPr>
            <p:cNvSpPr>
              <a:spLocks noChangeArrowheads="1"/>
            </p:cNvSpPr>
            <p:nvPr/>
          </p:nvSpPr>
          <p:spPr bwMode="auto">
            <a:xfrm>
              <a:off x="3687" y="2223"/>
              <a:ext cx="6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55" name="Rectangle 62">
              <a:extLst>
                <a:ext uri="{FF2B5EF4-FFF2-40B4-BE49-F238E27FC236}">
                  <a16:creationId xmlns:a16="http://schemas.microsoft.com/office/drawing/2014/main" id="{A30B0E9A-1116-BA94-5CF5-DE2BB40EF7D1}"/>
                </a:ext>
              </a:extLst>
            </p:cNvPr>
            <p:cNvSpPr>
              <a:spLocks noChangeArrowheads="1"/>
            </p:cNvSpPr>
            <p:nvPr/>
          </p:nvSpPr>
          <p:spPr bwMode="auto">
            <a:xfrm>
              <a:off x="3738" y="2265"/>
              <a:ext cx="40"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400" i="0" u="sng"/>
            </a:p>
          </p:txBody>
        </p:sp>
        <p:sp>
          <p:nvSpPr>
            <p:cNvPr id="33856" name="Rectangle 63">
              <a:extLst>
                <a:ext uri="{FF2B5EF4-FFF2-40B4-BE49-F238E27FC236}">
                  <a16:creationId xmlns:a16="http://schemas.microsoft.com/office/drawing/2014/main" id="{8DA9D816-E843-C587-145C-6A430E534E36}"/>
                </a:ext>
              </a:extLst>
            </p:cNvPr>
            <p:cNvSpPr>
              <a:spLocks noChangeArrowheads="1"/>
            </p:cNvSpPr>
            <p:nvPr/>
          </p:nvSpPr>
          <p:spPr bwMode="auto">
            <a:xfrm>
              <a:off x="3848" y="2223"/>
              <a:ext cx="6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57" name="Rectangle 64">
              <a:extLst>
                <a:ext uri="{FF2B5EF4-FFF2-40B4-BE49-F238E27FC236}">
                  <a16:creationId xmlns:a16="http://schemas.microsoft.com/office/drawing/2014/main" id="{A5C656CF-51AB-B8A6-481B-85415CD10B71}"/>
                </a:ext>
              </a:extLst>
            </p:cNvPr>
            <p:cNvSpPr>
              <a:spLocks noChangeArrowheads="1"/>
            </p:cNvSpPr>
            <p:nvPr/>
          </p:nvSpPr>
          <p:spPr bwMode="auto">
            <a:xfrm>
              <a:off x="3898" y="2265"/>
              <a:ext cx="40"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400" i="0" u="sng"/>
            </a:p>
          </p:txBody>
        </p:sp>
        <p:sp>
          <p:nvSpPr>
            <p:cNvPr id="33858" name="Rectangle 65">
              <a:extLst>
                <a:ext uri="{FF2B5EF4-FFF2-40B4-BE49-F238E27FC236}">
                  <a16:creationId xmlns:a16="http://schemas.microsoft.com/office/drawing/2014/main" id="{AEE86A68-22BF-23D8-F870-AA814C0E7E48}"/>
                </a:ext>
              </a:extLst>
            </p:cNvPr>
            <p:cNvSpPr>
              <a:spLocks noChangeArrowheads="1"/>
            </p:cNvSpPr>
            <p:nvPr/>
          </p:nvSpPr>
          <p:spPr bwMode="auto">
            <a:xfrm>
              <a:off x="3862" y="2371"/>
              <a:ext cx="115"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M</a:t>
              </a:r>
              <a:endParaRPr lang="en-US" altLang="es-ES" sz="4400" i="0" u="sng"/>
            </a:p>
          </p:txBody>
        </p:sp>
        <p:sp>
          <p:nvSpPr>
            <p:cNvPr id="33859" name="Rectangle 66">
              <a:extLst>
                <a:ext uri="{FF2B5EF4-FFF2-40B4-BE49-F238E27FC236}">
                  <a16:creationId xmlns:a16="http://schemas.microsoft.com/office/drawing/2014/main" id="{DBB8885A-4A50-AEA8-19C2-AC986445C85E}"/>
                </a:ext>
              </a:extLst>
            </p:cNvPr>
            <p:cNvSpPr>
              <a:spLocks noChangeArrowheads="1"/>
            </p:cNvSpPr>
            <p:nvPr/>
          </p:nvSpPr>
          <p:spPr bwMode="auto">
            <a:xfrm>
              <a:off x="3866" y="2473"/>
              <a:ext cx="89"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U</a:t>
              </a:r>
              <a:endParaRPr lang="en-US" altLang="es-ES" sz="4400" i="0" u="sng"/>
            </a:p>
          </p:txBody>
        </p:sp>
        <p:sp>
          <p:nvSpPr>
            <p:cNvPr id="33860" name="Rectangle 67">
              <a:extLst>
                <a:ext uri="{FF2B5EF4-FFF2-40B4-BE49-F238E27FC236}">
                  <a16:creationId xmlns:a16="http://schemas.microsoft.com/office/drawing/2014/main" id="{ED3CFB27-5E3C-AB7A-6167-A0C1D092F634}"/>
                </a:ext>
              </a:extLst>
            </p:cNvPr>
            <p:cNvSpPr>
              <a:spLocks noChangeArrowheads="1"/>
            </p:cNvSpPr>
            <p:nvPr/>
          </p:nvSpPr>
          <p:spPr bwMode="auto">
            <a:xfrm>
              <a:off x="3869" y="2575"/>
              <a:ext cx="88"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X</a:t>
              </a:r>
              <a:endParaRPr lang="en-US" altLang="es-ES" sz="4400" i="0" u="sng"/>
            </a:p>
          </p:txBody>
        </p:sp>
        <p:sp>
          <p:nvSpPr>
            <p:cNvPr id="33861" name="Rectangle 68">
              <a:extLst>
                <a:ext uri="{FF2B5EF4-FFF2-40B4-BE49-F238E27FC236}">
                  <a16:creationId xmlns:a16="http://schemas.microsoft.com/office/drawing/2014/main" id="{E4835D63-4B9A-689F-B187-569081A4AACD}"/>
                </a:ext>
              </a:extLst>
            </p:cNvPr>
            <p:cNvSpPr>
              <a:spLocks noChangeArrowheads="1"/>
            </p:cNvSpPr>
            <p:nvPr/>
          </p:nvSpPr>
          <p:spPr bwMode="auto">
            <a:xfrm>
              <a:off x="3545"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0</a:t>
              </a:r>
              <a:endParaRPr lang="en-US" altLang="es-ES" sz="4400" i="0" u="sng"/>
            </a:p>
          </p:txBody>
        </p:sp>
        <p:sp>
          <p:nvSpPr>
            <p:cNvPr id="33862" name="Rectangle 69">
              <a:extLst>
                <a:ext uri="{FF2B5EF4-FFF2-40B4-BE49-F238E27FC236}">
                  <a16:creationId xmlns:a16="http://schemas.microsoft.com/office/drawing/2014/main" id="{3C81AC9F-1BE5-F236-6860-6E4D12AB254C}"/>
                </a:ext>
              </a:extLst>
            </p:cNvPr>
            <p:cNvSpPr>
              <a:spLocks noChangeArrowheads="1"/>
            </p:cNvSpPr>
            <p:nvPr/>
          </p:nvSpPr>
          <p:spPr bwMode="auto">
            <a:xfrm>
              <a:off x="3384"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1</a:t>
              </a:r>
              <a:endParaRPr lang="en-US" altLang="es-ES" sz="4400" i="0" u="sng"/>
            </a:p>
          </p:txBody>
        </p:sp>
        <p:sp>
          <p:nvSpPr>
            <p:cNvPr id="33863" name="Rectangle 70">
              <a:extLst>
                <a:ext uri="{FF2B5EF4-FFF2-40B4-BE49-F238E27FC236}">
                  <a16:creationId xmlns:a16="http://schemas.microsoft.com/office/drawing/2014/main" id="{34918826-F3BC-B43D-5955-A23ED78A4433}"/>
                </a:ext>
              </a:extLst>
            </p:cNvPr>
            <p:cNvSpPr>
              <a:spLocks noChangeArrowheads="1"/>
            </p:cNvSpPr>
            <p:nvPr/>
          </p:nvSpPr>
          <p:spPr bwMode="auto">
            <a:xfrm>
              <a:off x="3223" y="2223"/>
              <a:ext cx="6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2</a:t>
              </a:r>
              <a:endParaRPr lang="en-US" altLang="es-ES" sz="4400" i="0" u="sng"/>
            </a:p>
          </p:txBody>
        </p:sp>
        <p:sp>
          <p:nvSpPr>
            <p:cNvPr id="33864" name="Rectangle 71">
              <a:extLst>
                <a:ext uri="{FF2B5EF4-FFF2-40B4-BE49-F238E27FC236}">
                  <a16:creationId xmlns:a16="http://schemas.microsoft.com/office/drawing/2014/main" id="{35A74F8E-FE77-A74E-C769-30CF14EBC2DC}"/>
                </a:ext>
              </a:extLst>
            </p:cNvPr>
            <p:cNvSpPr>
              <a:spLocks noChangeArrowheads="1"/>
            </p:cNvSpPr>
            <p:nvPr/>
          </p:nvSpPr>
          <p:spPr bwMode="auto">
            <a:xfrm>
              <a:off x="4076"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3</a:t>
              </a:r>
              <a:endParaRPr lang="en-US" altLang="es-ES" sz="4400" i="0" u="sng"/>
            </a:p>
          </p:txBody>
        </p:sp>
        <p:sp>
          <p:nvSpPr>
            <p:cNvPr id="33865" name="Rectangle 72">
              <a:extLst>
                <a:ext uri="{FF2B5EF4-FFF2-40B4-BE49-F238E27FC236}">
                  <a16:creationId xmlns:a16="http://schemas.microsoft.com/office/drawing/2014/main" id="{D8D96BB1-BABB-45C7-9D4E-41CD6C1F10F5}"/>
                </a:ext>
              </a:extLst>
            </p:cNvPr>
            <p:cNvSpPr>
              <a:spLocks noChangeArrowheads="1"/>
            </p:cNvSpPr>
            <p:nvPr/>
          </p:nvSpPr>
          <p:spPr bwMode="auto">
            <a:xfrm>
              <a:off x="4701" y="2223"/>
              <a:ext cx="6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66" name="Rectangle 73">
              <a:extLst>
                <a:ext uri="{FF2B5EF4-FFF2-40B4-BE49-F238E27FC236}">
                  <a16:creationId xmlns:a16="http://schemas.microsoft.com/office/drawing/2014/main" id="{6CAF9D2B-C45B-E914-268B-3419892AE714}"/>
                </a:ext>
              </a:extLst>
            </p:cNvPr>
            <p:cNvSpPr>
              <a:spLocks noChangeArrowheads="1"/>
            </p:cNvSpPr>
            <p:nvPr/>
          </p:nvSpPr>
          <p:spPr bwMode="auto">
            <a:xfrm>
              <a:off x="4752" y="2265"/>
              <a:ext cx="40"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1</a:t>
              </a:r>
              <a:endParaRPr lang="en-US" altLang="es-ES" sz="4400" i="0" u="sng"/>
            </a:p>
          </p:txBody>
        </p:sp>
        <p:sp>
          <p:nvSpPr>
            <p:cNvPr id="33867" name="Rectangle 74">
              <a:extLst>
                <a:ext uri="{FF2B5EF4-FFF2-40B4-BE49-F238E27FC236}">
                  <a16:creationId xmlns:a16="http://schemas.microsoft.com/office/drawing/2014/main" id="{3F2D553B-E372-A4CB-812B-E94162F3BA47}"/>
                </a:ext>
              </a:extLst>
            </p:cNvPr>
            <p:cNvSpPr>
              <a:spLocks noChangeArrowheads="1"/>
            </p:cNvSpPr>
            <p:nvPr/>
          </p:nvSpPr>
          <p:spPr bwMode="auto">
            <a:xfrm>
              <a:off x="4862" y="2223"/>
              <a:ext cx="6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S</a:t>
              </a:r>
              <a:endParaRPr lang="en-US" altLang="es-ES" sz="4400" i="0" u="sng"/>
            </a:p>
          </p:txBody>
        </p:sp>
        <p:sp>
          <p:nvSpPr>
            <p:cNvPr id="33868" name="Rectangle 75">
              <a:extLst>
                <a:ext uri="{FF2B5EF4-FFF2-40B4-BE49-F238E27FC236}">
                  <a16:creationId xmlns:a16="http://schemas.microsoft.com/office/drawing/2014/main" id="{AA3C1A94-E24E-5767-6264-5CB8CB677936}"/>
                </a:ext>
              </a:extLst>
            </p:cNvPr>
            <p:cNvSpPr>
              <a:spLocks noChangeArrowheads="1"/>
            </p:cNvSpPr>
            <p:nvPr/>
          </p:nvSpPr>
          <p:spPr bwMode="auto">
            <a:xfrm>
              <a:off x="4913" y="2265"/>
              <a:ext cx="40"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000" i="0" baseline="0">
                  <a:solidFill>
                    <a:srgbClr val="000000"/>
                  </a:solidFill>
                </a:rPr>
                <a:t>0</a:t>
              </a:r>
              <a:endParaRPr lang="en-US" altLang="es-ES" sz="4400" i="0" u="sng"/>
            </a:p>
          </p:txBody>
        </p:sp>
        <p:sp>
          <p:nvSpPr>
            <p:cNvPr id="33869" name="Rectangle 76">
              <a:extLst>
                <a:ext uri="{FF2B5EF4-FFF2-40B4-BE49-F238E27FC236}">
                  <a16:creationId xmlns:a16="http://schemas.microsoft.com/office/drawing/2014/main" id="{63F50F27-B318-C091-DA30-7788C3FD2E59}"/>
                </a:ext>
              </a:extLst>
            </p:cNvPr>
            <p:cNvSpPr>
              <a:spLocks noChangeArrowheads="1"/>
            </p:cNvSpPr>
            <p:nvPr/>
          </p:nvSpPr>
          <p:spPr bwMode="auto">
            <a:xfrm>
              <a:off x="4876" y="2371"/>
              <a:ext cx="115"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M</a:t>
              </a:r>
              <a:endParaRPr lang="en-US" altLang="es-ES" sz="4400" i="0" u="sng"/>
            </a:p>
          </p:txBody>
        </p:sp>
        <p:sp>
          <p:nvSpPr>
            <p:cNvPr id="33870" name="Rectangle 77">
              <a:extLst>
                <a:ext uri="{FF2B5EF4-FFF2-40B4-BE49-F238E27FC236}">
                  <a16:creationId xmlns:a16="http://schemas.microsoft.com/office/drawing/2014/main" id="{759D862F-A347-F5E3-AE59-0B90B4ADF3E5}"/>
                </a:ext>
              </a:extLst>
            </p:cNvPr>
            <p:cNvSpPr>
              <a:spLocks noChangeArrowheads="1"/>
            </p:cNvSpPr>
            <p:nvPr/>
          </p:nvSpPr>
          <p:spPr bwMode="auto">
            <a:xfrm>
              <a:off x="4881" y="2473"/>
              <a:ext cx="89"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U</a:t>
              </a:r>
              <a:endParaRPr lang="en-US" altLang="es-ES" sz="4400" i="0" u="sng"/>
            </a:p>
          </p:txBody>
        </p:sp>
        <p:sp>
          <p:nvSpPr>
            <p:cNvPr id="33871" name="Rectangle 78">
              <a:extLst>
                <a:ext uri="{FF2B5EF4-FFF2-40B4-BE49-F238E27FC236}">
                  <a16:creationId xmlns:a16="http://schemas.microsoft.com/office/drawing/2014/main" id="{D2C7D6C2-2C91-5B32-0CC1-475FD69C3E04}"/>
                </a:ext>
              </a:extLst>
            </p:cNvPr>
            <p:cNvSpPr>
              <a:spLocks noChangeArrowheads="1"/>
            </p:cNvSpPr>
            <p:nvPr/>
          </p:nvSpPr>
          <p:spPr bwMode="auto">
            <a:xfrm>
              <a:off x="4883" y="2575"/>
              <a:ext cx="88"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X</a:t>
              </a:r>
              <a:endParaRPr lang="en-US" altLang="es-ES" sz="4400" i="0" u="sng"/>
            </a:p>
          </p:txBody>
        </p:sp>
        <p:sp>
          <p:nvSpPr>
            <p:cNvPr id="33872" name="Rectangle 79">
              <a:extLst>
                <a:ext uri="{FF2B5EF4-FFF2-40B4-BE49-F238E27FC236}">
                  <a16:creationId xmlns:a16="http://schemas.microsoft.com/office/drawing/2014/main" id="{29A0AB6A-312B-4F98-A28F-CFB9555D50EB}"/>
                </a:ext>
              </a:extLst>
            </p:cNvPr>
            <p:cNvSpPr>
              <a:spLocks noChangeArrowheads="1"/>
            </p:cNvSpPr>
            <p:nvPr/>
          </p:nvSpPr>
          <p:spPr bwMode="auto">
            <a:xfrm>
              <a:off x="4559"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0</a:t>
              </a:r>
              <a:endParaRPr lang="en-US" altLang="es-ES" sz="4400" i="0" u="sng"/>
            </a:p>
          </p:txBody>
        </p:sp>
        <p:sp>
          <p:nvSpPr>
            <p:cNvPr id="33873" name="Rectangle 80">
              <a:extLst>
                <a:ext uri="{FF2B5EF4-FFF2-40B4-BE49-F238E27FC236}">
                  <a16:creationId xmlns:a16="http://schemas.microsoft.com/office/drawing/2014/main" id="{1E783A20-481D-3ED4-B23F-21F4EFD7274B}"/>
                </a:ext>
              </a:extLst>
            </p:cNvPr>
            <p:cNvSpPr>
              <a:spLocks noChangeArrowheads="1"/>
            </p:cNvSpPr>
            <p:nvPr/>
          </p:nvSpPr>
          <p:spPr bwMode="auto">
            <a:xfrm>
              <a:off x="4398" y="2223"/>
              <a:ext cx="6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1</a:t>
              </a:r>
              <a:endParaRPr lang="en-US" altLang="es-ES" sz="4400" i="0" u="sng"/>
            </a:p>
          </p:txBody>
        </p:sp>
        <p:sp>
          <p:nvSpPr>
            <p:cNvPr id="33874" name="Rectangle 81">
              <a:extLst>
                <a:ext uri="{FF2B5EF4-FFF2-40B4-BE49-F238E27FC236}">
                  <a16:creationId xmlns:a16="http://schemas.microsoft.com/office/drawing/2014/main" id="{1AD5EF5D-E4DA-C622-4A57-F92818DB2D09}"/>
                </a:ext>
              </a:extLst>
            </p:cNvPr>
            <p:cNvSpPr>
              <a:spLocks noChangeArrowheads="1"/>
            </p:cNvSpPr>
            <p:nvPr/>
          </p:nvSpPr>
          <p:spPr bwMode="auto">
            <a:xfrm>
              <a:off x="4237" y="2223"/>
              <a:ext cx="6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rPr>
                <a:t>2</a:t>
              </a:r>
              <a:endParaRPr lang="en-US" altLang="es-ES" sz="4400" i="0" u="sng"/>
            </a:p>
          </p:txBody>
        </p:sp>
        <p:sp>
          <p:nvSpPr>
            <p:cNvPr id="33875" name="Oval 82">
              <a:extLst>
                <a:ext uri="{FF2B5EF4-FFF2-40B4-BE49-F238E27FC236}">
                  <a16:creationId xmlns:a16="http://schemas.microsoft.com/office/drawing/2014/main" id="{9609F8EB-CAD0-5A9B-A39A-E58FB8625808}"/>
                </a:ext>
              </a:extLst>
            </p:cNvPr>
            <p:cNvSpPr>
              <a:spLocks noChangeArrowheads="1"/>
            </p:cNvSpPr>
            <p:nvPr/>
          </p:nvSpPr>
          <p:spPr bwMode="auto">
            <a:xfrm>
              <a:off x="1562" y="1246"/>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76" name="Oval 83">
              <a:extLst>
                <a:ext uri="{FF2B5EF4-FFF2-40B4-BE49-F238E27FC236}">
                  <a16:creationId xmlns:a16="http://schemas.microsoft.com/office/drawing/2014/main" id="{E33345E2-643A-F64F-27A7-FBABCFE984B6}"/>
                </a:ext>
              </a:extLst>
            </p:cNvPr>
            <p:cNvSpPr>
              <a:spLocks noChangeArrowheads="1"/>
            </p:cNvSpPr>
            <p:nvPr/>
          </p:nvSpPr>
          <p:spPr bwMode="auto">
            <a:xfrm>
              <a:off x="2076" y="1246"/>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77" name="Oval 84">
              <a:extLst>
                <a:ext uri="{FF2B5EF4-FFF2-40B4-BE49-F238E27FC236}">
                  <a16:creationId xmlns:a16="http://schemas.microsoft.com/office/drawing/2014/main" id="{1728663E-2270-7381-A2CE-2B5D0565D942}"/>
                </a:ext>
              </a:extLst>
            </p:cNvPr>
            <p:cNvSpPr>
              <a:spLocks noChangeArrowheads="1"/>
            </p:cNvSpPr>
            <p:nvPr/>
          </p:nvSpPr>
          <p:spPr bwMode="auto">
            <a:xfrm>
              <a:off x="3248" y="1246"/>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78" name="Oval 85">
              <a:extLst>
                <a:ext uri="{FF2B5EF4-FFF2-40B4-BE49-F238E27FC236}">
                  <a16:creationId xmlns:a16="http://schemas.microsoft.com/office/drawing/2014/main" id="{8EAD1EFC-4B4A-1ADB-DF5F-7CF4E3DF4DDD}"/>
                </a:ext>
              </a:extLst>
            </p:cNvPr>
            <p:cNvSpPr>
              <a:spLocks noChangeArrowheads="1"/>
            </p:cNvSpPr>
            <p:nvPr/>
          </p:nvSpPr>
          <p:spPr bwMode="auto">
            <a:xfrm>
              <a:off x="2560" y="1392"/>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79" name="Oval 86">
              <a:extLst>
                <a:ext uri="{FF2B5EF4-FFF2-40B4-BE49-F238E27FC236}">
                  <a16:creationId xmlns:a16="http://schemas.microsoft.com/office/drawing/2014/main" id="{2A80AD14-F1CA-6D21-9BA1-672904E20043}"/>
                </a:ext>
              </a:extLst>
            </p:cNvPr>
            <p:cNvSpPr>
              <a:spLocks noChangeArrowheads="1"/>
            </p:cNvSpPr>
            <p:nvPr/>
          </p:nvSpPr>
          <p:spPr bwMode="auto">
            <a:xfrm>
              <a:off x="3068" y="1392"/>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0" name="Oval 87">
              <a:extLst>
                <a:ext uri="{FF2B5EF4-FFF2-40B4-BE49-F238E27FC236}">
                  <a16:creationId xmlns:a16="http://schemas.microsoft.com/office/drawing/2014/main" id="{CBE18287-2915-261B-4CBB-A74DCBED6D7F}"/>
                </a:ext>
              </a:extLst>
            </p:cNvPr>
            <p:cNvSpPr>
              <a:spLocks noChangeArrowheads="1"/>
            </p:cNvSpPr>
            <p:nvPr/>
          </p:nvSpPr>
          <p:spPr bwMode="auto">
            <a:xfrm>
              <a:off x="2396" y="1568"/>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1" name="Oval 88">
              <a:extLst>
                <a:ext uri="{FF2B5EF4-FFF2-40B4-BE49-F238E27FC236}">
                  <a16:creationId xmlns:a16="http://schemas.microsoft.com/office/drawing/2014/main" id="{14FF9336-5E0B-F5FE-29F5-EC0E68967B30}"/>
                </a:ext>
              </a:extLst>
            </p:cNvPr>
            <p:cNvSpPr>
              <a:spLocks noChangeArrowheads="1"/>
            </p:cNvSpPr>
            <p:nvPr/>
          </p:nvSpPr>
          <p:spPr bwMode="auto">
            <a:xfrm>
              <a:off x="2239" y="1719"/>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2" name="Oval 89">
              <a:extLst>
                <a:ext uri="{FF2B5EF4-FFF2-40B4-BE49-F238E27FC236}">
                  <a16:creationId xmlns:a16="http://schemas.microsoft.com/office/drawing/2014/main" id="{0BD289DC-BA2E-5F2E-FE7C-34913573D80F}"/>
                </a:ext>
              </a:extLst>
            </p:cNvPr>
            <p:cNvSpPr>
              <a:spLocks noChangeArrowheads="1"/>
            </p:cNvSpPr>
            <p:nvPr/>
          </p:nvSpPr>
          <p:spPr bwMode="auto">
            <a:xfrm>
              <a:off x="3406" y="1720"/>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3" name="Oval 90">
              <a:extLst>
                <a:ext uri="{FF2B5EF4-FFF2-40B4-BE49-F238E27FC236}">
                  <a16:creationId xmlns:a16="http://schemas.microsoft.com/office/drawing/2014/main" id="{C6F031F0-438B-F21C-6FDC-A35BAE2C0B0C}"/>
                </a:ext>
              </a:extLst>
            </p:cNvPr>
            <p:cNvSpPr>
              <a:spLocks noChangeArrowheads="1"/>
            </p:cNvSpPr>
            <p:nvPr/>
          </p:nvSpPr>
          <p:spPr bwMode="auto">
            <a:xfrm>
              <a:off x="4578" y="1720"/>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4" name="Oval 91">
              <a:extLst>
                <a:ext uri="{FF2B5EF4-FFF2-40B4-BE49-F238E27FC236}">
                  <a16:creationId xmlns:a16="http://schemas.microsoft.com/office/drawing/2014/main" id="{45804F34-6EA7-D73C-CFAA-325F956AA405}"/>
                </a:ext>
              </a:extLst>
            </p:cNvPr>
            <p:cNvSpPr>
              <a:spLocks noChangeArrowheads="1"/>
            </p:cNvSpPr>
            <p:nvPr/>
          </p:nvSpPr>
          <p:spPr bwMode="auto">
            <a:xfrm>
              <a:off x="3867" y="1887"/>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5" name="Oval 92">
              <a:extLst>
                <a:ext uri="{FF2B5EF4-FFF2-40B4-BE49-F238E27FC236}">
                  <a16:creationId xmlns:a16="http://schemas.microsoft.com/office/drawing/2014/main" id="{D8012305-5F0F-BD8A-ED05-C5BCAA517CAA}"/>
                </a:ext>
              </a:extLst>
            </p:cNvPr>
            <p:cNvSpPr>
              <a:spLocks noChangeArrowheads="1"/>
            </p:cNvSpPr>
            <p:nvPr/>
          </p:nvSpPr>
          <p:spPr bwMode="auto">
            <a:xfrm>
              <a:off x="2886" y="1887"/>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6" name="Oval 93">
              <a:extLst>
                <a:ext uri="{FF2B5EF4-FFF2-40B4-BE49-F238E27FC236}">
                  <a16:creationId xmlns:a16="http://schemas.microsoft.com/office/drawing/2014/main" id="{C8C885B0-3725-72DD-089D-78403F47A735}"/>
                </a:ext>
              </a:extLst>
            </p:cNvPr>
            <p:cNvSpPr>
              <a:spLocks noChangeArrowheads="1"/>
            </p:cNvSpPr>
            <p:nvPr/>
          </p:nvSpPr>
          <p:spPr bwMode="auto">
            <a:xfrm>
              <a:off x="1877" y="1887"/>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7" name="Oval 94">
              <a:extLst>
                <a:ext uri="{FF2B5EF4-FFF2-40B4-BE49-F238E27FC236}">
                  <a16:creationId xmlns:a16="http://schemas.microsoft.com/office/drawing/2014/main" id="{19562E6B-E025-7176-4217-29405EBBE6FA}"/>
                </a:ext>
              </a:extLst>
            </p:cNvPr>
            <p:cNvSpPr>
              <a:spLocks noChangeArrowheads="1"/>
            </p:cNvSpPr>
            <p:nvPr/>
          </p:nvSpPr>
          <p:spPr bwMode="auto">
            <a:xfrm>
              <a:off x="1719" y="2029"/>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8" name="Oval 95">
              <a:extLst>
                <a:ext uri="{FF2B5EF4-FFF2-40B4-BE49-F238E27FC236}">
                  <a16:creationId xmlns:a16="http://schemas.microsoft.com/office/drawing/2014/main" id="{9A766046-086F-B81F-6BCA-A97EA731DC50}"/>
                </a:ext>
              </a:extLst>
            </p:cNvPr>
            <p:cNvSpPr>
              <a:spLocks noChangeArrowheads="1"/>
            </p:cNvSpPr>
            <p:nvPr/>
          </p:nvSpPr>
          <p:spPr bwMode="auto">
            <a:xfrm>
              <a:off x="2726" y="2029"/>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89" name="Oval 96">
              <a:extLst>
                <a:ext uri="{FF2B5EF4-FFF2-40B4-BE49-F238E27FC236}">
                  <a16:creationId xmlns:a16="http://schemas.microsoft.com/office/drawing/2014/main" id="{FFC9DA19-4513-9D14-09E0-BDE7B82BEC98}"/>
                </a:ext>
              </a:extLst>
            </p:cNvPr>
            <p:cNvSpPr>
              <a:spLocks noChangeArrowheads="1"/>
            </p:cNvSpPr>
            <p:nvPr/>
          </p:nvSpPr>
          <p:spPr bwMode="auto">
            <a:xfrm>
              <a:off x="3709" y="2029"/>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3890" name="Oval 97">
              <a:extLst>
                <a:ext uri="{FF2B5EF4-FFF2-40B4-BE49-F238E27FC236}">
                  <a16:creationId xmlns:a16="http://schemas.microsoft.com/office/drawing/2014/main" id="{E89E3A55-5729-65CE-9671-C15BABAB5A1E}"/>
                </a:ext>
              </a:extLst>
            </p:cNvPr>
            <p:cNvSpPr>
              <a:spLocks noChangeArrowheads="1"/>
            </p:cNvSpPr>
            <p:nvPr/>
          </p:nvSpPr>
          <p:spPr bwMode="auto">
            <a:xfrm>
              <a:off x="3557" y="1568"/>
              <a:ext cx="34" cy="3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3 Marcador de número de diapositiva">
            <a:extLst>
              <a:ext uri="{FF2B5EF4-FFF2-40B4-BE49-F238E27FC236}">
                <a16:creationId xmlns:a16="http://schemas.microsoft.com/office/drawing/2014/main" id="{764D2295-C10A-18F5-AD13-1DC193B3005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4C2CD35A-61E2-41EE-A946-74A5C1A72BDB}" type="slidenum">
              <a:rPr lang="en-US" altLang="es-ES" sz="1600" b="0" i="0" baseline="0"/>
              <a:pPr/>
              <a:t>30</a:t>
            </a:fld>
            <a:endParaRPr lang="en-US" altLang="es-ES" sz="1600" b="0" i="0" baseline="0"/>
          </a:p>
        </p:txBody>
      </p:sp>
      <p:sp>
        <p:nvSpPr>
          <p:cNvPr id="34819" name="Rectangle 2">
            <a:extLst>
              <a:ext uri="{FF2B5EF4-FFF2-40B4-BE49-F238E27FC236}">
                <a16:creationId xmlns:a16="http://schemas.microsoft.com/office/drawing/2014/main" id="{83DAE921-C03E-D110-7E03-D304703C1EC5}"/>
              </a:ext>
            </a:extLst>
          </p:cNvPr>
          <p:cNvSpPr>
            <a:spLocks noGrp="1" noChangeArrowheads="1"/>
          </p:cNvSpPr>
          <p:nvPr>
            <p:ph type="title"/>
          </p:nvPr>
        </p:nvSpPr>
        <p:spPr/>
        <p:txBody>
          <a:bodyPr/>
          <a:lstStyle/>
          <a:p>
            <a:r>
              <a:rPr lang="en-US" altLang="es-ES"/>
              <a:t>Barrel Shifter (continued)</a:t>
            </a:r>
          </a:p>
        </p:txBody>
      </p:sp>
      <p:sp>
        <p:nvSpPr>
          <p:cNvPr id="34820" name="Rectangle 3">
            <a:extLst>
              <a:ext uri="{FF2B5EF4-FFF2-40B4-BE49-F238E27FC236}">
                <a16:creationId xmlns:a16="http://schemas.microsoft.com/office/drawing/2014/main" id="{099A89E6-6C82-31CB-193D-AD137C660BC5}"/>
              </a:ext>
            </a:extLst>
          </p:cNvPr>
          <p:cNvSpPr>
            <a:spLocks noGrp="1" noChangeArrowheads="1"/>
          </p:cNvSpPr>
          <p:nvPr>
            <p:ph type="body" idx="1"/>
          </p:nvPr>
        </p:nvSpPr>
        <p:spPr/>
        <p:txBody>
          <a:bodyPr/>
          <a:lstStyle/>
          <a:p>
            <a:r>
              <a:rPr lang="en-US" altLang="es-ES"/>
              <a:t>Large barrel shifters can be constructed by using:</a:t>
            </a:r>
          </a:p>
          <a:p>
            <a:pPr lvl="1"/>
            <a:r>
              <a:rPr lang="en-US" altLang="es-ES"/>
              <a:t>Layers of multiplexers - Example 64-bit:</a:t>
            </a:r>
          </a:p>
          <a:p>
            <a:pPr lvl="2"/>
            <a:r>
              <a:rPr lang="en-US" altLang="es-ES"/>
              <a:t>Layer 1 shifts by 0, 16, 32, 48</a:t>
            </a:r>
          </a:p>
          <a:p>
            <a:pPr lvl="2"/>
            <a:r>
              <a:rPr lang="en-US" altLang="es-ES"/>
              <a:t>Layer 2 shifts by 0, 4, 8, 12</a:t>
            </a:r>
          </a:p>
          <a:p>
            <a:pPr lvl="2"/>
            <a:r>
              <a:rPr lang="en-US" altLang="es-ES"/>
              <a:t>Layer 3 shifts by 0, 1, 2, 3</a:t>
            </a:r>
          </a:p>
          <a:p>
            <a:pPr lvl="2"/>
            <a:r>
              <a:rPr lang="en-US" altLang="es-ES"/>
              <a:t>See example in section 12-2 of the text</a:t>
            </a:r>
          </a:p>
          <a:p>
            <a:pPr lvl="1"/>
            <a:r>
              <a:rPr lang="en-US" altLang="es-ES"/>
              <a:t>2 - dimensional array circuits designed at the electronic level</a:t>
            </a:r>
          </a:p>
          <a:p>
            <a:pPr lvl="1"/>
            <a:endParaRPr lang="en-US" altLang="es-E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3 Marcador de número de diapositiva">
            <a:extLst>
              <a:ext uri="{FF2B5EF4-FFF2-40B4-BE49-F238E27FC236}">
                <a16:creationId xmlns:a16="http://schemas.microsoft.com/office/drawing/2014/main" id="{C1A104B3-1381-23DE-9B0C-912F6EAE79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B272AA8A-8BA2-48D4-A006-E815E4560D89}" type="slidenum">
              <a:rPr lang="en-US" altLang="es-ES" sz="1600" b="0" i="0" baseline="0"/>
              <a:pPr/>
              <a:t>31</a:t>
            </a:fld>
            <a:endParaRPr lang="en-US" altLang="es-ES" sz="1600" b="0" i="0" baseline="0"/>
          </a:p>
        </p:txBody>
      </p:sp>
      <p:sp>
        <p:nvSpPr>
          <p:cNvPr id="35843" name="Rectangle 2">
            <a:extLst>
              <a:ext uri="{FF2B5EF4-FFF2-40B4-BE49-F238E27FC236}">
                <a16:creationId xmlns:a16="http://schemas.microsoft.com/office/drawing/2014/main" id="{B662105D-9ED9-2F10-F8DB-0D8514EC5F25}"/>
              </a:ext>
            </a:extLst>
          </p:cNvPr>
          <p:cNvSpPr>
            <a:spLocks noGrp="1" noChangeArrowheads="1"/>
          </p:cNvSpPr>
          <p:nvPr>
            <p:ph type="title"/>
          </p:nvPr>
        </p:nvSpPr>
        <p:spPr/>
        <p:txBody>
          <a:bodyPr/>
          <a:lstStyle/>
          <a:p>
            <a:r>
              <a:rPr lang="en-US" altLang="es-ES"/>
              <a:t>Datapath Representation</a:t>
            </a:r>
          </a:p>
        </p:txBody>
      </p:sp>
      <p:sp>
        <p:nvSpPr>
          <p:cNvPr id="35844" name="Rectangle 3">
            <a:extLst>
              <a:ext uri="{FF2B5EF4-FFF2-40B4-BE49-F238E27FC236}">
                <a16:creationId xmlns:a16="http://schemas.microsoft.com/office/drawing/2014/main" id="{50E4151C-BC73-CC1E-0E63-F84ED065EF61}"/>
              </a:ext>
            </a:extLst>
          </p:cNvPr>
          <p:cNvSpPr>
            <a:spLocks noGrp="1" noChangeArrowheads="1"/>
          </p:cNvSpPr>
          <p:nvPr>
            <p:ph type="body" idx="1"/>
          </p:nvPr>
        </p:nvSpPr>
        <p:spPr>
          <a:xfrm>
            <a:off x="503238" y="1289050"/>
            <a:ext cx="4051300" cy="5027613"/>
          </a:xfrm>
        </p:spPr>
        <p:txBody>
          <a:bodyPr/>
          <a:lstStyle/>
          <a:p>
            <a:r>
              <a:rPr lang="en-US" altLang="es-ES" sz="2000"/>
              <a:t>Have looked at detailed design of</a:t>
            </a:r>
            <a:br>
              <a:rPr lang="en-US" altLang="es-ES" sz="2000"/>
            </a:br>
            <a:r>
              <a:rPr lang="en-US" altLang="es-ES" sz="2000"/>
              <a:t>ALU and shifter in the datapath </a:t>
            </a:r>
            <a:br>
              <a:rPr lang="en-US" altLang="es-ES" sz="2000"/>
            </a:br>
            <a:r>
              <a:rPr lang="en-US" altLang="es-ES" sz="2000"/>
              <a:t>in slide 8</a:t>
            </a:r>
          </a:p>
          <a:p>
            <a:r>
              <a:rPr lang="en-US" altLang="es-ES" sz="2000"/>
              <a:t>Here we move up one level in the </a:t>
            </a:r>
            <a:br>
              <a:rPr lang="en-US" altLang="es-ES" sz="2000"/>
            </a:br>
            <a:r>
              <a:rPr lang="en-US" altLang="es-ES" sz="2000"/>
              <a:t>hierarchy from that datapath</a:t>
            </a:r>
          </a:p>
          <a:p>
            <a:r>
              <a:rPr lang="en-US" altLang="es-ES" sz="2000"/>
              <a:t>The registers, and the multiplexer, decoder, and enable hardware for accessing them become a r</a:t>
            </a:r>
            <a:r>
              <a:rPr lang="en-US" altLang="es-ES" sz="2000" i="1"/>
              <a:t>egister file</a:t>
            </a:r>
            <a:r>
              <a:rPr lang="en-US" altLang="es-ES" sz="2000"/>
              <a:t> </a:t>
            </a:r>
          </a:p>
          <a:p>
            <a:r>
              <a:rPr lang="en-US" altLang="es-ES" sz="2000"/>
              <a:t>The ALU, shifter, Mux F and status hardware become a </a:t>
            </a:r>
            <a:r>
              <a:rPr lang="en-US" altLang="es-ES" sz="2000" i="1"/>
              <a:t>function unit</a:t>
            </a:r>
          </a:p>
          <a:p>
            <a:r>
              <a:rPr lang="en-US" altLang="es-ES" sz="2000"/>
              <a:t>The remaining muxes and buses which handle data transfers are at the new level of the hierarchy</a:t>
            </a:r>
          </a:p>
        </p:txBody>
      </p:sp>
      <p:grpSp>
        <p:nvGrpSpPr>
          <p:cNvPr id="35845" name="Group 4">
            <a:extLst>
              <a:ext uri="{FF2B5EF4-FFF2-40B4-BE49-F238E27FC236}">
                <a16:creationId xmlns:a16="http://schemas.microsoft.com/office/drawing/2014/main" id="{A07B4185-3EB2-D39C-4677-A71B3016D289}"/>
              </a:ext>
            </a:extLst>
          </p:cNvPr>
          <p:cNvGrpSpPr>
            <a:grpSpLocks/>
          </p:cNvGrpSpPr>
          <p:nvPr/>
        </p:nvGrpSpPr>
        <p:grpSpPr bwMode="auto">
          <a:xfrm>
            <a:off x="4610100" y="1243013"/>
            <a:ext cx="4341813" cy="5553075"/>
            <a:chOff x="2904" y="783"/>
            <a:chExt cx="2735" cy="3498"/>
          </a:xfrm>
        </p:grpSpPr>
        <p:sp>
          <p:nvSpPr>
            <p:cNvPr id="35846" name="Line 5">
              <a:extLst>
                <a:ext uri="{FF2B5EF4-FFF2-40B4-BE49-F238E27FC236}">
                  <a16:creationId xmlns:a16="http://schemas.microsoft.com/office/drawing/2014/main" id="{E1296000-C650-F6E0-13F5-D6FC1D48F261}"/>
                </a:ext>
              </a:extLst>
            </p:cNvPr>
            <p:cNvSpPr>
              <a:spLocks noChangeShapeType="1"/>
            </p:cNvSpPr>
            <p:nvPr/>
          </p:nvSpPr>
          <p:spPr bwMode="auto">
            <a:xfrm>
              <a:off x="4336" y="1974"/>
              <a:ext cx="1" cy="22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47" name="Freeform 6">
              <a:extLst>
                <a:ext uri="{FF2B5EF4-FFF2-40B4-BE49-F238E27FC236}">
                  <a16:creationId xmlns:a16="http://schemas.microsoft.com/office/drawing/2014/main" id="{7C076084-3B2E-9AE3-608F-FC5F65A0678B}"/>
                </a:ext>
              </a:extLst>
            </p:cNvPr>
            <p:cNvSpPr>
              <a:spLocks/>
            </p:cNvSpPr>
            <p:nvPr/>
          </p:nvSpPr>
          <p:spPr bwMode="auto">
            <a:xfrm>
              <a:off x="4318" y="2186"/>
              <a:ext cx="37" cy="61"/>
            </a:xfrm>
            <a:custGeom>
              <a:avLst/>
              <a:gdLst>
                <a:gd name="T0" fmla="*/ 11 w 22"/>
                <a:gd name="T1" fmla="*/ 6 h 36"/>
                <a:gd name="T2" fmla="*/ 22 w 22"/>
                <a:gd name="T3" fmla="*/ 0 h 36"/>
                <a:gd name="T4" fmla="*/ 22 w 22"/>
                <a:gd name="T5" fmla="*/ 0 h 36"/>
                <a:gd name="T6" fmla="*/ 15 w 22"/>
                <a:gd name="T7" fmla="*/ 18 h 36"/>
                <a:gd name="T8" fmla="*/ 11 w 22"/>
                <a:gd name="T9" fmla="*/ 36 h 36"/>
                <a:gd name="T10" fmla="*/ 7 w 22"/>
                <a:gd name="T11" fmla="*/ 18 h 36"/>
                <a:gd name="T12" fmla="*/ 0 w 22"/>
                <a:gd name="T13" fmla="*/ 0 h 36"/>
                <a:gd name="T14" fmla="*/ 0 w 22"/>
                <a:gd name="T15" fmla="*/ 0 h 36"/>
                <a:gd name="T16" fmla="*/ 11 w 22"/>
                <a:gd name="T17" fmla="*/ 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6"/>
                <a:gd name="T29" fmla="*/ 22 w 22"/>
                <a:gd name="T30" fmla="*/ 36 h 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6">
                  <a:moveTo>
                    <a:pt x="11" y="6"/>
                  </a:moveTo>
                  <a:cubicBezTo>
                    <a:pt x="22" y="0"/>
                    <a:pt x="22" y="0"/>
                    <a:pt x="22" y="0"/>
                  </a:cubicBezTo>
                  <a:cubicBezTo>
                    <a:pt x="22" y="0"/>
                    <a:pt x="22" y="0"/>
                    <a:pt x="22" y="0"/>
                  </a:cubicBezTo>
                  <a:cubicBezTo>
                    <a:pt x="15" y="18"/>
                    <a:pt x="15" y="18"/>
                    <a:pt x="15" y="18"/>
                  </a:cubicBezTo>
                  <a:cubicBezTo>
                    <a:pt x="14" y="24"/>
                    <a:pt x="12" y="30"/>
                    <a:pt x="11" y="36"/>
                  </a:cubicBezTo>
                  <a:cubicBezTo>
                    <a:pt x="10" y="30"/>
                    <a:pt x="8" y="24"/>
                    <a:pt x="7" y="18"/>
                  </a:cubicBezTo>
                  <a:cubicBezTo>
                    <a:pt x="0" y="0"/>
                    <a:pt x="0" y="0"/>
                    <a:pt x="0" y="0"/>
                  </a:cubicBezTo>
                  <a:cubicBezTo>
                    <a:pt x="0" y="0"/>
                    <a:pt x="0" y="0"/>
                    <a:pt x="0" y="0"/>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48" name="Line 7">
              <a:extLst>
                <a:ext uri="{FF2B5EF4-FFF2-40B4-BE49-F238E27FC236}">
                  <a16:creationId xmlns:a16="http://schemas.microsoft.com/office/drawing/2014/main" id="{13F43971-9680-9231-8A83-4BD5599E0002}"/>
                </a:ext>
              </a:extLst>
            </p:cNvPr>
            <p:cNvSpPr>
              <a:spLocks noChangeShapeType="1"/>
            </p:cNvSpPr>
            <p:nvPr/>
          </p:nvSpPr>
          <p:spPr bwMode="auto">
            <a:xfrm>
              <a:off x="3812" y="1974"/>
              <a:ext cx="1" cy="889"/>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49" name="Freeform 8">
              <a:extLst>
                <a:ext uri="{FF2B5EF4-FFF2-40B4-BE49-F238E27FC236}">
                  <a16:creationId xmlns:a16="http://schemas.microsoft.com/office/drawing/2014/main" id="{20768486-CDF9-D1A6-932E-87AD4F775FE6}"/>
                </a:ext>
              </a:extLst>
            </p:cNvPr>
            <p:cNvSpPr>
              <a:spLocks/>
            </p:cNvSpPr>
            <p:nvPr/>
          </p:nvSpPr>
          <p:spPr bwMode="auto">
            <a:xfrm>
              <a:off x="3793" y="2847"/>
              <a:ext cx="38" cy="61"/>
            </a:xfrm>
            <a:custGeom>
              <a:avLst/>
              <a:gdLst>
                <a:gd name="T0" fmla="*/ 11 w 22"/>
                <a:gd name="T1" fmla="*/ 6 h 36"/>
                <a:gd name="T2" fmla="*/ 22 w 22"/>
                <a:gd name="T3" fmla="*/ 0 h 36"/>
                <a:gd name="T4" fmla="*/ 22 w 22"/>
                <a:gd name="T5" fmla="*/ 0 h 36"/>
                <a:gd name="T6" fmla="*/ 15 w 22"/>
                <a:gd name="T7" fmla="*/ 18 h 36"/>
                <a:gd name="T8" fmla="*/ 11 w 22"/>
                <a:gd name="T9" fmla="*/ 36 h 36"/>
                <a:gd name="T10" fmla="*/ 7 w 22"/>
                <a:gd name="T11" fmla="*/ 18 h 36"/>
                <a:gd name="T12" fmla="*/ 0 w 22"/>
                <a:gd name="T13" fmla="*/ 0 h 36"/>
                <a:gd name="T14" fmla="*/ 0 w 22"/>
                <a:gd name="T15" fmla="*/ 0 h 36"/>
                <a:gd name="T16" fmla="*/ 11 w 22"/>
                <a:gd name="T17" fmla="*/ 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6"/>
                <a:gd name="T29" fmla="*/ 22 w 22"/>
                <a:gd name="T30" fmla="*/ 36 h 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6">
                  <a:moveTo>
                    <a:pt x="11" y="6"/>
                  </a:moveTo>
                  <a:cubicBezTo>
                    <a:pt x="22" y="0"/>
                    <a:pt x="22" y="0"/>
                    <a:pt x="22" y="0"/>
                  </a:cubicBezTo>
                  <a:cubicBezTo>
                    <a:pt x="22" y="0"/>
                    <a:pt x="22" y="0"/>
                    <a:pt x="22" y="0"/>
                  </a:cubicBezTo>
                  <a:cubicBezTo>
                    <a:pt x="15" y="18"/>
                    <a:pt x="15" y="18"/>
                    <a:pt x="15" y="18"/>
                  </a:cubicBezTo>
                  <a:cubicBezTo>
                    <a:pt x="13" y="24"/>
                    <a:pt x="12" y="30"/>
                    <a:pt x="11" y="36"/>
                  </a:cubicBezTo>
                  <a:cubicBezTo>
                    <a:pt x="9" y="30"/>
                    <a:pt x="8" y="24"/>
                    <a:pt x="7" y="18"/>
                  </a:cubicBezTo>
                  <a:cubicBezTo>
                    <a:pt x="0" y="0"/>
                    <a:pt x="0" y="0"/>
                    <a:pt x="0" y="0"/>
                  </a:cubicBezTo>
                  <a:cubicBezTo>
                    <a:pt x="0" y="0"/>
                    <a:pt x="0" y="0"/>
                    <a:pt x="0" y="0"/>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50" name="Line 9">
              <a:extLst>
                <a:ext uri="{FF2B5EF4-FFF2-40B4-BE49-F238E27FC236}">
                  <a16:creationId xmlns:a16="http://schemas.microsoft.com/office/drawing/2014/main" id="{90FBF24C-CB92-5DB9-C49E-00397E97D7C7}"/>
                </a:ext>
              </a:extLst>
            </p:cNvPr>
            <p:cNvSpPr>
              <a:spLocks noChangeShapeType="1"/>
            </p:cNvSpPr>
            <p:nvPr/>
          </p:nvSpPr>
          <p:spPr bwMode="auto">
            <a:xfrm flipH="1">
              <a:off x="4643" y="1721"/>
              <a:ext cx="236"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51" name="Freeform 10">
              <a:extLst>
                <a:ext uri="{FF2B5EF4-FFF2-40B4-BE49-F238E27FC236}">
                  <a16:creationId xmlns:a16="http://schemas.microsoft.com/office/drawing/2014/main" id="{D34FC8C9-2E5B-6C90-E3C7-35DB80C3C717}"/>
                </a:ext>
              </a:extLst>
            </p:cNvPr>
            <p:cNvSpPr>
              <a:spLocks/>
            </p:cNvSpPr>
            <p:nvPr/>
          </p:nvSpPr>
          <p:spPr bwMode="auto">
            <a:xfrm>
              <a:off x="4598" y="1702"/>
              <a:ext cx="62" cy="37"/>
            </a:xfrm>
            <a:custGeom>
              <a:avLst/>
              <a:gdLst>
                <a:gd name="T0" fmla="*/ 30 w 37"/>
                <a:gd name="T1" fmla="*/ 11 h 22"/>
                <a:gd name="T2" fmla="*/ 37 w 37"/>
                <a:gd name="T3" fmla="*/ 22 h 22"/>
                <a:gd name="T4" fmla="*/ 36 w 37"/>
                <a:gd name="T5" fmla="*/ 22 h 22"/>
                <a:gd name="T6" fmla="*/ 19 w 37"/>
                <a:gd name="T7" fmla="*/ 15 h 22"/>
                <a:gd name="T8" fmla="*/ 0 w 37"/>
                <a:gd name="T9" fmla="*/ 11 h 22"/>
                <a:gd name="T10" fmla="*/ 19 w 37"/>
                <a:gd name="T11" fmla="*/ 7 h 22"/>
                <a:gd name="T12" fmla="*/ 36 w 37"/>
                <a:gd name="T13" fmla="*/ 0 h 22"/>
                <a:gd name="T14" fmla="*/ 37 w 37"/>
                <a:gd name="T15" fmla="*/ 0 h 22"/>
                <a:gd name="T16" fmla="*/ 30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30" y="11"/>
                  </a:moveTo>
                  <a:cubicBezTo>
                    <a:pt x="37" y="22"/>
                    <a:pt x="37" y="22"/>
                    <a:pt x="37" y="22"/>
                  </a:cubicBezTo>
                  <a:cubicBezTo>
                    <a:pt x="36" y="22"/>
                    <a:pt x="36" y="22"/>
                    <a:pt x="36" y="22"/>
                  </a:cubicBezTo>
                  <a:cubicBezTo>
                    <a:pt x="19" y="15"/>
                    <a:pt x="19" y="15"/>
                    <a:pt x="19" y="15"/>
                  </a:cubicBezTo>
                  <a:cubicBezTo>
                    <a:pt x="13" y="14"/>
                    <a:pt x="6" y="13"/>
                    <a:pt x="0" y="11"/>
                  </a:cubicBezTo>
                  <a:cubicBezTo>
                    <a:pt x="6" y="10"/>
                    <a:pt x="13" y="8"/>
                    <a:pt x="19" y="7"/>
                  </a:cubicBezTo>
                  <a:cubicBezTo>
                    <a:pt x="36" y="0"/>
                    <a:pt x="36" y="0"/>
                    <a:pt x="36" y="0"/>
                  </a:cubicBezTo>
                  <a:cubicBezTo>
                    <a:pt x="37" y="0"/>
                    <a:pt x="37" y="0"/>
                    <a:pt x="37" y="0"/>
                  </a:cubicBezTo>
                  <a:lnTo>
                    <a:pt x="3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52" name="Rectangle 11">
              <a:extLst>
                <a:ext uri="{FF2B5EF4-FFF2-40B4-BE49-F238E27FC236}">
                  <a16:creationId xmlns:a16="http://schemas.microsoft.com/office/drawing/2014/main" id="{78E9A164-1B05-169E-DAE3-F3DC795280B0}"/>
                </a:ext>
              </a:extLst>
            </p:cNvPr>
            <p:cNvSpPr>
              <a:spLocks noChangeArrowheads="1"/>
            </p:cNvSpPr>
            <p:nvPr/>
          </p:nvSpPr>
          <p:spPr bwMode="auto">
            <a:xfrm>
              <a:off x="5147" y="2590"/>
              <a:ext cx="49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Address out</a:t>
              </a:r>
              <a:endParaRPr lang="en-US" altLang="es-ES" sz="4400" i="0" u="sng"/>
            </a:p>
          </p:txBody>
        </p:sp>
        <p:sp>
          <p:nvSpPr>
            <p:cNvPr id="35853" name="Rectangle 12">
              <a:extLst>
                <a:ext uri="{FF2B5EF4-FFF2-40B4-BE49-F238E27FC236}">
                  <a16:creationId xmlns:a16="http://schemas.microsoft.com/office/drawing/2014/main" id="{6959E55E-2FFD-E472-EF1A-2BC4B3055EA4}"/>
                </a:ext>
              </a:extLst>
            </p:cNvPr>
            <p:cNvSpPr>
              <a:spLocks noChangeArrowheads="1"/>
            </p:cNvSpPr>
            <p:nvPr/>
          </p:nvSpPr>
          <p:spPr bwMode="auto">
            <a:xfrm>
              <a:off x="5147" y="2717"/>
              <a:ext cx="3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Data out</a:t>
              </a:r>
              <a:endParaRPr lang="en-US" altLang="es-ES" sz="4400" i="0" u="sng"/>
            </a:p>
          </p:txBody>
        </p:sp>
        <p:sp>
          <p:nvSpPr>
            <p:cNvPr id="35854" name="Line 13">
              <a:extLst>
                <a:ext uri="{FF2B5EF4-FFF2-40B4-BE49-F238E27FC236}">
                  <a16:creationId xmlns:a16="http://schemas.microsoft.com/office/drawing/2014/main" id="{5409E2A2-115C-55BD-9F7E-DE5309FE6264}"/>
                </a:ext>
              </a:extLst>
            </p:cNvPr>
            <p:cNvSpPr>
              <a:spLocks noChangeShapeType="1"/>
            </p:cNvSpPr>
            <p:nvPr/>
          </p:nvSpPr>
          <p:spPr bwMode="auto">
            <a:xfrm>
              <a:off x="3812" y="2639"/>
              <a:ext cx="1271"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55" name="Freeform 14">
              <a:extLst>
                <a:ext uri="{FF2B5EF4-FFF2-40B4-BE49-F238E27FC236}">
                  <a16:creationId xmlns:a16="http://schemas.microsoft.com/office/drawing/2014/main" id="{D4598005-43D2-6403-AC1F-042B9CECFA17}"/>
                </a:ext>
              </a:extLst>
            </p:cNvPr>
            <p:cNvSpPr>
              <a:spLocks/>
            </p:cNvSpPr>
            <p:nvPr/>
          </p:nvSpPr>
          <p:spPr bwMode="auto">
            <a:xfrm>
              <a:off x="5066" y="2620"/>
              <a:ext cx="63" cy="37"/>
            </a:xfrm>
            <a:custGeom>
              <a:avLst/>
              <a:gdLst>
                <a:gd name="T0" fmla="*/ 7 w 37"/>
                <a:gd name="T1" fmla="*/ 11 h 22"/>
                <a:gd name="T2" fmla="*/ 0 w 37"/>
                <a:gd name="T3" fmla="*/ 0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2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0"/>
                    <a:pt x="0" y="0"/>
                    <a:pt x="0" y="0"/>
                  </a:cubicBezTo>
                  <a:cubicBezTo>
                    <a:pt x="1" y="0"/>
                    <a:pt x="1" y="0"/>
                    <a:pt x="1" y="0"/>
                  </a:cubicBezTo>
                  <a:cubicBezTo>
                    <a:pt x="18" y="7"/>
                    <a:pt x="18" y="7"/>
                    <a:pt x="18" y="7"/>
                  </a:cubicBezTo>
                  <a:cubicBezTo>
                    <a:pt x="24" y="8"/>
                    <a:pt x="30" y="9"/>
                    <a:pt x="37" y="11"/>
                  </a:cubicBezTo>
                  <a:cubicBezTo>
                    <a:pt x="30" y="12"/>
                    <a:pt x="24" y="13"/>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56" name="Line 15">
              <a:extLst>
                <a:ext uri="{FF2B5EF4-FFF2-40B4-BE49-F238E27FC236}">
                  <a16:creationId xmlns:a16="http://schemas.microsoft.com/office/drawing/2014/main" id="{D181EE7E-C9AE-2A05-77DA-9ED364A45700}"/>
                </a:ext>
              </a:extLst>
            </p:cNvPr>
            <p:cNvSpPr>
              <a:spLocks noChangeShapeType="1"/>
            </p:cNvSpPr>
            <p:nvPr/>
          </p:nvSpPr>
          <p:spPr bwMode="auto">
            <a:xfrm>
              <a:off x="4340" y="2759"/>
              <a:ext cx="743"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57" name="Freeform 16">
              <a:extLst>
                <a:ext uri="{FF2B5EF4-FFF2-40B4-BE49-F238E27FC236}">
                  <a16:creationId xmlns:a16="http://schemas.microsoft.com/office/drawing/2014/main" id="{7086022D-4507-9614-E1C7-A16032D43774}"/>
                </a:ext>
              </a:extLst>
            </p:cNvPr>
            <p:cNvSpPr>
              <a:spLocks/>
            </p:cNvSpPr>
            <p:nvPr/>
          </p:nvSpPr>
          <p:spPr bwMode="auto">
            <a:xfrm>
              <a:off x="5066" y="2740"/>
              <a:ext cx="63" cy="38"/>
            </a:xfrm>
            <a:custGeom>
              <a:avLst/>
              <a:gdLst>
                <a:gd name="T0" fmla="*/ 7 w 37"/>
                <a:gd name="T1" fmla="*/ 11 h 22"/>
                <a:gd name="T2" fmla="*/ 0 w 37"/>
                <a:gd name="T3" fmla="*/ 0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1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0"/>
                    <a:pt x="0" y="0"/>
                    <a:pt x="0" y="0"/>
                  </a:cubicBezTo>
                  <a:cubicBezTo>
                    <a:pt x="1" y="0"/>
                    <a:pt x="1" y="0"/>
                    <a:pt x="1" y="0"/>
                  </a:cubicBezTo>
                  <a:cubicBezTo>
                    <a:pt x="18" y="7"/>
                    <a:pt x="18" y="7"/>
                    <a:pt x="18" y="7"/>
                  </a:cubicBezTo>
                  <a:cubicBezTo>
                    <a:pt x="24" y="8"/>
                    <a:pt x="30" y="9"/>
                    <a:pt x="37" y="11"/>
                  </a:cubicBezTo>
                  <a:cubicBezTo>
                    <a:pt x="30" y="12"/>
                    <a:pt x="24" y="13"/>
                    <a:pt x="18" y="15"/>
                  </a:cubicBezTo>
                  <a:cubicBezTo>
                    <a:pt x="1" y="22"/>
                    <a:pt x="1" y="22"/>
                    <a:pt x="1" y="22"/>
                  </a:cubicBezTo>
                  <a:cubicBezTo>
                    <a:pt x="0" y="21"/>
                    <a:pt x="0" y="21"/>
                    <a:pt x="0" y="21"/>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58" name="Rectangle 17">
              <a:extLst>
                <a:ext uri="{FF2B5EF4-FFF2-40B4-BE49-F238E27FC236}">
                  <a16:creationId xmlns:a16="http://schemas.microsoft.com/office/drawing/2014/main" id="{9674C0D2-AB95-C514-CA30-89C82849ACA3}"/>
                </a:ext>
              </a:extLst>
            </p:cNvPr>
            <p:cNvSpPr>
              <a:spLocks noChangeArrowheads="1"/>
            </p:cNvSpPr>
            <p:nvPr/>
          </p:nvSpPr>
          <p:spPr bwMode="auto">
            <a:xfrm>
              <a:off x="2989" y="2002"/>
              <a:ext cx="47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Constant in</a:t>
              </a:r>
              <a:endParaRPr lang="en-US" altLang="es-ES" sz="4400" i="0" u="sng"/>
            </a:p>
          </p:txBody>
        </p:sp>
        <p:sp>
          <p:nvSpPr>
            <p:cNvPr id="35859" name="Rectangle 18">
              <a:extLst>
                <a:ext uri="{FF2B5EF4-FFF2-40B4-BE49-F238E27FC236}">
                  <a16:creationId xmlns:a16="http://schemas.microsoft.com/office/drawing/2014/main" id="{934182AE-0A7D-921A-84E7-592D18387DC9}"/>
                </a:ext>
              </a:extLst>
            </p:cNvPr>
            <p:cNvSpPr>
              <a:spLocks noChangeArrowheads="1"/>
            </p:cNvSpPr>
            <p:nvPr/>
          </p:nvSpPr>
          <p:spPr bwMode="auto">
            <a:xfrm>
              <a:off x="3172" y="2329"/>
              <a:ext cx="40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MB select</a:t>
              </a:r>
              <a:endParaRPr lang="en-US" altLang="es-ES" sz="4400" i="0" u="sng"/>
            </a:p>
          </p:txBody>
        </p:sp>
        <p:sp>
          <p:nvSpPr>
            <p:cNvPr id="35860" name="Rectangle 19">
              <a:extLst>
                <a:ext uri="{FF2B5EF4-FFF2-40B4-BE49-F238E27FC236}">
                  <a16:creationId xmlns:a16="http://schemas.microsoft.com/office/drawing/2014/main" id="{2B1EADEC-5AC6-2E9B-E5CB-35D91BB89530}"/>
                </a:ext>
              </a:extLst>
            </p:cNvPr>
            <p:cNvSpPr>
              <a:spLocks noChangeArrowheads="1"/>
            </p:cNvSpPr>
            <p:nvPr/>
          </p:nvSpPr>
          <p:spPr bwMode="auto">
            <a:xfrm>
              <a:off x="3836" y="2533"/>
              <a:ext cx="24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Bus A</a:t>
              </a:r>
              <a:endParaRPr lang="en-US" altLang="es-ES" sz="4400" i="0" u="sng"/>
            </a:p>
          </p:txBody>
        </p:sp>
        <p:sp>
          <p:nvSpPr>
            <p:cNvPr id="35861" name="Rectangle 20">
              <a:extLst>
                <a:ext uri="{FF2B5EF4-FFF2-40B4-BE49-F238E27FC236}">
                  <a16:creationId xmlns:a16="http://schemas.microsoft.com/office/drawing/2014/main" id="{598AFD12-C7E7-137E-820C-B8C7665CC21C}"/>
                </a:ext>
              </a:extLst>
            </p:cNvPr>
            <p:cNvSpPr>
              <a:spLocks noChangeArrowheads="1"/>
            </p:cNvSpPr>
            <p:nvPr/>
          </p:nvSpPr>
          <p:spPr bwMode="auto">
            <a:xfrm>
              <a:off x="4349" y="2656"/>
              <a:ext cx="24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Bus B</a:t>
              </a:r>
              <a:endParaRPr lang="en-US" altLang="es-ES" sz="4400" i="0" u="sng"/>
            </a:p>
          </p:txBody>
        </p:sp>
        <p:sp>
          <p:nvSpPr>
            <p:cNvPr id="35862" name="Freeform 21">
              <a:extLst>
                <a:ext uri="{FF2B5EF4-FFF2-40B4-BE49-F238E27FC236}">
                  <a16:creationId xmlns:a16="http://schemas.microsoft.com/office/drawing/2014/main" id="{AEAFFDBB-81B1-D1ED-5DEB-7EBAD003BDA4}"/>
                </a:ext>
              </a:extLst>
            </p:cNvPr>
            <p:cNvSpPr>
              <a:spLocks/>
            </p:cNvSpPr>
            <p:nvPr/>
          </p:nvSpPr>
          <p:spPr bwMode="auto">
            <a:xfrm>
              <a:off x="3523" y="2055"/>
              <a:ext cx="671" cy="146"/>
            </a:xfrm>
            <a:custGeom>
              <a:avLst/>
              <a:gdLst>
                <a:gd name="T0" fmla="*/ 0 w 671"/>
                <a:gd name="T1" fmla="*/ 0 h 146"/>
                <a:gd name="T2" fmla="*/ 671 w 671"/>
                <a:gd name="T3" fmla="*/ 0 h 146"/>
                <a:gd name="T4" fmla="*/ 671 w 671"/>
                <a:gd name="T5" fmla="*/ 146 h 146"/>
                <a:gd name="T6" fmla="*/ 0 60000 65536"/>
                <a:gd name="T7" fmla="*/ 0 60000 65536"/>
                <a:gd name="T8" fmla="*/ 0 60000 65536"/>
                <a:gd name="T9" fmla="*/ 0 w 671"/>
                <a:gd name="T10" fmla="*/ 0 h 146"/>
                <a:gd name="T11" fmla="*/ 671 w 671"/>
                <a:gd name="T12" fmla="*/ 146 h 146"/>
              </a:gdLst>
              <a:ahLst/>
              <a:cxnLst>
                <a:cxn ang="T6">
                  <a:pos x="T0" y="T1"/>
                </a:cxn>
                <a:cxn ang="T7">
                  <a:pos x="T2" y="T3"/>
                </a:cxn>
                <a:cxn ang="T8">
                  <a:pos x="T4" y="T5"/>
                </a:cxn>
              </a:cxnLst>
              <a:rect l="T9" t="T10" r="T11" b="T12"/>
              <a:pathLst>
                <a:path w="671" h="146">
                  <a:moveTo>
                    <a:pt x="0" y="0"/>
                  </a:moveTo>
                  <a:lnTo>
                    <a:pt x="671" y="0"/>
                  </a:lnTo>
                  <a:lnTo>
                    <a:pt x="671" y="146"/>
                  </a:lnTo>
                </a:path>
              </a:pathLst>
            </a:cu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63" name="Freeform 22">
              <a:extLst>
                <a:ext uri="{FF2B5EF4-FFF2-40B4-BE49-F238E27FC236}">
                  <a16:creationId xmlns:a16="http://schemas.microsoft.com/office/drawing/2014/main" id="{61B4463A-9911-A9FE-B928-82F6501EBA3F}"/>
                </a:ext>
              </a:extLst>
            </p:cNvPr>
            <p:cNvSpPr>
              <a:spLocks/>
            </p:cNvSpPr>
            <p:nvPr/>
          </p:nvSpPr>
          <p:spPr bwMode="auto">
            <a:xfrm>
              <a:off x="4175" y="2186"/>
              <a:ext cx="39" cy="61"/>
            </a:xfrm>
            <a:custGeom>
              <a:avLst/>
              <a:gdLst>
                <a:gd name="T0" fmla="*/ 11 w 23"/>
                <a:gd name="T1" fmla="*/ 6 h 36"/>
                <a:gd name="T2" fmla="*/ 22 w 23"/>
                <a:gd name="T3" fmla="*/ 0 h 36"/>
                <a:gd name="T4" fmla="*/ 23 w 23"/>
                <a:gd name="T5" fmla="*/ 0 h 36"/>
                <a:gd name="T6" fmla="*/ 15 w 23"/>
                <a:gd name="T7" fmla="*/ 18 h 36"/>
                <a:gd name="T8" fmla="*/ 11 w 23"/>
                <a:gd name="T9" fmla="*/ 36 h 36"/>
                <a:gd name="T10" fmla="*/ 7 w 23"/>
                <a:gd name="T11" fmla="*/ 18 h 36"/>
                <a:gd name="T12" fmla="*/ 0 w 23"/>
                <a:gd name="T13" fmla="*/ 0 h 36"/>
                <a:gd name="T14" fmla="*/ 1 w 23"/>
                <a:gd name="T15" fmla="*/ 0 h 36"/>
                <a:gd name="T16" fmla="*/ 11 w 23"/>
                <a:gd name="T17" fmla="*/ 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36"/>
                <a:gd name="T29" fmla="*/ 23 w 23"/>
                <a:gd name="T30" fmla="*/ 36 h 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36">
                  <a:moveTo>
                    <a:pt x="11" y="6"/>
                  </a:moveTo>
                  <a:cubicBezTo>
                    <a:pt x="22" y="0"/>
                    <a:pt x="22" y="0"/>
                    <a:pt x="22" y="0"/>
                  </a:cubicBezTo>
                  <a:cubicBezTo>
                    <a:pt x="23" y="0"/>
                    <a:pt x="23" y="0"/>
                    <a:pt x="23" y="0"/>
                  </a:cubicBezTo>
                  <a:cubicBezTo>
                    <a:pt x="15" y="18"/>
                    <a:pt x="15" y="18"/>
                    <a:pt x="15" y="18"/>
                  </a:cubicBezTo>
                  <a:cubicBezTo>
                    <a:pt x="14" y="24"/>
                    <a:pt x="13" y="30"/>
                    <a:pt x="11" y="36"/>
                  </a:cubicBezTo>
                  <a:cubicBezTo>
                    <a:pt x="10" y="30"/>
                    <a:pt x="9" y="24"/>
                    <a:pt x="7" y="18"/>
                  </a:cubicBezTo>
                  <a:cubicBezTo>
                    <a:pt x="0" y="0"/>
                    <a:pt x="0" y="0"/>
                    <a:pt x="0" y="0"/>
                  </a:cubicBezTo>
                  <a:cubicBezTo>
                    <a:pt x="1" y="0"/>
                    <a:pt x="1" y="0"/>
                    <a:pt x="1" y="0"/>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64" name="Line 23">
              <a:extLst>
                <a:ext uri="{FF2B5EF4-FFF2-40B4-BE49-F238E27FC236}">
                  <a16:creationId xmlns:a16="http://schemas.microsoft.com/office/drawing/2014/main" id="{E20245A0-D60D-5A54-9BDA-4B358EF79AF4}"/>
                </a:ext>
              </a:extLst>
            </p:cNvPr>
            <p:cNvSpPr>
              <a:spLocks noChangeShapeType="1"/>
            </p:cNvSpPr>
            <p:nvPr/>
          </p:nvSpPr>
          <p:spPr bwMode="auto">
            <a:xfrm>
              <a:off x="4336" y="2505"/>
              <a:ext cx="1" cy="358"/>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65" name="Freeform 24">
              <a:extLst>
                <a:ext uri="{FF2B5EF4-FFF2-40B4-BE49-F238E27FC236}">
                  <a16:creationId xmlns:a16="http://schemas.microsoft.com/office/drawing/2014/main" id="{388A82A0-8AA4-765E-1C72-16850E9E2BB6}"/>
                </a:ext>
              </a:extLst>
            </p:cNvPr>
            <p:cNvSpPr>
              <a:spLocks/>
            </p:cNvSpPr>
            <p:nvPr/>
          </p:nvSpPr>
          <p:spPr bwMode="auto">
            <a:xfrm>
              <a:off x="4318" y="2847"/>
              <a:ext cx="37" cy="61"/>
            </a:xfrm>
            <a:custGeom>
              <a:avLst/>
              <a:gdLst>
                <a:gd name="T0" fmla="*/ 11 w 22"/>
                <a:gd name="T1" fmla="*/ 6 h 36"/>
                <a:gd name="T2" fmla="*/ 22 w 22"/>
                <a:gd name="T3" fmla="*/ 0 h 36"/>
                <a:gd name="T4" fmla="*/ 22 w 22"/>
                <a:gd name="T5" fmla="*/ 0 h 36"/>
                <a:gd name="T6" fmla="*/ 15 w 22"/>
                <a:gd name="T7" fmla="*/ 18 h 36"/>
                <a:gd name="T8" fmla="*/ 11 w 22"/>
                <a:gd name="T9" fmla="*/ 36 h 36"/>
                <a:gd name="T10" fmla="*/ 7 w 22"/>
                <a:gd name="T11" fmla="*/ 18 h 36"/>
                <a:gd name="T12" fmla="*/ 0 w 22"/>
                <a:gd name="T13" fmla="*/ 0 h 36"/>
                <a:gd name="T14" fmla="*/ 0 w 22"/>
                <a:gd name="T15" fmla="*/ 0 h 36"/>
                <a:gd name="T16" fmla="*/ 11 w 22"/>
                <a:gd name="T17" fmla="*/ 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6"/>
                <a:gd name="T29" fmla="*/ 22 w 22"/>
                <a:gd name="T30" fmla="*/ 36 h 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6">
                  <a:moveTo>
                    <a:pt x="11" y="6"/>
                  </a:moveTo>
                  <a:cubicBezTo>
                    <a:pt x="22" y="0"/>
                    <a:pt x="22" y="0"/>
                    <a:pt x="22" y="0"/>
                  </a:cubicBezTo>
                  <a:cubicBezTo>
                    <a:pt x="22" y="0"/>
                    <a:pt x="22" y="0"/>
                    <a:pt x="22" y="0"/>
                  </a:cubicBezTo>
                  <a:cubicBezTo>
                    <a:pt x="15" y="18"/>
                    <a:pt x="15" y="18"/>
                    <a:pt x="15" y="18"/>
                  </a:cubicBezTo>
                  <a:cubicBezTo>
                    <a:pt x="14" y="24"/>
                    <a:pt x="12" y="30"/>
                    <a:pt x="11" y="36"/>
                  </a:cubicBezTo>
                  <a:cubicBezTo>
                    <a:pt x="10" y="30"/>
                    <a:pt x="8" y="24"/>
                    <a:pt x="7" y="18"/>
                  </a:cubicBezTo>
                  <a:cubicBezTo>
                    <a:pt x="0" y="0"/>
                    <a:pt x="0" y="0"/>
                    <a:pt x="0" y="0"/>
                  </a:cubicBezTo>
                  <a:cubicBezTo>
                    <a:pt x="0" y="0"/>
                    <a:pt x="0" y="0"/>
                    <a:pt x="0" y="0"/>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66" name="Line 25">
              <a:extLst>
                <a:ext uri="{FF2B5EF4-FFF2-40B4-BE49-F238E27FC236}">
                  <a16:creationId xmlns:a16="http://schemas.microsoft.com/office/drawing/2014/main" id="{26711B89-D220-E4B8-9FF2-26769C29F48B}"/>
                </a:ext>
              </a:extLst>
            </p:cNvPr>
            <p:cNvSpPr>
              <a:spLocks noChangeShapeType="1"/>
            </p:cNvSpPr>
            <p:nvPr/>
          </p:nvSpPr>
          <p:spPr bwMode="auto">
            <a:xfrm>
              <a:off x="3658" y="2382"/>
              <a:ext cx="447"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67" name="Freeform 26">
              <a:extLst>
                <a:ext uri="{FF2B5EF4-FFF2-40B4-BE49-F238E27FC236}">
                  <a16:creationId xmlns:a16="http://schemas.microsoft.com/office/drawing/2014/main" id="{2AE0CA91-CE0C-F6E2-CAA7-15FF2B8D0EAE}"/>
                </a:ext>
              </a:extLst>
            </p:cNvPr>
            <p:cNvSpPr>
              <a:spLocks/>
            </p:cNvSpPr>
            <p:nvPr/>
          </p:nvSpPr>
          <p:spPr bwMode="auto">
            <a:xfrm>
              <a:off x="4090" y="2364"/>
              <a:ext cx="56" cy="35"/>
            </a:xfrm>
            <a:custGeom>
              <a:avLst/>
              <a:gdLst>
                <a:gd name="T0" fmla="*/ 6 w 33"/>
                <a:gd name="T1" fmla="*/ 11 h 21"/>
                <a:gd name="T2" fmla="*/ 0 w 33"/>
                <a:gd name="T3" fmla="*/ 1 h 21"/>
                <a:gd name="T4" fmla="*/ 0 w 33"/>
                <a:gd name="T5" fmla="*/ 0 h 21"/>
                <a:gd name="T6" fmla="*/ 16 w 33"/>
                <a:gd name="T7" fmla="*/ 7 h 21"/>
                <a:gd name="T8" fmla="*/ 33 w 33"/>
                <a:gd name="T9" fmla="*/ 11 h 21"/>
                <a:gd name="T10" fmla="*/ 16 w 33"/>
                <a:gd name="T11" fmla="*/ 14 h 21"/>
                <a:gd name="T12" fmla="*/ 0 w 33"/>
                <a:gd name="T13" fmla="*/ 21 h 21"/>
                <a:gd name="T14" fmla="*/ 0 w 33"/>
                <a:gd name="T15" fmla="*/ 20 h 21"/>
                <a:gd name="T16" fmla="*/ 6 w 33"/>
                <a:gd name="T17" fmla="*/ 11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1"/>
                <a:gd name="T29" fmla="*/ 33 w 33"/>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1">
                  <a:moveTo>
                    <a:pt x="6" y="11"/>
                  </a:moveTo>
                  <a:cubicBezTo>
                    <a:pt x="0" y="1"/>
                    <a:pt x="0" y="1"/>
                    <a:pt x="0" y="1"/>
                  </a:cubicBezTo>
                  <a:cubicBezTo>
                    <a:pt x="0" y="0"/>
                    <a:pt x="0" y="0"/>
                    <a:pt x="0" y="0"/>
                  </a:cubicBezTo>
                  <a:cubicBezTo>
                    <a:pt x="16" y="7"/>
                    <a:pt x="16" y="7"/>
                    <a:pt x="16" y="7"/>
                  </a:cubicBezTo>
                  <a:cubicBezTo>
                    <a:pt x="22" y="8"/>
                    <a:pt x="27" y="9"/>
                    <a:pt x="33" y="11"/>
                  </a:cubicBezTo>
                  <a:cubicBezTo>
                    <a:pt x="27" y="12"/>
                    <a:pt x="22" y="13"/>
                    <a:pt x="16" y="14"/>
                  </a:cubicBezTo>
                  <a:cubicBezTo>
                    <a:pt x="0" y="21"/>
                    <a:pt x="0" y="21"/>
                    <a:pt x="0" y="21"/>
                  </a:cubicBezTo>
                  <a:cubicBezTo>
                    <a:pt x="0" y="20"/>
                    <a:pt x="0" y="20"/>
                    <a:pt x="0" y="20"/>
                  </a:cubicBezTo>
                  <a:lnTo>
                    <a:pt x="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68" name="Rectangle 27">
              <a:extLst>
                <a:ext uri="{FF2B5EF4-FFF2-40B4-BE49-F238E27FC236}">
                  <a16:creationId xmlns:a16="http://schemas.microsoft.com/office/drawing/2014/main" id="{64F5D480-0254-B8AD-BCE4-EEE65E89AD96}"/>
                </a:ext>
              </a:extLst>
            </p:cNvPr>
            <p:cNvSpPr>
              <a:spLocks noChangeArrowheads="1"/>
            </p:cNvSpPr>
            <p:nvPr/>
          </p:nvSpPr>
          <p:spPr bwMode="auto">
            <a:xfrm>
              <a:off x="3168" y="2991"/>
              <a:ext cx="11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FS</a:t>
              </a:r>
              <a:endParaRPr lang="en-US" altLang="es-ES" sz="4400" i="0" u="sng"/>
            </a:p>
          </p:txBody>
        </p:sp>
        <p:sp>
          <p:nvSpPr>
            <p:cNvPr id="35869" name="Rectangle 28">
              <a:extLst>
                <a:ext uri="{FF2B5EF4-FFF2-40B4-BE49-F238E27FC236}">
                  <a16:creationId xmlns:a16="http://schemas.microsoft.com/office/drawing/2014/main" id="{47784EDF-4D0D-4EB6-263A-7283F02D1EA2}"/>
                </a:ext>
              </a:extLst>
            </p:cNvPr>
            <p:cNvSpPr>
              <a:spLocks noChangeArrowheads="1"/>
            </p:cNvSpPr>
            <p:nvPr/>
          </p:nvSpPr>
          <p:spPr bwMode="auto">
            <a:xfrm>
              <a:off x="3196" y="3122"/>
              <a:ext cx="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V</a:t>
              </a:r>
              <a:endParaRPr lang="en-US" altLang="es-ES" sz="4400" i="0" u="sng"/>
            </a:p>
          </p:txBody>
        </p:sp>
        <p:sp>
          <p:nvSpPr>
            <p:cNvPr id="35870" name="Rectangle 29">
              <a:extLst>
                <a:ext uri="{FF2B5EF4-FFF2-40B4-BE49-F238E27FC236}">
                  <a16:creationId xmlns:a16="http://schemas.microsoft.com/office/drawing/2014/main" id="{65CCD194-207A-8A1E-CBCA-6F0D39B35B6E}"/>
                </a:ext>
              </a:extLst>
            </p:cNvPr>
            <p:cNvSpPr>
              <a:spLocks noChangeArrowheads="1"/>
            </p:cNvSpPr>
            <p:nvPr/>
          </p:nvSpPr>
          <p:spPr bwMode="auto">
            <a:xfrm>
              <a:off x="3201" y="3250"/>
              <a:ext cx="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C</a:t>
              </a:r>
              <a:endParaRPr lang="en-US" altLang="es-ES" sz="4400" i="0" u="sng"/>
            </a:p>
          </p:txBody>
        </p:sp>
        <p:sp>
          <p:nvSpPr>
            <p:cNvPr id="35871" name="Rectangle 30">
              <a:extLst>
                <a:ext uri="{FF2B5EF4-FFF2-40B4-BE49-F238E27FC236}">
                  <a16:creationId xmlns:a16="http://schemas.microsoft.com/office/drawing/2014/main" id="{3886C136-06D9-AB41-EBE2-E6292866FE5F}"/>
                </a:ext>
              </a:extLst>
            </p:cNvPr>
            <p:cNvSpPr>
              <a:spLocks noChangeArrowheads="1"/>
            </p:cNvSpPr>
            <p:nvPr/>
          </p:nvSpPr>
          <p:spPr bwMode="auto">
            <a:xfrm>
              <a:off x="3196" y="3380"/>
              <a:ext cx="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872" name="Rectangle 31">
              <a:extLst>
                <a:ext uri="{FF2B5EF4-FFF2-40B4-BE49-F238E27FC236}">
                  <a16:creationId xmlns:a16="http://schemas.microsoft.com/office/drawing/2014/main" id="{94E5638F-857C-E25C-AF7A-20B16F6AE6BB}"/>
                </a:ext>
              </a:extLst>
            </p:cNvPr>
            <p:cNvSpPr>
              <a:spLocks noChangeArrowheads="1"/>
            </p:cNvSpPr>
            <p:nvPr/>
          </p:nvSpPr>
          <p:spPr bwMode="auto">
            <a:xfrm>
              <a:off x="3201" y="3511"/>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Z</a:t>
              </a:r>
              <a:endParaRPr lang="en-US" altLang="es-ES" sz="4400" i="0" u="sng"/>
            </a:p>
          </p:txBody>
        </p:sp>
        <p:sp>
          <p:nvSpPr>
            <p:cNvPr id="35873" name="Line 32">
              <a:extLst>
                <a:ext uri="{FF2B5EF4-FFF2-40B4-BE49-F238E27FC236}">
                  <a16:creationId xmlns:a16="http://schemas.microsoft.com/office/drawing/2014/main" id="{8811C612-FA2A-E723-2B2D-55E138E35A06}"/>
                </a:ext>
              </a:extLst>
            </p:cNvPr>
            <p:cNvSpPr>
              <a:spLocks noChangeShapeType="1"/>
            </p:cNvSpPr>
            <p:nvPr/>
          </p:nvSpPr>
          <p:spPr bwMode="auto">
            <a:xfrm>
              <a:off x="3276" y="3034"/>
              <a:ext cx="222"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74" name="Freeform 33">
              <a:extLst>
                <a:ext uri="{FF2B5EF4-FFF2-40B4-BE49-F238E27FC236}">
                  <a16:creationId xmlns:a16="http://schemas.microsoft.com/office/drawing/2014/main" id="{6846F41C-3794-1950-E05D-1FCD7D9ACF1F}"/>
                </a:ext>
              </a:extLst>
            </p:cNvPr>
            <p:cNvSpPr>
              <a:spLocks/>
            </p:cNvSpPr>
            <p:nvPr/>
          </p:nvSpPr>
          <p:spPr bwMode="auto">
            <a:xfrm>
              <a:off x="3481" y="3015"/>
              <a:ext cx="63" cy="38"/>
            </a:xfrm>
            <a:custGeom>
              <a:avLst/>
              <a:gdLst>
                <a:gd name="T0" fmla="*/ 7 w 37"/>
                <a:gd name="T1" fmla="*/ 11 h 22"/>
                <a:gd name="T2" fmla="*/ 0 w 37"/>
                <a:gd name="T3" fmla="*/ 0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2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0"/>
                    <a:pt x="0" y="0"/>
                    <a:pt x="0" y="0"/>
                  </a:cubicBezTo>
                  <a:cubicBezTo>
                    <a:pt x="1" y="0"/>
                    <a:pt x="1" y="0"/>
                    <a:pt x="1" y="0"/>
                  </a:cubicBezTo>
                  <a:cubicBezTo>
                    <a:pt x="18" y="7"/>
                    <a:pt x="18" y="7"/>
                    <a:pt x="18" y="7"/>
                  </a:cubicBezTo>
                  <a:cubicBezTo>
                    <a:pt x="25" y="8"/>
                    <a:pt x="31" y="10"/>
                    <a:pt x="37" y="11"/>
                  </a:cubicBezTo>
                  <a:cubicBezTo>
                    <a:pt x="31" y="12"/>
                    <a:pt x="25" y="14"/>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75" name="Freeform 34">
              <a:extLst>
                <a:ext uri="{FF2B5EF4-FFF2-40B4-BE49-F238E27FC236}">
                  <a16:creationId xmlns:a16="http://schemas.microsoft.com/office/drawing/2014/main" id="{FBDC3049-0879-41BE-F392-CEBE46838B11}"/>
                </a:ext>
              </a:extLst>
            </p:cNvPr>
            <p:cNvSpPr>
              <a:spLocks/>
            </p:cNvSpPr>
            <p:nvPr/>
          </p:nvSpPr>
          <p:spPr bwMode="auto">
            <a:xfrm>
              <a:off x="2904" y="783"/>
              <a:ext cx="1246" cy="3498"/>
            </a:xfrm>
            <a:custGeom>
              <a:avLst/>
              <a:gdLst>
                <a:gd name="T0" fmla="*/ 1164 w 1246"/>
                <a:gd name="T1" fmla="*/ 222 h 3498"/>
                <a:gd name="T2" fmla="*/ 1164 w 1246"/>
                <a:gd name="T3" fmla="*/ 0 h 3498"/>
                <a:gd name="T4" fmla="*/ 0 w 1246"/>
                <a:gd name="T5" fmla="*/ 0 h 3498"/>
                <a:gd name="T6" fmla="*/ 0 w 1246"/>
                <a:gd name="T7" fmla="*/ 3498 h 3498"/>
                <a:gd name="T8" fmla="*/ 1246 w 1246"/>
                <a:gd name="T9" fmla="*/ 3498 h 3498"/>
                <a:gd name="T10" fmla="*/ 1246 w 1246"/>
                <a:gd name="T11" fmla="*/ 3362 h 3498"/>
                <a:gd name="T12" fmla="*/ 0 60000 65536"/>
                <a:gd name="T13" fmla="*/ 0 60000 65536"/>
                <a:gd name="T14" fmla="*/ 0 60000 65536"/>
                <a:gd name="T15" fmla="*/ 0 60000 65536"/>
                <a:gd name="T16" fmla="*/ 0 60000 65536"/>
                <a:gd name="T17" fmla="*/ 0 60000 65536"/>
                <a:gd name="T18" fmla="*/ 0 w 1246"/>
                <a:gd name="T19" fmla="*/ 0 h 3498"/>
                <a:gd name="T20" fmla="*/ 1246 w 1246"/>
                <a:gd name="T21" fmla="*/ 3498 h 3498"/>
              </a:gdLst>
              <a:ahLst/>
              <a:cxnLst>
                <a:cxn ang="T12">
                  <a:pos x="T0" y="T1"/>
                </a:cxn>
                <a:cxn ang="T13">
                  <a:pos x="T2" y="T3"/>
                </a:cxn>
                <a:cxn ang="T14">
                  <a:pos x="T4" y="T5"/>
                </a:cxn>
                <a:cxn ang="T15">
                  <a:pos x="T6" y="T7"/>
                </a:cxn>
                <a:cxn ang="T16">
                  <a:pos x="T8" y="T9"/>
                </a:cxn>
                <a:cxn ang="T17">
                  <a:pos x="T10" y="T11"/>
                </a:cxn>
              </a:cxnLst>
              <a:rect l="T18" t="T19" r="T20" b="T21"/>
              <a:pathLst>
                <a:path w="1246" h="3498">
                  <a:moveTo>
                    <a:pt x="1164" y="222"/>
                  </a:moveTo>
                  <a:lnTo>
                    <a:pt x="1164" y="0"/>
                  </a:lnTo>
                  <a:lnTo>
                    <a:pt x="0" y="0"/>
                  </a:lnTo>
                  <a:lnTo>
                    <a:pt x="0" y="3498"/>
                  </a:lnTo>
                  <a:lnTo>
                    <a:pt x="1246" y="3498"/>
                  </a:lnTo>
                  <a:lnTo>
                    <a:pt x="1246" y="3362"/>
                  </a:lnTo>
                </a:path>
              </a:pathLst>
            </a:cu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76" name="Freeform 35">
              <a:extLst>
                <a:ext uri="{FF2B5EF4-FFF2-40B4-BE49-F238E27FC236}">
                  <a16:creationId xmlns:a16="http://schemas.microsoft.com/office/drawing/2014/main" id="{C1FC2147-0F26-E3E4-2A6F-6FA0C2246948}"/>
                </a:ext>
              </a:extLst>
            </p:cNvPr>
            <p:cNvSpPr>
              <a:spLocks/>
            </p:cNvSpPr>
            <p:nvPr/>
          </p:nvSpPr>
          <p:spPr bwMode="auto">
            <a:xfrm>
              <a:off x="4050" y="988"/>
              <a:ext cx="37" cy="63"/>
            </a:xfrm>
            <a:custGeom>
              <a:avLst/>
              <a:gdLst>
                <a:gd name="T0" fmla="*/ 11 w 22"/>
                <a:gd name="T1" fmla="*/ 7 h 37"/>
                <a:gd name="T2" fmla="*/ 22 w 22"/>
                <a:gd name="T3" fmla="*/ 0 h 37"/>
                <a:gd name="T4" fmla="*/ 22 w 22"/>
                <a:gd name="T5" fmla="*/ 1 h 37"/>
                <a:gd name="T6" fmla="*/ 15 w 22"/>
                <a:gd name="T7" fmla="*/ 18 h 37"/>
                <a:gd name="T8" fmla="*/ 11 w 22"/>
                <a:gd name="T9" fmla="*/ 37 h 37"/>
                <a:gd name="T10" fmla="*/ 7 w 22"/>
                <a:gd name="T11" fmla="*/ 18 h 37"/>
                <a:gd name="T12" fmla="*/ 0 w 22"/>
                <a:gd name="T13" fmla="*/ 1 h 37"/>
                <a:gd name="T14" fmla="*/ 0 w 22"/>
                <a:gd name="T15" fmla="*/ 0 h 37"/>
                <a:gd name="T16" fmla="*/ 11 w 22"/>
                <a:gd name="T17" fmla="*/ 7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7"/>
                <a:gd name="T29" fmla="*/ 22 w 22"/>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7">
                  <a:moveTo>
                    <a:pt x="11" y="7"/>
                  </a:moveTo>
                  <a:cubicBezTo>
                    <a:pt x="22" y="0"/>
                    <a:pt x="22" y="0"/>
                    <a:pt x="22" y="0"/>
                  </a:cubicBezTo>
                  <a:cubicBezTo>
                    <a:pt x="22" y="1"/>
                    <a:pt x="22" y="1"/>
                    <a:pt x="22" y="1"/>
                  </a:cubicBezTo>
                  <a:cubicBezTo>
                    <a:pt x="15" y="18"/>
                    <a:pt x="15" y="18"/>
                    <a:pt x="15" y="18"/>
                  </a:cubicBezTo>
                  <a:cubicBezTo>
                    <a:pt x="14" y="24"/>
                    <a:pt x="12" y="31"/>
                    <a:pt x="11" y="37"/>
                  </a:cubicBezTo>
                  <a:cubicBezTo>
                    <a:pt x="10" y="31"/>
                    <a:pt x="8" y="24"/>
                    <a:pt x="7" y="18"/>
                  </a:cubicBezTo>
                  <a:cubicBezTo>
                    <a:pt x="0" y="1"/>
                    <a:pt x="0" y="1"/>
                    <a:pt x="0" y="1"/>
                  </a:cubicBezTo>
                  <a:cubicBezTo>
                    <a:pt x="0" y="0"/>
                    <a:pt x="0" y="0"/>
                    <a:pt x="0" y="0"/>
                  </a:cubicBezTo>
                  <a:lnTo>
                    <a:pt x="1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77" name="Line 36">
              <a:extLst>
                <a:ext uri="{FF2B5EF4-FFF2-40B4-BE49-F238E27FC236}">
                  <a16:creationId xmlns:a16="http://schemas.microsoft.com/office/drawing/2014/main" id="{3E0E2117-755F-D592-4A3D-953EC7EE4805}"/>
                </a:ext>
              </a:extLst>
            </p:cNvPr>
            <p:cNvSpPr>
              <a:spLocks noChangeShapeType="1"/>
            </p:cNvSpPr>
            <p:nvPr/>
          </p:nvSpPr>
          <p:spPr bwMode="auto">
            <a:xfrm flipH="1">
              <a:off x="3315" y="3165"/>
              <a:ext cx="236"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78" name="Freeform 37">
              <a:extLst>
                <a:ext uri="{FF2B5EF4-FFF2-40B4-BE49-F238E27FC236}">
                  <a16:creationId xmlns:a16="http://schemas.microsoft.com/office/drawing/2014/main" id="{B4BC34E2-AB78-1749-39CE-3097A1C3B0AC}"/>
                </a:ext>
              </a:extLst>
            </p:cNvPr>
            <p:cNvSpPr>
              <a:spLocks/>
            </p:cNvSpPr>
            <p:nvPr/>
          </p:nvSpPr>
          <p:spPr bwMode="auto">
            <a:xfrm>
              <a:off x="3272" y="3148"/>
              <a:ext cx="56" cy="34"/>
            </a:xfrm>
            <a:custGeom>
              <a:avLst/>
              <a:gdLst>
                <a:gd name="T0" fmla="*/ 27 w 33"/>
                <a:gd name="T1" fmla="*/ 10 h 20"/>
                <a:gd name="T2" fmla="*/ 33 w 33"/>
                <a:gd name="T3" fmla="*/ 20 h 20"/>
                <a:gd name="T4" fmla="*/ 33 w 33"/>
                <a:gd name="T5" fmla="*/ 20 h 20"/>
                <a:gd name="T6" fmla="*/ 17 w 33"/>
                <a:gd name="T7" fmla="*/ 14 h 20"/>
                <a:gd name="T8" fmla="*/ 0 w 33"/>
                <a:gd name="T9" fmla="*/ 10 h 20"/>
                <a:gd name="T10" fmla="*/ 17 w 33"/>
                <a:gd name="T11" fmla="*/ 7 h 20"/>
                <a:gd name="T12" fmla="*/ 33 w 33"/>
                <a:gd name="T13" fmla="*/ 0 h 20"/>
                <a:gd name="T14" fmla="*/ 33 w 33"/>
                <a:gd name="T15" fmla="*/ 0 h 20"/>
                <a:gd name="T16" fmla="*/ 27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27" y="10"/>
                  </a:moveTo>
                  <a:cubicBezTo>
                    <a:pt x="33" y="20"/>
                    <a:pt x="33" y="20"/>
                    <a:pt x="33" y="20"/>
                  </a:cubicBezTo>
                  <a:cubicBezTo>
                    <a:pt x="33" y="20"/>
                    <a:pt x="33" y="20"/>
                    <a:pt x="33" y="20"/>
                  </a:cubicBezTo>
                  <a:cubicBezTo>
                    <a:pt x="17" y="14"/>
                    <a:pt x="17" y="14"/>
                    <a:pt x="17" y="14"/>
                  </a:cubicBezTo>
                  <a:cubicBezTo>
                    <a:pt x="11" y="13"/>
                    <a:pt x="6" y="12"/>
                    <a:pt x="0" y="10"/>
                  </a:cubicBezTo>
                  <a:cubicBezTo>
                    <a:pt x="6" y="9"/>
                    <a:pt x="11" y="8"/>
                    <a:pt x="17" y="7"/>
                  </a:cubicBezTo>
                  <a:cubicBezTo>
                    <a:pt x="33" y="0"/>
                    <a:pt x="33" y="0"/>
                    <a:pt x="33" y="0"/>
                  </a:cubicBezTo>
                  <a:cubicBezTo>
                    <a:pt x="33" y="0"/>
                    <a:pt x="33" y="0"/>
                    <a:pt x="33" y="0"/>
                  </a:cubicBezTo>
                  <a:lnTo>
                    <a:pt x="2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79" name="Line 38">
              <a:extLst>
                <a:ext uri="{FF2B5EF4-FFF2-40B4-BE49-F238E27FC236}">
                  <a16:creationId xmlns:a16="http://schemas.microsoft.com/office/drawing/2014/main" id="{F767FB45-27D6-DCEB-3489-C930375BB205}"/>
                </a:ext>
              </a:extLst>
            </p:cNvPr>
            <p:cNvSpPr>
              <a:spLocks noChangeShapeType="1"/>
            </p:cNvSpPr>
            <p:nvPr/>
          </p:nvSpPr>
          <p:spPr bwMode="auto">
            <a:xfrm flipH="1">
              <a:off x="3315" y="3295"/>
              <a:ext cx="236"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80" name="Freeform 39">
              <a:extLst>
                <a:ext uri="{FF2B5EF4-FFF2-40B4-BE49-F238E27FC236}">
                  <a16:creationId xmlns:a16="http://schemas.microsoft.com/office/drawing/2014/main" id="{AEC49CE2-BA41-37E1-EB2B-3D1108804229}"/>
                </a:ext>
              </a:extLst>
            </p:cNvPr>
            <p:cNvSpPr>
              <a:spLocks/>
            </p:cNvSpPr>
            <p:nvPr/>
          </p:nvSpPr>
          <p:spPr bwMode="auto">
            <a:xfrm>
              <a:off x="3272" y="3278"/>
              <a:ext cx="56" cy="34"/>
            </a:xfrm>
            <a:custGeom>
              <a:avLst/>
              <a:gdLst>
                <a:gd name="T0" fmla="*/ 27 w 33"/>
                <a:gd name="T1" fmla="*/ 10 h 20"/>
                <a:gd name="T2" fmla="*/ 33 w 33"/>
                <a:gd name="T3" fmla="*/ 20 h 20"/>
                <a:gd name="T4" fmla="*/ 33 w 33"/>
                <a:gd name="T5" fmla="*/ 20 h 20"/>
                <a:gd name="T6" fmla="*/ 17 w 33"/>
                <a:gd name="T7" fmla="*/ 13 h 20"/>
                <a:gd name="T8" fmla="*/ 0 w 33"/>
                <a:gd name="T9" fmla="*/ 10 h 20"/>
                <a:gd name="T10" fmla="*/ 17 w 33"/>
                <a:gd name="T11" fmla="*/ 6 h 20"/>
                <a:gd name="T12" fmla="*/ 33 w 33"/>
                <a:gd name="T13" fmla="*/ 0 h 20"/>
                <a:gd name="T14" fmla="*/ 33 w 33"/>
                <a:gd name="T15" fmla="*/ 0 h 20"/>
                <a:gd name="T16" fmla="*/ 27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27" y="10"/>
                  </a:moveTo>
                  <a:cubicBezTo>
                    <a:pt x="33" y="20"/>
                    <a:pt x="33" y="20"/>
                    <a:pt x="33" y="20"/>
                  </a:cubicBezTo>
                  <a:cubicBezTo>
                    <a:pt x="33" y="20"/>
                    <a:pt x="33" y="20"/>
                    <a:pt x="33" y="20"/>
                  </a:cubicBezTo>
                  <a:cubicBezTo>
                    <a:pt x="17" y="13"/>
                    <a:pt x="17" y="13"/>
                    <a:pt x="17" y="13"/>
                  </a:cubicBezTo>
                  <a:cubicBezTo>
                    <a:pt x="11" y="12"/>
                    <a:pt x="6" y="11"/>
                    <a:pt x="0" y="10"/>
                  </a:cubicBezTo>
                  <a:cubicBezTo>
                    <a:pt x="6" y="8"/>
                    <a:pt x="11" y="7"/>
                    <a:pt x="17" y="6"/>
                  </a:cubicBezTo>
                  <a:cubicBezTo>
                    <a:pt x="33" y="0"/>
                    <a:pt x="33" y="0"/>
                    <a:pt x="33" y="0"/>
                  </a:cubicBezTo>
                  <a:cubicBezTo>
                    <a:pt x="33" y="0"/>
                    <a:pt x="33" y="0"/>
                    <a:pt x="33" y="0"/>
                  </a:cubicBezTo>
                  <a:lnTo>
                    <a:pt x="2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81" name="Line 40">
              <a:extLst>
                <a:ext uri="{FF2B5EF4-FFF2-40B4-BE49-F238E27FC236}">
                  <a16:creationId xmlns:a16="http://schemas.microsoft.com/office/drawing/2014/main" id="{85899B7E-AC30-E691-E458-139240AFD67E}"/>
                </a:ext>
              </a:extLst>
            </p:cNvPr>
            <p:cNvSpPr>
              <a:spLocks noChangeShapeType="1"/>
            </p:cNvSpPr>
            <p:nvPr/>
          </p:nvSpPr>
          <p:spPr bwMode="auto">
            <a:xfrm flipH="1">
              <a:off x="3315" y="3424"/>
              <a:ext cx="236"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82" name="Freeform 41">
              <a:extLst>
                <a:ext uri="{FF2B5EF4-FFF2-40B4-BE49-F238E27FC236}">
                  <a16:creationId xmlns:a16="http://schemas.microsoft.com/office/drawing/2014/main" id="{F5898A34-F371-A5A6-367B-E3C76886B46D}"/>
                </a:ext>
              </a:extLst>
            </p:cNvPr>
            <p:cNvSpPr>
              <a:spLocks/>
            </p:cNvSpPr>
            <p:nvPr/>
          </p:nvSpPr>
          <p:spPr bwMode="auto">
            <a:xfrm>
              <a:off x="3272" y="3407"/>
              <a:ext cx="56" cy="34"/>
            </a:xfrm>
            <a:custGeom>
              <a:avLst/>
              <a:gdLst>
                <a:gd name="T0" fmla="*/ 27 w 33"/>
                <a:gd name="T1" fmla="*/ 10 h 20"/>
                <a:gd name="T2" fmla="*/ 33 w 33"/>
                <a:gd name="T3" fmla="*/ 20 h 20"/>
                <a:gd name="T4" fmla="*/ 33 w 33"/>
                <a:gd name="T5" fmla="*/ 20 h 20"/>
                <a:gd name="T6" fmla="*/ 17 w 33"/>
                <a:gd name="T7" fmla="*/ 14 h 20"/>
                <a:gd name="T8" fmla="*/ 0 w 33"/>
                <a:gd name="T9" fmla="*/ 10 h 20"/>
                <a:gd name="T10" fmla="*/ 17 w 33"/>
                <a:gd name="T11" fmla="*/ 6 h 20"/>
                <a:gd name="T12" fmla="*/ 33 w 33"/>
                <a:gd name="T13" fmla="*/ 0 h 20"/>
                <a:gd name="T14" fmla="*/ 33 w 33"/>
                <a:gd name="T15" fmla="*/ 0 h 20"/>
                <a:gd name="T16" fmla="*/ 27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27" y="10"/>
                  </a:moveTo>
                  <a:cubicBezTo>
                    <a:pt x="33" y="20"/>
                    <a:pt x="33" y="20"/>
                    <a:pt x="33" y="20"/>
                  </a:cubicBezTo>
                  <a:cubicBezTo>
                    <a:pt x="33" y="20"/>
                    <a:pt x="33" y="20"/>
                    <a:pt x="33" y="20"/>
                  </a:cubicBezTo>
                  <a:cubicBezTo>
                    <a:pt x="17" y="14"/>
                    <a:pt x="17" y="14"/>
                    <a:pt x="17" y="14"/>
                  </a:cubicBezTo>
                  <a:cubicBezTo>
                    <a:pt x="11" y="12"/>
                    <a:pt x="6" y="11"/>
                    <a:pt x="0" y="10"/>
                  </a:cubicBezTo>
                  <a:cubicBezTo>
                    <a:pt x="6" y="9"/>
                    <a:pt x="11" y="8"/>
                    <a:pt x="17" y="6"/>
                  </a:cubicBezTo>
                  <a:cubicBezTo>
                    <a:pt x="33" y="0"/>
                    <a:pt x="33" y="0"/>
                    <a:pt x="33" y="0"/>
                  </a:cubicBezTo>
                  <a:cubicBezTo>
                    <a:pt x="33" y="0"/>
                    <a:pt x="33" y="0"/>
                    <a:pt x="33" y="0"/>
                  </a:cubicBezTo>
                  <a:lnTo>
                    <a:pt x="2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83" name="Line 42">
              <a:extLst>
                <a:ext uri="{FF2B5EF4-FFF2-40B4-BE49-F238E27FC236}">
                  <a16:creationId xmlns:a16="http://schemas.microsoft.com/office/drawing/2014/main" id="{24AD6DC5-ACF2-7580-FA73-6EB8B42732BD}"/>
                </a:ext>
              </a:extLst>
            </p:cNvPr>
            <p:cNvSpPr>
              <a:spLocks noChangeShapeType="1"/>
            </p:cNvSpPr>
            <p:nvPr/>
          </p:nvSpPr>
          <p:spPr bwMode="auto">
            <a:xfrm flipH="1">
              <a:off x="3315" y="3553"/>
              <a:ext cx="236"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84" name="Freeform 43">
              <a:extLst>
                <a:ext uri="{FF2B5EF4-FFF2-40B4-BE49-F238E27FC236}">
                  <a16:creationId xmlns:a16="http://schemas.microsoft.com/office/drawing/2014/main" id="{7CACD667-2F6E-1C22-B0C0-C7E3F4993810}"/>
                </a:ext>
              </a:extLst>
            </p:cNvPr>
            <p:cNvSpPr>
              <a:spLocks/>
            </p:cNvSpPr>
            <p:nvPr/>
          </p:nvSpPr>
          <p:spPr bwMode="auto">
            <a:xfrm>
              <a:off x="3272" y="3536"/>
              <a:ext cx="56" cy="34"/>
            </a:xfrm>
            <a:custGeom>
              <a:avLst/>
              <a:gdLst>
                <a:gd name="T0" fmla="*/ 27 w 33"/>
                <a:gd name="T1" fmla="*/ 10 h 20"/>
                <a:gd name="T2" fmla="*/ 33 w 33"/>
                <a:gd name="T3" fmla="*/ 20 h 20"/>
                <a:gd name="T4" fmla="*/ 33 w 33"/>
                <a:gd name="T5" fmla="*/ 20 h 20"/>
                <a:gd name="T6" fmla="*/ 17 w 33"/>
                <a:gd name="T7" fmla="*/ 14 h 20"/>
                <a:gd name="T8" fmla="*/ 0 w 33"/>
                <a:gd name="T9" fmla="*/ 10 h 20"/>
                <a:gd name="T10" fmla="*/ 17 w 33"/>
                <a:gd name="T11" fmla="*/ 7 h 20"/>
                <a:gd name="T12" fmla="*/ 33 w 33"/>
                <a:gd name="T13" fmla="*/ 0 h 20"/>
                <a:gd name="T14" fmla="*/ 33 w 33"/>
                <a:gd name="T15" fmla="*/ 0 h 20"/>
                <a:gd name="T16" fmla="*/ 27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27" y="10"/>
                  </a:moveTo>
                  <a:cubicBezTo>
                    <a:pt x="33" y="20"/>
                    <a:pt x="33" y="20"/>
                    <a:pt x="33" y="20"/>
                  </a:cubicBezTo>
                  <a:cubicBezTo>
                    <a:pt x="33" y="20"/>
                    <a:pt x="33" y="20"/>
                    <a:pt x="33" y="20"/>
                  </a:cubicBezTo>
                  <a:cubicBezTo>
                    <a:pt x="17" y="14"/>
                    <a:pt x="17" y="14"/>
                    <a:pt x="17" y="14"/>
                  </a:cubicBezTo>
                  <a:cubicBezTo>
                    <a:pt x="11" y="13"/>
                    <a:pt x="6" y="12"/>
                    <a:pt x="0" y="10"/>
                  </a:cubicBezTo>
                  <a:cubicBezTo>
                    <a:pt x="6" y="9"/>
                    <a:pt x="11" y="8"/>
                    <a:pt x="17" y="7"/>
                  </a:cubicBezTo>
                  <a:cubicBezTo>
                    <a:pt x="33" y="0"/>
                    <a:pt x="33" y="0"/>
                    <a:pt x="33" y="0"/>
                  </a:cubicBezTo>
                  <a:cubicBezTo>
                    <a:pt x="33" y="0"/>
                    <a:pt x="33" y="0"/>
                    <a:pt x="33" y="0"/>
                  </a:cubicBezTo>
                  <a:lnTo>
                    <a:pt x="2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85" name="Line 44">
              <a:extLst>
                <a:ext uri="{FF2B5EF4-FFF2-40B4-BE49-F238E27FC236}">
                  <a16:creationId xmlns:a16="http://schemas.microsoft.com/office/drawing/2014/main" id="{E598DAB8-C062-4B8B-376C-575E8709C6FC}"/>
                </a:ext>
              </a:extLst>
            </p:cNvPr>
            <p:cNvSpPr>
              <a:spLocks noChangeShapeType="1"/>
            </p:cNvSpPr>
            <p:nvPr/>
          </p:nvSpPr>
          <p:spPr bwMode="auto">
            <a:xfrm>
              <a:off x="3276" y="1188"/>
              <a:ext cx="225"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86" name="Freeform 45">
              <a:extLst>
                <a:ext uri="{FF2B5EF4-FFF2-40B4-BE49-F238E27FC236}">
                  <a16:creationId xmlns:a16="http://schemas.microsoft.com/office/drawing/2014/main" id="{26FB738E-9AFA-CF89-2D60-CFABA6E6D038}"/>
                </a:ext>
              </a:extLst>
            </p:cNvPr>
            <p:cNvSpPr>
              <a:spLocks/>
            </p:cNvSpPr>
            <p:nvPr/>
          </p:nvSpPr>
          <p:spPr bwMode="auto">
            <a:xfrm>
              <a:off x="3488" y="1171"/>
              <a:ext cx="56" cy="34"/>
            </a:xfrm>
            <a:custGeom>
              <a:avLst/>
              <a:gdLst>
                <a:gd name="T0" fmla="*/ 6 w 33"/>
                <a:gd name="T1" fmla="*/ 10 h 20"/>
                <a:gd name="T2" fmla="*/ 0 w 33"/>
                <a:gd name="T3" fmla="*/ 0 h 20"/>
                <a:gd name="T4" fmla="*/ 0 w 33"/>
                <a:gd name="T5" fmla="*/ 0 h 20"/>
                <a:gd name="T6" fmla="*/ 16 w 33"/>
                <a:gd name="T7" fmla="*/ 6 h 20"/>
                <a:gd name="T8" fmla="*/ 33 w 33"/>
                <a:gd name="T9" fmla="*/ 10 h 20"/>
                <a:gd name="T10" fmla="*/ 16 w 33"/>
                <a:gd name="T11" fmla="*/ 14 h 20"/>
                <a:gd name="T12" fmla="*/ 0 w 33"/>
                <a:gd name="T13" fmla="*/ 20 h 20"/>
                <a:gd name="T14" fmla="*/ 0 w 33"/>
                <a:gd name="T15" fmla="*/ 20 h 20"/>
                <a:gd name="T16" fmla="*/ 6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6" y="10"/>
                  </a:moveTo>
                  <a:cubicBezTo>
                    <a:pt x="0" y="0"/>
                    <a:pt x="0" y="0"/>
                    <a:pt x="0" y="0"/>
                  </a:cubicBezTo>
                  <a:cubicBezTo>
                    <a:pt x="0" y="0"/>
                    <a:pt x="0" y="0"/>
                    <a:pt x="0" y="0"/>
                  </a:cubicBezTo>
                  <a:cubicBezTo>
                    <a:pt x="16" y="6"/>
                    <a:pt x="16" y="6"/>
                    <a:pt x="16" y="6"/>
                  </a:cubicBezTo>
                  <a:cubicBezTo>
                    <a:pt x="22" y="7"/>
                    <a:pt x="27" y="9"/>
                    <a:pt x="33" y="10"/>
                  </a:cubicBezTo>
                  <a:cubicBezTo>
                    <a:pt x="27" y="11"/>
                    <a:pt x="22" y="12"/>
                    <a:pt x="16" y="14"/>
                  </a:cubicBezTo>
                  <a:cubicBezTo>
                    <a:pt x="0" y="20"/>
                    <a:pt x="0" y="20"/>
                    <a:pt x="0" y="20"/>
                  </a:cubicBezTo>
                  <a:cubicBezTo>
                    <a:pt x="0" y="20"/>
                    <a:pt x="0" y="20"/>
                    <a:pt x="0" y="20"/>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87" name="Line 46">
              <a:extLst>
                <a:ext uri="{FF2B5EF4-FFF2-40B4-BE49-F238E27FC236}">
                  <a16:creationId xmlns:a16="http://schemas.microsoft.com/office/drawing/2014/main" id="{F54AD9CE-C57A-C1C3-CBCD-0D15DB3E8E0D}"/>
                </a:ext>
              </a:extLst>
            </p:cNvPr>
            <p:cNvSpPr>
              <a:spLocks noChangeShapeType="1"/>
            </p:cNvSpPr>
            <p:nvPr/>
          </p:nvSpPr>
          <p:spPr bwMode="auto">
            <a:xfrm>
              <a:off x="3276" y="1322"/>
              <a:ext cx="222"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88" name="Freeform 47">
              <a:extLst>
                <a:ext uri="{FF2B5EF4-FFF2-40B4-BE49-F238E27FC236}">
                  <a16:creationId xmlns:a16="http://schemas.microsoft.com/office/drawing/2014/main" id="{38FDF5E9-0B7A-4069-7E2C-1042BA4D4795}"/>
                </a:ext>
              </a:extLst>
            </p:cNvPr>
            <p:cNvSpPr>
              <a:spLocks/>
            </p:cNvSpPr>
            <p:nvPr/>
          </p:nvSpPr>
          <p:spPr bwMode="auto">
            <a:xfrm>
              <a:off x="3481" y="1303"/>
              <a:ext cx="63" cy="38"/>
            </a:xfrm>
            <a:custGeom>
              <a:avLst/>
              <a:gdLst>
                <a:gd name="T0" fmla="*/ 7 w 37"/>
                <a:gd name="T1" fmla="*/ 11 h 22"/>
                <a:gd name="T2" fmla="*/ 0 w 37"/>
                <a:gd name="T3" fmla="*/ 1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2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1"/>
                    <a:pt x="0" y="1"/>
                    <a:pt x="0" y="1"/>
                  </a:cubicBezTo>
                  <a:cubicBezTo>
                    <a:pt x="1" y="0"/>
                    <a:pt x="1" y="0"/>
                    <a:pt x="1" y="0"/>
                  </a:cubicBezTo>
                  <a:cubicBezTo>
                    <a:pt x="18" y="7"/>
                    <a:pt x="18" y="7"/>
                    <a:pt x="18" y="7"/>
                  </a:cubicBezTo>
                  <a:cubicBezTo>
                    <a:pt x="25" y="9"/>
                    <a:pt x="31" y="10"/>
                    <a:pt x="37" y="11"/>
                  </a:cubicBezTo>
                  <a:cubicBezTo>
                    <a:pt x="31" y="13"/>
                    <a:pt x="25" y="14"/>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89" name="Line 48">
              <a:extLst>
                <a:ext uri="{FF2B5EF4-FFF2-40B4-BE49-F238E27FC236}">
                  <a16:creationId xmlns:a16="http://schemas.microsoft.com/office/drawing/2014/main" id="{6D99283F-A7A0-9260-ECFF-BD6BFB3FF72B}"/>
                </a:ext>
              </a:extLst>
            </p:cNvPr>
            <p:cNvSpPr>
              <a:spLocks noChangeShapeType="1"/>
            </p:cNvSpPr>
            <p:nvPr/>
          </p:nvSpPr>
          <p:spPr bwMode="auto">
            <a:xfrm>
              <a:off x="3276" y="1721"/>
              <a:ext cx="222"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90" name="Freeform 49">
              <a:extLst>
                <a:ext uri="{FF2B5EF4-FFF2-40B4-BE49-F238E27FC236}">
                  <a16:creationId xmlns:a16="http://schemas.microsoft.com/office/drawing/2014/main" id="{BE4DB627-0645-C40E-4BCE-3D082092D12F}"/>
                </a:ext>
              </a:extLst>
            </p:cNvPr>
            <p:cNvSpPr>
              <a:spLocks/>
            </p:cNvSpPr>
            <p:nvPr/>
          </p:nvSpPr>
          <p:spPr bwMode="auto">
            <a:xfrm>
              <a:off x="3481" y="1702"/>
              <a:ext cx="63" cy="37"/>
            </a:xfrm>
            <a:custGeom>
              <a:avLst/>
              <a:gdLst>
                <a:gd name="T0" fmla="*/ 7 w 37"/>
                <a:gd name="T1" fmla="*/ 11 h 22"/>
                <a:gd name="T2" fmla="*/ 0 w 37"/>
                <a:gd name="T3" fmla="*/ 0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2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0"/>
                    <a:pt x="0" y="0"/>
                    <a:pt x="0" y="0"/>
                  </a:cubicBezTo>
                  <a:cubicBezTo>
                    <a:pt x="1" y="0"/>
                    <a:pt x="1" y="0"/>
                    <a:pt x="1" y="0"/>
                  </a:cubicBezTo>
                  <a:cubicBezTo>
                    <a:pt x="18" y="7"/>
                    <a:pt x="18" y="7"/>
                    <a:pt x="18" y="7"/>
                  </a:cubicBezTo>
                  <a:cubicBezTo>
                    <a:pt x="25" y="8"/>
                    <a:pt x="31" y="10"/>
                    <a:pt x="37" y="11"/>
                  </a:cubicBezTo>
                  <a:cubicBezTo>
                    <a:pt x="31" y="13"/>
                    <a:pt x="25" y="14"/>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91" name="Rectangle 50">
              <a:extLst>
                <a:ext uri="{FF2B5EF4-FFF2-40B4-BE49-F238E27FC236}">
                  <a16:creationId xmlns:a16="http://schemas.microsoft.com/office/drawing/2014/main" id="{903BA501-2B9D-1B39-466D-8942D34EC1B2}"/>
                </a:ext>
              </a:extLst>
            </p:cNvPr>
            <p:cNvSpPr>
              <a:spLocks noChangeArrowheads="1"/>
            </p:cNvSpPr>
            <p:nvPr/>
          </p:nvSpPr>
          <p:spPr bwMode="auto">
            <a:xfrm>
              <a:off x="3318" y="4011"/>
              <a:ext cx="40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MD select</a:t>
              </a:r>
              <a:endParaRPr lang="en-US" altLang="es-ES" sz="4400" i="0" u="sng"/>
            </a:p>
          </p:txBody>
        </p:sp>
        <p:sp>
          <p:nvSpPr>
            <p:cNvPr id="35892" name="Line 51">
              <a:extLst>
                <a:ext uri="{FF2B5EF4-FFF2-40B4-BE49-F238E27FC236}">
                  <a16:creationId xmlns:a16="http://schemas.microsoft.com/office/drawing/2014/main" id="{0D9A51F3-DECF-36D0-059A-50399B2270A1}"/>
                </a:ext>
              </a:extLst>
            </p:cNvPr>
            <p:cNvSpPr>
              <a:spLocks noChangeShapeType="1"/>
            </p:cNvSpPr>
            <p:nvPr/>
          </p:nvSpPr>
          <p:spPr bwMode="auto">
            <a:xfrm>
              <a:off x="3771" y="4067"/>
              <a:ext cx="170"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93" name="Freeform 52">
              <a:extLst>
                <a:ext uri="{FF2B5EF4-FFF2-40B4-BE49-F238E27FC236}">
                  <a16:creationId xmlns:a16="http://schemas.microsoft.com/office/drawing/2014/main" id="{9D527974-230C-DADE-CBEE-31170227ECC6}"/>
                </a:ext>
              </a:extLst>
            </p:cNvPr>
            <p:cNvSpPr>
              <a:spLocks/>
            </p:cNvSpPr>
            <p:nvPr/>
          </p:nvSpPr>
          <p:spPr bwMode="auto">
            <a:xfrm>
              <a:off x="3927" y="4050"/>
              <a:ext cx="56" cy="34"/>
            </a:xfrm>
            <a:custGeom>
              <a:avLst/>
              <a:gdLst>
                <a:gd name="T0" fmla="*/ 5 w 33"/>
                <a:gd name="T1" fmla="*/ 10 h 20"/>
                <a:gd name="T2" fmla="*/ 0 w 33"/>
                <a:gd name="T3" fmla="*/ 0 h 20"/>
                <a:gd name="T4" fmla="*/ 0 w 33"/>
                <a:gd name="T5" fmla="*/ 0 h 20"/>
                <a:gd name="T6" fmla="*/ 16 w 33"/>
                <a:gd name="T7" fmla="*/ 6 h 20"/>
                <a:gd name="T8" fmla="*/ 33 w 33"/>
                <a:gd name="T9" fmla="*/ 10 h 20"/>
                <a:gd name="T10" fmla="*/ 16 w 33"/>
                <a:gd name="T11" fmla="*/ 14 h 20"/>
                <a:gd name="T12" fmla="*/ 0 w 33"/>
                <a:gd name="T13" fmla="*/ 20 h 20"/>
                <a:gd name="T14" fmla="*/ 0 w 33"/>
                <a:gd name="T15" fmla="*/ 20 h 20"/>
                <a:gd name="T16" fmla="*/ 5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5" y="10"/>
                  </a:moveTo>
                  <a:cubicBezTo>
                    <a:pt x="0" y="0"/>
                    <a:pt x="0" y="0"/>
                    <a:pt x="0" y="0"/>
                  </a:cubicBezTo>
                  <a:cubicBezTo>
                    <a:pt x="0" y="0"/>
                    <a:pt x="0" y="0"/>
                    <a:pt x="0" y="0"/>
                  </a:cubicBezTo>
                  <a:cubicBezTo>
                    <a:pt x="16" y="6"/>
                    <a:pt x="16" y="6"/>
                    <a:pt x="16" y="6"/>
                  </a:cubicBezTo>
                  <a:cubicBezTo>
                    <a:pt x="21" y="8"/>
                    <a:pt x="27" y="9"/>
                    <a:pt x="33" y="10"/>
                  </a:cubicBezTo>
                  <a:cubicBezTo>
                    <a:pt x="27" y="11"/>
                    <a:pt x="21" y="12"/>
                    <a:pt x="16" y="14"/>
                  </a:cubicBezTo>
                  <a:cubicBezTo>
                    <a:pt x="0" y="20"/>
                    <a:pt x="0" y="20"/>
                    <a:pt x="0" y="20"/>
                  </a:cubicBezTo>
                  <a:cubicBezTo>
                    <a:pt x="0" y="20"/>
                    <a:pt x="0" y="20"/>
                    <a:pt x="0" y="20"/>
                  </a:cubicBezTo>
                  <a:lnTo>
                    <a:pt x="5"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94" name="Line 53">
              <a:extLst>
                <a:ext uri="{FF2B5EF4-FFF2-40B4-BE49-F238E27FC236}">
                  <a16:creationId xmlns:a16="http://schemas.microsoft.com/office/drawing/2014/main" id="{27FB73C7-4DE1-6DBE-0EB6-912000CFAB29}"/>
                </a:ext>
              </a:extLst>
            </p:cNvPr>
            <p:cNvSpPr>
              <a:spLocks noChangeShapeType="1"/>
            </p:cNvSpPr>
            <p:nvPr/>
          </p:nvSpPr>
          <p:spPr bwMode="auto">
            <a:xfrm>
              <a:off x="4072" y="3702"/>
              <a:ext cx="1" cy="21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895" name="Freeform 54">
              <a:extLst>
                <a:ext uri="{FF2B5EF4-FFF2-40B4-BE49-F238E27FC236}">
                  <a16:creationId xmlns:a16="http://schemas.microsoft.com/office/drawing/2014/main" id="{35A48433-991D-C26B-EA02-CA40F710A38D}"/>
                </a:ext>
              </a:extLst>
            </p:cNvPr>
            <p:cNvSpPr>
              <a:spLocks/>
            </p:cNvSpPr>
            <p:nvPr/>
          </p:nvSpPr>
          <p:spPr bwMode="auto">
            <a:xfrm>
              <a:off x="4053" y="3896"/>
              <a:ext cx="37" cy="63"/>
            </a:xfrm>
            <a:custGeom>
              <a:avLst/>
              <a:gdLst>
                <a:gd name="T0" fmla="*/ 11 w 22"/>
                <a:gd name="T1" fmla="*/ 7 h 37"/>
                <a:gd name="T2" fmla="*/ 22 w 22"/>
                <a:gd name="T3" fmla="*/ 0 h 37"/>
                <a:gd name="T4" fmla="*/ 22 w 22"/>
                <a:gd name="T5" fmla="*/ 1 h 37"/>
                <a:gd name="T6" fmla="*/ 15 w 22"/>
                <a:gd name="T7" fmla="*/ 18 h 37"/>
                <a:gd name="T8" fmla="*/ 11 w 22"/>
                <a:gd name="T9" fmla="*/ 37 h 37"/>
                <a:gd name="T10" fmla="*/ 7 w 22"/>
                <a:gd name="T11" fmla="*/ 18 h 37"/>
                <a:gd name="T12" fmla="*/ 0 w 22"/>
                <a:gd name="T13" fmla="*/ 1 h 37"/>
                <a:gd name="T14" fmla="*/ 0 w 22"/>
                <a:gd name="T15" fmla="*/ 0 h 37"/>
                <a:gd name="T16" fmla="*/ 11 w 22"/>
                <a:gd name="T17" fmla="*/ 7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7"/>
                <a:gd name="T29" fmla="*/ 22 w 22"/>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7">
                  <a:moveTo>
                    <a:pt x="11" y="7"/>
                  </a:moveTo>
                  <a:cubicBezTo>
                    <a:pt x="22" y="0"/>
                    <a:pt x="22" y="0"/>
                    <a:pt x="22" y="0"/>
                  </a:cubicBezTo>
                  <a:cubicBezTo>
                    <a:pt x="22" y="1"/>
                    <a:pt x="22" y="1"/>
                    <a:pt x="22" y="1"/>
                  </a:cubicBezTo>
                  <a:cubicBezTo>
                    <a:pt x="15" y="18"/>
                    <a:pt x="15" y="18"/>
                    <a:pt x="15" y="18"/>
                  </a:cubicBezTo>
                  <a:cubicBezTo>
                    <a:pt x="13" y="24"/>
                    <a:pt x="12" y="31"/>
                    <a:pt x="11" y="37"/>
                  </a:cubicBezTo>
                  <a:cubicBezTo>
                    <a:pt x="9" y="31"/>
                    <a:pt x="8" y="24"/>
                    <a:pt x="7" y="18"/>
                  </a:cubicBezTo>
                  <a:cubicBezTo>
                    <a:pt x="0" y="1"/>
                    <a:pt x="0" y="1"/>
                    <a:pt x="0" y="1"/>
                  </a:cubicBezTo>
                  <a:cubicBezTo>
                    <a:pt x="0" y="0"/>
                    <a:pt x="0" y="0"/>
                    <a:pt x="0" y="0"/>
                  </a:cubicBezTo>
                  <a:lnTo>
                    <a:pt x="1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96" name="Freeform 55">
              <a:extLst>
                <a:ext uri="{FF2B5EF4-FFF2-40B4-BE49-F238E27FC236}">
                  <a16:creationId xmlns:a16="http://schemas.microsoft.com/office/drawing/2014/main" id="{FB91A275-8E3B-2ECC-DD2F-CDE770230596}"/>
                </a:ext>
              </a:extLst>
            </p:cNvPr>
            <p:cNvSpPr>
              <a:spLocks/>
            </p:cNvSpPr>
            <p:nvPr/>
          </p:nvSpPr>
          <p:spPr bwMode="auto">
            <a:xfrm>
              <a:off x="4202" y="3811"/>
              <a:ext cx="940" cy="102"/>
            </a:xfrm>
            <a:custGeom>
              <a:avLst/>
              <a:gdLst>
                <a:gd name="T0" fmla="*/ 940 w 940"/>
                <a:gd name="T1" fmla="*/ 0 h 102"/>
                <a:gd name="T2" fmla="*/ 0 w 940"/>
                <a:gd name="T3" fmla="*/ 0 h 102"/>
                <a:gd name="T4" fmla="*/ 0 w 940"/>
                <a:gd name="T5" fmla="*/ 102 h 102"/>
                <a:gd name="T6" fmla="*/ 0 60000 65536"/>
                <a:gd name="T7" fmla="*/ 0 60000 65536"/>
                <a:gd name="T8" fmla="*/ 0 60000 65536"/>
                <a:gd name="T9" fmla="*/ 0 w 940"/>
                <a:gd name="T10" fmla="*/ 0 h 102"/>
                <a:gd name="T11" fmla="*/ 940 w 940"/>
                <a:gd name="T12" fmla="*/ 102 h 102"/>
              </a:gdLst>
              <a:ahLst/>
              <a:cxnLst>
                <a:cxn ang="T6">
                  <a:pos x="T0" y="T1"/>
                </a:cxn>
                <a:cxn ang="T7">
                  <a:pos x="T2" y="T3"/>
                </a:cxn>
                <a:cxn ang="T8">
                  <a:pos x="T4" y="T5"/>
                </a:cxn>
              </a:cxnLst>
              <a:rect l="T9" t="T10" r="T11" b="T12"/>
              <a:pathLst>
                <a:path w="940" h="102">
                  <a:moveTo>
                    <a:pt x="940" y="0"/>
                  </a:moveTo>
                  <a:lnTo>
                    <a:pt x="0" y="0"/>
                  </a:lnTo>
                  <a:lnTo>
                    <a:pt x="0" y="102"/>
                  </a:lnTo>
                </a:path>
              </a:pathLst>
            </a:cu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97" name="Freeform 56">
              <a:extLst>
                <a:ext uri="{FF2B5EF4-FFF2-40B4-BE49-F238E27FC236}">
                  <a16:creationId xmlns:a16="http://schemas.microsoft.com/office/drawing/2014/main" id="{C58DC085-BEAF-4CB6-25A6-08B739B9C1D1}"/>
                </a:ext>
              </a:extLst>
            </p:cNvPr>
            <p:cNvSpPr>
              <a:spLocks/>
            </p:cNvSpPr>
            <p:nvPr/>
          </p:nvSpPr>
          <p:spPr bwMode="auto">
            <a:xfrm>
              <a:off x="4184" y="3896"/>
              <a:ext cx="37" cy="63"/>
            </a:xfrm>
            <a:custGeom>
              <a:avLst/>
              <a:gdLst>
                <a:gd name="T0" fmla="*/ 11 w 22"/>
                <a:gd name="T1" fmla="*/ 7 h 37"/>
                <a:gd name="T2" fmla="*/ 22 w 22"/>
                <a:gd name="T3" fmla="*/ 0 h 37"/>
                <a:gd name="T4" fmla="*/ 22 w 22"/>
                <a:gd name="T5" fmla="*/ 1 h 37"/>
                <a:gd name="T6" fmla="*/ 15 w 22"/>
                <a:gd name="T7" fmla="*/ 18 h 37"/>
                <a:gd name="T8" fmla="*/ 11 w 22"/>
                <a:gd name="T9" fmla="*/ 37 h 37"/>
                <a:gd name="T10" fmla="*/ 7 w 22"/>
                <a:gd name="T11" fmla="*/ 18 h 37"/>
                <a:gd name="T12" fmla="*/ 0 w 22"/>
                <a:gd name="T13" fmla="*/ 1 h 37"/>
                <a:gd name="T14" fmla="*/ 0 w 22"/>
                <a:gd name="T15" fmla="*/ 0 h 37"/>
                <a:gd name="T16" fmla="*/ 11 w 22"/>
                <a:gd name="T17" fmla="*/ 7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7"/>
                <a:gd name="T29" fmla="*/ 22 w 22"/>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7">
                  <a:moveTo>
                    <a:pt x="11" y="7"/>
                  </a:moveTo>
                  <a:cubicBezTo>
                    <a:pt x="22" y="0"/>
                    <a:pt x="22" y="0"/>
                    <a:pt x="22" y="0"/>
                  </a:cubicBezTo>
                  <a:cubicBezTo>
                    <a:pt x="22" y="1"/>
                    <a:pt x="22" y="1"/>
                    <a:pt x="22" y="1"/>
                  </a:cubicBezTo>
                  <a:cubicBezTo>
                    <a:pt x="15" y="18"/>
                    <a:pt x="15" y="18"/>
                    <a:pt x="15" y="18"/>
                  </a:cubicBezTo>
                  <a:cubicBezTo>
                    <a:pt x="14" y="24"/>
                    <a:pt x="12" y="31"/>
                    <a:pt x="11" y="37"/>
                  </a:cubicBezTo>
                  <a:cubicBezTo>
                    <a:pt x="10" y="31"/>
                    <a:pt x="8" y="24"/>
                    <a:pt x="7" y="18"/>
                  </a:cubicBezTo>
                  <a:cubicBezTo>
                    <a:pt x="0" y="1"/>
                    <a:pt x="0" y="1"/>
                    <a:pt x="0" y="1"/>
                  </a:cubicBezTo>
                  <a:cubicBezTo>
                    <a:pt x="0" y="0"/>
                    <a:pt x="0" y="0"/>
                    <a:pt x="0" y="0"/>
                  </a:cubicBezTo>
                  <a:lnTo>
                    <a:pt x="1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98" name="Freeform 57">
              <a:extLst>
                <a:ext uri="{FF2B5EF4-FFF2-40B4-BE49-F238E27FC236}">
                  <a16:creationId xmlns:a16="http://schemas.microsoft.com/office/drawing/2014/main" id="{68A79D5C-EC3A-73CD-442E-6CDFE8B77E4F}"/>
                </a:ext>
              </a:extLst>
            </p:cNvPr>
            <p:cNvSpPr>
              <a:spLocks/>
            </p:cNvSpPr>
            <p:nvPr/>
          </p:nvSpPr>
          <p:spPr bwMode="auto">
            <a:xfrm>
              <a:off x="3544" y="1051"/>
              <a:ext cx="1054" cy="923"/>
            </a:xfrm>
            <a:custGeom>
              <a:avLst/>
              <a:gdLst>
                <a:gd name="T0" fmla="*/ 0 w 1054"/>
                <a:gd name="T1" fmla="*/ 0 h 923"/>
                <a:gd name="T2" fmla="*/ 1054 w 1054"/>
                <a:gd name="T3" fmla="*/ 0 h 923"/>
                <a:gd name="T4" fmla="*/ 1054 w 1054"/>
                <a:gd name="T5" fmla="*/ 923 h 923"/>
                <a:gd name="T6" fmla="*/ 0 w 1054"/>
                <a:gd name="T7" fmla="*/ 923 h 923"/>
                <a:gd name="T8" fmla="*/ 0 w 1054"/>
                <a:gd name="T9" fmla="*/ 0 h 923"/>
                <a:gd name="T10" fmla="*/ 0 w 1054"/>
                <a:gd name="T11" fmla="*/ 0 h 923"/>
                <a:gd name="T12" fmla="*/ 0 60000 65536"/>
                <a:gd name="T13" fmla="*/ 0 60000 65536"/>
                <a:gd name="T14" fmla="*/ 0 60000 65536"/>
                <a:gd name="T15" fmla="*/ 0 60000 65536"/>
                <a:gd name="T16" fmla="*/ 0 60000 65536"/>
                <a:gd name="T17" fmla="*/ 0 60000 65536"/>
                <a:gd name="T18" fmla="*/ 0 w 1054"/>
                <a:gd name="T19" fmla="*/ 0 h 923"/>
                <a:gd name="T20" fmla="*/ 1054 w 1054"/>
                <a:gd name="T21" fmla="*/ 923 h 923"/>
              </a:gdLst>
              <a:ahLst/>
              <a:cxnLst>
                <a:cxn ang="T12">
                  <a:pos x="T0" y="T1"/>
                </a:cxn>
                <a:cxn ang="T13">
                  <a:pos x="T2" y="T3"/>
                </a:cxn>
                <a:cxn ang="T14">
                  <a:pos x="T4" y="T5"/>
                </a:cxn>
                <a:cxn ang="T15">
                  <a:pos x="T6" y="T7"/>
                </a:cxn>
                <a:cxn ang="T16">
                  <a:pos x="T8" y="T9"/>
                </a:cxn>
                <a:cxn ang="T17">
                  <a:pos x="T10" y="T11"/>
                </a:cxn>
              </a:cxnLst>
              <a:rect l="T18" t="T19" r="T20" b="T21"/>
              <a:pathLst>
                <a:path w="1054" h="923">
                  <a:moveTo>
                    <a:pt x="0" y="0"/>
                  </a:moveTo>
                  <a:lnTo>
                    <a:pt x="1054" y="0"/>
                  </a:lnTo>
                  <a:lnTo>
                    <a:pt x="1054" y="923"/>
                  </a:lnTo>
                  <a:lnTo>
                    <a:pt x="0" y="923"/>
                  </a:lnTo>
                  <a:lnTo>
                    <a:pt x="0" y="0"/>
                  </a:lnTo>
                  <a:close/>
                </a:path>
              </a:pathLst>
            </a:custGeom>
            <a:solidFill>
              <a:srgbClr val="D9F1F7"/>
            </a:solidFill>
            <a:ln w="14288">
              <a:solidFill>
                <a:srgbClr val="00A0C6"/>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899" name="Freeform 58">
              <a:extLst>
                <a:ext uri="{FF2B5EF4-FFF2-40B4-BE49-F238E27FC236}">
                  <a16:creationId xmlns:a16="http://schemas.microsoft.com/office/drawing/2014/main" id="{FFA113B6-1D95-D704-3BE3-FFFE4C926E95}"/>
                </a:ext>
              </a:extLst>
            </p:cNvPr>
            <p:cNvSpPr>
              <a:spLocks/>
            </p:cNvSpPr>
            <p:nvPr/>
          </p:nvSpPr>
          <p:spPr bwMode="auto">
            <a:xfrm>
              <a:off x="3544" y="2908"/>
              <a:ext cx="1054" cy="793"/>
            </a:xfrm>
            <a:custGeom>
              <a:avLst/>
              <a:gdLst>
                <a:gd name="T0" fmla="*/ 0 w 1054"/>
                <a:gd name="T1" fmla="*/ 0 h 793"/>
                <a:gd name="T2" fmla="*/ 1054 w 1054"/>
                <a:gd name="T3" fmla="*/ 0 h 793"/>
                <a:gd name="T4" fmla="*/ 1054 w 1054"/>
                <a:gd name="T5" fmla="*/ 793 h 793"/>
                <a:gd name="T6" fmla="*/ 0 w 1054"/>
                <a:gd name="T7" fmla="*/ 793 h 793"/>
                <a:gd name="T8" fmla="*/ 0 w 1054"/>
                <a:gd name="T9" fmla="*/ 0 h 793"/>
                <a:gd name="T10" fmla="*/ 0 w 1054"/>
                <a:gd name="T11" fmla="*/ 0 h 793"/>
                <a:gd name="T12" fmla="*/ 0 60000 65536"/>
                <a:gd name="T13" fmla="*/ 0 60000 65536"/>
                <a:gd name="T14" fmla="*/ 0 60000 65536"/>
                <a:gd name="T15" fmla="*/ 0 60000 65536"/>
                <a:gd name="T16" fmla="*/ 0 60000 65536"/>
                <a:gd name="T17" fmla="*/ 0 60000 65536"/>
                <a:gd name="T18" fmla="*/ 0 w 1054"/>
                <a:gd name="T19" fmla="*/ 0 h 793"/>
                <a:gd name="T20" fmla="*/ 1054 w 1054"/>
                <a:gd name="T21" fmla="*/ 793 h 793"/>
              </a:gdLst>
              <a:ahLst/>
              <a:cxnLst>
                <a:cxn ang="T12">
                  <a:pos x="T0" y="T1"/>
                </a:cxn>
                <a:cxn ang="T13">
                  <a:pos x="T2" y="T3"/>
                </a:cxn>
                <a:cxn ang="T14">
                  <a:pos x="T4" y="T5"/>
                </a:cxn>
                <a:cxn ang="T15">
                  <a:pos x="T6" y="T7"/>
                </a:cxn>
                <a:cxn ang="T16">
                  <a:pos x="T8" y="T9"/>
                </a:cxn>
                <a:cxn ang="T17">
                  <a:pos x="T10" y="T11"/>
                </a:cxn>
              </a:cxnLst>
              <a:rect l="T18" t="T19" r="T20" b="T21"/>
              <a:pathLst>
                <a:path w="1054" h="793">
                  <a:moveTo>
                    <a:pt x="0" y="0"/>
                  </a:moveTo>
                  <a:lnTo>
                    <a:pt x="1054" y="0"/>
                  </a:lnTo>
                  <a:lnTo>
                    <a:pt x="1054" y="793"/>
                  </a:lnTo>
                  <a:lnTo>
                    <a:pt x="0" y="793"/>
                  </a:lnTo>
                  <a:lnTo>
                    <a:pt x="0" y="0"/>
                  </a:lnTo>
                  <a:close/>
                </a:path>
              </a:pathLst>
            </a:custGeom>
            <a:solidFill>
              <a:srgbClr val="CCCCCC"/>
            </a:solidFill>
            <a:ln w="14288">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900" name="Rectangle 59">
              <a:extLst>
                <a:ext uri="{FF2B5EF4-FFF2-40B4-BE49-F238E27FC236}">
                  <a16:creationId xmlns:a16="http://schemas.microsoft.com/office/drawing/2014/main" id="{59242B6A-1175-67EA-AD95-9D0F3F11ABAE}"/>
                </a:ext>
              </a:extLst>
            </p:cNvPr>
            <p:cNvSpPr>
              <a:spLocks noChangeArrowheads="1"/>
            </p:cNvSpPr>
            <p:nvPr/>
          </p:nvSpPr>
          <p:spPr bwMode="auto">
            <a:xfrm>
              <a:off x="3999" y="85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901" name="Line 60">
              <a:extLst>
                <a:ext uri="{FF2B5EF4-FFF2-40B4-BE49-F238E27FC236}">
                  <a16:creationId xmlns:a16="http://schemas.microsoft.com/office/drawing/2014/main" id="{BF64304D-C7FF-31F2-D5D4-ECD3C526C2A9}"/>
                </a:ext>
              </a:extLst>
            </p:cNvPr>
            <p:cNvSpPr>
              <a:spLocks noChangeShapeType="1"/>
            </p:cNvSpPr>
            <p:nvPr/>
          </p:nvSpPr>
          <p:spPr bwMode="auto">
            <a:xfrm flipV="1">
              <a:off x="4038" y="893"/>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02" name="Rectangle 61">
              <a:extLst>
                <a:ext uri="{FF2B5EF4-FFF2-40B4-BE49-F238E27FC236}">
                  <a16:creationId xmlns:a16="http://schemas.microsoft.com/office/drawing/2014/main" id="{11711EDF-7C87-0694-CC87-2C0D67FEBEC4}"/>
                </a:ext>
              </a:extLst>
            </p:cNvPr>
            <p:cNvSpPr>
              <a:spLocks noChangeArrowheads="1"/>
            </p:cNvSpPr>
            <p:nvPr/>
          </p:nvSpPr>
          <p:spPr bwMode="auto">
            <a:xfrm>
              <a:off x="3958" y="1051"/>
              <a:ext cx="27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D data</a:t>
              </a:r>
              <a:endParaRPr lang="en-US" altLang="es-ES" sz="4400" i="0" u="sng"/>
            </a:p>
          </p:txBody>
        </p:sp>
        <p:sp>
          <p:nvSpPr>
            <p:cNvPr id="35903" name="Rectangle 62">
              <a:extLst>
                <a:ext uri="{FF2B5EF4-FFF2-40B4-BE49-F238E27FC236}">
                  <a16:creationId xmlns:a16="http://schemas.microsoft.com/office/drawing/2014/main" id="{1CC64A92-B808-1FB1-5922-542DA5387674}"/>
                </a:ext>
              </a:extLst>
            </p:cNvPr>
            <p:cNvSpPr>
              <a:spLocks noChangeArrowheads="1"/>
            </p:cNvSpPr>
            <p:nvPr/>
          </p:nvSpPr>
          <p:spPr bwMode="auto">
            <a:xfrm>
              <a:off x="3585" y="1146"/>
              <a:ext cx="24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Write</a:t>
              </a:r>
              <a:endParaRPr lang="en-US" altLang="es-ES" sz="4400" i="0" u="sng"/>
            </a:p>
          </p:txBody>
        </p:sp>
        <p:sp>
          <p:nvSpPr>
            <p:cNvPr id="35904" name="Rectangle 63">
              <a:extLst>
                <a:ext uri="{FF2B5EF4-FFF2-40B4-BE49-F238E27FC236}">
                  <a16:creationId xmlns:a16="http://schemas.microsoft.com/office/drawing/2014/main" id="{B5CD3922-A4D6-D891-483D-42E342F32218}"/>
                </a:ext>
              </a:extLst>
            </p:cNvPr>
            <p:cNvSpPr>
              <a:spLocks noChangeArrowheads="1"/>
            </p:cNvSpPr>
            <p:nvPr/>
          </p:nvSpPr>
          <p:spPr bwMode="auto">
            <a:xfrm>
              <a:off x="3585" y="1274"/>
              <a:ext cx="40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D address</a:t>
              </a:r>
              <a:endParaRPr lang="en-US" altLang="es-ES" sz="4400" i="0" u="sng"/>
            </a:p>
          </p:txBody>
        </p:sp>
        <p:sp>
          <p:nvSpPr>
            <p:cNvPr id="35905" name="Rectangle 64">
              <a:extLst>
                <a:ext uri="{FF2B5EF4-FFF2-40B4-BE49-F238E27FC236}">
                  <a16:creationId xmlns:a16="http://schemas.microsoft.com/office/drawing/2014/main" id="{1211B3E7-2E0A-C69A-9685-CEDB5BF64DE2}"/>
                </a:ext>
              </a:extLst>
            </p:cNvPr>
            <p:cNvSpPr>
              <a:spLocks noChangeArrowheads="1"/>
            </p:cNvSpPr>
            <p:nvPr/>
          </p:nvSpPr>
          <p:spPr bwMode="auto">
            <a:xfrm>
              <a:off x="3564" y="1678"/>
              <a:ext cx="40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A address</a:t>
              </a:r>
              <a:endParaRPr lang="en-US" altLang="es-ES" sz="4400" i="0" u="sng"/>
            </a:p>
          </p:txBody>
        </p:sp>
        <p:sp>
          <p:nvSpPr>
            <p:cNvPr id="35906" name="Rectangle 65">
              <a:extLst>
                <a:ext uri="{FF2B5EF4-FFF2-40B4-BE49-F238E27FC236}">
                  <a16:creationId xmlns:a16="http://schemas.microsoft.com/office/drawing/2014/main" id="{9B009D1F-21ED-C12D-8119-0A13E6B8F012}"/>
                </a:ext>
              </a:extLst>
            </p:cNvPr>
            <p:cNvSpPr>
              <a:spLocks noChangeArrowheads="1"/>
            </p:cNvSpPr>
            <p:nvPr/>
          </p:nvSpPr>
          <p:spPr bwMode="auto">
            <a:xfrm>
              <a:off x="4150" y="1678"/>
              <a:ext cx="40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 address</a:t>
              </a:r>
              <a:endParaRPr lang="en-US" altLang="es-ES" sz="4400" i="0" u="sng"/>
            </a:p>
          </p:txBody>
        </p:sp>
        <p:sp>
          <p:nvSpPr>
            <p:cNvPr id="35907" name="Rectangle 66">
              <a:extLst>
                <a:ext uri="{FF2B5EF4-FFF2-40B4-BE49-F238E27FC236}">
                  <a16:creationId xmlns:a16="http://schemas.microsoft.com/office/drawing/2014/main" id="{BC9311D0-9A4F-2B4A-E5F3-5013D44B40BC}"/>
                </a:ext>
              </a:extLst>
            </p:cNvPr>
            <p:cNvSpPr>
              <a:spLocks noChangeArrowheads="1"/>
            </p:cNvSpPr>
            <p:nvPr/>
          </p:nvSpPr>
          <p:spPr bwMode="auto">
            <a:xfrm>
              <a:off x="3701" y="1858"/>
              <a:ext cx="27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A data</a:t>
              </a:r>
              <a:endParaRPr lang="en-US" altLang="es-ES" sz="4400" i="0" u="sng"/>
            </a:p>
          </p:txBody>
        </p:sp>
        <p:sp>
          <p:nvSpPr>
            <p:cNvPr id="35908" name="Rectangle 67">
              <a:extLst>
                <a:ext uri="{FF2B5EF4-FFF2-40B4-BE49-F238E27FC236}">
                  <a16:creationId xmlns:a16="http://schemas.microsoft.com/office/drawing/2014/main" id="{A111325A-7D32-4A94-E1FC-9F164D6A9C97}"/>
                </a:ext>
              </a:extLst>
            </p:cNvPr>
            <p:cNvSpPr>
              <a:spLocks noChangeArrowheads="1"/>
            </p:cNvSpPr>
            <p:nvPr/>
          </p:nvSpPr>
          <p:spPr bwMode="auto">
            <a:xfrm>
              <a:off x="4229" y="1858"/>
              <a:ext cx="2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 data</a:t>
              </a:r>
              <a:endParaRPr lang="en-US" altLang="es-ES" sz="4400" i="0" u="sng"/>
            </a:p>
          </p:txBody>
        </p:sp>
        <p:sp>
          <p:nvSpPr>
            <p:cNvPr id="35909" name="Rectangle 68">
              <a:extLst>
                <a:ext uri="{FF2B5EF4-FFF2-40B4-BE49-F238E27FC236}">
                  <a16:creationId xmlns:a16="http://schemas.microsoft.com/office/drawing/2014/main" id="{5397094E-4926-5006-9B22-631E0051159C}"/>
                </a:ext>
              </a:extLst>
            </p:cNvPr>
            <p:cNvSpPr>
              <a:spLocks noChangeArrowheads="1"/>
            </p:cNvSpPr>
            <p:nvPr/>
          </p:nvSpPr>
          <p:spPr bwMode="auto">
            <a:xfrm>
              <a:off x="3947" y="141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2</a:t>
              </a:r>
              <a:endParaRPr lang="en-US" altLang="es-ES" sz="4400" i="0" u="sng"/>
            </a:p>
          </p:txBody>
        </p:sp>
        <p:sp>
          <p:nvSpPr>
            <p:cNvPr id="35910" name="Rectangle 69">
              <a:extLst>
                <a:ext uri="{FF2B5EF4-FFF2-40B4-BE49-F238E27FC236}">
                  <a16:creationId xmlns:a16="http://schemas.microsoft.com/office/drawing/2014/main" id="{7EFDD6A9-E6C1-A2BE-996D-3FA422B6A9F8}"/>
                </a:ext>
              </a:extLst>
            </p:cNvPr>
            <p:cNvSpPr>
              <a:spLocks noChangeArrowheads="1"/>
            </p:cNvSpPr>
            <p:nvPr/>
          </p:nvSpPr>
          <p:spPr bwMode="auto">
            <a:xfrm>
              <a:off x="3990" y="1389"/>
              <a:ext cx="6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m</a:t>
              </a:r>
              <a:endParaRPr lang="en-US" altLang="es-ES" sz="4400" i="0" u="sng"/>
            </a:p>
          </p:txBody>
        </p:sp>
        <p:sp>
          <p:nvSpPr>
            <p:cNvPr id="35911" name="Rectangle 70">
              <a:extLst>
                <a:ext uri="{FF2B5EF4-FFF2-40B4-BE49-F238E27FC236}">
                  <a16:creationId xmlns:a16="http://schemas.microsoft.com/office/drawing/2014/main" id="{AF51F370-B13D-17AB-12B4-2E91DEDE2C43}"/>
                </a:ext>
              </a:extLst>
            </p:cNvPr>
            <p:cNvSpPr>
              <a:spLocks noChangeArrowheads="1"/>
            </p:cNvSpPr>
            <p:nvPr/>
          </p:nvSpPr>
          <p:spPr bwMode="auto">
            <a:xfrm>
              <a:off x="4045" y="142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latin typeface="Helvetica" panose="020B0604020202020204" pitchFamily="34" charset="0"/>
                </a:rPr>
                <a:t>x</a:t>
              </a:r>
              <a:endParaRPr lang="en-US" altLang="es-ES" sz="4400" i="0" u="sng">
                <a:latin typeface="Helvetica" panose="020B0604020202020204" pitchFamily="34" charset="0"/>
              </a:endParaRPr>
            </a:p>
          </p:txBody>
        </p:sp>
        <p:sp>
          <p:nvSpPr>
            <p:cNvPr id="35912" name="Rectangle 71">
              <a:extLst>
                <a:ext uri="{FF2B5EF4-FFF2-40B4-BE49-F238E27FC236}">
                  <a16:creationId xmlns:a16="http://schemas.microsoft.com/office/drawing/2014/main" id="{ECBD775B-E725-61EE-5F9B-2D7ABA524A35}"/>
                </a:ext>
              </a:extLst>
            </p:cNvPr>
            <p:cNvSpPr>
              <a:spLocks noChangeArrowheads="1"/>
            </p:cNvSpPr>
            <p:nvPr/>
          </p:nvSpPr>
          <p:spPr bwMode="auto">
            <a:xfrm>
              <a:off x="4107" y="1411"/>
              <a:ext cx="7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 n</a:t>
              </a:r>
              <a:endParaRPr lang="en-US" altLang="es-ES" sz="4400" i="0" u="sng"/>
            </a:p>
          </p:txBody>
        </p:sp>
        <p:sp>
          <p:nvSpPr>
            <p:cNvPr id="35913" name="Rectangle 72">
              <a:extLst>
                <a:ext uri="{FF2B5EF4-FFF2-40B4-BE49-F238E27FC236}">
                  <a16:creationId xmlns:a16="http://schemas.microsoft.com/office/drawing/2014/main" id="{8AF16603-1D28-049F-7577-FE6951875784}"/>
                </a:ext>
              </a:extLst>
            </p:cNvPr>
            <p:cNvSpPr>
              <a:spLocks noChangeArrowheads="1"/>
            </p:cNvSpPr>
            <p:nvPr/>
          </p:nvSpPr>
          <p:spPr bwMode="auto">
            <a:xfrm>
              <a:off x="3860" y="1494"/>
              <a:ext cx="49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Register file</a:t>
              </a:r>
              <a:endParaRPr lang="en-US" altLang="es-ES" sz="4400" i="0" u="sng"/>
            </a:p>
          </p:txBody>
        </p:sp>
        <p:sp>
          <p:nvSpPr>
            <p:cNvPr id="35914" name="Rectangle 73">
              <a:extLst>
                <a:ext uri="{FF2B5EF4-FFF2-40B4-BE49-F238E27FC236}">
                  <a16:creationId xmlns:a16="http://schemas.microsoft.com/office/drawing/2014/main" id="{0835D919-F176-0362-7E41-4D2E27C46B27}"/>
                </a:ext>
              </a:extLst>
            </p:cNvPr>
            <p:cNvSpPr>
              <a:spLocks noChangeArrowheads="1"/>
            </p:cNvSpPr>
            <p:nvPr/>
          </p:nvSpPr>
          <p:spPr bwMode="auto">
            <a:xfrm>
              <a:off x="3343" y="1208"/>
              <a:ext cx="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a:t>
              </a:r>
              <a:endParaRPr lang="en-US" altLang="es-ES" sz="4400" i="0" u="sng"/>
            </a:p>
          </p:txBody>
        </p:sp>
        <p:sp>
          <p:nvSpPr>
            <p:cNvPr id="35915" name="Line 74">
              <a:extLst>
                <a:ext uri="{FF2B5EF4-FFF2-40B4-BE49-F238E27FC236}">
                  <a16:creationId xmlns:a16="http://schemas.microsoft.com/office/drawing/2014/main" id="{5F870E2D-91FB-6A05-6BD6-572CB0419FFF}"/>
                </a:ext>
              </a:extLst>
            </p:cNvPr>
            <p:cNvSpPr>
              <a:spLocks noChangeShapeType="1"/>
            </p:cNvSpPr>
            <p:nvPr/>
          </p:nvSpPr>
          <p:spPr bwMode="auto">
            <a:xfrm flipV="1">
              <a:off x="3376" y="1292"/>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16" name="Rectangle 75">
              <a:extLst>
                <a:ext uri="{FF2B5EF4-FFF2-40B4-BE49-F238E27FC236}">
                  <a16:creationId xmlns:a16="http://schemas.microsoft.com/office/drawing/2014/main" id="{B40A73D1-1D63-71B9-24F5-4D31E91B2227}"/>
                </a:ext>
              </a:extLst>
            </p:cNvPr>
            <p:cNvSpPr>
              <a:spLocks noChangeArrowheads="1"/>
            </p:cNvSpPr>
            <p:nvPr/>
          </p:nvSpPr>
          <p:spPr bwMode="auto">
            <a:xfrm>
              <a:off x="3343" y="1608"/>
              <a:ext cx="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a:t>
              </a:r>
              <a:endParaRPr lang="en-US" altLang="es-ES" sz="4400" i="0" u="sng"/>
            </a:p>
          </p:txBody>
        </p:sp>
        <p:sp>
          <p:nvSpPr>
            <p:cNvPr id="35917" name="Line 76">
              <a:extLst>
                <a:ext uri="{FF2B5EF4-FFF2-40B4-BE49-F238E27FC236}">
                  <a16:creationId xmlns:a16="http://schemas.microsoft.com/office/drawing/2014/main" id="{44E3AF54-E6A1-5287-FD1A-BE8CDEA3ECC0}"/>
                </a:ext>
              </a:extLst>
            </p:cNvPr>
            <p:cNvSpPr>
              <a:spLocks noChangeShapeType="1"/>
            </p:cNvSpPr>
            <p:nvPr/>
          </p:nvSpPr>
          <p:spPr bwMode="auto">
            <a:xfrm flipV="1">
              <a:off x="3376" y="1690"/>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18" name="Line 77">
              <a:extLst>
                <a:ext uri="{FF2B5EF4-FFF2-40B4-BE49-F238E27FC236}">
                  <a16:creationId xmlns:a16="http://schemas.microsoft.com/office/drawing/2014/main" id="{977B26AB-370C-1531-7872-0924A06D0EF6}"/>
                </a:ext>
              </a:extLst>
            </p:cNvPr>
            <p:cNvSpPr>
              <a:spLocks noChangeShapeType="1"/>
            </p:cNvSpPr>
            <p:nvPr/>
          </p:nvSpPr>
          <p:spPr bwMode="auto">
            <a:xfrm flipV="1">
              <a:off x="4699" y="1690"/>
              <a:ext cx="67"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19" name="Rectangle 78">
              <a:extLst>
                <a:ext uri="{FF2B5EF4-FFF2-40B4-BE49-F238E27FC236}">
                  <a16:creationId xmlns:a16="http://schemas.microsoft.com/office/drawing/2014/main" id="{0DFDF031-188A-0DDE-EE3F-F6957765323A}"/>
                </a:ext>
              </a:extLst>
            </p:cNvPr>
            <p:cNvSpPr>
              <a:spLocks noChangeArrowheads="1"/>
            </p:cNvSpPr>
            <p:nvPr/>
          </p:nvSpPr>
          <p:spPr bwMode="auto">
            <a:xfrm>
              <a:off x="4673" y="1618"/>
              <a:ext cx="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a:t>
              </a:r>
              <a:endParaRPr lang="en-US" altLang="es-ES" sz="4400" i="0" u="sng"/>
            </a:p>
          </p:txBody>
        </p:sp>
        <p:sp>
          <p:nvSpPr>
            <p:cNvPr id="35920" name="Rectangle 79">
              <a:extLst>
                <a:ext uri="{FF2B5EF4-FFF2-40B4-BE49-F238E27FC236}">
                  <a16:creationId xmlns:a16="http://schemas.microsoft.com/office/drawing/2014/main" id="{7344E3F3-42AC-EC7D-696A-5F5F59D03B54}"/>
                </a:ext>
              </a:extLst>
            </p:cNvPr>
            <p:cNvSpPr>
              <a:spLocks noChangeArrowheads="1"/>
            </p:cNvSpPr>
            <p:nvPr/>
          </p:nvSpPr>
          <p:spPr bwMode="auto">
            <a:xfrm>
              <a:off x="4026" y="205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921" name="Line 80">
              <a:extLst>
                <a:ext uri="{FF2B5EF4-FFF2-40B4-BE49-F238E27FC236}">
                  <a16:creationId xmlns:a16="http://schemas.microsoft.com/office/drawing/2014/main" id="{C89957FB-4704-0D8A-1CA7-9127227F141F}"/>
                </a:ext>
              </a:extLst>
            </p:cNvPr>
            <p:cNvSpPr>
              <a:spLocks noChangeShapeType="1"/>
            </p:cNvSpPr>
            <p:nvPr/>
          </p:nvSpPr>
          <p:spPr bwMode="auto">
            <a:xfrm flipV="1">
              <a:off x="3983" y="2011"/>
              <a:ext cx="67"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22" name="Rectangle 81">
              <a:extLst>
                <a:ext uri="{FF2B5EF4-FFF2-40B4-BE49-F238E27FC236}">
                  <a16:creationId xmlns:a16="http://schemas.microsoft.com/office/drawing/2014/main" id="{86E96664-EF55-0E45-9F9D-66598A6433ED}"/>
                </a:ext>
              </a:extLst>
            </p:cNvPr>
            <p:cNvSpPr>
              <a:spLocks noChangeArrowheads="1"/>
            </p:cNvSpPr>
            <p:nvPr/>
          </p:nvSpPr>
          <p:spPr bwMode="auto">
            <a:xfrm>
              <a:off x="4267" y="2040"/>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923" name="Line 82">
              <a:extLst>
                <a:ext uri="{FF2B5EF4-FFF2-40B4-BE49-F238E27FC236}">
                  <a16:creationId xmlns:a16="http://schemas.microsoft.com/office/drawing/2014/main" id="{4208D68D-C512-CF15-BF57-8BF1EFDEC2B8}"/>
                </a:ext>
              </a:extLst>
            </p:cNvPr>
            <p:cNvSpPr>
              <a:spLocks noChangeShapeType="1"/>
            </p:cNvSpPr>
            <p:nvPr/>
          </p:nvSpPr>
          <p:spPr bwMode="auto">
            <a:xfrm flipV="1">
              <a:off x="4296" y="2079"/>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24" name="Rectangle 83">
              <a:extLst>
                <a:ext uri="{FF2B5EF4-FFF2-40B4-BE49-F238E27FC236}">
                  <a16:creationId xmlns:a16="http://schemas.microsoft.com/office/drawing/2014/main" id="{A147FB0E-C106-62C9-91FE-9FCF1786A784}"/>
                </a:ext>
              </a:extLst>
            </p:cNvPr>
            <p:cNvSpPr>
              <a:spLocks noChangeArrowheads="1"/>
            </p:cNvSpPr>
            <p:nvPr/>
          </p:nvSpPr>
          <p:spPr bwMode="auto">
            <a:xfrm>
              <a:off x="3742" y="2133"/>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925" name="Line 84">
              <a:extLst>
                <a:ext uri="{FF2B5EF4-FFF2-40B4-BE49-F238E27FC236}">
                  <a16:creationId xmlns:a16="http://schemas.microsoft.com/office/drawing/2014/main" id="{98ADB488-8B3E-1774-F611-8175909E74DD}"/>
                </a:ext>
              </a:extLst>
            </p:cNvPr>
            <p:cNvSpPr>
              <a:spLocks noChangeShapeType="1"/>
            </p:cNvSpPr>
            <p:nvPr/>
          </p:nvSpPr>
          <p:spPr bwMode="auto">
            <a:xfrm flipV="1">
              <a:off x="3771" y="2172"/>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26" name="Rectangle 85">
              <a:extLst>
                <a:ext uri="{FF2B5EF4-FFF2-40B4-BE49-F238E27FC236}">
                  <a16:creationId xmlns:a16="http://schemas.microsoft.com/office/drawing/2014/main" id="{4E764E6C-2E35-92B9-BF41-17A13C34DF19}"/>
                </a:ext>
              </a:extLst>
            </p:cNvPr>
            <p:cNvSpPr>
              <a:spLocks noChangeArrowheads="1"/>
            </p:cNvSpPr>
            <p:nvPr/>
          </p:nvSpPr>
          <p:spPr bwMode="auto">
            <a:xfrm>
              <a:off x="4573" y="2532"/>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927" name="Line 86">
              <a:extLst>
                <a:ext uri="{FF2B5EF4-FFF2-40B4-BE49-F238E27FC236}">
                  <a16:creationId xmlns:a16="http://schemas.microsoft.com/office/drawing/2014/main" id="{CBADAC87-CA92-2DF3-B1BE-1C98230C6AEB}"/>
                </a:ext>
              </a:extLst>
            </p:cNvPr>
            <p:cNvSpPr>
              <a:spLocks noChangeShapeType="1"/>
            </p:cNvSpPr>
            <p:nvPr/>
          </p:nvSpPr>
          <p:spPr bwMode="auto">
            <a:xfrm flipV="1">
              <a:off x="4582" y="2603"/>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28" name="Rectangle 87">
              <a:extLst>
                <a:ext uri="{FF2B5EF4-FFF2-40B4-BE49-F238E27FC236}">
                  <a16:creationId xmlns:a16="http://schemas.microsoft.com/office/drawing/2014/main" id="{54FE8459-16C0-8AC2-7A4C-E166D20A3608}"/>
                </a:ext>
              </a:extLst>
            </p:cNvPr>
            <p:cNvSpPr>
              <a:spLocks noChangeArrowheads="1"/>
            </p:cNvSpPr>
            <p:nvPr/>
          </p:nvSpPr>
          <p:spPr bwMode="auto">
            <a:xfrm>
              <a:off x="4697" y="2658"/>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929" name="Line 88">
              <a:extLst>
                <a:ext uri="{FF2B5EF4-FFF2-40B4-BE49-F238E27FC236}">
                  <a16:creationId xmlns:a16="http://schemas.microsoft.com/office/drawing/2014/main" id="{423C887B-D7E6-FBF0-5460-53224064E1D0}"/>
                </a:ext>
              </a:extLst>
            </p:cNvPr>
            <p:cNvSpPr>
              <a:spLocks noChangeShapeType="1"/>
            </p:cNvSpPr>
            <p:nvPr/>
          </p:nvSpPr>
          <p:spPr bwMode="auto">
            <a:xfrm flipV="1">
              <a:off x="4706" y="2725"/>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30" name="Rectangle 89">
              <a:extLst>
                <a:ext uri="{FF2B5EF4-FFF2-40B4-BE49-F238E27FC236}">
                  <a16:creationId xmlns:a16="http://schemas.microsoft.com/office/drawing/2014/main" id="{020B6BEC-377E-BBA3-562B-BB368EECFA7A}"/>
                </a:ext>
              </a:extLst>
            </p:cNvPr>
            <p:cNvSpPr>
              <a:spLocks noChangeArrowheads="1"/>
            </p:cNvSpPr>
            <p:nvPr/>
          </p:nvSpPr>
          <p:spPr bwMode="auto">
            <a:xfrm>
              <a:off x="3780" y="2918"/>
              <a:ext cx="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A</a:t>
              </a:r>
              <a:endParaRPr lang="en-US" altLang="es-ES" sz="4400" i="0" u="sng"/>
            </a:p>
          </p:txBody>
        </p:sp>
        <p:sp>
          <p:nvSpPr>
            <p:cNvPr id="35931" name="Rectangle 90">
              <a:extLst>
                <a:ext uri="{FF2B5EF4-FFF2-40B4-BE49-F238E27FC236}">
                  <a16:creationId xmlns:a16="http://schemas.microsoft.com/office/drawing/2014/main" id="{3F9117AA-7FC3-5D2F-559C-715355327FF7}"/>
                </a:ext>
              </a:extLst>
            </p:cNvPr>
            <p:cNvSpPr>
              <a:spLocks noChangeArrowheads="1"/>
            </p:cNvSpPr>
            <p:nvPr/>
          </p:nvSpPr>
          <p:spPr bwMode="auto">
            <a:xfrm>
              <a:off x="4310" y="2918"/>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a:t>
              </a:r>
              <a:endParaRPr lang="en-US" altLang="es-ES" sz="4400" i="0" u="sng"/>
            </a:p>
          </p:txBody>
        </p:sp>
        <p:sp>
          <p:nvSpPr>
            <p:cNvPr id="35932" name="Rectangle 91">
              <a:extLst>
                <a:ext uri="{FF2B5EF4-FFF2-40B4-BE49-F238E27FC236}">
                  <a16:creationId xmlns:a16="http://schemas.microsoft.com/office/drawing/2014/main" id="{6EC8918E-A96C-3AF5-2D7A-E240207F52F9}"/>
                </a:ext>
              </a:extLst>
            </p:cNvPr>
            <p:cNvSpPr>
              <a:spLocks noChangeArrowheads="1"/>
            </p:cNvSpPr>
            <p:nvPr/>
          </p:nvSpPr>
          <p:spPr bwMode="auto">
            <a:xfrm>
              <a:off x="3931" y="3222"/>
              <a:ext cx="36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Function</a:t>
              </a:r>
              <a:endParaRPr lang="en-US" altLang="es-ES" sz="4400" i="0" u="sng"/>
            </a:p>
          </p:txBody>
        </p:sp>
        <p:sp>
          <p:nvSpPr>
            <p:cNvPr id="35933" name="Rectangle 92">
              <a:extLst>
                <a:ext uri="{FF2B5EF4-FFF2-40B4-BE49-F238E27FC236}">
                  <a16:creationId xmlns:a16="http://schemas.microsoft.com/office/drawing/2014/main" id="{6718E1CB-CD78-D23E-EEFA-446E5A261E0E}"/>
                </a:ext>
              </a:extLst>
            </p:cNvPr>
            <p:cNvSpPr>
              <a:spLocks noChangeArrowheads="1"/>
            </p:cNvSpPr>
            <p:nvPr/>
          </p:nvSpPr>
          <p:spPr bwMode="auto">
            <a:xfrm>
              <a:off x="4011" y="3304"/>
              <a:ext cx="16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unit</a:t>
              </a:r>
              <a:endParaRPr lang="en-US" altLang="es-ES" sz="4400" i="0" u="sng"/>
            </a:p>
          </p:txBody>
        </p:sp>
        <p:sp>
          <p:nvSpPr>
            <p:cNvPr id="35934" name="Rectangle 93">
              <a:extLst>
                <a:ext uri="{FF2B5EF4-FFF2-40B4-BE49-F238E27FC236}">
                  <a16:creationId xmlns:a16="http://schemas.microsoft.com/office/drawing/2014/main" id="{3A0AA359-F97E-4827-94EA-F3DF76ED5EB7}"/>
                </a:ext>
              </a:extLst>
            </p:cNvPr>
            <p:cNvSpPr>
              <a:spLocks noChangeArrowheads="1"/>
            </p:cNvSpPr>
            <p:nvPr/>
          </p:nvSpPr>
          <p:spPr bwMode="auto">
            <a:xfrm>
              <a:off x="4057" y="3599"/>
              <a:ext cx="5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F</a:t>
              </a:r>
              <a:endParaRPr lang="en-US" altLang="es-ES" sz="4400" i="0" u="sng"/>
            </a:p>
          </p:txBody>
        </p:sp>
        <p:sp>
          <p:nvSpPr>
            <p:cNvPr id="35935" name="Rectangle 94">
              <a:extLst>
                <a:ext uri="{FF2B5EF4-FFF2-40B4-BE49-F238E27FC236}">
                  <a16:creationId xmlns:a16="http://schemas.microsoft.com/office/drawing/2014/main" id="{4A4B5ABB-FCD2-8B24-BA73-8069CB127CE8}"/>
                </a:ext>
              </a:extLst>
            </p:cNvPr>
            <p:cNvSpPr>
              <a:spLocks noChangeArrowheads="1"/>
            </p:cNvSpPr>
            <p:nvPr/>
          </p:nvSpPr>
          <p:spPr bwMode="auto">
            <a:xfrm>
              <a:off x="3365" y="293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4</a:t>
              </a:r>
              <a:endParaRPr lang="en-US" altLang="es-ES" sz="4400" i="0" u="sng"/>
            </a:p>
          </p:txBody>
        </p:sp>
        <p:sp>
          <p:nvSpPr>
            <p:cNvPr id="35936" name="Line 95">
              <a:extLst>
                <a:ext uri="{FF2B5EF4-FFF2-40B4-BE49-F238E27FC236}">
                  <a16:creationId xmlns:a16="http://schemas.microsoft.com/office/drawing/2014/main" id="{77A3B4A6-9956-982C-5413-C1EE89C27AB9}"/>
                </a:ext>
              </a:extLst>
            </p:cNvPr>
            <p:cNvSpPr>
              <a:spLocks noChangeShapeType="1"/>
            </p:cNvSpPr>
            <p:nvPr/>
          </p:nvSpPr>
          <p:spPr bwMode="auto">
            <a:xfrm flipV="1">
              <a:off x="3376" y="3003"/>
              <a:ext cx="66" cy="6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37" name="Freeform 96">
              <a:extLst>
                <a:ext uri="{FF2B5EF4-FFF2-40B4-BE49-F238E27FC236}">
                  <a16:creationId xmlns:a16="http://schemas.microsoft.com/office/drawing/2014/main" id="{7908AE41-42EE-ADFB-18AA-393D5C1EA776}"/>
                </a:ext>
              </a:extLst>
            </p:cNvPr>
            <p:cNvSpPr>
              <a:spLocks/>
            </p:cNvSpPr>
            <p:nvPr/>
          </p:nvSpPr>
          <p:spPr bwMode="auto">
            <a:xfrm>
              <a:off x="4148" y="2247"/>
              <a:ext cx="385" cy="263"/>
            </a:xfrm>
            <a:custGeom>
              <a:avLst/>
              <a:gdLst>
                <a:gd name="T0" fmla="*/ 0 w 385"/>
                <a:gd name="T1" fmla="*/ 0 h 263"/>
                <a:gd name="T2" fmla="*/ 385 w 385"/>
                <a:gd name="T3" fmla="*/ 0 h 263"/>
                <a:gd name="T4" fmla="*/ 385 w 385"/>
                <a:gd name="T5" fmla="*/ 263 h 263"/>
                <a:gd name="T6" fmla="*/ 0 w 385"/>
                <a:gd name="T7" fmla="*/ 263 h 263"/>
                <a:gd name="T8" fmla="*/ 0 w 385"/>
                <a:gd name="T9" fmla="*/ 0 h 263"/>
                <a:gd name="T10" fmla="*/ 0 w 385"/>
                <a:gd name="T11" fmla="*/ 0 h 263"/>
                <a:gd name="T12" fmla="*/ 0 60000 65536"/>
                <a:gd name="T13" fmla="*/ 0 60000 65536"/>
                <a:gd name="T14" fmla="*/ 0 60000 65536"/>
                <a:gd name="T15" fmla="*/ 0 60000 65536"/>
                <a:gd name="T16" fmla="*/ 0 60000 65536"/>
                <a:gd name="T17" fmla="*/ 0 60000 65536"/>
                <a:gd name="T18" fmla="*/ 0 w 385"/>
                <a:gd name="T19" fmla="*/ 0 h 263"/>
                <a:gd name="T20" fmla="*/ 385 w 385"/>
                <a:gd name="T21" fmla="*/ 263 h 263"/>
              </a:gdLst>
              <a:ahLst/>
              <a:cxnLst>
                <a:cxn ang="T12">
                  <a:pos x="T0" y="T1"/>
                </a:cxn>
                <a:cxn ang="T13">
                  <a:pos x="T2" y="T3"/>
                </a:cxn>
                <a:cxn ang="T14">
                  <a:pos x="T4" y="T5"/>
                </a:cxn>
                <a:cxn ang="T15">
                  <a:pos x="T6" y="T7"/>
                </a:cxn>
                <a:cxn ang="T16">
                  <a:pos x="T8" y="T9"/>
                </a:cxn>
                <a:cxn ang="T17">
                  <a:pos x="T10" y="T11"/>
                </a:cxn>
              </a:cxnLst>
              <a:rect l="T18" t="T19" r="T20" b="T21"/>
              <a:pathLst>
                <a:path w="385" h="263">
                  <a:moveTo>
                    <a:pt x="0" y="0"/>
                  </a:moveTo>
                  <a:lnTo>
                    <a:pt x="385" y="0"/>
                  </a:lnTo>
                  <a:lnTo>
                    <a:pt x="385" y="263"/>
                  </a:lnTo>
                  <a:lnTo>
                    <a:pt x="0" y="263"/>
                  </a:lnTo>
                  <a:lnTo>
                    <a:pt x="0" y="0"/>
                  </a:lnTo>
                  <a:close/>
                </a:path>
              </a:pathLst>
            </a:custGeom>
            <a:solidFill>
              <a:srgbClr val="FFFFFF"/>
            </a:solidFill>
            <a:ln w="14288">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938" name="Rectangle 97">
              <a:extLst>
                <a:ext uri="{FF2B5EF4-FFF2-40B4-BE49-F238E27FC236}">
                  <a16:creationId xmlns:a16="http://schemas.microsoft.com/office/drawing/2014/main" id="{9A0B5E9F-06C3-8F0E-3CA9-26A2FA187BDF}"/>
                </a:ext>
              </a:extLst>
            </p:cNvPr>
            <p:cNvSpPr>
              <a:spLocks noChangeArrowheads="1"/>
            </p:cNvSpPr>
            <p:nvPr/>
          </p:nvSpPr>
          <p:spPr bwMode="auto">
            <a:xfrm>
              <a:off x="4188" y="2347"/>
              <a:ext cx="31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MUX B</a:t>
              </a:r>
              <a:endParaRPr lang="en-US" altLang="es-ES" sz="4400" i="0" u="sng"/>
            </a:p>
          </p:txBody>
        </p:sp>
        <p:sp>
          <p:nvSpPr>
            <p:cNvPr id="35939" name="Rectangle 98">
              <a:extLst>
                <a:ext uri="{FF2B5EF4-FFF2-40B4-BE49-F238E27FC236}">
                  <a16:creationId xmlns:a16="http://schemas.microsoft.com/office/drawing/2014/main" id="{19994536-8E49-88FA-B54A-CAA578AE903C}"/>
                </a:ext>
              </a:extLst>
            </p:cNvPr>
            <p:cNvSpPr>
              <a:spLocks noChangeArrowheads="1"/>
            </p:cNvSpPr>
            <p:nvPr/>
          </p:nvSpPr>
          <p:spPr bwMode="auto">
            <a:xfrm>
              <a:off x="4178" y="225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1</a:t>
              </a:r>
              <a:endParaRPr lang="en-US" altLang="es-ES" sz="4400" i="0" u="sng"/>
            </a:p>
          </p:txBody>
        </p:sp>
        <p:sp>
          <p:nvSpPr>
            <p:cNvPr id="35940" name="Rectangle 99">
              <a:extLst>
                <a:ext uri="{FF2B5EF4-FFF2-40B4-BE49-F238E27FC236}">
                  <a16:creationId xmlns:a16="http://schemas.microsoft.com/office/drawing/2014/main" id="{73DAF895-109D-6118-1C43-7984E901F811}"/>
                </a:ext>
              </a:extLst>
            </p:cNvPr>
            <p:cNvSpPr>
              <a:spLocks noChangeArrowheads="1"/>
            </p:cNvSpPr>
            <p:nvPr/>
          </p:nvSpPr>
          <p:spPr bwMode="auto">
            <a:xfrm>
              <a:off x="4410" y="225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0</a:t>
              </a:r>
              <a:endParaRPr lang="en-US" altLang="es-ES" sz="4400" i="0" u="sng"/>
            </a:p>
          </p:txBody>
        </p:sp>
        <p:sp>
          <p:nvSpPr>
            <p:cNvPr id="35941" name="Freeform 100">
              <a:extLst>
                <a:ext uri="{FF2B5EF4-FFF2-40B4-BE49-F238E27FC236}">
                  <a16:creationId xmlns:a16="http://schemas.microsoft.com/office/drawing/2014/main" id="{F99C8C3A-BF50-DA4B-DC4D-15F992BBDF41}"/>
                </a:ext>
              </a:extLst>
            </p:cNvPr>
            <p:cNvSpPr>
              <a:spLocks/>
            </p:cNvSpPr>
            <p:nvPr/>
          </p:nvSpPr>
          <p:spPr bwMode="auto">
            <a:xfrm>
              <a:off x="3982" y="3959"/>
              <a:ext cx="324" cy="188"/>
            </a:xfrm>
            <a:custGeom>
              <a:avLst/>
              <a:gdLst>
                <a:gd name="T0" fmla="*/ 0 w 324"/>
                <a:gd name="T1" fmla="*/ 0 h 188"/>
                <a:gd name="T2" fmla="*/ 324 w 324"/>
                <a:gd name="T3" fmla="*/ 0 h 188"/>
                <a:gd name="T4" fmla="*/ 324 w 324"/>
                <a:gd name="T5" fmla="*/ 188 h 188"/>
                <a:gd name="T6" fmla="*/ 0 w 324"/>
                <a:gd name="T7" fmla="*/ 188 h 188"/>
                <a:gd name="T8" fmla="*/ 0 w 324"/>
                <a:gd name="T9" fmla="*/ 0 h 188"/>
                <a:gd name="T10" fmla="*/ 0 w 324"/>
                <a:gd name="T11" fmla="*/ 0 h 188"/>
                <a:gd name="T12" fmla="*/ 0 60000 65536"/>
                <a:gd name="T13" fmla="*/ 0 60000 65536"/>
                <a:gd name="T14" fmla="*/ 0 60000 65536"/>
                <a:gd name="T15" fmla="*/ 0 60000 65536"/>
                <a:gd name="T16" fmla="*/ 0 60000 65536"/>
                <a:gd name="T17" fmla="*/ 0 60000 65536"/>
                <a:gd name="T18" fmla="*/ 0 w 324"/>
                <a:gd name="T19" fmla="*/ 0 h 188"/>
                <a:gd name="T20" fmla="*/ 324 w 324"/>
                <a:gd name="T21" fmla="*/ 188 h 188"/>
              </a:gdLst>
              <a:ahLst/>
              <a:cxnLst>
                <a:cxn ang="T12">
                  <a:pos x="T0" y="T1"/>
                </a:cxn>
                <a:cxn ang="T13">
                  <a:pos x="T2" y="T3"/>
                </a:cxn>
                <a:cxn ang="T14">
                  <a:pos x="T4" y="T5"/>
                </a:cxn>
                <a:cxn ang="T15">
                  <a:pos x="T6" y="T7"/>
                </a:cxn>
                <a:cxn ang="T16">
                  <a:pos x="T8" y="T9"/>
                </a:cxn>
                <a:cxn ang="T17">
                  <a:pos x="T10" y="T11"/>
                </a:cxn>
              </a:cxnLst>
              <a:rect l="T18" t="T19" r="T20" b="T21"/>
              <a:pathLst>
                <a:path w="324" h="188">
                  <a:moveTo>
                    <a:pt x="0" y="0"/>
                  </a:moveTo>
                  <a:lnTo>
                    <a:pt x="324" y="0"/>
                  </a:lnTo>
                  <a:lnTo>
                    <a:pt x="324" y="188"/>
                  </a:lnTo>
                  <a:lnTo>
                    <a:pt x="0" y="188"/>
                  </a:lnTo>
                  <a:lnTo>
                    <a:pt x="0" y="0"/>
                  </a:lnTo>
                  <a:close/>
                </a:path>
              </a:pathLst>
            </a:cu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5942" name="Rectangle 101">
              <a:extLst>
                <a:ext uri="{FF2B5EF4-FFF2-40B4-BE49-F238E27FC236}">
                  <a16:creationId xmlns:a16="http://schemas.microsoft.com/office/drawing/2014/main" id="{A14B4B16-5FAD-CA20-8910-6F6313E1F345}"/>
                </a:ext>
              </a:extLst>
            </p:cNvPr>
            <p:cNvSpPr>
              <a:spLocks noChangeArrowheads="1"/>
            </p:cNvSpPr>
            <p:nvPr/>
          </p:nvSpPr>
          <p:spPr bwMode="auto">
            <a:xfrm>
              <a:off x="3983" y="4046"/>
              <a:ext cx="32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MUX D</a:t>
              </a:r>
              <a:endParaRPr lang="en-US" altLang="es-ES" sz="4400" i="0" u="sng"/>
            </a:p>
          </p:txBody>
        </p:sp>
        <p:sp>
          <p:nvSpPr>
            <p:cNvPr id="35943" name="Rectangle 102">
              <a:extLst>
                <a:ext uri="{FF2B5EF4-FFF2-40B4-BE49-F238E27FC236}">
                  <a16:creationId xmlns:a16="http://schemas.microsoft.com/office/drawing/2014/main" id="{9CDCD951-66A4-CCE8-B123-FF05FE69159F}"/>
                </a:ext>
              </a:extLst>
            </p:cNvPr>
            <p:cNvSpPr>
              <a:spLocks noChangeArrowheads="1"/>
            </p:cNvSpPr>
            <p:nvPr/>
          </p:nvSpPr>
          <p:spPr bwMode="auto">
            <a:xfrm>
              <a:off x="4052" y="3964"/>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0</a:t>
              </a:r>
              <a:endParaRPr lang="en-US" altLang="es-ES" sz="4400" i="0" u="sng"/>
            </a:p>
          </p:txBody>
        </p:sp>
        <p:sp>
          <p:nvSpPr>
            <p:cNvPr id="35944" name="Rectangle 103">
              <a:extLst>
                <a:ext uri="{FF2B5EF4-FFF2-40B4-BE49-F238E27FC236}">
                  <a16:creationId xmlns:a16="http://schemas.microsoft.com/office/drawing/2014/main" id="{650E0858-C772-1E32-4089-4EF364C5DB79}"/>
                </a:ext>
              </a:extLst>
            </p:cNvPr>
            <p:cNvSpPr>
              <a:spLocks noChangeArrowheads="1"/>
            </p:cNvSpPr>
            <p:nvPr/>
          </p:nvSpPr>
          <p:spPr bwMode="auto">
            <a:xfrm>
              <a:off x="4184" y="3964"/>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1</a:t>
              </a:r>
              <a:endParaRPr lang="en-US" altLang="es-ES" sz="4400" i="0" u="sng"/>
            </a:p>
          </p:txBody>
        </p:sp>
        <p:sp>
          <p:nvSpPr>
            <p:cNvPr id="35945" name="Line 104">
              <a:extLst>
                <a:ext uri="{FF2B5EF4-FFF2-40B4-BE49-F238E27FC236}">
                  <a16:creationId xmlns:a16="http://schemas.microsoft.com/office/drawing/2014/main" id="{2DB1751D-4369-66B4-83F6-FFEFA5C6B6E9}"/>
                </a:ext>
              </a:extLst>
            </p:cNvPr>
            <p:cNvSpPr>
              <a:spLocks noChangeShapeType="1"/>
            </p:cNvSpPr>
            <p:nvPr/>
          </p:nvSpPr>
          <p:spPr bwMode="auto">
            <a:xfrm flipV="1">
              <a:off x="4034" y="3792"/>
              <a:ext cx="66" cy="6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46" name="Rectangle 105">
              <a:extLst>
                <a:ext uri="{FF2B5EF4-FFF2-40B4-BE49-F238E27FC236}">
                  <a16:creationId xmlns:a16="http://schemas.microsoft.com/office/drawing/2014/main" id="{25CE3F6B-E261-407E-29E0-97FC60B3B781}"/>
                </a:ext>
              </a:extLst>
            </p:cNvPr>
            <p:cNvSpPr>
              <a:spLocks noChangeArrowheads="1"/>
            </p:cNvSpPr>
            <p:nvPr/>
          </p:nvSpPr>
          <p:spPr bwMode="auto">
            <a:xfrm>
              <a:off x="4004" y="375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947" name="Line 106">
              <a:extLst>
                <a:ext uri="{FF2B5EF4-FFF2-40B4-BE49-F238E27FC236}">
                  <a16:creationId xmlns:a16="http://schemas.microsoft.com/office/drawing/2014/main" id="{0F0424B7-315D-19AA-4654-AA021265A6AA}"/>
                </a:ext>
              </a:extLst>
            </p:cNvPr>
            <p:cNvSpPr>
              <a:spLocks noChangeShapeType="1"/>
            </p:cNvSpPr>
            <p:nvPr/>
          </p:nvSpPr>
          <p:spPr bwMode="auto">
            <a:xfrm flipV="1">
              <a:off x="4735" y="3784"/>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5948" name="Rectangle 107">
              <a:extLst>
                <a:ext uri="{FF2B5EF4-FFF2-40B4-BE49-F238E27FC236}">
                  <a16:creationId xmlns:a16="http://schemas.microsoft.com/office/drawing/2014/main" id="{0E9CF01C-6718-CDC5-716E-40BD6C4E6810}"/>
                </a:ext>
              </a:extLst>
            </p:cNvPr>
            <p:cNvSpPr>
              <a:spLocks noChangeArrowheads="1"/>
            </p:cNvSpPr>
            <p:nvPr/>
          </p:nvSpPr>
          <p:spPr bwMode="auto">
            <a:xfrm>
              <a:off x="4718" y="371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5949" name="Rectangle 108">
              <a:extLst>
                <a:ext uri="{FF2B5EF4-FFF2-40B4-BE49-F238E27FC236}">
                  <a16:creationId xmlns:a16="http://schemas.microsoft.com/office/drawing/2014/main" id="{AD5182E4-59E9-05B1-E2A6-E91378800244}"/>
                </a:ext>
              </a:extLst>
            </p:cNvPr>
            <p:cNvSpPr>
              <a:spLocks noChangeArrowheads="1"/>
            </p:cNvSpPr>
            <p:nvPr/>
          </p:nvSpPr>
          <p:spPr bwMode="auto">
            <a:xfrm>
              <a:off x="5160" y="3771"/>
              <a:ext cx="30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Data in</a:t>
              </a:r>
              <a:endParaRPr lang="en-US" altLang="es-ES" sz="4400" i="0" u="sng"/>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3 Marcador de número de diapositiva">
            <a:extLst>
              <a:ext uri="{FF2B5EF4-FFF2-40B4-BE49-F238E27FC236}">
                <a16:creationId xmlns:a16="http://schemas.microsoft.com/office/drawing/2014/main" id="{DF9680F8-4CC8-E51B-8E98-85CCF068FD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73E96741-5F69-4783-863F-E9558FDDD907}" type="slidenum">
              <a:rPr lang="en-US" altLang="es-ES" sz="1600" b="0" i="0" baseline="0"/>
              <a:pPr/>
              <a:t>32</a:t>
            </a:fld>
            <a:endParaRPr lang="en-US" altLang="es-ES" sz="1600" b="0" i="0" baseline="0"/>
          </a:p>
        </p:txBody>
      </p:sp>
      <p:sp>
        <p:nvSpPr>
          <p:cNvPr id="36867" name="Rectangle 2">
            <a:extLst>
              <a:ext uri="{FF2B5EF4-FFF2-40B4-BE49-F238E27FC236}">
                <a16:creationId xmlns:a16="http://schemas.microsoft.com/office/drawing/2014/main" id="{D641F342-70B0-CDA8-838C-C29F48A2DEB2}"/>
              </a:ext>
            </a:extLst>
          </p:cNvPr>
          <p:cNvSpPr>
            <a:spLocks noGrp="1" noChangeArrowheads="1"/>
          </p:cNvSpPr>
          <p:nvPr>
            <p:ph type="title"/>
          </p:nvPr>
        </p:nvSpPr>
        <p:spPr/>
        <p:txBody>
          <a:bodyPr/>
          <a:lstStyle/>
          <a:p>
            <a:r>
              <a:rPr lang="en-US" altLang="es-ES"/>
              <a:t>Datapath Representation </a:t>
            </a:r>
            <a:r>
              <a:rPr lang="en-US" altLang="es-ES" b="0"/>
              <a:t>(continued)</a:t>
            </a:r>
          </a:p>
        </p:txBody>
      </p:sp>
      <p:sp>
        <p:nvSpPr>
          <p:cNvPr id="36868" name="Rectangle 3">
            <a:extLst>
              <a:ext uri="{FF2B5EF4-FFF2-40B4-BE49-F238E27FC236}">
                <a16:creationId xmlns:a16="http://schemas.microsoft.com/office/drawing/2014/main" id="{3FBDDEF5-F882-8DF0-1E43-FEF8C996750A}"/>
              </a:ext>
            </a:extLst>
          </p:cNvPr>
          <p:cNvSpPr>
            <a:spLocks noGrp="1" noChangeArrowheads="1"/>
          </p:cNvSpPr>
          <p:nvPr>
            <p:ph type="body" idx="1"/>
          </p:nvPr>
        </p:nvSpPr>
        <p:spPr>
          <a:xfrm>
            <a:off x="465138" y="1187450"/>
            <a:ext cx="4152900" cy="5027613"/>
          </a:xfrm>
        </p:spPr>
        <p:txBody>
          <a:bodyPr/>
          <a:lstStyle/>
          <a:p>
            <a:r>
              <a:rPr lang="en-US" altLang="es-ES" sz="2000"/>
              <a:t>In the register file:</a:t>
            </a:r>
          </a:p>
          <a:p>
            <a:pPr lvl="1"/>
            <a:r>
              <a:rPr lang="en-US" altLang="es-ES" sz="1800"/>
              <a:t>Multiplexer select inputs become A address and B address </a:t>
            </a:r>
          </a:p>
          <a:p>
            <a:pPr lvl="1"/>
            <a:r>
              <a:rPr lang="en-US" altLang="es-ES" sz="1800"/>
              <a:t>Decoder input becomes D address</a:t>
            </a:r>
          </a:p>
          <a:p>
            <a:pPr lvl="1"/>
            <a:r>
              <a:rPr lang="en-US" altLang="es-ES" sz="1800"/>
              <a:t>Multiplexer outputs become A data and B data</a:t>
            </a:r>
          </a:p>
          <a:p>
            <a:pPr lvl="1"/>
            <a:r>
              <a:rPr lang="en-US" altLang="es-ES" sz="1800"/>
              <a:t>Input data to the registers becomes D data</a:t>
            </a:r>
          </a:p>
          <a:p>
            <a:pPr lvl="1"/>
            <a:r>
              <a:rPr lang="en-US" altLang="es-ES" sz="1800"/>
              <a:t>Load enable becomes write</a:t>
            </a:r>
          </a:p>
          <a:p>
            <a:r>
              <a:rPr lang="en-US" altLang="es-ES" sz="2000"/>
              <a:t>The register file now appears like a memory based on clocked flip-flops (the clock is not shown)</a:t>
            </a:r>
          </a:p>
          <a:p>
            <a:r>
              <a:rPr lang="en-US" altLang="es-ES" sz="2000"/>
              <a:t>The function unit labeling is quite straightforward except for FS</a:t>
            </a:r>
          </a:p>
        </p:txBody>
      </p:sp>
      <p:grpSp>
        <p:nvGrpSpPr>
          <p:cNvPr id="36869" name="Group 4">
            <a:extLst>
              <a:ext uri="{FF2B5EF4-FFF2-40B4-BE49-F238E27FC236}">
                <a16:creationId xmlns:a16="http://schemas.microsoft.com/office/drawing/2014/main" id="{F82D7D54-EFE1-7D6E-9E2D-E57F09AFA12F}"/>
              </a:ext>
            </a:extLst>
          </p:cNvPr>
          <p:cNvGrpSpPr>
            <a:grpSpLocks/>
          </p:cNvGrpSpPr>
          <p:nvPr/>
        </p:nvGrpSpPr>
        <p:grpSpPr bwMode="auto">
          <a:xfrm>
            <a:off x="4610100" y="1243013"/>
            <a:ext cx="4341813" cy="5553075"/>
            <a:chOff x="2904" y="783"/>
            <a:chExt cx="2735" cy="3498"/>
          </a:xfrm>
        </p:grpSpPr>
        <p:sp>
          <p:nvSpPr>
            <p:cNvPr id="36870" name="Line 5">
              <a:extLst>
                <a:ext uri="{FF2B5EF4-FFF2-40B4-BE49-F238E27FC236}">
                  <a16:creationId xmlns:a16="http://schemas.microsoft.com/office/drawing/2014/main" id="{BA5F846A-468B-400A-4487-9CC5D4AF1CEA}"/>
                </a:ext>
              </a:extLst>
            </p:cNvPr>
            <p:cNvSpPr>
              <a:spLocks noChangeShapeType="1"/>
            </p:cNvSpPr>
            <p:nvPr/>
          </p:nvSpPr>
          <p:spPr bwMode="auto">
            <a:xfrm>
              <a:off x="4336" y="1974"/>
              <a:ext cx="1" cy="22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871" name="Freeform 6">
              <a:extLst>
                <a:ext uri="{FF2B5EF4-FFF2-40B4-BE49-F238E27FC236}">
                  <a16:creationId xmlns:a16="http://schemas.microsoft.com/office/drawing/2014/main" id="{F8D290D8-DAAA-5C30-15AC-DB04DEC1C32C}"/>
                </a:ext>
              </a:extLst>
            </p:cNvPr>
            <p:cNvSpPr>
              <a:spLocks/>
            </p:cNvSpPr>
            <p:nvPr/>
          </p:nvSpPr>
          <p:spPr bwMode="auto">
            <a:xfrm>
              <a:off x="4318" y="2186"/>
              <a:ext cx="37" cy="61"/>
            </a:xfrm>
            <a:custGeom>
              <a:avLst/>
              <a:gdLst>
                <a:gd name="T0" fmla="*/ 11 w 22"/>
                <a:gd name="T1" fmla="*/ 6 h 36"/>
                <a:gd name="T2" fmla="*/ 22 w 22"/>
                <a:gd name="T3" fmla="*/ 0 h 36"/>
                <a:gd name="T4" fmla="*/ 22 w 22"/>
                <a:gd name="T5" fmla="*/ 0 h 36"/>
                <a:gd name="T6" fmla="*/ 15 w 22"/>
                <a:gd name="T7" fmla="*/ 18 h 36"/>
                <a:gd name="T8" fmla="*/ 11 w 22"/>
                <a:gd name="T9" fmla="*/ 36 h 36"/>
                <a:gd name="T10" fmla="*/ 7 w 22"/>
                <a:gd name="T11" fmla="*/ 18 h 36"/>
                <a:gd name="T12" fmla="*/ 0 w 22"/>
                <a:gd name="T13" fmla="*/ 0 h 36"/>
                <a:gd name="T14" fmla="*/ 0 w 22"/>
                <a:gd name="T15" fmla="*/ 0 h 36"/>
                <a:gd name="T16" fmla="*/ 11 w 22"/>
                <a:gd name="T17" fmla="*/ 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6"/>
                <a:gd name="T29" fmla="*/ 22 w 22"/>
                <a:gd name="T30" fmla="*/ 36 h 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6">
                  <a:moveTo>
                    <a:pt x="11" y="6"/>
                  </a:moveTo>
                  <a:cubicBezTo>
                    <a:pt x="22" y="0"/>
                    <a:pt x="22" y="0"/>
                    <a:pt x="22" y="0"/>
                  </a:cubicBezTo>
                  <a:cubicBezTo>
                    <a:pt x="22" y="0"/>
                    <a:pt x="22" y="0"/>
                    <a:pt x="22" y="0"/>
                  </a:cubicBezTo>
                  <a:cubicBezTo>
                    <a:pt x="15" y="18"/>
                    <a:pt x="15" y="18"/>
                    <a:pt x="15" y="18"/>
                  </a:cubicBezTo>
                  <a:cubicBezTo>
                    <a:pt x="14" y="24"/>
                    <a:pt x="12" y="30"/>
                    <a:pt x="11" y="36"/>
                  </a:cubicBezTo>
                  <a:cubicBezTo>
                    <a:pt x="10" y="30"/>
                    <a:pt x="8" y="24"/>
                    <a:pt x="7" y="18"/>
                  </a:cubicBezTo>
                  <a:cubicBezTo>
                    <a:pt x="0" y="0"/>
                    <a:pt x="0" y="0"/>
                    <a:pt x="0" y="0"/>
                  </a:cubicBezTo>
                  <a:cubicBezTo>
                    <a:pt x="0" y="0"/>
                    <a:pt x="0" y="0"/>
                    <a:pt x="0" y="0"/>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72" name="Line 7">
              <a:extLst>
                <a:ext uri="{FF2B5EF4-FFF2-40B4-BE49-F238E27FC236}">
                  <a16:creationId xmlns:a16="http://schemas.microsoft.com/office/drawing/2014/main" id="{695637D8-8B3E-FD47-3802-AAE03EF3F1AD}"/>
                </a:ext>
              </a:extLst>
            </p:cNvPr>
            <p:cNvSpPr>
              <a:spLocks noChangeShapeType="1"/>
            </p:cNvSpPr>
            <p:nvPr/>
          </p:nvSpPr>
          <p:spPr bwMode="auto">
            <a:xfrm>
              <a:off x="3812" y="1974"/>
              <a:ext cx="1" cy="889"/>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873" name="Freeform 8">
              <a:extLst>
                <a:ext uri="{FF2B5EF4-FFF2-40B4-BE49-F238E27FC236}">
                  <a16:creationId xmlns:a16="http://schemas.microsoft.com/office/drawing/2014/main" id="{7915C159-D298-11AC-E36D-072B79E808D1}"/>
                </a:ext>
              </a:extLst>
            </p:cNvPr>
            <p:cNvSpPr>
              <a:spLocks/>
            </p:cNvSpPr>
            <p:nvPr/>
          </p:nvSpPr>
          <p:spPr bwMode="auto">
            <a:xfrm>
              <a:off x="3793" y="2847"/>
              <a:ext cx="38" cy="61"/>
            </a:xfrm>
            <a:custGeom>
              <a:avLst/>
              <a:gdLst>
                <a:gd name="T0" fmla="*/ 11 w 22"/>
                <a:gd name="T1" fmla="*/ 6 h 36"/>
                <a:gd name="T2" fmla="*/ 22 w 22"/>
                <a:gd name="T3" fmla="*/ 0 h 36"/>
                <a:gd name="T4" fmla="*/ 22 w 22"/>
                <a:gd name="T5" fmla="*/ 0 h 36"/>
                <a:gd name="T6" fmla="*/ 15 w 22"/>
                <a:gd name="T7" fmla="*/ 18 h 36"/>
                <a:gd name="T8" fmla="*/ 11 w 22"/>
                <a:gd name="T9" fmla="*/ 36 h 36"/>
                <a:gd name="T10" fmla="*/ 7 w 22"/>
                <a:gd name="T11" fmla="*/ 18 h 36"/>
                <a:gd name="T12" fmla="*/ 0 w 22"/>
                <a:gd name="T13" fmla="*/ 0 h 36"/>
                <a:gd name="T14" fmla="*/ 0 w 22"/>
                <a:gd name="T15" fmla="*/ 0 h 36"/>
                <a:gd name="T16" fmla="*/ 11 w 22"/>
                <a:gd name="T17" fmla="*/ 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6"/>
                <a:gd name="T29" fmla="*/ 22 w 22"/>
                <a:gd name="T30" fmla="*/ 36 h 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6">
                  <a:moveTo>
                    <a:pt x="11" y="6"/>
                  </a:moveTo>
                  <a:cubicBezTo>
                    <a:pt x="22" y="0"/>
                    <a:pt x="22" y="0"/>
                    <a:pt x="22" y="0"/>
                  </a:cubicBezTo>
                  <a:cubicBezTo>
                    <a:pt x="22" y="0"/>
                    <a:pt x="22" y="0"/>
                    <a:pt x="22" y="0"/>
                  </a:cubicBezTo>
                  <a:cubicBezTo>
                    <a:pt x="15" y="18"/>
                    <a:pt x="15" y="18"/>
                    <a:pt x="15" y="18"/>
                  </a:cubicBezTo>
                  <a:cubicBezTo>
                    <a:pt x="13" y="24"/>
                    <a:pt x="12" y="30"/>
                    <a:pt x="11" y="36"/>
                  </a:cubicBezTo>
                  <a:cubicBezTo>
                    <a:pt x="9" y="30"/>
                    <a:pt x="8" y="24"/>
                    <a:pt x="7" y="18"/>
                  </a:cubicBezTo>
                  <a:cubicBezTo>
                    <a:pt x="0" y="0"/>
                    <a:pt x="0" y="0"/>
                    <a:pt x="0" y="0"/>
                  </a:cubicBezTo>
                  <a:cubicBezTo>
                    <a:pt x="0" y="0"/>
                    <a:pt x="0" y="0"/>
                    <a:pt x="0" y="0"/>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74" name="Line 9">
              <a:extLst>
                <a:ext uri="{FF2B5EF4-FFF2-40B4-BE49-F238E27FC236}">
                  <a16:creationId xmlns:a16="http://schemas.microsoft.com/office/drawing/2014/main" id="{360A4C56-66DE-BBAF-5BF0-838CCD5BEC27}"/>
                </a:ext>
              </a:extLst>
            </p:cNvPr>
            <p:cNvSpPr>
              <a:spLocks noChangeShapeType="1"/>
            </p:cNvSpPr>
            <p:nvPr/>
          </p:nvSpPr>
          <p:spPr bwMode="auto">
            <a:xfrm flipH="1">
              <a:off x="4643" y="1721"/>
              <a:ext cx="236"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875" name="Freeform 10">
              <a:extLst>
                <a:ext uri="{FF2B5EF4-FFF2-40B4-BE49-F238E27FC236}">
                  <a16:creationId xmlns:a16="http://schemas.microsoft.com/office/drawing/2014/main" id="{1E94BBD7-18FA-27A2-6859-06BD8988C718}"/>
                </a:ext>
              </a:extLst>
            </p:cNvPr>
            <p:cNvSpPr>
              <a:spLocks/>
            </p:cNvSpPr>
            <p:nvPr/>
          </p:nvSpPr>
          <p:spPr bwMode="auto">
            <a:xfrm>
              <a:off x="4598" y="1702"/>
              <a:ext cx="62" cy="37"/>
            </a:xfrm>
            <a:custGeom>
              <a:avLst/>
              <a:gdLst>
                <a:gd name="T0" fmla="*/ 30 w 37"/>
                <a:gd name="T1" fmla="*/ 11 h 22"/>
                <a:gd name="T2" fmla="*/ 37 w 37"/>
                <a:gd name="T3" fmla="*/ 22 h 22"/>
                <a:gd name="T4" fmla="*/ 36 w 37"/>
                <a:gd name="T5" fmla="*/ 22 h 22"/>
                <a:gd name="T6" fmla="*/ 19 w 37"/>
                <a:gd name="T7" fmla="*/ 15 h 22"/>
                <a:gd name="T8" fmla="*/ 0 w 37"/>
                <a:gd name="T9" fmla="*/ 11 h 22"/>
                <a:gd name="T10" fmla="*/ 19 w 37"/>
                <a:gd name="T11" fmla="*/ 7 h 22"/>
                <a:gd name="T12" fmla="*/ 36 w 37"/>
                <a:gd name="T13" fmla="*/ 0 h 22"/>
                <a:gd name="T14" fmla="*/ 37 w 37"/>
                <a:gd name="T15" fmla="*/ 0 h 22"/>
                <a:gd name="T16" fmla="*/ 30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30" y="11"/>
                  </a:moveTo>
                  <a:cubicBezTo>
                    <a:pt x="37" y="22"/>
                    <a:pt x="37" y="22"/>
                    <a:pt x="37" y="22"/>
                  </a:cubicBezTo>
                  <a:cubicBezTo>
                    <a:pt x="36" y="22"/>
                    <a:pt x="36" y="22"/>
                    <a:pt x="36" y="22"/>
                  </a:cubicBezTo>
                  <a:cubicBezTo>
                    <a:pt x="19" y="15"/>
                    <a:pt x="19" y="15"/>
                    <a:pt x="19" y="15"/>
                  </a:cubicBezTo>
                  <a:cubicBezTo>
                    <a:pt x="13" y="14"/>
                    <a:pt x="6" y="13"/>
                    <a:pt x="0" y="11"/>
                  </a:cubicBezTo>
                  <a:cubicBezTo>
                    <a:pt x="6" y="10"/>
                    <a:pt x="13" y="8"/>
                    <a:pt x="19" y="7"/>
                  </a:cubicBezTo>
                  <a:cubicBezTo>
                    <a:pt x="36" y="0"/>
                    <a:pt x="36" y="0"/>
                    <a:pt x="36" y="0"/>
                  </a:cubicBezTo>
                  <a:cubicBezTo>
                    <a:pt x="37" y="0"/>
                    <a:pt x="37" y="0"/>
                    <a:pt x="37" y="0"/>
                  </a:cubicBezTo>
                  <a:lnTo>
                    <a:pt x="3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76" name="Rectangle 11">
              <a:extLst>
                <a:ext uri="{FF2B5EF4-FFF2-40B4-BE49-F238E27FC236}">
                  <a16:creationId xmlns:a16="http://schemas.microsoft.com/office/drawing/2014/main" id="{D78780AA-CF25-F09E-C0A8-473B2AEEFABC}"/>
                </a:ext>
              </a:extLst>
            </p:cNvPr>
            <p:cNvSpPr>
              <a:spLocks noChangeArrowheads="1"/>
            </p:cNvSpPr>
            <p:nvPr/>
          </p:nvSpPr>
          <p:spPr bwMode="auto">
            <a:xfrm>
              <a:off x="5147" y="2590"/>
              <a:ext cx="49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Address out</a:t>
              </a:r>
              <a:endParaRPr lang="en-US" altLang="es-ES" sz="4400" i="0" u="sng"/>
            </a:p>
          </p:txBody>
        </p:sp>
        <p:sp>
          <p:nvSpPr>
            <p:cNvPr id="36877" name="Rectangle 12">
              <a:extLst>
                <a:ext uri="{FF2B5EF4-FFF2-40B4-BE49-F238E27FC236}">
                  <a16:creationId xmlns:a16="http://schemas.microsoft.com/office/drawing/2014/main" id="{D95A1C18-C11C-4D62-EABD-E0592BCAC87D}"/>
                </a:ext>
              </a:extLst>
            </p:cNvPr>
            <p:cNvSpPr>
              <a:spLocks noChangeArrowheads="1"/>
            </p:cNvSpPr>
            <p:nvPr/>
          </p:nvSpPr>
          <p:spPr bwMode="auto">
            <a:xfrm>
              <a:off x="5147" y="2717"/>
              <a:ext cx="35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Data out</a:t>
              </a:r>
              <a:endParaRPr lang="en-US" altLang="es-ES" sz="4400" i="0" u="sng"/>
            </a:p>
          </p:txBody>
        </p:sp>
        <p:sp>
          <p:nvSpPr>
            <p:cNvPr id="36878" name="Line 13">
              <a:extLst>
                <a:ext uri="{FF2B5EF4-FFF2-40B4-BE49-F238E27FC236}">
                  <a16:creationId xmlns:a16="http://schemas.microsoft.com/office/drawing/2014/main" id="{969372B3-8FDC-E75F-326D-A523772421C0}"/>
                </a:ext>
              </a:extLst>
            </p:cNvPr>
            <p:cNvSpPr>
              <a:spLocks noChangeShapeType="1"/>
            </p:cNvSpPr>
            <p:nvPr/>
          </p:nvSpPr>
          <p:spPr bwMode="auto">
            <a:xfrm>
              <a:off x="3812" y="2639"/>
              <a:ext cx="1271"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879" name="Freeform 14">
              <a:extLst>
                <a:ext uri="{FF2B5EF4-FFF2-40B4-BE49-F238E27FC236}">
                  <a16:creationId xmlns:a16="http://schemas.microsoft.com/office/drawing/2014/main" id="{E6839B30-8BC7-37A9-DED1-653A97C62E28}"/>
                </a:ext>
              </a:extLst>
            </p:cNvPr>
            <p:cNvSpPr>
              <a:spLocks/>
            </p:cNvSpPr>
            <p:nvPr/>
          </p:nvSpPr>
          <p:spPr bwMode="auto">
            <a:xfrm>
              <a:off x="5066" y="2620"/>
              <a:ext cx="63" cy="37"/>
            </a:xfrm>
            <a:custGeom>
              <a:avLst/>
              <a:gdLst>
                <a:gd name="T0" fmla="*/ 7 w 37"/>
                <a:gd name="T1" fmla="*/ 11 h 22"/>
                <a:gd name="T2" fmla="*/ 0 w 37"/>
                <a:gd name="T3" fmla="*/ 0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2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0"/>
                    <a:pt x="0" y="0"/>
                    <a:pt x="0" y="0"/>
                  </a:cubicBezTo>
                  <a:cubicBezTo>
                    <a:pt x="1" y="0"/>
                    <a:pt x="1" y="0"/>
                    <a:pt x="1" y="0"/>
                  </a:cubicBezTo>
                  <a:cubicBezTo>
                    <a:pt x="18" y="7"/>
                    <a:pt x="18" y="7"/>
                    <a:pt x="18" y="7"/>
                  </a:cubicBezTo>
                  <a:cubicBezTo>
                    <a:pt x="24" y="8"/>
                    <a:pt x="30" y="9"/>
                    <a:pt x="37" y="11"/>
                  </a:cubicBezTo>
                  <a:cubicBezTo>
                    <a:pt x="30" y="12"/>
                    <a:pt x="24" y="13"/>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80" name="Line 15">
              <a:extLst>
                <a:ext uri="{FF2B5EF4-FFF2-40B4-BE49-F238E27FC236}">
                  <a16:creationId xmlns:a16="http://schemas.microsoft.com/office/drawing/2014/main" id="{69FF168D-C868-CF30-3D3D-A20431038C65}"/>
                </a:ext>
              </a:extLst>
            </p:cNvPr>
            <p:cNvSpPr>
              <a:spLocks noChangeShapeType="1"/>
            </p:cNvSpPr>
            <p:nvPr/>
          </p:nvSpPr>
          <p:spPr bwMode="auto">
            <a:xfrm>
              <a:off x="4340" y="2759"/>
              <a:ext cx="743"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881" name="Freeform 16">
              <a:extLst>
                <a:ext uri="{FF2B5EF4-FFF2-40B4-BE49-F238E27FC236}">
                  <a16:creationId xmlns:a16="http://schemas.microsoft.com/office/drawing/2014/main" id="{A91BC965-482A-A2B3-5223-50683F655547}"/>
                </a:ext>
              </a:extLst>
            </p:cNvPr>
            <p:cNvSpPr>
              <a:spLocks/>
            </p:cNvSpPr>
            <p:nvPr/>
          </p:nvSpPr>
          <p:spPr bwMode="auto">
            <a:xfrm>
              <a:off x="5066" y="2740"/>
              <a:ext cx="63" cy="38"/>
            </a:xfrm>
            <a:custGeom>
              <a:avLst/>
              <a:gdLst>
                <a:gd name="T0" fmla="*/ 7 w 37"/>
                <a:gd name="T1" fmla="*/ 11 h 22"/>
                <a:gd name="T2" fmla="*/ 0 w 37"/>
                <a:gd name="T3" fmla="*/ 0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1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0"/>
                    <a:pt x="0" y="0"/>
                    <a:pt x="0" y="0"/>
                  </a:cubicBezTo>
                  <a:cubicBezTo>
                    <a:pt x="1" y="0"/>
                    <a:pt x="1" y="0"/>
                    <a:pt x="1" y="0"/>
                  </a:cubicBezTo>
                  <a:cubicBezTo>
                    <a:pt x="18" y="7"/>
                    <a:pt x="18" y="7"/>
                    <a:pt x="18" y="7"/>
                  </a:cubicBezTo>
                  <a:cubicBezTo>
                    <a:pt x="24" y="8"/>
                    <a:pt x="30" y="9"/>
                    <a:pt x="37" y="11"/>
                  </a:cubicBezTo>
                  <a:cubicBezTo>
                    <a:pt x="30" y="12"/>
                    <a:pt x="24" y="13"/>
                    <a:pt x="18" y="15"/>
                  </a:cubicBezTo>
                  <a:cubicBezTo>
                    <a:pt x="1" y="22"/>
                    <a:pt x="1" y="22"/>
                    <a:pt x="1" y="22"/>
                  </a:cubicBezTo>
                  <a:cubicBezTo>
                    <a:pt x="0" y="21"/>
                    <a:pt x="0" y="21"/>
                    <a:pt x="0" y="21"/>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82" name="Rectangle 17">
              <a:extLst>
                <a:ext uri="{FF2B5EF4-FFF2-40B4-BE49-F238E27FC236}">
                  <a16:creationId xmlns:a16="http://schemas.microsoft.com/office/drawing/2014/main" id="{53CA9AF0-32CF-6542-B51E-1A91D74C6BB6}"/>
                </a:ext>
              </a:extLst>
            </p:cNvPr>
            <p:cNvSpPr>
              <a:spLocks noChangeArrowheads="1"/>
            </p:cNvSpPr>
            <p:nvPr/>
          </p:nvSpPr>
          <p:spPr bwMode="auto">
            <a:xfrm>
              <a:off x="3013" y="1994"/>
              <a:ext cx="47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Constant in</a:t>
              </a:r>
              <a:endParaRPr lang="en-US" altLang="es-ES" sz="4400" i="0" u="sng"/>
            </a:p>
          </p:txBody>
        </p:sp>
        <p:sp>
          <p:nvSpPr>
            <p:cNvPr id="36883" name="Rectangle 18">
              <a:extLst>
                <a:ext uri="{FF2B5EF4-FFF2-40B4-BE49-F238E27FC236}">
                  <a16:creationId xmlns:a16="http://schemas.microsoft.com/office/drawing/2014/main" id="{AF7B5A2E-3B3B-5DE5-269A-8A8DCFB9CD98}"/>
                </a:ext>
              </a:extLst>
            </p:cNvPr>
            <p:cNvSpPr>
              <a:spLocks noChangeArrowheads="1"/>
            </p:cNvSpPr>
            <p:nvPr/>
          </p:nvSpPr>
          <p:spPr bwMode="auto">
            <a:xfrm>
              <a:off x="3188" y="2321"/>
              <a:ext cx="40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MB select</a:t>
              </a:r>
              <a:endParaRPr lang="en-US" altLang="es-ES" sz="4400" i="0" u="sng"/>
            </a:p>
          </p:txBody>
        </p:sp>
        <p:sp>
          <p:nvSpPr>
            <p:cNvPr id="36884" name="Rectangle 19">
              <a:extLst>
                <a:ext uri="{FF2B5EF4-FFF2-40B4-BE49-F238E27FC236}">
                  <a16:creationId xmlns:a16="http://schemas.microsoft.com/office/drawing/2014/main" id="{A5904DA6-FC71-07F8-107D-8AF00E1417DE}"/>
                </a:ext>
              </a:extLst>
            </p:cNvPr>
            <p:cNvSpPr>
              <a:spLocks noChangeArrowheads="1"/>
            </p:cNvSpPr>
            <p:nvPr/>
          </p:nvSpPr>
          <p:spPr bwMode="auto">
            <a:xfrm>
              <a:off x="3836" y="2533"/>
              <a:ext cx="24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Bus A</a:t>
              </a:r>
              <a:endParaRPr lang="en-US" altLang="es-ES" sz="4400" i="0" u="sng"/>
            </a:p>
          </p:txBody>
        </p:sp>
        <p:sp>
          <p:nvSpPr>
            <p:cNvPr id="36885" name="Rectangle 20">
              <a:extLst>
                <a:ext uri="{FF2B5EF4-FFF2-40B4-BE49-F238E27FC236}">
                  <a16:creationId xmlns:a16="http://schemas.microsoft.com/office/drawing/2014/main" id="{DC350EC6-7A08-9E5D-84FE-64AE75E021D4}"/>
                </a:ext>
              </a:extLst>
            </p:cNvPr>
            <p:cNvSpPr>
              <a:spLocks noChangeArrowheads="1"/>
            </p:cNvSpPr>
            <p:nvPr/>
          </p:nvSpPr>
          <p:spPr bwMode="auto">
            <a:xfrm>
              <a:off x="4349" y="2656"/>
              <a:ext cx="24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Bus B</a:t>
              </a:r>
              <a:endParaRPr lang="en-US" altLang="es-ES" sz="4400" i="0" u="sng"/>
            </a:p>
          </p:txBody>
        </p:sp>
        <p:sp>
          <p:nvSpPr>
            <p:cNvPr id="36886" name="Freeform 21">
              <a:extLst>
                <a:ext uri="{FF2B5EF4-FFF2-40B4-BE49-F238E27FC236}">
                  <a16:creationId xmlns:a16="http://schemas.microsoft.com/office/drawing/2014/main" id="{414C2FBD-FF07-D65A-27F3-95775C1B81AC}"/>
                </a:ext>
              </a:extLst>
            </p:cNvPr>
            <p:cNvSpPr>
              <a:spLocks/>
            </p:cNvSpPr>
            <p:nvPr/>
          </p:nvSpPr>
          <p:spPr bwMode="auto">
            <a:xfrm>
              <a:off x="3523" y="2055"/>
              <a:ext cx="671" cy="146"/>
            </a:xfrm>
            <a:custGeom>
              <a:avLst/>
              <a:gdLst>
                <a:gd name="T0" fmla="*/ 0 w 671"/>
                <a:gd name="T1" fmla="*/ 0 h 146"/>
                <a:gd name="T2" fmla="*/ 671 w 671"/>
                <a:gd name="T3" fmla="*/ 0 h 146"/>
                <a:gd name="T4" fmla="*/ 671 w 671"/>
                <a:gd name="T5" fmla="*/ 146 h 146"/>
                <a:gd name="T6" fmla="*/ 0 60000 65536"/>
                <a:gd name="T7" fmla="*/ 0 60000 65536"/>
                <a:gd name="T8" fmla="*/ 0 60000 65536"/>
                <a:gd name="T9" fmla="*/ 0 w 671"/>
                <a:gd name="T10" fmla="*/ 0 h 146"/>
                <a:gd name="T11" fmla="*/ 671 w 671"/>
                <a:gd name="T12" fmla="*/ 146 h 146"/>
              </a:gdLst>
              <a:ahLst/>
              <a:cxnLst>
                <a:cxn ang="T6">
                  <a:pos x="T0" y="T1"/>
                </a:cxn>
                <a:cxn ang="T7">
                  <a:pos x="T2" y="T3"/>
                </a:cxn>
                <a:cxn ang="T8">
                  <a:pos x="T4" y="T5"/>
                </a:cxn>
              </a:cxnLst>
              <a:rect l="T9" t="T10" r="T11" b="T12"/>
              <a:pathLst>
                <a:path w="671" h="146">
                  <a:moveTo>
                    <a:pt x="0" y="0"/>
                  </a:moveTo>
                  <a:lnTo>
                    <a:pt x="671" y="0"/>
                  </a:lnTo>
                  <a:lnTo>
                    <a:pt x="671" y="146"/>
                  </a:lnTo>
                </a:path>
              </a:pathLst>
            </a:cu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87" name="Freeform 22">
              <a:extLst>
                <a:ext uri="{FF2B5EF4-FFF2-40B4-BE49-F238E27FC236}">
                  <a16:creationId xmlns:a16="http://schemas.microsoft.com/office/drawing/2014/main" id="{5EBFF4DE-7E5E-3956-C6B5-6F7A24B64A09}"/>
                </a:ext>
              </a:extLst>
            </p:cNvPr>
            <p:cNvSpPr>
              <a:spLocks/>
            </p:cNvSpPr>
            <p:nvPr/>
          </p:nvSpPr>
          <p:spPr bwMode="auto">
            <a:xfrm>
              <a:off x="4175" y="2186"/>
              <a:ext cx="39" cy="61"/>
            </a:xfrm>
            <a:custGeom>
              <a:avLst/>
              <a:gdLst>
                <a:gd name="T0" fmla="*/ 11 w 23"/>
                <a:gd name="T1" fmla="*/ 6 h 36"/>
                <a:gd name="T2" fmla="*/ 22 w 23"/>
                <a:gd name="T3" fmla="*/ 0 h 36"/>
                <a:gd name="T4" fmla="*/ 23 w 23"/>
                <a:gd name="T5" fmla="*/ 0 h 36"/>
                <a:gd name="T6" fmla="*/ 15 w 23"/>
                <a:gd name="T7" fmla="*/ 18 h 36"/>
                <a:gd name="T8" fmla="*/ 11 w 23"/>
                <a:gd name="T9" fmla="*/ 36 h 36"/>
                <a:gd name="T10" fmla="*/ 7 w 23"/>
                <a:gd name="T11" fmla="*/ 18 h 36"/>
                <a:gd name="T12" fmla="*/ 0 w 23"/>
                <a:gd name="T13" fmla="*/ 0 h 36"/>
                <a:gd name="T14" fmla="*/ 1 w 23"/>
                <a:gd name="T15" fmla="*/ 0 h 36"/>
                <a:gd name="T16" fmla="*/ 11 w 23"/>
                <a:gd name="T17" fmla="*/ 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36"/>
                <a:gd name="T29" fmla="*/ 23 w 23"/>
                <a:gd name="T30" fmla="*/ 36 h 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36">
                  <a:moveTo>
                    <a:pt x="11" y="6"/>
                  </a:moveTo>
                  <a:cubicBezTo>
                    <a:pt x="22" y="0"/>
                    <a:pt x="22" y="0"/>
                    <a:pt x="22" y="0"/>
                  </a:cubicBezTo>
                  <a:cubicBezTo>
                    <a:pt x="23" y="0"/>
                    <a:pt x="23" y="0"/>
                    <a:pt x="23" y="0"/>
                  </a:cubicBezTo>
                  <a:cubicBezTo>
                    <a:pt x="15" y="18"/>
                    <a:pt x="15" y="18"/>
                    <a:pt x="15" y="18"/>
                  </a:cubicBezTo>
                  <a:cubicBezTo>
                    <a:pt x="14" y="24"/>
                    <a:pt x="13" y="30"/>
                    <a:pt x="11" y="36"/>
                  </a:cubicBezTo>
                  <a:cubicBezTo>
                    <a:pt x="10" y="30"/>
                    <a:pt x="9" y="24"/>
                    <a:pt x="7" y="18"/>
                  </a:cubicBezTo>
                  <a:cubicBezTo>
                    <a:pt x="0" y="0"/>
                    <a:pt x="0" y="0"/>
                    <a:pt x="0" y="0"/>
                  </a:cubicBezTo>
                  <a:cubicBezTo>
                    <a:pt x="1" y="0"/>
                    <a:pt x="1" y="0"/>
                    <a:pt x="1" y="0"/>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88" name="Line 23">
              <a:extLst>
                <a:ext uri="{FF2B5EF4-FFF2-40B4-BE49-F238E27FC236}">
                  <a16:creationId xmlns:a16="http://schemas.microsoft.com/office/drawing/2014/main" id="{6FAA3276-C937-ABD4-63BB-27B9D912682B}"/>
                </a:ext>
              </a:extLst>
            </p:cNvPr>
            <p:cNvSpPr>
              <a:spLocks noChangeShapeType="1"/>
            </p:cNvSpPr>
            <p:nvPr/>
          </p:nvSpPr>
          <p:spPr bwMode="auto">
            <a:xfrm>
              <a:off x="4336" y="2505"/>
              <a:ext cx="1" cy="358"/>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889" name="Freeform 24">
              <a:extLst>
                <a:ext uri="{FF2B5EF4-FFF2-40B4-BE49-F238E27FC236}">
                  <a16:creationId xmlns:a16="http://schemas.microsoft.com/office/drawing/2014/main" id="{ECE98773-52BD-7E6E-2372-2D5A4CC0DC2C}"/>
                </a:ext>
              </a:extLst>
            </p:cNvPr>
            <p:cNvSpPr>
              <a:spLocks/>
            </p:cNvSpPr>
            <p:nvPr/>
          </p:nvSpPr>
          <p:spPr bwMode="auto">
            <a:xfrm>
              <a:off x="4318" y="2847"/>
              <a:ext cx="37" cy="61"/>
            </a:xfrm>
            <a:custGeom>
              <a:avLst/>
              <a:gdLst>
                <a:gd name="T0" fmla="*/ 11 w 22"/>
                <a:gd name="T1" fmla="*/ 6 h 36"/>
                <a:gd name="T2" fmla="*/ 22 w 22"/>
                <a:gd name="T3" fmla="*/ 0 h 36"/>
                <a:gd name="T4" fmla="*/ 22 w 22"/>
                <a:gd name="T5" fmla="*/ 0 h 36"/>
                <a:gd name="T6" fmla="*/ 15 w 22"/>
                <a:gd name="T7" fmla="*/ 18 h 36"/>
                <a:gd name="T8" fmla="*/ 11 w 22"/>
                <a:gd name="T9" fmla="*/ 36 h 36"/>
                <a:gd name="T10" fmla="*/ 7 w 22"/>
                <a:gd name="T11" fmla="*/ 18 h 36"/>
                <a:gd name="T12" fmla="*/ 0 w 22"/>
                <a:gd name="T13" fmla="*/ 0 h 36"/>
                <a:gd name="T14" fmla="*/ 0 w 22"/>
                <a:gd name="T15" fmla="*/ 0 h 36"/>
                <a:gd name="T16" fmla="*/ 11 w 22"/>
                <a:gd name="T17" fmla="*/ 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6"/>
                <a:gd name="T29" fmla="*/ 22 w 22"/>
                <a:gd name="T30" fmla="*/ 36 h 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6">
                  <a:moveTo>
                    <a:pt x="11" y="6"/>
                  </a:moveTo>
                  <a:cubicBezTo>
                    <a:pt x="22" y="0"/>
                    <a:pt x="22" y="0"/>
                    <a:pt x="22" y="0"/>
                  </a:cubicBezTo>
                  <a:cubicBezTo>
                    <a:pt x="22" y="0"/>
                    <a:pt x="22" y="0"/>
                    <a:pt x="22" y="0"/>
                  </a:cubicBezTo>
                  <a:cubicBezTo>
                    <a:pt x="15" y="18"/>
                    <a:pt x="15" y="18"/>
                    <a:pt x="15" y="18"/>
                  </a:cubicBezTo>
                  <a:cubicBezTo>
                    <a:pt x="14" y="24"/>
                    <a:pt x="12" y="30"/>
                    <a:pt x="11" y="36"/>
                  </a:cubicBezTo>
                  <a:cubicBezTo>
                    <a:pt x="10" y="30"/>
                    <a:pt x="8" y="24"/>
                    <a:pt x="7" y="18"/>
                  </a:cubicBezTo>
                  <a:cubicBezTo>
                    <a:pt x="0" y="0"/>
                    <a:pt x="0" y="0"/>
                    <a:pt x="0" y="0"/>
                  </a:cubicBezTo>
                  <a:cubicBezTo>
                    <a:pt x="0" y="0"/>
                    <a:pt x="0" y="0"/>
                    <a:pt x="0" y="0"/>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90" name="Line 25">
              <a:extLst>
                <a:ext uri="{FF2B5EF4-FFF2-40B4-BE49-F238E27FC236}">
                  <a16:creationId xmlns:a16="http://schemas.microsoft.com/office/drawing/2014/main" id="{9E63D960-4777-5CD9-2A6B-56EF4BCD1CB2}"/>
                </a:ext>
              </a:extLst>
            </p:cNvPr>
            <p:cNvSpPr>
              <a:spLocks noChangeShapeType="1"/>
            </p:cNvSpPr>
            <p:nvPr/>
          </p:nvSpPr>
          <p:spPr bwMode="auto">
            <a:xfrm>
              <a:off x="3658" y="2382"/>
              <a:ext cx="447"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891" name="Freeform 26">
              <a:extLst>
                <a:ext uri="{FF2B5EF4-FFF2-40B4-BE49-F238E27FC236}">
                  <a16:creationId xmlns:a16="http://schemas.microsoft.com/office/drawing/2014/main" id="{D547E4A2-72CB-36FC-F0CC-C9F453EE2E0C}"/>
                </a:ext>
              </a:extLst>
            </p:cNvPr>
            <p:cNvSpPr>
              <a:spLocks/>
            </p:cNvSpPr>
            <p:nvPr/>
          </p:nvSpPr>
          <p:spPr bwMode="auto">
            <a:xfrm>
              <a:off x="4090" y="2364"/>
              <a:ext cx="56" cy="35"/>
            </a:xfrm>
            <a:custGeom>
              <a:avLst/>
              <a:gdLst>
                <a:gd name="T0" fmla="*/ 6 w 33"/>
                <a:gd name="T1" fmla="*/ 11 h 21"/>
                <a:gd name="T2" fmla="*/ 0 w 33"/>
                <a:gd name="T3" fmla="*/ 1 h 21"/>
                <a:gd name="T4" fmla="*/ 0 w 33"/>
                <a:gd name="T5" fmla="*/ 0 h 21"/>
                <a:gd name="T6" fmla="*/ 16 w 33"/>
                <a:gd name="T7" fmla="*/ 7 h 21"/>
                <a:gd name="T8" fmla="*/ 33 w 33"/>
                <a:gd name="T9" fmla="*/ 11 h 21"/>
                <a:gd name="T10" fmla="*/ 16 w 33"/>
                <a:gd name="T11" fmla="*/ 14 h 21"/>
                <a:gd name="T12" fmla="*/ 0 w 33"/>
                <a:gd name="T13" fmla="*/ 21 h 21"/>
                <a:gd name="T14" fmla="*/ 0 w 33"/>
                <a:gd name="T15" fmla="*/ 20 h 21"/>
                <a:gd name="T16" fmla="*/ 6 w 33"/>
                <a:gd name="T17" fmla="*/ 11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1"/>
                <a:gd name="T29" fmla="*/ 33 w 33"/>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1">
                  <a:moveTo>
                    <a:pt x="6" y="11"/>
                  </a:moveTo>
                  <a:cubicBezTo>
                    <a:pt x="0" y="1"/>
                    <a:pt x="0" y="1"/>
                    <a:pt x="0" y="1"/>
                  </a:cubicBezTo>
                  <a:cubicBezTo>
                    <a:pt x="0" y="0"/>
                    <a:pt x="0" y="0"/>
                    <a:pt x="0" y="0"/>
                  </a:cubicBezTo>
                  <a:cubicBezTo>
                    <a:pt x="16" y="7"/>
                    <a:pt x="16" y="7"/>
                    <a:pt x="16" y="7"/>
                  </a:cubicBezTo>
                  <a:cubicBezTo>
                    <a:pt x="22" y="8"/>
                    <a:pt x="27" y="9"/>
                    <a:pt x="33" y="11"/>
                  </a:cubicBezTo>
                  <a:cubicBezTo>
                    <a:pt x="27" y="12"/>
                    <a:pt x="22" y="13"/>
                    <a:pt x="16" y="14"/>
                  </a:cubicBezTo>
                  <a:cubicBezTo>
                    <a:pt x="0" y="21"/>
                    <a:pt x="0" y="21"/>
                    <a:pt x="0" y="21"/>
                  </a:cubicBezTo>
                  <a:cubicBezTo>
                    <a:pt x="0" y="20"/>
                    <a:pt x="0" y="20"/>
                    <a:pt x="0" y="20"/>
                  </a:cubicBezTo>
                  <a:lnTo>
                    <a:pt x="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92" name="Rectangle 27">
              <a:extLst>
                <a:ext uri="{FF2B5EF4-FFF2-40B4-BE49-F238E27FC236}">
                  <a16:creationId xmlns:a16="http://schemas.microsoft.com/office/drawing/2014/main" id="{D82B0939-79C9-927A-ED0B-D6C835BA7FDD}"/>
                </a:ext>
              </a:extLst>
            </p:cNvPr>
            <p:cNvSpPr>
              <a:spLocks noChangeArrowheads="1"/>
            </p:cNvSpPr>
            <p:nvPr/>
          </p:nvSpPr>
          <p:spPr bwMode="auto">
            <a:xfrm>
              <a:off x="3140" y="2991"/>
              <a:ext cx="11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FS</a:t>
              </a:r>
              <a:endParaRPr lang="en-US" altLang="es-ES" sz="4400" i="0" u="sng"/>
            </a:p>
          </p:txBody>
        </p:sp>
        <p:sp>
          <p:nvSpPr>
            <p:cNvPr id="36893" name="Rectangle 28">
              <a:extLst>
                <a:ext uri="{FF2B5EF4-FFF2-40B4-BE49-F238E27FC236}">
                  <a16:creationId xmlns:a16="http://schemas.microsoft.com/office/drawing/2014/main" id="{F9513791-2BE2-40D3-CF68-AC63B95F9BC7}"/>
                </a:ext>
              </a:extLst>
            </p:cNvPr>
            <p:cNvSpPr>
              <a:spLocks noChangeArrowheads="1"/>
            </p:cNvSpPr>
            <p:nvPr/>
          </p:nvSpPr>
          <p:spPr bwMode="auto">
            <a:xfrm>
              <a:off x="3168" y="3122"/>
              <a:ext cx="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V</a:t>
              </a:r>
              <a:endParaRPr lang="en-US" altLang="es-ES" sz="4400" i="0" u="sng"/>
            </a:p>
          </p:txBody>
        </p:sp>
        <p:sp>
          <p:nvSpPr>
            <p:cNvPr id="36894" name="Rectangle 29">
              <a:extLst>
                <a:ext uri="{FF2B5EF4-FFF2-40B4-BE49-F238E27FC236}">
                  <a16:creationId xmlns:a16="http://schemas.microsoft.com/office/drawing/2014/main" id="{30EF353B-EF5A-471E-69DE-0F38F4611D08}"/>
                </a:ext>
              </a:extLst>
            </p:cNvPr>
            <p:cNvSpPr>
              <a:spLocks noChangeArrowheads="1"/>
            </p:cNvSpPr>
            <p:nvPr/>
          </p:nvSpPr>
          <p:spPr bwMode="auto">
            <a:xfrm>
              <a:off x="3173" y="3250"/>
              <a:ext cx="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C</a:t>
              </a:r>
              <a:endParaRPr lang="en-US" altLang="es-ES" sz="4400" i="0" u="sng"/>
            </a:p>
          </p:txBody>
        </p:sp>
        <p:sp>
          <p:nvSpPr>
            <p:cNvPr id="36895" name="Rectangle 30">
              <a:extLst>
                <a:ext uri="{FF2B5EF4-FFF2-40B4-BE49-F238E27FC236}">
                  <a16:creationId xmlns:a16="http://schemas.microsoft.com/office/drawing/2014/main" id="{5717EEB8-160B-E83B-CED3-B7543624780A}"/>
                </a:ext>
              </a:extLst>
            </p:cNvPr>
            <p:cNvSpPr>
              <a:spLocks noChangeArrowheads="1"/>
            </p:cNvSpPr>
            <p:nvPr/>
          </p:nvSpPr>
          <p:spPr bwMode="auto">
            <a:xfrm>
              <a:off x="3168" y="3380"/>
              <a:ext cx="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896" name="Rectangle 31">
              <a:extLst>
                <a:ext uri="{FF2B5EF4-FFF2-40B4-BE49-F238E27FC236}">
                  <a16:creationId xmlns:a16="http://schemas.microsoft.com/office/drawing/2014/main" id="{572653B3-C9FD-59CA-507F-14B63C368FE0}"/>
                </a:ext>
              </a:extLst>
            </p:cNvPr>
            <p:cNvSpPr>
              <a:spLocks noChangeArrowheads="1"/>
            </p:cNvSpPr>
            <p:nvPr/>
          </p:nvSpPr>
          <p:spPr bwMode="auto">
            <a:xfrm>
              <a:off x="3173" y="3511"/>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Z</a:t>
              </a:r>
              <a:endParaRPr lang="en-US" altLang="es-ES" sz="4400" i="0" u="sng"/>
            </a:p>
          </p:txBody>
        </p:sp>
        <p:sp>
          <p:nvSpPr>
            <p:cNvPr id="36897" name="Line 32">
              <a:extLst>
                <a:ext uri="{FF2B5EF4-FFF2-40B4-BE49-F238E27FC236}">
                  <a16:creationId xmlns:a16="http://schemas.microsoft.com/office/drawing/2014/main" id="{6DDDBC0A-E061-80CD-3CDA-F4C9992407EE}"/>
                </a:ext>
              </a:extLst>
            </p:cNvPr>
            <p:cNvSpPr>
              <a:spLocks noChangeShapeType="1"/>
            </p:cNvSpPr>
            <p:nvPr/>
          </p:nvSpPr>
          <p:spPr bwMode="auto">
            <a:xfrm flipV="1">
              <a:off x="3276" y="3035"/>
              <a:ext cx="222" cy="2"/>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898" name="Freeform 33">
              <a:extLst>
                <a:ext uri="{FF2B5EF4-FFF2-40B4-BE49-F238E27FC236}">
                  <a16:creationId xmlns:a16="http://schemas.microsoft.com/office/drawing/2014/main" id="{A36580B4-A52E-55A2-73E3-DE56801699F5}"/>
                </a:ext>
              </a:extLst>
            </p:cNvPr>
            <p:cNvSpPr>
              <a:spLocks/>
            </p:cNvSpPr>
            <p:nvPr/>
          </p:nvSpPr>
          <p:spPr bwMode="auto">
            <a:xfrm>
              <a:off x="3481" y="3015"/>
              <a:ext cx="63" cy="38"/>
            </a:xfrm>
            <a:custGeom>
              <a:avLst/>
              <a:gdLst>
                <a:gd name="T0" fmla="*/ 7 w 37"/>
                <a:gd name="T1" fmla="*/ 11 h 22"/>
                <a:gd name="T2" fmla="*/ 0 w 37"/>
                <a:gd name="T3" fmla="*/ 0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2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0"/>
                    <a:pt x="0" y="0"/>
                    <a:pt x="0" y="0"/>
                  </a:cubicBezTo>
                  <a:cubicBezTo>
                    <a:pt x="1" y="0"/>
                    <a:pt x="1" y="0"/>
                    <a:pt x="1" y="0"/>
                  </a:cubicBezTo>
                  <a:cubicBezTo>
                    <a:pt x="18" y="7"/>
                    <a:pt x="18" y="7"/>
                    <a:pt x="18" y="7"/>
                  </a:cubicBezTo>
                  <a:cubicBezTo>
                    <a:pt x="25" y="8"/>
                    <a:pt x="31" y="10"/>
                    <a:pt x="37" y="11"/>
                  </a:cubicBezTo>
                  <a:cubicBezTo>
                    <a:pt x="31" y="12"/>
                    <a:pt x="25" y="14"/>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899" name="Freeform 34">
              <a:extLst>
                <a:ext uri="{FF2B5EF4-FFF2-40B4-BE49-F238E27FC236}">
                  <a16:creationId xmlns:a16="http://schemas.microsoft.com/office/drawing/2014/main" id="{39FB0AD7-2E6F-820A-04E3-411FC256451B}"/>
                </a:ext>
              </a:extLst>
            </p:cNvPr>
            <p:cNvSpPr>
              <a:spLocks/>
            </p:cNvSpPr>
            <p:nvPr/>
          </p:nvSpPr>
          <p:spPr bwMode="auto">
            <a:xfrm>
              <a:off x="2904" y="783"/>
              <a:ext cx="1246" cy="3498"/>
            </a:xfrm>
            <a:custGeom>
              <a:avLst/>
              <a:gdLst>
                <a:gd name="T0" fmla="*/ 1164 w 1246"/>
                <a:gd name="T1" fmla="*/ 222 h 3498"/>
                <a:gd name="T2" fmla="*/ 1164 w 1246"/>
                <a:gd name="T3" fmla="*/ 0 h 3498"/>
                <a:gd name="T4" fmla="*/ 0 w 1246"/>
                <a:gd name="T5" fmla="*/ 0 h 3498"/>
                <a:gd name="T6" fmla="*/ 0 w 1246"/>
                <a:gd name="T7" fmla="*/ 3498 h 3498"/>
                <a:gd name="T8" fmla="*/ 1246 w 1246"/>
                <a:gd name="T9" fmla="*/ 3498 h 3498"/>
                <a:gd name="T10" fmla="*/ 1246 w 1246"/>
                <a:gd name="T11" fmla="*/ 3362 h 3498"/>
                <a:gd name="T12" fmla="*/ 0 60000 65536"/>
                <a:gd name="T13" fmla="*/ 0 60000 65536"/>
                <a:gd name="T14" fmla="*/ 0 60000 65536"/>
                <a:gd name="T15" fmla="*/ 0 60000 65536"/>
                <a:gd name="T16" fmla="*/ 0 60000 65536"/>
                <a:gd name="T17" fmla="*/ 0 60000 65536"/>
                <a:gd name="T18" fmla="*/ 0 w 1246"/>
                <a:gd name="T19" fmla="*/ 0 h 3498"/>
                <a:gd name="T20" fmla="*/ 1246 w 1246"/>
                <a:gd name="T21" fmla="*/ 3498 h 3498"/>
              </a:gdLst>
              <a:ahLst/>
              <a:cxnLst>
                <a:cxn ang="T12">
                  <a:pos x="T0" y="T1"/>
                </a:cxn>
                <a:cxn ang="T13">
                  <a:pos x="T2" y="T3"/>
                </a:cxn>
                <a:cxn ang="T14">
                  <a:pos x="T4" y="T5"/>
                </a:cxn>
                <a:cxn ang="T15">
                  <a:pos x="T6" y="T7"/>
                </a:cxn>
                <a:cxn ang="T16">
                  <a:pos x="T8" y="T9"/>
                </a:cxn>
                <a:cxn ang="T17">
                  <a:pos x="T10" y="T11"/>
                </a:cxn>
              </a:cxnLst>
              <a:rect l="T18" t="T19" r="T20" b="T21"/>
              <a:pathLst>
                <a:path w="1246" h="3498">
                  <a:moveTo>
                    <a:pt x="1164" y="222"/>
                  </a:moveTo>
                  <a:lnTo>
                    <a:pt x="1164" y="0"/>
                  </a:lnTo>
                  <a:lnTo>
                    <a:pt x="0" y="0"/>
                  </a:lnTo>
                  <a:lnTo>
                    <a:pt x="0" y="3498"/>
                  </a:lnTo>
                  <a:lnTo>
                    <a:pt x="1246" y="3498"/>
                  </a:lnTo>
                  <a:lnTo>
                    <a:pt x="1246" y="3362"/>
                  </a:lnTo>
                </a:path>
              </a:pathLst>
            </a:cu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00" name="Freeform 35">
              <a:extLst>
                <a:ext uri="{FF2B5EF4-FFF2-40B4-BE49-F238E27FC236}">
                  <a16:creationId xmlns:a16="http://schemas.microsoft.com/office/drawing/2014/main" id="{1C576554-E061-B9DC-C555-2E2FFD8C1027}"/>
                </a:ext>
              </a:extLst>
            </p:cNvPr>
            <p:cNvSpPr>
              <a:spLocks/>
            </p:cNvSpPr>
            <p:nvPr/>
          </p:nvSpPr>
          <p:spPr bwMode="auto">
            <a:xfrm>
              <a:off x="4050" y="988"/>
              <a:ext cx="37" cy="63"/>
            </a:xfrm>
            <a:custGeom>
              <a:avLst/>
              <a:gdLst>
                <a:gd name="T0" fmla="*/ 11 w 22"/>
                <a:gd name="T1" fmla="*/ 7 h 37"/>
                <a:gd name="T2" fmla="*/ 22 w 22"/>
                <a:gd name="T3" fmla="*/ 0 h 37"/>
                <a:gd name="T4" fmla="*/ 22 w 22"/>
                <a:gd name="T5" fmla="*/ 1 h 37"/>
                <a:gd name="T6" fmla="*/ 15 w 22"/>
                <a:gd name="T7" fmla="*/ 18 h 37"/>
                <a:gd name="T8" fmla="*/ 11 w 22"/>
                <a:gd name="T9" fmla="*/ 37 h 37"/>
                <a:gd name="T10" fmla="*/ 7 w 22"/>
                <a:gd name="T11" fmla="*/ 18 h 37"/>
                <a:gd name="T12" fmla="*/ 0 w 22"/>
                <a:gd name="T13" fmla="*/ 1 h 37"/>
                <a:gd name="T14" fmla="*/ 0 w 22"/>
                <a:gd name="T15" fmla="*/ 0 h 37"/>
                <a:gd name="T16" fmla="*/ 11 w 22"/>
                <a:gd name="T17" fmla="*/ 7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7"/>
                <a:gd name="T29" fmla="*/ 22 w 22"/>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7">
                  <a:moveTo>
                    <a:pt x="11" y="7"/>
                  </a:moveTo>
                  <a:cubicBezTo>
                    <a:pt x="22" y="0"/>
                    <a:pt x="22" y="0"/>
                    <a:pt x="22" y="0"/>
                  </a:cubicBezTo>
                  <a:cubicBezTo>
                    <a:pt x="22" y="1"/>
                    <a:pt x="22" y="1"/>
                    <a:pt x="22" y="1"/>
                  </a:cubicBezTo>
                  <a:cubicBezTo>
                    <a:pt x="15" y="18"/>
                    <a:pt x="15" y="18"/>
                    <a:pt x="15" y="18"/>
                  </a:cubicBezTo>
                  <a:cubicBezTo>
                    <a:pt x="14" y="24"/>
                    <a:pt x="12" y="31"/>
                    <a:pt x="11" y="37"/>
                  </a:cubicBezTo>
                  <a:cubicBezTo>
                    <a:pt x="10" y="31"/>
                    <a:pt x="8" y="24"/>
                    <a:pt x="7" y="18"/>
                  </a:cubicBezTo>
                  <a:cubicBezTo>
                    <a:pt x="0" y="1"/>
                    <a:pt x="0" y="1"/>
                    <a:pt x="0" y="1"/>
                  </a:cubicBezTo>
                  <a:cubicBezTo>
                    <a:pt x="0" y="0"/>
                    <a:pt x="0" y="0"/>
                    <a:pt x="0" y="0"/>
                  </a:cubicBezTo>
                  <a:lnTo>
                    <a:pt x="1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01" name="Line 36">
              <a:extLst>
                <a:ext uri="{FF2B5EF4-FFF2-40B4-BE49-F238E27FC236}">
                  <a16:creationId xmlns:a16="http://schemas.microsoft.com/office/drawing/2014/main" id="{A31D1BAA-AA69-BD51-83B3-7909DD765FCB}"/>
                </a:ext>
              </a:extLst>
            </p:cNvPr>
            <p:cNvSpPr>
              <a:spLocks noChangeShapeType="1"/>
            </p:cNvSpPr>
            <p:nvPr/>
          </p:nvSpPr>
          <p:spPr bwMode="auto">
            <a:xfrm flipH="1">
              <a:off x="3315" y="3165"/>
              <a:ext cx="236"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02" name="Freeform 37">
              <a:extLst>
                <a:ext uri="{FF2B5EF4-FFF2-40B4-BE49-F238E27FC236}">
                  <a16:creationId xmlns:a16="http://schemas.microsoft.com/office/drawing/2014/main" id="{6D0283EF-8A92-DCFB-0CC1-8545E19F8556}"/>
                </a:ext>
              </a:extLst>
            </p:cNvPr>
            <p:cNvSpPr>
              <a:spLocks/>
            </p:cNvSpPr>
            <p:nvPr/>
          </p:nvSpPr>
          <p:spPr bwMode="auto">
            <a:xfrm>
              <a:off x="3272" y="3148"/>
              <a:ext cx="56" cy="34"/>
            </a:xfrm>
            <a:custGeom>
              <a:avLst/>
              <a:gdLst>
                <a:gd name="T0" fmla="*/ 27 w 33"/>
                <a:gd name="T1" fmla="*/ 10 h 20"/>
                <a:gd name="T2" fmla="*/ 33 w 33"/>
                <a:gd name="T3" fmla="*/ 20 h 20"/>
                <a:gd name="T4" fmla="*/ 33 w 33"/>
                <a:gd name="T5" fmla="*/ 20 h 20"/>
                <a:gd name="T6" fmla="*/ 17 w 33"/>
                <a:gd name="T7" fmla="*/ 14 h 20"/>
                <a:gd name="T8" fmla="*/ 0 w 33"/>
                <a:gd name="T9" fmla="*/ 10 h 20"/>
                <a:gd name="T10" fmla="*/ 17 w 33"/>
                <a:gd name="T11" fmla="*/ 7 h 20"/>
                <a:gd name="T12" fmla="*/ 33 w 33"/>
                <a:gd name="T13" fmla="*/ 0 h 20"/>
                <a:gd name="T14" fmla="*/ 33 w 33"/>
                <a:gd name="T15" fmla="*/ 0 h 20"/>
                <a:gd name="T16" fmla="*/ 27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27" y="10"/>
                  </a:moveTo>
                  <a:cubicBezTo>
                    <a:pt x="33" y="20"/>
                    <a:pt x="33" y="20"/>
                    <a:pt x="33" y="20"/>
                  </a:cubicBezTo>
                  <a:cubicBezTo>
                    <a:pt x="33" y="20"/>
                    <a:pt x="33" y="20"/>
                    <a:pt x="33" y="20"/>
                  </a:cubicBezTo>
                  <a:cubicBezTo>
                    <a:pt x="17" y="14"/>
                    <a:pt x="17" y="14"/>
                    <a:pt x="17" y="14"/>
                  </a:cubicBezTo>
                  <a:cubicBezTo>
                    <a:pt x="11" y="13"/>
                    <a:pt x="6" y="12"/>
                    <a:pt x="0" y="10"/>
                  </a:cubicBezTo>
                  <a:cubicBezTo>
                    <a:pt x="6" y="9"/>
                    <a:pt x="11" y="8"/>
                    <a:pt x="17" y="7"/>
                  </a:cubicBezTo>
                  <a:cubicBezTo>
                    <a:pt x="33" y="0"/>
                    <a:pt x="33" y="0"/>
                    <a:pt x="33" y="0"/>
                  </a:cubicBezTo>
                  <a:cubicBezTo>
                    <a:pt x="33" y="0"/>
                    <a:pt x="33" y="0"/>
                    <a:pt x="33" y="0"/>
                  </a:cubicBezTo>
                  <a:lnTo>
                    <a:pt x="2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03" name="Line 38">
              <a:extLst>
                <a:ext uri="{FF2B5EF4-FFF2-40B4-BE49-F238E27FC236}">
                  <a16:creationId xmlns:a16="http://schemas.microsoft.com/office/drawing/2014/main" id="{466C6E35-609C-AFF7-9E5F-EB97B4888F8B}"/>
                </a:ext>
              </a:extLst>
            </p:cNvPr>
            <p:cNvSpPr>
              <a:spLocks noChangeShapeType="1"/>
            </p:cNvSpPr>
            <p:nvPr/>
          </p:nvSpPr>
          <p:spPr bwMode="auto">
            <a:xfrm flipH="1">
              <a:off x="3315" y="3295"/>
              <a:ext cx="236"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04" name="Freeform 39">
              <a:extLst>
                <a:ext uri="{FF2B5EF4-FFF2-40B4-BE49-F238E27FC236}">
                  <a16:creationId xmlns:a16="http://schemas.microsoft.com/office/drawing/2014/main" id="{23DEA144-670A-3344-C434-958D41EA2D5E}"/>
                </a:ext>
              </a:extLst>
            </p:cNvPr>
            <p:cNvSpPr>
              <a:spLocks/>
            </p:cNvSpPr>
            <p:nvPr/>
          </p:nvSpPr>
          <p:spPr bwMode="auto">
            <a:xfrm>
              <a:off x="3272" y="3278"/>
              <a:ext cx="56" cy="34"/>
            </a:xfrm>
            <a:custGeom>
              <a:avLst/>
              <a:gdLst>
                <a:gd name="T0" fmla="*/ 27 w 33"/>
                <a:gd name="T1" fmla="*/ 10 h 20"/>
                <a:gd name="T2" fmla="*/ 33 w 33"/>
                <a:gd name="T3" fmla="*/ 20 h 20"/>
                <a:gd name="T4" fmla="*/ 33 w 33"/>
                <a:gd name="T5" fmla="*/ 20 h 20"/>
                <a:gd name="T6" fmla="*/ 17 w 33"/>
                <a:gd name="T7" fmla="*/ 13 h 20"/>
                <a:gd name="T8" fmla="*/ 0 w 33"/>
                <a:gd name="T9" fmla="*/ 10 h 20"/>
                <a:gd name="T10" fmla="*/ 17 w 33"/>
                <a:gd name="T11" fmla="*/ 6 h 20"/>
                <a:gd name="T12" fmla="*/ 33 w 33"/>
                <a:gd name="T13" fmla="*/ 0 h 20"/>
                <a:gd name="T14" fmla="*/ 33 w 33"/>
                <a:gd name="T15" fmla="*/ 0 h 20"/>
                <a:gd name="T16" fmla="*/ 27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27" y="10"/>
                  </a:moveTo>
                  <a:cubicBezTo>
                    <a:pt x="33" y="20"/>
                    <a:pt x="33" y="20"/>
                    <a:pt x="33" y="20"/>
                  </a:cubicBezTo>
                  <a:cubicBezTo>
                    <a:pt x="33" y="20"/>
                    <a:pt x="33" y="20"/>
                    <a:pt x="33" y="20"/>
                  </a:cubicBezTo>
                  <a:cubicBezTo>
                    <a:pt x="17" y="13"/>
                    <a:pt x="17" y="13"/>
                    <a:pt x="17" y="13"/>
                  </a:cubicBezTo>
                  <a:cubicBezTo>
                    <a:pt x="11" y="12"/>
                    <a:pt x="6" y="11"/>
                    <a:pt x="0" y="10"/>
                  </a:cubicBezTo>
                  <a:cubicBezTo>
                    <a:pt x="6" y="8"/>
                    <a:pt x="11" y="7"/>
                    <a:pt x="17" y="6"/>
                  </a:cubicBezTo>
                  <a:cubicBezTo>
                    <a:pt x="33" y="0"/>
                    <a:pt x="33" y="0"/>
                    <a:pt x="33" y="0"/>
                  </a:cubicBezTo>
                  <a:cubicBezTo>
                    <a:pt x="33" y="0"/>
                    <a:pt x="33" y="0"/>
                    <a:pt x="33" y="0"/>
                  </a:cubicBezTo>
                  <a:lnTo>
                    <a:pt x="2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05" name="Line 40">
              <a:extLst>
                <a:ext uri="{FF2B5EF4-FFF2-40B4-BE49-F238E27FC236}">
                  <a16:creationId xmlns:a16="http://schemas.microsoft.com/office/drawing/2014/main" id="{EDB64594-287C-738D-93E7-5B4643981DDD}"/>
                </a:ext>
              </a:extLst>
            </p:cNvPr>
            <p:cNvSpPr>
              <a:spLocks noChangeShapeType="1"/>
            </p:cNvSpPr>
            <p:nvPr/>
          </p:nvSpPr>
          <p:spPr bwMode="auto">
            <a:xfrm flipH="1">
              <a:off x="3315" y="3424"/>
              <a:ext cx="236"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06" name="Freeform 41">
              <a:extLst>
                <a:ext uri="{FF2B5EF4-FFF2-40B4-BE49-F238E27FC236}">
                  <a16:creationId xmlns:a16="http://schemas.microsoft.com/office/drawing/2014/main" id="{388D4FEB-798F-5E69-CD7F-727D90797BBB}"/>
                </a:ext>
              </a:extLst>
            </p:cNvPr>
            <p:cNvSpPr>
              <a:spLocks/>
            </p:cNvSpPr>
            <p:nvPr/>
          </p:nvSpPr>
          <p:spPr bwMode="auto">
            <a:xfrm>
              <a:off x="3272" y="3407"/>
              <a:ext cx="56" cy="34"/>
            </a:xfrm>
            <a:custGeom>
              <a:avLst/>
              <a:gdLst>
                <a:gd name="T0" fmla="*/ 27 w 33"/>
                <a:gd name="T1" fmla="*/ 10 h 20"/>
                <a:gd name="T2" fmla="*/ 33 w 33"/>
                <a:gd name="T3" fmla="*/ 20 h 20"/>
                <a:gd name="T4" fmla="*/ 33 w 33"/>
                <a:gd name="T5" fmla="*/ 20 h 20"/>
                <a:gd name="T6" fmla="*/ 17 w 33"/>
                <a:gd name="T7" fmla="*/ 14 h 20"/>
                <a:gd name="T8" fmla="*/ 0 w 33"/>
                <a:gd name="T9" fmla="*/ 10 h 20"/>
                <a:gd name="T10" fmla="*/ 17 w 33"/>
                <a:gd name="T11" fmla="*/ 6 h 20"/>
                <a:gd name="T12" fmla="*/ 33 w 33"/>
                <a:gd name="T13" fmla="*/ 0 h 20"/>
                <a:gd name="T14" fmla="*/ 33 w 33"/>
                <a:gd name="T15" fmla="*/ 0 h 20"/>
                <a:gd name="T16" fmla="*/ 27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27" y="10"/>
                  </a:moveTo>
                  <a:cubicBezTo>
                    <a:pt x="33" y="20"/>
                    <a:pt x="33" y="20"/>
                    <a:pt x="33" y="20"/>
                  </a:cubicBezTo>
                  <a:cubicBezTo>
                    <a:pt x="33" y="20"/>
                    <a:pt x="33" y="20"/>
                    <a:pt x="33" y="20"/>
                  </a:cubicBezTo>
                  <a:cubicBezTo>
                    <a:pt x="17" y="14"/>
                    <a:pt x="17" y="14"/>
                    <a:pt x="17" y="14"/>
                  </a:cubicBezTo>
                  <a:cubicBezTo>
                    <a:pt x="11" y="12"/>
                    <a:pt x="6" y="11"/>
                    <a:pt x="0" y="10"/>
                  </a:cubicBezTo>
                  <a:cubicBezTo>
                    <a:pt x="6" y="9"/>
                    <a:pt x="11" y="8"/>
                    <a:pt x="17" y="6"/>
                  </a:cubicBezTo>
                  <a:cubicBezTo>
                    <a:pt x="33" y="0"/>
                    <a:pt x="33" y="0"/>
                    <a:pt x="33" y="0"/>
                  </a:cubicBezTo>
                  <a:cubicBezTo>
                    <a:pt x="33" y="0"/>
                    <a:pt x="33" y="0"/>
                    <a:pt x="33" y="0"/>
                  </a:cubicBezTo>
                  <a:lnTo>
                    <a:pt x="2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07" name="Line 42">
              <a:extLst>
                <a:ext uri="{FF2B5EF4-FFF2-40B4-BE49-F238E27FC236}">
                  <a16:creationId xmlns:a16="http://schemas.microsoft.com/office/drawing/2014/main" id="{C25B20EC-6135-C241-89C0-854290A869F5}"/>
                </a:ext>
              </a:extLst>
            </p:cNvPr>
            <p:cNvSpPr>
              <a:spLocks noChangeShapeType="1"/>
            </p:cNvSpPr>
            <p:nvPr/>
          </p:nvSpPr>
          <p:spPr bwMode="auto">
            <a:xfrm flipH="1">
              <a:off x="3315" y="3553"/>
              <a:ext cx="236"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08" name="Freeform 43">
              <a:extLst>
                <a:ext uri="{FF2B5EF4-FFF2-40B4-BE49-F238E27FC236}">
                  <a16:creationId xmlns:a16="http://schemas.microsoft.com/office/drawing/2014/main" id="{5105B9EA-8D09-3270-828E-9A3F30F6EE2C}"/>
                </a:ext>
              </a:extLst>
            </p:cNvPr>
            <p:cNvSpPr>
              <a:spLocks/>
            </p:cNvSpPr>
            <p:nvPr/>
          </p:nvSpPr>
          <p:spPr bwMode="auto">
            <a:xfrm>
              <a:off x="3272" y="3536"/>
              <a:ext cx="56" cy="34"/>
            </a:xfrm>
            <a:custGeom>
              <a:avLst/>
              <a:gdLst>
                <a:gd name="T0" fmla="*/ 27 w 33"/>
                <a:gd name="T1" fmla="*/ 10 h 20"/>
                <a:gd name="T2" fmla="*/ 33 w 33"/>
                <a:gd name="T3" fmla="*/ 20 h 20"/>
                <a:gd name="T4" fmla="*/ 33 w 33"/>
                <a:gd name="T5" fmla="*/ 20 h 20"/>
                <a:gd name="T6" fmla="*/ 17 w 33"/>
                <a:gd name="T7" fmla="*/ 14 h 20"/>
                <a:gd name="T8" fmla="*/ 0 w 33"/>
                <a:gd name="T9" fmla="*/ 10 h 20"/>
                <a:gd name="T10" fmla="*/ 17 w 33"/>
                <a:gd name="T11" fmla="*/ 7 h 20"/>
                <a:gd name="T12" fmla="*/ 33 w 33"/>
                <a:gd name="T13" fmla="*/ 0 h 20"/>
                <a:gd name="T14" fmla="*/ 33 w 33"/>
                <a:gd name="T15" fmla="*/ 0 h 20"/>
                <a:gd name="T16" fmla="*/ 27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27" y="10"/>
                  </a:moveTo>
                  <a:cubicBezTo>
                    <a:pt x="33" y="20"/>
                    <a:pt x="33" y="20"/>
                    <a:pt x="33" y="20"/>
                  </a:cubicBezTo>
                  <a:cubicBezTo>
                    <a:pt x="33" y="20"/>
                    <a:pt x="33" y="20"/>
                    <a:pt x="33" y="20"/>
                  </a:cubicBezTo>
                  <a:cubicBezTo>
                    <a:pt x="17" y="14"/>
                    <a:pt x="17" y="14"/>
                    <a:pt x="17" y="14"/>
                  </a:cubicBezTo>
                  <a:cubicBezTo>
                    <a:pt x="11" y="13"/>
                    <a:pt x="6" y="12"/>
                    <a:pt x="0" y="10"/>
                  </a:cubicBezTo>
                  <a:cubicBezTo>
                    <a:pt x="6" y="9"/>
                    <a:pt x="11" y="8"/>
                    <a:pt x="17" y="7"/>
                  </a:cubicBezTo>
                  <a:cubicBezTo>
                    <a:pt x="33" y="0"/>
                    <a:pt x="33" y="0"/>
                    <a:pt x="33" y="0"/>
                  </a:cubicBezTo>
                  <a:cubicBezTo>
                    <a:pt x="33" y="0"/>
                    <a:pt x="33" y="0"/>
                    <a:pt x="33" y="0"/>
                  </a:cubicBezTo>
                  <a:lnTo>
                    <a:pt x="2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09" name="Line 44">
              <a:extLst>
                <a:ext uri="{FF2B5EF4-FFF2-40B4-BE49-F238E27FC236}">
                  <a16:creationId xmlns:a16="http://schemas.microsoft.com/office/drawing/2014/main" id="{CD1EFEC6-6403-EC9C-5883-ADED086C02B7}"/>
                </a:ext>
              </a:extLst>
            </p:cNvPr>
            <p:cNvSpPr>
              <a:spLocks noChangeShapeType="1"/>
            </p:cNvSpPr>
            <p:nvPr/>
          </p:nvSpPr>
          <p:spPr bwMode="auto">
            <a:xfrm>
              <a:off x="3276" y="1188"/>
              <a:ext cx="225"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10" name="Freeform 45">
              <a:extLst>
                <a:ext uri="{FF2B5EF4-FFF2-40B4-BE49-F238E27FC236}">
                  <a16:creationId xmlns:a16="http://schemas.microsoft.com/office/drawing/2014/main" id="{E67B49DF-380F-F1AA-C618-1647903D681B}"/>
                </a:ext>
              </a:extLst>
            </p:cNvPr>
            <p:cNvSpPr>
              <a:spLocks/>
            </p:cNvSpPr>
            <p:nvPr/>
          </p:nvSpPr>
          <p:spPr bwMode="auto">
            <a:xfrm>
              <a:off x="3488" y="1171"/>
              <a:ext cx="56" cy="34"/>
            </a:xfrm>
            <a:custGeom>
              <a:avLst/>
              <a:gdLst>
                <a:gd name="T0" fmla="*/ 6 w 33"/>
                <a:gd name="T1" fmla="*/ 10 h 20"/>
                <a:gd name="T2" fmla="*/ 0 w 33"/>
                <a:gd name="T3" fmla="*/ 0 h 20"/>
                <a:gd name="T4" fmla="*/ 0 w 33"/>
                <a:gd name="T5" fmla="*/ 0 h 20"/>
                <a:gd name="T6" fmla="*/ 16 w 33"/>
                <a:gd name="T7" fmla="*/ 6 h 20"/>
                <a:gd name="T8" fmla="*/ 33 w 33"/>
                <a:gd name="T9" fmla="*/ 10 h 20"/>
                <a:gd name="T10" fmla="*/ 16 w 33"/>
                <a:gd name="T11" fmla="*/ 14 h 20"/>
                <a:gd name="T12" fmla="*/ 0 w 33"/>
                <a:gd name="T13" fmla="*/ 20 h 20"/>
                <a:gd name="T14" fmla="*/ 0 w 33"/>
                <a:gd name="T15" fmla="*/ 20 h 20"/>
                <a:gd name="T16" fmla="*/ 6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6" y="10"/>
                  </a:moveTo>
                  <a:cubicBezTo>
                    <a:pt x="0" y="0"/>
                    <a:pt x="0" y="0"/>
                    <a:pt x="0" y="0"/>
                  </a:cubicBezTo>
                  <a:cubicBezTo>
                    <a:pt x="0" y="0"/>
                    <a:pt x="0" y="0"/>
                    <a:pt x="0" y="0"/>
                  </a:cubicBezTo>
                  <a:cubicBezTo>
                    <a:pt x="16" y="6"/>
                    <a:pt x="16" y="6"/>
                    <a:pt x="16" y="6"/>
                  </a:cubicBezTo>
                  <a:cubicBezTo>
                    <a:pt x="22" y="7"/>
                    <a:pt x="27" y="9"/>
                    <a:pt x="33" y="10"/>
                  </a:cubicBezTo>
                  <a:cubicBezTo>
                    <a:pt x="27" y="11"/>
                    <a:pt x="22" y="12"/>
                    <a:pt x="16" y="14"/>
                  </a:cubicBezTo>
                  <a:cubicBezTo>
                    <a:pt x="0" y="20"/>
                    <a:pt x="0" y="20"/>
                    <a:pt x="0" y="20"/>
                  </a:cubicBezTo>
                  <a:cubicBezTo>
                    <a:pt x="0" y="20"/>
                    <a:pt x="0" y="20"/>
                    <a:pt x="0" y="20"/>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11" name="Line 46">
              <a:extLst>
                <a:ext uri="{FF2B5EF4-FFF2-40B4-BE49-F238E27FC236}">
                  <a16:creationId xmlns:a16="http://schemas.microsoft.com/office/drawing/2014/main" id="{A09B2118-28E3-2179-101F-B019CCCA93D4}"/>
                </a:ext>
              </a:extLst>
            </p:cNvPr>
            <p:cNvSpPr>
              <a:spLocks noChangeShapeType="1"/>
            </p:cNvSpPr>
            <p:nvPr/>
          </p:nvSpPr>
          <p:spPr bwMode="auto">
            <a:xfrm>
              <a:off x="3276" y="1322"/>
              <a:ext cx="222"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12" name="Freeform 47">
              <a:extLst>
                <a:ext uri="{FF2B5EF4-FFF2-40B4-BE49-F238E27FC236}">
                  <a16:creationId xmlns:a16="http://schemas.microsoft.com/office/drawing/2014/main" id="{66682F6A-C686-ACE2-9516-9CE72550097B}"/>
                </a:ext>
              </a:extLst>
            </p:cNvPr>
            <p:cNvSpPr>
              <a:spLocks/>
            </p:cNvSpPr>
            <p:nvPr/>
          </p:nvSpPr>
          <p:spPr bwMode="auto">
            <a:xfrm>
              <a:off x="3481" y="1303"/>
              <a:ext cx="63" cy="38"/>
            </a:xfrm>
            <a:custGeom>
              <a:avLst/>
              <a:gdLst>
                <a:gd name="T0" fmla="*/ 7 w 37"/>
                <a:gd name="T1" fmla="*/ 11 h 22"/>
                <a:gd name="T2" fmla="*/ 0 w 37"/>
                <a:gd name="T3" fmla="*/ 1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2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1"/>
                    <a:pt x="0" y="1"/>
                    <a:pt x="0" y="1"/>
                  </a:cubicBezTo>
                  <a:cubicBezTo>
                    <a:pt x="1" y="0"/>
                    <a:pt x="1" y="0"/>
                    <a:pt x="1" y="0"/>
                  </a:cubicBezTo>
                  <a:cubicBezTo>
                    <a:pt x="18" y="7"/>
                    <a:pt x="18" y="7"/>
                    <a:pt x="18" y="7"/>
                  </a:cubicBezTo>
                  <a:cubicBezTo>
                    <a:pt x="25" y="9"/>
                    <a:pt x="31" y="10"/>
                    <a:pt x="37" y="11"/>
                  </a:cubicBezTo>
                  <a:cubicBezTo>
                    <a:pt x="31" y="13"/>
                    <a:pt x="25" y="14"/>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13" name="Line 48">
              <a:extLst>
                <a:ext uri="{FF2B5EF4-FFF2-40B4-BE49-F238E27FC236}">
                  <a16:creationId xmlns:a16="http://schemas.microsoft.com/office/drawing/2014/main" id="{4B1B6BED-618E-7F96-33CE-8E71FCB4C812}"/>
                </a:ext>
              </a:extLst>
            </p:cNvPr>
            <p:cNvSpPr>
              <a:spLocks noChangeShapeType="1"/>
            </p:cNvSpPr>
            <p:nvPr/>
          </p:nvSpPr>
          <p:spPr bwMode="auto">
            <a:xfrm>
              <a:off x="3276" y="1721"/>
              <a:ext cx="222"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14" name="Freeform 49">
              <a:extLst>
                <a:ext uri="{FF2B5EF4-FFF2-40B4-BE49-F238E27FC236}">
                  <a16:creationId xmlns:a16="http://schemas.microsoft.com/office/drawing/2014/main" id="{7319C298-F60C-3843-A176-6C9D2B0F8F08}"/>
                </a:ext>
              </a:extLst>
            </p:cNvPr>
            <p:cNvSpPr>
              <a:spLocks/>
            </p:cNvSpPr>
            <p:nvPr/>
          </p:nvSpPr>
          <p:spPr bwMode="auto">
            <a:xfrm>
              <a:off x="3481" y="1702"/>
              <a:ext cx="63" cy="37"/>
            </a:xfrm>
            <a:custGeom>
              <a:avLst/>
              <a:gdLst>
                <a:gd name="T0" fmla="*/ 7 w 37"/>
                <a:gd name="T1" fmla="*/ 11 h 22"/>
                <a:gd name="T2" fmla="*/ 0 w 37"/>
                <a:gd name="T3" fmla="*/ 0 h 22"/>
                <a:gd name="T4" fmla="*/ 1 w 37"/>
                <a:gd name="T5" fmla="*/ 0 h 22"/>
                <a:gd name="T6" fmla="*/ 18 w 37"/>
                <a:gd name="T7" fmla="*/ 7 h 22"/>
                <a:gd name="T8" fmla="*/ 37 w 37"/>
                <a:gd name="T9" fmla="*/ 11 h 22"/>
                <a:gd name="T10" fmla="*/ 18 w 37"/>
                <a:gd name="T11" fmla="*/ 15 h 22"/>
                <a:gd name="T12" fmla="*/ 1 w 37"/>
                <a:gd name="T13" fmla="*/ 22 h 22"/>
                <a:gd name="T14" fmla="*/ 0 w 37"/>
                <a:gd name="T15" fmla="*/ 22 h 22"/>
                <a:gd name="T16" fmla="*/ 7 w 37"/>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
                <a:gd name="T28" fmla="*/ 0 h 22"/>
                <a:gd name="T29" fmla="*/ 37 w 3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 h="22">
                  <a:moveTo>
                    <a:pt x="7" y="11"/>
                  </a:moveTo>
                  <a:cubicBezTo>
                    <a:pt x="0" y="0"/>
                    <a:pt x="0" y="0"/>
                    <a:pt x="0" y="0"/>
                  </a:cubicBezTo>
                  <a:cubicBezTo>
                    <a:pt x="1" y="0"/>
                    <a:pt x="1" y="0"/>
                    <a:pt x="1" y="0"/>
                  </a:cubicBezTo>
                  <a:cubicBezTo>
                    <a:pt x="18" y="7"/>
                    <a:pt x="18" y="7"/>
                    <a:pt x="18" y="7"/>
                  </a:cubicBezTo>
                  <a:cubicBezTo>
                    <a:pt x="25" y="8"/>
                    <a:pt x="31" y="10"/>
                    <a:pt x="37" y="11"/>
                  </a:cubicBezTo>
                  <a:cubicBezTo>
                    <a:pt x="31" y="13"/>
                    <a:pt x="25" y="14"/>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15" name="Rectangle 50">
              <a:extLst>
                <a:ext uri="{FF2B5EF4-FFF2-40B4-BE49-F238E27FC236}">
                  <a16:creationId xmlns:a16="http://schemas.microsoft.com/office/drawing/2014/main" id="{C0DE0AA9-25F0-C54E-3431-A31D799B5548}"/>
                </a:ext>
              </a:extLst>
            </p:cNvPr>
            <p:cNvSpPr>
              <a:spLocks noChangeArrowheads="1"/>
            </p:cNvSpPr>
            <p:nvPr/>
          </p:nvSpPr>
          <p:spPr bwMode="auto">
            <a:xfrm>
              <a:off x="3318" y="4011"/>
              <a:ext cx="40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MD select</a:t>
              </a:r>
              <a:endParaRPr lang="en-US" altLang="es-ES" sz="4400" i="0" u="sng"/>
            </a:p>
          </p:txBody>
        </p:sp>
        <p:sp>
          <p:nvSpPr>
            <p:cNvPr id="36916" name="Line 51">
              <a:extLst>
                <a:ext uri="{FF2B5EF4-FFF2-40B4-BE49-F238E27FC236}">
                  <a16:creationId xmlns:a16="http://schemas.microsoft.com/office/drawing/2014/main" id="{BAC3FE28-09E8-31F6-F171-DFC65FDFC9B5}"/>
                </a:ext>
              </a:extLst>
            </p:cNvPr>
            <p:cNvSpPr>
              <a:spLocks noChangeShapeType="1"/>
            </p:cNvSpPr>
            <p:nvPr/>
          </p:nvSpPr>
          <p:spPr bwMode="auto">
            <a:xfrm>
              <a:off x="3771" y="4067"/>
              <a:ext cx="170"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17" name="Freeform 52">
              <a:extLst>
                <a:ext uri="{FF2B5EF4-FFF2-40B4-BE49-F238E27FC236}">
                  <a16:creationId xmlns:a16="http://schemas.microsoft.com/office/drawing/2014/main" id="{3A6F9562-92A2-850A-6D67-C47114C265B0}"/>
                </a:ext>
              </a:extLst>
            </p:cNvPr>
            <p:cNvSpPr>
              <a:spLocks/>
            </p:cNvSpPr>
            <p:nvPr/>
          </p:nvSpPr>
          <p:spPr bwMode="auto">
            <a:xfrm>
              <a:off x="3927" y="4050"/>
              <a:ext cx="56" cy="34"/>
            </a:xfrm>
            <a:custGeom>
              <a:avLst/>
              <a:gdLst>
                <a:gd name="T0" fmla="*/ 5 w 33"/>
                <a:gd name="T1" fmla="*/ 10 h 20"/>
                <a:gd name="T2" fmla="*/ 0 w 33"/>
                <a:gd name="T3" fmla="*/ 0 h 20"/>
                <a:gd name="T4" fmla="*/ 0 w 33"/>
                <a:gd name="T5" fmla="*/ 0 h 20"/>
                <a:gd name="T6" fmla="*/ 16 w 33"/>
                <a:gd name="T7" fmla="*/ 6 h 20"/>
                <a:gd name="T8" fmla="*/ 33 w 33"/>
                <a:gd name="T9" fmla="*/ 10 h 20"/>
                <a:gd name="T10" fmla="*/ 16 w 33"/>
                <a:gd name="T11" fmla="*/ 14 h 20"/>
                <a:gd name="T12" fmla="*/ 0 w 33"/>
                <a:gd name="T13" fmla="*/ 20 h 20"/>
                <a:gd name="T14" fmla="*/ 0 w 33"/>
                <a:gd name="T15" fmla="*/ 20 h 20"/>
                <a:gd name="T16" fmla="*/ 5 w 33"/>
                <a:gd name="T17" fmla="*/ 1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20"/>
                <a:gd name="T29" fmla="*/ 33 w 33"/>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20">
                  <a:moveTo>
                    <a:pt x="5" y="10"/>
                  </a:moveTo>
                  <a:cubicBezTo>
                    <a:pt x="0" y="0"/>
                    <a:pt x="0" y="0"/>
                    <a:pt x="0" y="0"/>
                  </a:cubicBezTo>
                  <a:cubicBezTo>
                    <a:pt x="0" y="0"/>
                    <a:pt x="0" y="0"/>
                    <a:pt x="0" y="0"/>
                  </a:cubicBezTo>
                  <a:cubicBezTo>
                    <a:pt x="16" y="6"/>
                    <a:pt x="16" y="6"/>
                    <a:pt x="16" y="6"/>
                  </a:cubicBezTo>
                  <a:cubicBezTo>
                    <a:pt x="21" y="8"/>
                    <a:pt x="27" y="9"/>
                    <a:pt x="33" y="10"/>
                  </a:cubicBezTo>
                  <a:cubicBezTo>
                    <a:pt x="27" y="11"/>
                    <a:pt x="21" y="12"/>
                    <a:pt x="16" y="14"/>
                  </a:cubicBezTo>
                  <a:cubicBezTo>
                    <a:pt x="0" y="20"/>
                    <a:pt x="0" y="20"/>
                    <a:pt x="0" y="20"/>
                  </a:cubicBezTo>
                  <a:cubicBezTo>
                    <a:pt x="0" y="20"/>
                    <a:pt x="0" y="20"/>
                    <a:pt x="0" y="20"/>
                  </a:cubicBezTo>
                  <a:lnTo>
                    <a:pt x="5"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18" name="Line 53">
              <a:extLst>
                <a:ext uri="{FF2B5EF4-FFF2-40B4-BE49-F238E27FC236}">
                  <a16:creationId xmlns:a16="http://schemas.microsoft.com/office/drawing/2014/main" id="{C20FC0BF-D152-EECD-7D36-64791EFB434A}"/>
                </a:ext>
              </a:extLst>
            </p:cNvPr>
            <p:cNvSpPr>
              <a:spLocks noChangeShapeType="1"/>
            </p:cNvSpPr>
            <p:nvPr/>
          </p:nvSpPr>
          <p:spPr bwMode="auto">
            <a:xfrm>
              <a:off x="4072" y="3702"/>
              <a:ext cx="1" cy="21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19" name="Freeform 54">
              <a:extLst>
                <a:ext uri="{FF2B5EF4-FFF2-40B4-BE49-F238E27FC236}">
                  <a16:creationId xmlns:a16="http://schemas.microsoft.com/office/drawing/2014/main" id="{45372B74-987D-A837-0256-4334725FCA96}"/>
                </a:ext>
              </a:extLst>
            </p:cNvPr>
            <p:cNvSpPr>
              <a:spLocks/>
            </p:cNvSpPr>
            <p:nvPr/>
          </p:nvSpPr>
          <p:spPr bwMode="auto">
            <a:xfrm>
              <a:off x="4053" y="3896"/>
              <a:ext cx="37" cy="63"/>
            </a:xfrm>
            <a:custGeom>
              <a:avLst/>
              <a:gdLst>
                <a:gd name="T0" fmla="*/ 11 w 22"/>
                <a:gd name="T1" fmla="*/ 7 h 37"/>
                <a:gd name="T2" fmla="*/ 22 w 22"/>
                <a:gd name="T3" fmla="*/ 0 h 37"/>
                <a:gd name="T4" fmla="*/ 22 w 22"/>
                <a:gd name="T5" fmla="*/ 1 h 37"/>
                <a:gd name="T6" fmla="*/ 15 w 22"/>
                <a:gd name="T7" fmla="*/ 18 h 37"/>
                <a:gd name="T8" fmla="*/ 11 w 22"/>
                <a:gd name="T9" fmla="*/ 37 h 37"/>
                <a:gd name="T10" fmla="*/ 7 w 22"/>
                <a:gd name="T11" fmla="*/ 18 h 37"/>
                <a:gd name="T12" fmla="*/ 0 w 22"/>
                <a:gd name="T13" fmla="*/ 1 h 37"/>
                <a:gd name="T14" fmla="*/ 0 w 22"/>
                <a:gd name="T15" fmla="*/ 0 h 37"/>
                <a:gd name="T16" fmla="*/ 11 w 22"/>
                <a:gd name="T17" fmla="*/ 7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7"/>
                <a:gd name="T29" fmla="*/ 22 w 22"/>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7">
                  <a:moveTo>
                    <a:pt x="11" y="7"/>
                  </a:moveTo>
                  <a:cubicBezTo>
                    <a:pt x="22" y="0"/>
                    <a:pt x="22" y="0"/>
                    <a:pt x="22" y="0"/>
                  </a:cubicBezTo>
                  <a:cubicBezTo>
                    <a:pt x="22" y="1"/>
                    <a:pt x="22" y="1"/>
                    <a:pt x="22" y="1"/>
                  </a:cubicBezTo>
                  <a:cubicBezTo>
                    <a:pt x="15" y="18"/>
                    <a:pt x="15" y="18"/>
                    <a:pt x="15" y="18"/>
                  </a:cubicBezTo>
                  <a:cubicBezTo>
                    <a:pt x="13" y="24"/>
                    <a:pt x="12" y="31"/>
                    <a:pt x="11" y="37"/>
                  </a:cubicBezTo>
                  <a:cubicBezTo>
                    <a:pt x="9" y="31"/>
                    <a:pt x="8" y="24"/>
                    <a:pt x="7" y="18"/>
                  </a:cubicBezTo>
                  <a:cubicBezTo>
                    <a:pt x="0" y="1"/>
                    <a:pt x="0" y="1"/>
                    <a:pt x="0" y="1"/>
                  </a:cubicBezTo>
                  <a:cubicBezTo>
                    <a:pt x="0" y="0"/>
                    <a:pt x="0" y="0"/>
                    <a:pt x="0" y="0"/>
                  </a:cubicBezTo>
                  <a:lnTo>
                    <a:pt x="1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20" name="Freeform 55">
              <a:extLst>
                <a:ext uri="{FF2B5EF4-FFF2-40B4-BE49-F238E27FC236}">
                  <a16:creationId xmlns:a16="http://schemas.microsoft.com/office/drawing/2014/main" id="{97334416-F10A-84EC-B4F2-8618E6BD48CC}"/>
                </a:ext>
              </a:extLst>
            </p:cNvPr>
            <p:cNvSpPr>
              <a:spLocks/>
            </p:cNvSpPr>
            <p:nvPr/>
          </p:nvSpPr>
          <p:spPr bwMode="auto">
            <a:xfrm>
              <a:off x="4202" y="3811"/>
              <a:ext cx="940" cy="102"/>
            </a:xfrm>
            <a:custGeom>
              <a:avLst/>
              <a:gdLst>
                <a:gd name="T0" fmla="*/ 940 w 940"/>
                <a:gd name="T1" fmla="*/ 0 h 102"/>
                <a:gd name="T2" fmla="*/ 0 w 940"/>
                <a:gd name="T3" fmla="*/ 0 h 102"/>
                <a:gd name="T4" fmla="*/ 0 w 940"/>
                <a:gd name="T5" fmla="*/ 102 h 102"/>
                <a:gd name="T6" fmla="*/ 0 60000 65536"/>
                <a:gd name="T7" fmla="*/ 0 60000 65536"/>
                <a:gd name="T8" fmla="*/ 0 60000 65536"/>
                <a:gd name="T9" fmla="*/ 0 w 940"/>
                <a:gd name="T10" fmla="*/ 0 h 102"/>
                <a:gd name="T11" fmla="*/ 940 w 940"/>
                <a:gd name="T12" fmla="*/ 102 h 102"/>
              </a:gdLst>
              <a:ahLst/>
              <a:cxnLst>
                <a:cxn ang="T6">
                  <a:pos x="T0" y="T1"/>
                </a:cxn>
                <a:cxn ang="T7">
                  <a:pos x="T2" y="T3"/>
                </a:cxn>
                <a:cxn ang="T8">
                  <a:pos x="T4" y="T5"/>
                </a:cxn>
              </a:cxnLst>
              <a:rect l="T9" t="T10" r="T11" b="T12"/>
              <a:pathLst>
                <a:path w="940" h="102">
                  <a:moveTo>
                    <a:pt x="940" y="0"/>
                  </a:moveTo>
                  <a:lnTo>
                    <a:pt x="0" y="0"/>
                  </a:lnTo>
                  <a:lnTo>
                    <a:pt x="0" y="102"/>
                  </a:lnTo>
                </a:path>
              </a:pathLst>
            </a:cu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21" name="Freeform 56">
              <a:extLst>
                <a:ext uri="{FF2B5EF4-FFF2-40B4-BE49-F238E27FC236}">
                  <a16:creationId xmlns:a16="http://schemas.microsoft.com/office/drawing/2014/main" id="{85ED2878-BFCB-B656-B377-228844A38D69}"/>
                </a:ext>
              </a:extLst>
            </p:cNvPr>
            <p:cNvSpPr>
              <a:spLocks/>
            </p:cNvSpPr>
            <p:nvPr/>
          </p:nvSpPr>
          <p:spPr bwMode="auto">
            <a:xfrm>
              <a:off x="4184" y="3896"/>
              <a:ext cx="37" cy="63"/>
            </a:xfrm>
            <a:custGeom>
              <a:avLst/>
              <a:gdLst>
                <a:gd name="T0" fmla="*/ 11 w 22"/>
                <a:gd name="T1" fmla="*/ 7 h 37"/>
                <a:gd name="T2" fmla="*/ 22 w 22"/>
                <a:gd name="T3" fmla="*/ 0 h 37"/>
                <a:gd name="T4" fmla="*/ 22 w 22"/>
                <a:gd name="T5" fmla="*/ 1 h 37"/>
                <a:gd name="T6" fmla="*/ 15 w 22"/>
                <a:gd name="T7" fmla="*/ 18 h 37"/>
                <a:gd name="T8" fmla="*/ 11 w 22"/>
                <a:gd name="T9" fmla="*/ 37 h 37"/>
                <a:gd name="T10" fmla="*/ 7 w 22"/>
                <a:gd name="T11" fmla="*/ 18 h 37"/>
                <a:gd name="T12" fmla="*/ 0 w 22"/>
                <a:gd name="T13" fmla="*/ 1 h 37"/>
                <a:gd name="T14" fmla="*/ 0 w 22"/>
                <a:gd name="T15" fmla="*/ 0 h 37"/>
                <a:gd name="T16" fmla="*/ 11 w 22"/>
                <a:gd name="T17" fmla="*/ 7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7"/>
                <a:gd name="T29" fmla="*/ 22 w 22"/>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7">
                  <a:moveTo>
                    <a:pt x="11" y="7"/>
                  </a:moveTo>
                  <a:cubicBezTo>
                    <a:pt x="22" y="0"/>
                    <a:pt x="22" y="0"/>
                    <a:pt x="22" y="0"/>
                  </a:cubicBezTo>
                  <a:cubicBezTo>
                    <a:pt x="22" y="1"/>
                    <a:pt x="22" y="1"/>
                    <a:pt x="22" y="1"/>
                  </a:cubicBezTo>
                  <a:cubicBezTo>
                    <a:pt x="15" y="18"/>
                    <a:pt x="15" y="18"/>
                    <a:pt x="15" y="18"/>
                  </a:cubicBezTo>
                  <a:cubicBezTo>
                    <a:pt x="14" y="24"/>
                    <a:pt x="12" y="31"/>
                    <a:pt x="11" y="37"/>
                  </a:cubicBezTo>
                  <a:cubicBezTo>
                    <a:pt x="10" y="31"/>
                    <a:pt x="8" y="24"/>
                    <a:pt x="7" y="18"/>
                  </a:cubicBezTo>
                  <a:cubicBezTo>
                    <a:pt x="0" y="1"/>
                    <a:pt x="0" y="1"/>
                    <a:pt x="0" y="1"/>
                  </a:cubicBezTo>
                  <a:cubicBezTo>
                    <a:pt x="0" y="0"/>
                    <a:pt x="0" y="0"/>
                    <a:pt x="0" y="0"/>
                  </a:cubicBezTo>
                  <a:lnTo>
                    <a:pt x="1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22" name="Freeform 57">
              <a:extLst>
                <a:ext uri="{FF2B5EF4-FFF2-40B4-BE49-F238E27FC236}">
                  <a16:creationId xmlns:a16="http://schemas.microsoft.com/office/drawing/2014/main" id="{C10C765E-BE39-0E40-2BBE-B1F1169B4A04}"/>
                </a:ext>
              </a:extLst>
            </p:cNvPr>
            <p:cNvSpPr>
              <a:spLocks/>
            </p:cNvSpPr>
            <p:nvPr/>
          </p:nvSpPr>
          <p:spPr bwMode="auto">
            <a:xfrm>
              <a:off x="3544" y="1051"/>
              <a:ext cx="1054" cy="923"/>
            </a:xfrm>
            <a:custGeom>
              <a:avLst/>
              <a:gdLst>
                <a:gd name="T0" fmla="*/ 0 w 1054"/>
                <a:gd name="T1" fmla="*/ 0 h 923"/>
                <a:gd name="T2" fmla="*/ 1054 w 1054"/>
                <a:gd name="T3" fmla="*/ 0 h 923"/>
                <a:gd name="T4" fmla="*/ 1054 w 1054"/>
                <a:gd name="T5" fmla="*/ 923 h 923"/>
                <a:gd name="T6" fmla="*/ 0 w 1054"/>
                <a:gd name="T7" fmla="*/ 923 h 923"/>
                <a:gd name="T8" fmla="*/ 0 w 1054"/>
                <a:gd name="T9" fmla="*/ 0 h 923"/>
                <a:gd name="T10" fmla="*/ 0 w 1054"/>
                <a:gd name="T11" fmla="*/ 0 h 923"/>
                <a:gd name="T12" fmla="*/ 0 60000 65536"/>
                <a:gd name="T13" fmla="*/ 0 60000 65536"/>
                <a:gd name="T14" fmla="*/ 0 60000 65536"/>
                <a:gd name="T15" fmla="*/ 0 60000 65536"/>
                <a:gd name="T16" fmla="*/ 0 60000 65536"/>
                <a:gd name="T17" fmla="*/ 0 60000 65536"/>
                <a:gd name="T18" fmla="*/ 0 w 1054"/>
                <a:gd name="T19" fmla="*/ 0 h 923"/>
                <a:gd name="T20" fmla="*/ 1054 w 1054"/>
                <a:gd name="T21" fmla="*/ 923 h 923"/>
              </a:gdLst>
              <a:ahLst/>
              <a:cxnLst>
                <a:cxn ang="T12">
                  <a:pos x="T0" y="T1"/>
                </a:cxn>
                <a:cxn ang="T13">
                  <a:pos x="T2" y="T3"/>
                </a:cxn>
                <a:cxn ang="T14">
                  <a:pos x="T4" y="T5"/>
                </a:cxn>
                <a:cxn ang="T15">
                  <a:pos x="T6" y="T7"/>
                </a:cxn>
                <a:cxn ang="T16">
                  <a:pos x="T8" y="T9"/>
                </a:cxn>
                <a:cxn ang="T17">
                  <a:pos x="T10" y="T11"/>
                </a:cxn>
              </a:cxnLst>
              <a:rect l="T18" t="T19" r="T20" b="T21"/>
              <a:pathLst>
                <a:path w="1054" h="923">
                  <a:moveTo>
                    <a:pt x="0" y="0"/>
                  </a:moveTo>
                  <a:lnTo>
                    <a:pt x="1054" y="0"/>
                  </a:lnTo>
                  <a:lnTo>
                    <a:pt x="1054" y="923"/>
                  </a:lnTo>
                  <a:lnTo>
                    <a:pt x="0" y="923"/>
                  </a:lnTo>
                  <a:lnTo>
                    <a:pt x="0" y="0"/>
                  </a:lnTo>
                  <a:close/>
                </a:path>
              </a:pathLst>
            </a:custGeom>
            <a:solidFill>
              <a:srgbClr val="D9F1F7"/>
            </a:solidFill>
            <a:ln w="14288">
              <a:solidFill>
                <a:srgbClr val="00A0C6"/>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23" name="Freeform 58">
              <a:extLst>
                <a:ext uri="{FF2B5EF4-FFF2-40B4-BE49-F238E27FC236}">
                  <a16:creationId xmlns:a16="http://schemas.microsoft.com/office/drawing/2014/main" id="{54B0AE30-189F-AE28-8C5C-E1A47DD1B708}"/>
                </a:ext>
              </a:extLst>
            </p:cNvPr>
            <p:cNvSpPr>
              <a:spLocks/>
            </p:cNvSpPr>
            <p:nvPr/>
          </p:nvSpPr>
          <p:spPr bwMode="auto">
            <a:xfrm>
              <a:off x="3544" y="2908"/>
              <a:ext cx="1054" cy="793"/>
            </a:xfrm>
            <a:custGeom>
              <a:avLst/>
              <a:gdLst>
                <a:gd name="T0" fmla="*/ 0 w 1054"/>
                <a:gd name="T1" fmla="*/ 0 h 793"/>
                <a:gd name="T2" fmla="*/ 1054 w 1054"/>
                <a:gd name="T3" fmla="*/ 0 h 793"/>
                <a:gd name="T4" fmla="*/ 1054 w 1054"/>
                <a:gd name="T5" fmla="*/ 793 h 793"/>
                <a:gd name="T6" fmla="*/ 0 w 1054"/>
                <a:gd name="T7" fmla="*/ 793 h 793"/>
                <a:gd name="T8" fmla="*/ 0 w 1054"/>
                <a:gd name="T9" fmla="*/ 0 h 793"/>
                <a:gd name="T10" fmla="*/ 0 w 1054"/>
                <a:gd name="T11" fmla="*/ 0 h 793"/>
                <a:gd name="T12" fmla="*/ 0 60000 65536"/>
                <a:gd name="T13" fmla="*/ 0 60000 65536"/>
                <a:gd name="T14" fmla="*/ 0 60000 65536"/>
                <a:gd name="T15" fmla="*/ 0 60000 65536"/>
                <a:gd name="T16" fmla="*/ 0 60000 65536"/>
                <a:gd name="T17" fmla="*/ 0 60000 65536"/>
                <a:gd name="T18" fmla="*/ 0 w 1054"/>
                <a:gd name="T19" fmla="*/ 0 h 793"/>
                <a:gd name="T20" fmla="*/ 1054 w 1054"/>
                <a:gd name="T21" fmla="*/ 793 h 793"/>
              </a:gdLst>
              <a:ahLst/>
              <a:cxnLst>
                <a:cxn ang="T12">
                  <a:pos x="T0" y="T1"/>
                </a:cxn>
                <a:cxn ang="T13">
                  <a:pos x="T2" y="T3"/>
                </a:cxn>
                <a:cxn ang="T14">
                  <a:pos x="T4" y="T5"/>
                </a:cxn>
                <a:cxn ang="T15">
                  <a:pos x="T6" y="T7"/>
                </a:cxn>
                <a:cxn ang="T16">
                  <a:pos x="T8" y="T9"/>
                </a:cxn>
                <a:cxn ang="T17">
                  <a:pos x="T10" y="T11"/>
                </a:cxn>
              </a:cxnLst>
              <a:rect l="T18" t="T19" r="T20" b="T21"/>
              <a:pathLst>
                <a:path w="1054" h="793">
                  <a:moveTo>
                    <a:pt x="0" y="0"/>
                  </a:moveTo>
                  <a:lnTo>
                    <a:pt x="1054" y="0"/>
                  </a:lnTo>
                  <a:lnTo>
                    <a:pt x="1054" y="793"/>
                  </a:lnTo>
                  <a:lnTo>
                    <a:pt x="0" y="793"/>
                  </a:lnTo>
                  <a:lnTo>
                    <a:pt x="0" y="0"/>
                  </a:lnTo>
                  <a:close/>
                </a:path>
              </a:pathLst>
            </a:custGeom>
            <a:solidFill>
              <a:srgbClr val="CCCCCC"/>
            </a:solidFill>
            <a:ln w="14288">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24" name="Rectangle 59">
              <a:extLst>
                <a:ext uri="{FF2B5EF4-FFF2-40B4-BE49-F238E27FC236}">
                  <a16:creationId xmlns:a16="http://schemas.microsoft.com/office/drawing/2014/main" id="{BC6FF99C-3603-62D8-80C2-4FBD7AA2E03C}"/>
                </a:ext>
              </a:extLst>
            </p:cNvPr>
            <p:cNvSpPr>
              <a:spLocks noChangeArrowheads="1"/>
            </p:cNvSpPr>
            <p:nvPr/>
          </p:nvSpPr>
          <p:spPr bwMode="auto">
            <a:xfrm>
              <a:off x="3999" y="85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925" name="Line 60">
              <a:extLst>
                <a:ext uri="{FF2B5EF4-FFF2-40B4-BE49-F238E27FC236}">
                  <a16:creationId xmlns:a16="http://schemas.microsoft.com/office/drawing/2014/main" id="{077F748A-54E9-139F-80F0-F29BC47A4EDC}"/>
                </a:ext>
              </a:extLst>
            </p:cNvPr>
            <p:cNvSpPr>
              <a:spLocks noChangeShapeType="1"/>
            </p:cNvSpPr>
            <p:nvPr/>
          </p:nvSpPr>
          <p:spPr bwMode="auto">
            <a:xfrm flipV="1">
              <a:off x="4038" y="893"/>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26" name="Rectangle 61">
              <a:extLst>
                <a:ext uri="{FF2B5EF4-FFF2-40B4-BE49-F238E27FC236}">
                  <a16:creationId xmlns:a16="http://schemas.microsoft.com/office/drawing/2014/main" id="{4C80AB70-6EB7-C247-BD63-94E942C41306}"/>
                </a:ext>
              </a:extLst>
            </p:cNvPr>
            <p:cNvSpPr>
              <a:spLocks noChangeArrowheads="1"/>
            </p:cNvSpPr>
            <p:nvPr/>
          </p:nvSpPr>
          <p:spPr bwMode="auto">
            <a:xfrm>
              <a:off x="3958" y="1051"/>
              <a:ext cx="27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D data</a:t>
              </a:r>
              <a:endParaRPr lang="en-US" altLang="es-ES" sz="4400" i="0" u="sng"/>
            </a:p>
          </p:txBody>
        </p:sp>
        <p:sp>
          <p:nvSpPr>
            <p:cNvPr id="36927" name="Rectangle 62">
              <a:extLst>
                <a:ext uri="{FF2B5EF4-FFF2-40B4-BE49-F238E27FC236}">
                  <a16:creationId xmlns:a16="http://schemas.microsoft.com/office/drawing/2014/main" id="{5CD75656-2A7D-2DCB-21D7-55B7C5340FB5}"/>
                </a:ext>
              </a:extLst>
            </p:cNvPr>
            <p:cNvSpPr>
              <a:spLocks noChangeArrowheads="1"/>
            </p:cNvSpPr>
            <p:nvPr/>
          </p:nvSpPr>
          <p:spPr bwMode="auto">
            <a:xfrm>
              <a:off x="3585" y="1146"/>
              <a:ext cx="24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Write</a:t>
              </a:r>
              <a:endParaRPr lang="en-US" altLang="es-ES" sz="4400" i="0" u="sng"/>
            </a:p>
          </p:txBody>
        </p:sp>
        <p:sp>
          <p:nvSpPr>
            <p:cNvPr id="36928" name="Rectangle 63">
              <a:extLst>
                <a:ext uri="{FF2B5EF4-FFF2-40B4-BE49-F238E27FC236}">
                  <a16:creationId xmlns:a16="http://schemas.microsoft.com/office/drawing/2014/main" id="{392568DA-3F10-39D2-3327-2E85D10BBD51}"/>
                </a:ext>
              </a:extLst>
            </p:cNvPr>
            <p:cNvSpPr>
              <a:spLocks noChangeArrowheads="1"/>
            </p:cNvSpPr>
            <p:nvPr/>
          </p:nvSpPr>
          <p:spPr bwMode="auto">
            <a:xfrm>
              <a:off x="3585" y="1274"/>
              <a:ext cx="40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D address</a:t>
              </a:r>
              <a:endParaRPr lang="en-US" altLang="es-ES" sz="4400" i="0" u="sng"/>
            </a:p>
          </p:txBody>
        </p:sp>
        <p:sp>
          <p:nvSpPr>
            <p:cNvPr id="36929" name="Rectangle 64">
              <a:extLst>
                <a:ext uri="{FF2B5EF4-FFF2-40B4-BE49-F238E27FC236}">
                  <a16:creationId xmlns:a16="http://schemas.microsoft.com/office/drawing/2014/main" id="{6E3E417B-7B7C-67E9-F34D-64DC902F00E1}"/>
                </a:ext>
              </a:extLst>
            </p:cNvPr>
            <p:cNvSpPr>
              <a:spLocks noChangeArrowheads="1"/>
            </p:cNvSpPr>
            <p:nvPr/>
          </p:nvSpPr>
          <p:spPr bwMode="auto">
            <a:xfrm>
              <a:off x="3564" y="1678"/>
              <a:ext cx="40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A address</a:t>
              </a:r>
              <a:endParaRPr lang="en-US" altLang="es-ES" sz="4400" i="0" u="sng"/>
            </a:p>
          </p:txBody>
        </p:sp>
        <p:sp>
          <p:nvSpPr>
            <p:cNvPr id="36930" name="Rectangle 65">
              <a:extLst>
                <a:ext uri="{FF2B5EF4-FFF2-40B4-BE49-F238E27FC236}">
                  <a16:creationId xmlns:a16="http://schemas.microsoft.com/office/drawing/2014/main" id="{8C3FC55B-7401-13CB-E0CB-02EA4FA5DD26}"/>
                </a:ext>
              </a:extLst>
            </p:cNvPr>
            <p:cNvSpPr>
              <a:spLocks noChangeArrowheads="1"/>
            </p:cNvSpPr>
            <p:nvPr/>
          </p:nvSpPr>
          <p:spPr bwMode="auto">
            <a:xfrm>
              <a:off x="4168" y="1678"/>
              <a:ext cx="40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 address</a:t>
              </a:r>
              <a:endParaRPr lang="en-US" altLang="es-ES" sz="4400" i="0" u="sng"/>
            </a:p>
          </p:txBody>
        </p:sp>
        <p:sp>
          <p:nvSpPr>
            <p:cNvPr id="36931" name="Rectangle 66">
              <a:extLst>
                <a:ext uri="{FF2B5EF4-FFF2-40B4-BE49-F238E27FC236}">
                  <a16:creationId xmlns:a16="http://schemas.microsoft.com/office/drawing/2014/main" id="{4D3B5D10-DE61-417C-849D-824108052B74}"/>
                </a:ext>
              </a:extLst>
            </p:cNvPr>
            <p:cNvSpPr>
              <a:spLocks noChangeArrowheads="1"/>
            </p:cNvSpPr>
            <p:nvPr/>
          </p:nvSpPr>
          <p:spPr bwMode="auto">
            <a:xfrm>
              <a:off x="3693" y="1858"/>
              <a:ext cx="27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A data</a:t>
              </a:r>
              <a:endParaRPr lang="en-US" altLang="es-ES" sz="4400" i="0" u="sng"/>
            </a:p>
          </p:txBody>
        </p:sp>
        <p:sp>
          <p:nvSpPr>
            <p:cNvPr id="36932" name="Rectangle 67">
              <a:extLst>
                <a:ext uri="{FF2B5EF4-FFF2-40B4-BE49-F238E27FC236}">
                  <a16:creationId xmlns:a16="http://schemas.microsoft.com/office/drawing/2014/main" id="{9BF10CB6-375C-FE1B-1A3B-0D1BC22A21FC}"/>
                </a:ext>
              </a:extLst>
            </p:cNvPr>
            <p:cNvSpPr>
              <a:spLocks noChangeArrowheads="1"/>
            </p:cNvSpPr>
            <p:nvPr/>
          </p:nvSpPr>
          <p:spPr bwMode="auto">
            <a:xfrm>
              <a:off x="4197" y="1858"/>
              <a:ext cx="2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 data</a:t>
              </a:r>
              <a:endParaRPr lang="en-US" altLang="es-ES" sz="4400" i="0" u="sng"/>
            </a:p>
          </p:txBody>
        </p:sp>
        <p:sp>
          <p:nvSpPr>
            <p:cNvPr id="36933" name="Rectangle 68">
              <a:extLst>
                <a:ext uri="{FF2B5EF4-FFF2-40B4-BE49-F238E27FC236}">
                  <a16:creationId xmlns:a16="http://schemas.microsoft.com/office/drawing/2014/main" id="{4CF47BE2-E45E-4CED-56CC-919968849746}"/>
                </a:ext>
              </a:extLst>
            </p:cNvPr>
            <p:cNvSpPr>
              <a:spLocks noChangeArrowheads="1"/>
            </p:cNvSpPr>
            <p:nvPr/>
          </p:nvSpPr>
          <p:spPr bwMode="auto">
            <a:xfrm>
              <a:off x="3963" y="140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2</a:t>
              </a:r>
              <a:endParaRPr lang="en-US" altLang="es-ES" sz="4400" i="0" u="sng"/>
            </a:p>
          </p:txBody>
        </p:sp>
        <p:sp>
          <p:nvSpPr>
            <p:cNvPr id="36934" name="Rectangle 69">
              <a:extLst>
                <a:ext uri="{FF2B5EF4-FFF2-40B4-BE49-F238E27FC236}">
                  <a16:creationId xmlns:a16="http://schemas.microsoft.com/office/drawing/2014/main" id="{32D004F6-EEC2-D6D9-B8E3-2D48599B848E}"/>
                </a:ext>
              </a:extLst>
            </p:cNvPr>
            <p:cNvSpPr>
              <a:spLocks noChangeArrowheads="1"/>
            </p:cNvSpPr>
            <p:nvPr/>
          </p:nvSpPr>
          <p:spPr bwMode="auto">
            <a:xfrm>
              <a:off x="4009" y="1384"/>
              <a:ext cx="6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m</a:t>
              </a:r>
              <a:endParaRPr lang="en-US" altLang="es-ES" sz="4400" i="0" u="sng"/>
            </a:p>
          </p:txBody>
        </p:sp>
        <p:sp>
          <p:nvSpPr>
            <p:cNvPr id="36935" name="Rectangle 70">
              <a:extLst>
                <a:ext uri="{FF2B5EF4-FFF2-40B4-BE49-F238E27FC236}">
                  <a16:creationId xmlns:a16="http://schemas.microsoft.com/office/drawing/2014/main" id="{B581B2EE-1DE9-6C64-FE21-4CCEB7A62199}"/>
                </a:ext>
              </a:extLst>
            </p:cNvPr>
            <p:cNvSpPr>
              <a:spLocks noChangeArrowheads="1"/>
            </p:cNvSpPr>
            <p:nvPr/>
          </p:nvSpPr>
          <p:spPr bwMode="auto">
            <a:xfrm>
              <a:off x="4061" y="1413"/>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latin typeface="Helvetica" panose="020B0604020202020204" pitchFamily="34" charset="0"/>
                </a:rPr>
                <a:t>x</a:t>
              </a:r>
              <a:endParaRPr lang="en-US" altLang="es-ES" sz="4400" i="0" u="sng">
                <a:latin typeface="Helvetica" panose="020B0604020202020204" pitchFamily="34" charset="0"/>
              </a:endParaRPr>
            </a:p>
          </p:txBody>
        </p:sp>
        <p:sp>
          <p:nvSpPr>
            <p:cNvPr id="36936" name="Rectangle 71">
              <a:extLst>
                <a:ext uri="{FF2B5EF4-FFF2-40B4-BE49-F238E27FC236}">
                  <a16:creationId xmlns:a16="http://schemas.microsoft.com/office/drawing/2014/main" id="{A6119841-48DB-D4DD-32AE-83CA46C99525}"/>
                </a:ext>
              </a:extLst>
            </p:cNvPr>
            <p:cNvSpPr>
              <a:spLocks noChangeArrowheads="1"/>
            </p:cNvSpPr>
            <p:nvPr/>
          </p:nvSpPr>
          <p:spPr bwMode="auto">
            <a:xfrm>
              <a:off x="4123" y="1403"/>
              <a:ext cx="7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 n</a:t>
              </a:r>
              <a:endParaRPr lang="en-US" altLang="es-ES" sz="4400" i="0" u="sng"/>
            </a:p>
          </p:txBody>
        </p:sp>
        <p:sp>
          <p:nvSpPr>
            <p:cNvPr id="36937" name="Rectangle 72">
              <a:extLst>
                <a:ext uri="{FF2B5EF4-FFF2-40B4-BE49-F238E27FC236}">
                  <a16:creationId xmlns:a16="http://schemas.microsoft.com/office/drawing/2014/main" id="{D2E53854-2F33-E2C8-E83C-5E92B123C3E8}"/>
                </a:ext>
              </a:extLst>
            </p:cNvPr>
            <p:cNvSpPr>
              <a:spLocks noChangeArrowheads="1"/>
            </p:cNvSpPr>
            <p:nvPr/>
          </p:nvSpPr>
          <p:spPr bwMode="auto">
            <a:xfrm>
              <a:off x="3860" y="1494"/>
              <a:ext cx="49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Register file</a:t>
              </a:r>
              <a:endParaRPr lang="en-US" altLang="es-ES" sz="4400" i="0" u="sng"/>
            </a:p>
          </p:txBody>
        </p:sp>
        <p:sp>
          <p:nvSpPr>
            <p:cNvPr id="36938" name="Rectangle 73">
              <a:extLst>
                <a:ext uri="{FF2B5EF4-FFF2-40B4-BE49-F238E27FC236}">
                  <a16:creationId xmlns:a16="http://schemas.microsoft.com/office/drawing/2014/main" id="{0EAB7577-56FA-D322-9B98-B47E638D3BA7}"/>
                </a:ext>
              </a:extLst>
            </p:cNvPr>
            <p:cNvSpPr>
              <a:spLocks noChangeArrowheads="1"/>
            </p:cNvSpPr>
            <p:nvPr/>
          </p:nvSpPr>
          <p:spPr bwMode="auto">
            <a:xfrm>
              <a:off x="3343" y="1220"/>
              <a:ext cx="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a:t>
              </a:r>
              <a:endParaRPr lang="en-US" altLang="es-ES" sz="4400" i="0" u="sng"/>
            </a:p>
          </p:txBody>
        </p:sp>
        <p:sp>
          <p:nvSpPr>
            <p:cNvPr id="36939" name="Line 74">
              <a:extLst>
                <a:ext uri="{FF2B5EF4-FFF2-40B4-BE49-F238E27FC236}">
                  <a16:creationId xmlns:a16="http://schemas.microsoft.com/office/drawing/2014/main" id="{FB2F7FBE-2A82-BD7F-AE4E-FF5504270E7F}"/>
                </a:ext>
              </a:extLst>
            </p:cNvPr>
            <p:cNvSpPr>
              <a:spLocks noChangeShapeType="1"/>
            </p:cNvSpPr>
            <p:nvPr/>
          </p:nvSpPr>
          <p:spPr bwMode="auto">
            <a:xfrm flipV="1">
              <a:off x="3376" y="1292"/>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40" name="Rectangle 75">
              <a:extLst>
                <a:ext uri="{FF2B5EF4-FFF2-40B4-BE49-F238E27FC236}">
                  <a16:creationId xmlns:a16="http://schemas.microsoft.com/office/drawing/2014/main" id="{2EA71EE4-C3BA-7EF2-21E9-F41BA0BDA82F}"/>
                </a:ext>
              </a:extLst>
            </p:cNvPr>
            <p:cNvSpPr>
              <a:spLocks noChangeArrowheads="1"/>
            </p:cNvSpPr>
            <p:nvPr/>
          </p:nvSpPr>
          <p:spPr bwMode="auto">
            <a:xfrm>
              <a:off x="3343" y="1620"/>
              <a:ext cx="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a:t>
              </a:r>
              <a:endParaRPr lang="en-US" altLang="es-ES" sz="4400" i="0" u="sng"/>
            </a:p>
          </p:txBody>
        </p:sp>
        <p:sp>
          <p:nvSpPr>
            <p:cNvPr id="36941" name="Line 76">
              <a:extLst>
                <a:ext uri="{FF2B5EF4-FFF2-40B4-BE49-F238E27FC236}">
                  <a16:creationId xmlns:a16="http://schemas.microsoft.com/office/drawing/2014/main" id="{3CB8A72F-EB98-1B2C-3851-9CCF4736BC62}"/>
                </a:ext>
              </a:extLst>
            </p:cNvPr>
            <p:cNvSpPr>
              <a:spLocks noChangeShapeType="1"/>
            </p:cNvSpPr>
            <p:nvPr/>
          </p:nvSpPr>
          <p:spPr bwMode="auto">
            <a:xfrm flipV="1">
              <a:off x="3376" y="1690"/>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42" name="Line 77">
              <a:extLst>
                <a:ext uri="{FF2B5EF4-FFF2-40B4-BE49-F238E27FC236}">
                  <a16:creationId xmlns:a16="http://schemas.microsoft.com/office/drawing/2014/main" id="{41C9D973-86F0-2B07-8042-2A105E00149D}"/>
                </a:ext>
              </a:extLst>
            </p:cNvPr>
            <p:cNvSpPr>
              <a:spLocks noChangeShapeType="1"/>
            </p:cNvSpPr>
            <p:nvPr/>
          </p:nvSpPr>
          <p:spPr bwMode="auto">
            <a:xfrm flipV="1">
              <a:off x="4699" y="1690"/>
              <a:ext cx="67"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43" name="Rectangle 78">
              <a:extLst>
                <a:ext uri="{FF2B5EF4-FFF2-40B4-BE49-F238E27FC236}">
                  <a16:creationId xmlns:a16="http://schemas.microsoft.com/office/drawing/2014/main" id="{6A4D6836-DD29-7FC7-2B7A-F98FB1CEC4EF}"/>
                </a:ext>
              </a:extLst>
            </p:cNvPr>
            <p:cNvSpPr>
              <a:spLocks noChangeArrowheads="1"/>
            </p:cNvSpPr>
            <p:nvPr/>
          </p:nvSpPr>
          <p:spPr bwMode="auto">
            <a:xfrm>
              <a:off x="4673" y="1618"/>
              <a:ext cx="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a:t>
              </a:r>
              <a:endParaRPr lang="en-US" altLang="es-ES" sz="4400" i="0" u="sng"/>
            </a:p>
          </p:txBody>
        </p:sp>
        <p:sp>
          <p:nvSpPr>
            <p:cNvPr id="36944" name="Rectangle 79">
              <a:extLst>
                <a:ext uri="{FF2B5EF4-FFF2-40B4-BE49-F238E27FC236}">
                  <a16:creationId xmlns:a16="http://schemas.microsoft.com/office/drawing/2014/main" id="{B1BFF92B-5CDC-52B2-D572-AB1CB9D276D3}"/>
                </a:ext>
              </a:extLst>
            </p:cNvPr>
            <p:cNvSpPr>
              <a:spLocks noChangeArrowheads="1"/>
            </p:cNvSpPr>
            <p:nvPr/>
          </p:nvSpPr>
          <p:spPr bwMode="auto">
            <a:xfrm>
              <a:off x="4026" y="2055"/>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945" name="Line 80">
              <a:extLst>
                <a:ext uri="{FF2B5EF4-FFF2-40B4-BE49-F238E27FC236}">
                  <a16:creationId xmlns:a16="http://schemas.microsoft.com/office/drawing/2014/main" id="{437F541B-E927-C411-4A61-EC1262BC51E9}"/>
                </a:ext>
              </a:extLst>
            </p:cNvPr>
            <p:cNvSpPr>
              <a:spLocks noChangeShapeType="1"/>
            </p:cNvSpPr>
            <p:nvPr/>
          </p:nvSpPr>
          <p:spPr bwMode="auto">
            <a:xfrm flipV="1">
              <a:off x="3983" y="2011"/>
              <a:ext cx="67"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46" name="Rectangle 81">
              <a:extLst>
                <a:ext uri="{FF2B5EF4-FFF2-40B4-BE49-F238E27FC236}">
                  <a16:creationId xmlns:a16="http://schemas.microsoft.com/office/drawing/2014/main" id="{2E183E39-27ED-D650-A98A-98B3F6D5CDFD}"/>
                </a:ext>
              </a:extLst>
            </p:cNvPr>
            <p:cNvSpPr>
              <a:spLocks noChangeArrowheads="1"/>
            </p:cNvSpPr>
            <p:nvPr/>
          </p:nvSpPr>
          <p:spPr bwMode="auto">
            <a:xfrm>
              <a:off x="4267" y="2040"/>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947" name="Line 82">
              <a:extLst>
                <a:ext uri="{FF2B5EF4-FFF2-40B4-BE49-F238E27FC236}">
                  <a16:creationId xmlns:a16="http://schemas.microsoft.com/office/drawing/2014/main" id="{5980AD2A-750B-0FAA-429B-C30F7DDD77AD}"/>
                </a:ext>
              </a:extLst>
            </p:cNvPr>
            <p:cNvSpPr>
              <a:spLocks noChangeShapeType="1"/>
            </p:cNvSpPr>
            <p:nvPr/>
          </p:nvSpPr>
          <p:spPr bwMode="auto">
            <a:xfrm flipV="1">
              <a:off x="4296" y="2079"/>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48" name="Rectangle 83">
              <a:extLst>
                <a:ext uri="{FF2B5EF4-FFF2-40B4-BE49-F238E27FC236}">
                  <a16:creationId xmlns:a16="http://schemas.microsoft.com/office/drawing/2014/main" id="{44F9284F-4386-D572-7B41-B80D1830508C}"/>
                </a:ext>
              </a:extLst>
            </p:cNvPr>
            <p:cNvSpPr>
              <a:spLocks noChangeArrowheads="1"/>
            </p:cNvSpPr>
            <p:nvPr/>
          </p:nvSpPr>
          <p:spPr bwMode="auto">
            <a:xfrm>
              <a:off x="3742" y="2133"/>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949" name="Line 84">
              <a:extLst>
                <a:ext uri="{FF2B5EF4-FFF2-40B4-BE49-F238E27FC236}">
                  <a16:creationId xmlns:a16="http://schemas.microsoft.com/office/drawing/2014/main" id="{E0FF6C28-AA13-91C7-E1D3-B915F279B341}"/>
                </a:ext>
              </a:extLst>
            </p:cNvPr>
            <p:cNvSpPr>
              <a:spLocks noChangeShapeType="1"/>
            </p:cNvSpPr>
            <p:nvPr/>
          </p:nvSpPr>
          <p:spPr bwMode="auto">
            <a:xfrm flipV="1">
              <a:off x="3771" y="2172"/>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50" name="Rectangle 85">
              <a:extLst>
                <a:ext uri="{FF2B5EF4-FFF2-40B4-BE49-F238E27FC236}">
                  <a16:creationId xmlns:a16="http://schemas.microsoft.com/office/drawing/2014/main" id="{48BF5F46-534E-2DCE-39E8-E0F12206E2DF}"/>
                </a:ext>
              </a:extLst>
            </p:cNvPr>
            <p:cNvSpPr>
              <a:spLocks noChangeArrowheads="1"/>
            </p:cNvSpPr>
            <p:nvPr/>
          </p:nvSpPr>
          <p:spPr bwMode="auto">
            <a:xfrm>
              <a:off x="4573" y="2532"/>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951" name="Line 86">
              <a:extLst>
                <a:ext uri="{FF2B5EF4-FFF2-40B4-BE49-F238E27FC236}">
                  <a16:creationId xmlns:a16="http://schemas.microsoft.com/office/drawing/2014/main" id="{0C19F0C2-D50C-1E89-2F10-4E1176DD6B22}"/>
                </a:ext>
              </a:extLst>
            </p:cNvPr>
            <p:cNvSpPr>
              <a:spLocks noChangeShapeType="1"/>
            </p:cNvSpPr>
            <p:nvPr/>
          </p:nvSpPr>
          <p:spPr bwMode="auto">
            <a:xfrm flipV="1">
              <a:off x="4582" y="2603"/>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52" name="Rectangle 87">
              <a:extLst>
                <a:ext uri="{FF2B5EF4-FFF2-40B4-BE49-F238E27FC236}">
                  <a16:creationId xmlns:a16="http://schemas.microsoft.com/office/drawing/2014/main" id="{5D0DB866-AD22-E96F-3786-8A37C5275F15}"/>
                </a:ext>
              </a:extLst>
            </p:cNvPr>
            <p:cNvSpPr>
              <a:spLocks noChangeArrowheads="1"/>
            </p:cNvSpPr>
            <p:nvPr/>
          </p:nvSpPr>
          <p:spPr bwMode="auto">
            <a:xfrm>
              <a:off x="4697" y="2658"/>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953" name="Line 88">
              <a:extLst>
                <a:ext uri="{FF2B5EF4-FFF2-40B4-BE49-F238E27FC236}">
                  <a16:creationId xmlns:a16="http://schemas.microsoft.com/office/drawing/2014/main" id="{968904A4-EDD3-F293-048C-A893C13460DA}"/>
                </a:ext>
              </a:extLst>
            </p:cNvPr>
            <p:cNvSpPr>
              <a:spLocks noChangeShapeType="1"/>
            </p:cNvSpPr>
            <p:nvPr/>
          </p:nvSpPr>
          <p:spPr bwMode="auto">
            <a:xfrm flipV="1">
              <a:off x="4706" y="2725"/>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54" name="Rectangle 89">
              <a:extLst>
                <a:ext uri="{FF2B5EF4-FFF2-40B4-BE49-F238E27FC236}">
                  <a16:creationId xmlns:a16="http://schemas.microsoft.com/office/drawing/2014/main" id="{9A443CC5-B920-7C42-125C-53C230E67346}"/>
                </a:ext>
              </a:extLst>
            </p:cNvPr>
            <p:cNvSpPr>
              <a:spLocks noChangeArrowheads="1"/>
            </p:cNvSpPr>
            <p:nvPr/>
          </p:nvSpPr>
          <p:spPr bwMode="auto">
            <a:xfrm>
              <a:off x="3780" y="2918"/>
              <a:ext cx="6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A</a:t>
              </a:r>
              <a:endParaRPr lang="en-US" altLang="es-ES" sz="4400" i="0" u="sng"/>
            </a:p>
          </p:txBody>
        </p:sp>
        <p:sp>
          <p:nvSpPr>
            <p:cNvPr id="36955" name="Rectangle 90">
              <a:extLst>
                <a:ext uri="{FF2B5EF4-FFF2-40B4-BE49-F238E27FC236}">
                  <a16:creationId xmlns:a16="http://schemas.microsoft.com/office/drawing/2014/main" id="{B3ADEA38-FFE4-58E7-D518-4BEA872655E8}"/>
                </a:ext>
              </a:extLst>
            </p:cNvPr>
            <p:cNvSpPr>
              <a:spLocks noChangeArrowheads="1"/>
            </p:cNvSpPr>
            <p:nvPr/>
          </p:nvSpPr>
          <p:spPr bwMode="auto">
            <a:xfrm>
              <a:off x="4310" y="2918"/>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B</a:t>
              </a:r>
              <a:endParaRPr lang="en-US" altLang="es-ES" sz="4400" i="0" u="sng"/>
            </a:p>
          </p:txBody>
        </p:sp>
        <p:sp>
          <p:nvSpPr>
            <p:cNvPr id="36956" name="Rectangle 91">
              <a:extLst>
                <a:ext uri="{FF2B5EF4-FFF2-40B4-BE49-F238E27FC236}">
                  <a16:creationId xmlns:a16="http://schemas.microsoft.com/office/drawing/2014/main" id="{78BD8CFB-AAD5-7961-BE83-8010340B663C}"/>
                </a:ext>
              </a:extLst>
            </p:cNvPr>
            <p:cNvSpPr>
              <a:spLocks noChangeArrowheads="1"/>
            </p:cNvSpPr>
            <p:nvPr/>
          </p:nvSpPr>
          <p:spPr bwMode="auto">
            <a:xfrm>
              <a:off x="3931" y="3222"/>
              <a:ext cx="36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Function</a:t>
              </a:r>
              <a:endParaRPr lang="en-US" altLang="es-ES" sz="4400" i="0" u="sng"/>
            </a:p>
          </p:txBody>
        </p:sp>
        <p:sp>
          <p:nvSpPr>
            <p:cNvPr id="36957" name="Rectangle 92">
              <a:extLst>
                <a:ext uri="{FF2B5EF4-FFF2-40B4-BE49-F238E27FC236}">
                  <a16:creationId xmlns:a16="http://schemas.microsoft.com/office/drawing/2014/main" id="{95B11121-BFFE-812A-4E0A-DA307DE07CD4}"/>
                </a:ext>
              </a:extLst>
            </p:cNvPr>
            <p:cNvSpPr>
              <a:spLocks noChangeArrowheads="1"/>
            </p:cNvSpPr>
            <p:nvPr/>
          </p:nvSpPr>
          <p:spPr bwMode="auto">
            <a:xfrm>
              <a:off x="4011" y="3304"/>
              <a:ext cx="16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unit</a:t>
              </a:r>
              <a:endParaRPr lang="en-US" altLang="es-ES" sz="4400" i="0" u="sng"/>
            </a:p>
          </p:txBody>
        </p:sp>
        <p:sp>
          <p:nvSpPr>
            <p:cNvPr id="36958" name="Rectangle 93">
              <a:extLst>
                <a:ext uri="{FF2B5EF4-FFF2-40B4-BE49-F238E27FC236}">
                  <a16:creationId xmlns:a16="http://schemas.microsoft.com/office/drawing/2014/main" id="{DBC17EC8-E1F9-C38C-B7F4-B770D0F4E842}"/>
                </a:ext>
              </a:extLst>
            </p:cNvPr>
            <p:cNvSpPr>
              <a:spLocks noChangeArrowheads="1"/>
            </p:cNvSpPr>
            <p:nvPr/>
          </p:nvSpPr>
          <p:spPr bwMode="auto">
            <a:xfrm>
              <a:off x="4057" y="3581"/>
              <a:ext cx="5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F</a:t>
              </a:r>
              <a:endParaRPr lang="en-US" altLang="es-ES" sz="4400" i="0" u="sng"/>
            </a:p>
          </p:txBody>
        </p:sp>
        <p:sp>
          <p:nvSpPr>
            <p:cNvPr id="36959" name="Rectangle 94">
              <a:extLst>
                <a:ext uri="{FF2B5EF4-FFF2-40B4-BE49-F238E27FC236}">
                  <a16:creationId xmlns:a16="http://schemas.microsoft.com/office/drawing/2014/main" id="{E642FB81-7C28-E04B-9173-4E89149D0640}"/>
                </a:ext>
              </a:extLst>
            </p:cNvPr>
            <p:cNvSpPr>
              <a:spLocks noChangeArrowheads="1"/>
            </p:cNvSpPr>
            <p:nvPr/>
          </p:nvSpPr>
          <p:spPr bwMode="auto">
            <a:xfrm>
              <a:off x="3365" y="293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4</a:t>
              </a:r>
              <a:endParaRPr lang="en-US" altLang="es-ES" sz="4400" i="0" u="sng"/>
            </a:p>
          </p:txBody>
        </p:sp>
        <p:sp>
          <p:nvSpPr>
            <p:cNvPr id="36960" name="Line 95">
              <a:extLst>
                <a:ext uri="{FF2B5EF4-FFF2-40B4-BE49-F238E27FC236}">
                  <a16:creationId xmlns:a16="http://schemas.microsoft.com/office/drawing/2014/main" id="{770B6809-B823-20D3-8FB0-9A910BCFF3D4}"/>
                </a:ext>
              </a:extLst>
            </p:cNvPr>
            <p:cNvSpPr>
              <a:spLocks noChangeShapeType="1"/>
            </p:cNvSpPr>
            <p:nvPr/>
          </p:nvSpPr>
          <p:spPr bwMode="auto">
            <a:xfrm flipV="1">
              <a:off x="3376" y="3003"/>
              <a:ext cx="66" cy="6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61" name="Freeform 96">
              <a:extLst>
                <a:ext uri="{FF2B5EF4-FFF2-40B4-BE49-F238E27FC236}">
                  <a16:creationId xmlns:a16="http://schemas.microsoft.com/office/drawing/2014/main" id="{4BA27DDA-5516-1EE0-22A6-B5526DB79AB4}"/>
                </a:ext>
              </a:extLst>
            </p:cNvPr>
            <p:cNvSpPr>
              <a:spLocks/>
            </p:cNvSpPr>
            <p:nvPr/>
          </p:nvSpPr>
          <p:spPr bwMode="auto">
            <a:xfrm>
              <a:off x="4148" y="2247"/>
              <a:ext cx="385" cy="263"/>
            </a:xfrm>
            <a:custGeom>
              <a:avLst/>
              <a:gdLst>
                <a:gd name="T0" fmla="*/ 0 w 385"/>
                <a:gd name="T1" fmla="*/ 0 h 263"/>
                <a:gd name="T2" fmla="*/ 385 w 385"/>
                <a:gd name="T3" fmla="*/ 0 h 263"/>
                <a:gd name="T4" fmla="*/ 385 w 385"/>
                <a:gd name="T5" fmla="*/ 263 h 263"/>
                <a:gd name="T6" fmla="*/ 0 w 385"/>
                <a:gd name="T7" fmla="*/ 263 h 263"/>
                <a:gd name="T8" fmla="*/ 0 w 385"/>
                <a:gd name="T9" fmla="*/ 0 h 263"/>
                <a:gd name="T10" fmla="*/ 0 w 385"/>
                <a:gd name="T11" fmla="*/ 0 h 263"/>
                <a:gd name="T12" fmla="*/ 0 60000 65536"/>
                <a:gd name="T13" fmla="*/ 0 60000 65536"/>
                <a:gd name="T14" fmla="*/ 0 60000 65536"/>
                <a:gd name="T15" fmla="*/ 0 60000 65536"/>
                <a:gd name="T16" fmla="*/ 0 60000 65536"/>
                <a:gd name="T17" fmla="*/ 0 60000 65536"/>
                <a:gd name="T18" fmla="*/ 0 w 385"/>
                <a:gd name="T19" fmla="*/ 0 h 263"/>
                <a:gd name="T20" fmla="*/ 385 w 385"/>
                <a:gd name="T21" fmla="*/ 263 h 263"/>
              </a:gdLst>
              <a:ahLst/>
              <a:cxnLst>
                <a:cxn ang="T12">
                  <a:pos x="T0" y="T1"/>
                </a:cxn>
                <a:cxn ang="T13">
                  <a:pos x="T2" y="T3"/>
                </a:cxn>
                <a:cxn ang="T14">
                  <a:pos x="T4" y="T5"/>
                </a:cxn>
                <a:cxn ang="T15">
                  <a:pos x="T6" y="T7"/>
                </a:cxn>
                <a:cxn ang="T16">
                  <a:pos x="T8" y="T9"/>
                </a:cxn>
                <a:cxn ang="T17">
                  <a:pos x="T10" y="T11"/>
                </a:cxn>
              </a:cxnLst>
              <a:rect l="T18" t="T19" r="T20" b="T21"/>
              <a:pathLst>
                <a:path w="385" h="263">
                  <a:moveTo>
                    <a:pt x="0" y="0"/>
                  </a:moveTo>
                  <a:lnTo>
                    <a:pt x="385" y="0"/>
                  </a:lnTo>
                  <a:lnTo>
                    <a:pt x="385" y="263"/>
                  </a:lnTo>
                  <a:lnTo>
                    <a:pt x="0" y="263"/>
                  </a:lnTo>
                  <a:lnTo>
                    <a:pt x="0" y="0"/>
                  </a:lnTo>
                  <a:close/>
                </a:path>
              </a:pathLst>
            </a:custGeom>
            <a:solidFill>
              <a:srgbClr val="FFFFFF"/>
            </a:solidFill>
            <a:ln w="14288">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62" name="Rectangle 97">
              <a:extLst>
                <a:ext uri="{FF2B5EF4-FFF2-40B4-BE49-F238E27FC236}">
                  <a16:creationId xmlns:a16="http://schemas.microsoft.com/office/drawing/2014/main" id="{DF61275E-D0A0-F64F-279A-5B966F28002D}"/>
                </a:ext>
              </a:extLst>
            </p:cNvPr>
            <p:cNvSpPr>
              <a:spLocks noChangeArrowheads="1"/>
            </p:cNvSpPr>
            <p:nvPr/>
          </p:nvSpPr>
          <p:spPr bwMode="auto">
            <a:xfrm>
              <a:off x="4188" y="2371"/>
              <a:ext cx="31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MUX B</a:t>
              </a:r>
              <a:endParaRPr lang="en-US" altLang="es-ES" sz="4400" i="0" u="sng"/>
            </a:p>
          </p:txBody>
        </p:sp>
        <p:sp>
          <p:nvSpPr>
            <p:cNvPr id="36963" name="Rectangle 98">
              <a:extLst>
                <a:ext uri="{FF2B5EF4-FFF2-40B4-BE49-F238E27FC236}">
                  <a16:creationId xmlns:a16="http://schemas.microsoft.com/office/drawing/2014/main" id="{B1C5173E-B41D-77C4-9D54-8301C01D9932}"/>
                </a:ext>
              </a:extLst>
            </p:cNvPr>
            <p:cNvSpPr>
              <a:spLocks noChangeArrowheads="1"/>
            </p:cNvSpPr>
            <p:nvPr/>
          </p:nvSpPr>
          <p:spPr bwMode="auto">
            <a:xfrm>
              <a:off x="4178" y="225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1</a:t>
              </a:r>
              <a:endParaRPr lang="en-US" altLang="es-ES" sz="4400" i="0" u="sng"/>
            </a:p>
          </p:txBody>
        </p:sp>
        <p:sp>
          <p:nvSpPr>
            <p:cNvPr id="36964" name="Rectangle 99">
              <a:extLst>
                <a:ext uri="{FF2B5EF4-FFF2-40B4-BE49-F238E27FC236}">
                  <a16:creationId xmlns:a16="http://schemas.microsoft.com/office/drawing/2014/main" id="{1E25AD34-CEB6-B500-3A87-7BF14D958762}"/>
                </a:ext>
              </a:extLst>
            </p:cNvPr>
            <p:cNvSpPr>
              <a:spLocks noChangeArrowheads="1"/>
            </p:cNvSpPr>
            <p:nvPr/>
          </p:nvSpPr>
          <p:spPr bwMode="auto">
            <a:xfrm>
              <a:off x="4410" y="225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0</a:t>
              </a:r>
              <a:endParaRPr lang="en-US" altLang="es-ES" sz="4400" i="0" u="sng"/>
            </a:p>
          </p:txBody>
        </p:sp>
        <p:sp>
          <p:nvSpPr>
            <p:cNvPr id="36965" name="Freeform 100">
              <a:extLst>
                <a:ext uri="{FF2B5EF4-FFF2-40B4-BE49-F238E27FC236}">
                  <a16:creationId xmlns:a16="http://schemas.microsoft.com/office/drawing/2014/main" id="{B1303438-166A-ED4D-BF05-7F4AE1230EB6}"/>
                </a:ext>
              </a:extLst>
            </p:cNvPr>
            <p:cNvSpPr>
              <a:spLocks/>
            </p:cNvSpPr>
            <p:nvPr/>
          </p:nvSpPr>
          <p:spPr bwMode="auto">
            <a:xfrm>
              <a:off x="3982" y="3959"/>
              <a:ext cx="324" cy="188"/>
            </a:xfrm>
            <a:custGeom>
              <a:avLst/>
              <a:gdLst>
                <a:gd name="T0" fmla="*/ 0 w 324"/>
                <a:gd name="T1" fmla="*/ 0 h 188"/>
                <a:gd name="T2" fmla="*/ 324 w 324"/>
                <a:gd name="T3" fmla="*/ 0 h 188"/>
                <a:gd name="T4" fmla="*/ 324 w 324"/>
                <a:gd name="T5" fmla="*/ 188 h 188"/>
                <a:gd name="T6" fmla="*/ 0 w 324"/>
                <a:gd name="T7" fmla="*/ 188 h 188"/>
                <a:gd name="T8" fmla="*/ 0 w 324"/>
                <a:gd name="T9" fmla="*/ 0 h 188"/>
                <a:gd name="T10" fmla="*/ 0 w 324"/>
                <a:gd name="T11" fmla="*/ 0 h 188"/>
                <a:gd name="T12" fmla="*/ 0 60000 65536"/>
                <a:gd name="T13" fmla="*/ 0 60000 65536"/>
                <a:gd name="T14" fmla="*/ 0 60000 65536"/>
                <a:gd name="T15" fmla="*/ 0 60000 65536"/>
                <a:gd name="T16" fmla="*/ 0 60000 65536"/>
                <a:gd name="T17" fmla="*/ 0 60000 65536"/>
                <a:gd name="T18" fmla="*/ 0 w 324"/>
                <a:gd name="T19" fmla="*/ 0 h 188"/>
                <a:gd name="T20" fmla="*/ 324 w 324"/>
                <a:gd name="T21" fmla="*/ 188 h 188"/>
              </a:gdLst>
              <a:ahLst/>
              <a:cxnLst>
                <a:cxn ang="T12">
                  <a:pos x="T0" y="T1"/>
                </a:cxn>
                <a:cxn ang="T13">
                  <a:pos x="T2" y="T3"/>
                </a:cxn>
                <a:cxn ang="T14">
                  <a:pos x="T4" y="T5"/>
                </a:cxn>
                <a:cxn ang="T15">
                  <a:pos x="T6" y="T7"/>
                </a:cxn>
                <a:cxn ang="T16">
                  <a:pos x="T8" y="T9"/>
                </a:cxn>
                <a:cxn ang="T17">
                  <a:pos x="T10" y="T11"/>
                </a:cxn>
              </a:cxnLst>
              <a:rect l="T18" t="T19" r="T20" b="T21"/>
              <a:pathLst>
                <a:path w="324" h="188">
                  <a:moveTo>
                    <a:pt x="0" y="0"/>
                  </a:moveTo>
                  <a:lnTo>
                    <a:pt x="324" y="0"/>
                  </a:lnTo>
                  <a:lnTo>
                    <a:pt x="324" y="188"/>
                  </a:lnTo>
                  <a:lnTo>
                    <a:pt x="0" y="188"/>
                  </a:lnTo>
                  <a:lnTo>
                    <a:pt x="0" y="0"/>
                  </a:lnTo>
                  <a:close/>
                </a:path>
              </a:pathLst>
            </a:cu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6966" name="Rectangle 101">
              <a:extLst>
                <a:ext uri="{FF2B5EF4-FFF2-40B4-BE49-F238E27FC236}">
                  <a16:creationId xmlns:a16="http://schemas.microsoft.com/office/drawing/2014/main" id="{FA89E187-5C54-5F34-ED41-F4A4A181D3D6}"/>
                </a:ext>
              </a:extLst>
            </p:cNvPr>
            <p:cNvSpPr>
              <a:spLocks noChangeArrowheads="1"/>
            </p:cNvSpPr>
            <p:nvPr/>
          </p:nvSpPr>
          <p:spPr bwMode="auto">
            <a:xfrm>
              <a:off x="3973" y="4042"/>
              <a:ext cx="32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MUX D</a:t>
              </a:r>
              <a:endParaRPr lang="en-US" altLang="es-ES" sz="4400" i="0" u="sng"/>
            </a:p>
          </p:txBody>
        </p:sp>
        <p:sp>
          <p:nvSpPr>
            <p:cNvPr id="36967" name="Rectangle 102">
              <a:extLst>
                <a:ext uri="{FF2B5EF4-FFF2-40B4-BE49-F238E27FC236}">
                  <a16:creationId xmlns:a16="http://schemas.microsoft.com/office/drawing/2014/main" id="{ADB7B37C-0E0C-D6C6-200F-26BFC2197226}"/>
                </a:ext>
              </a:extLst>
            </p:cNvPr>
            <p:cNvSpPr>
              <a:spLocks noChangeArrowheads="1"/>
            </p:cNvSpPr>
            <p:nvPr/>
          </p:nvSpPr>
          <p:spPr bwMode="auto">
            <a:xfrm>
              <a:off x="4052" y="3964"/>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0</a:t>
              </a:r>
              <a:endParaRPr lang="en-US" altLang="es-ES" sz="4400" i="0" u="sng"/>
            </a:p>
          </p:txBody>
        </p:sp>
        <p:sp>
          <p:nvSpPr>
            <p:cNvPr id="36968" name="Rectangle 103">
              <a:extLst>
                <a:ext uri="{FF2B5EF4-FFF2-40B4-BE49-F238E27FC236}">
                  <a16:creationId xmlns:a16="http://schemas.microsoft.com/office/drawing/2014/main" id="{8C4D6B68-1B88-A8AA-BC9F-B9B5CDF74514}"/>
                </a:ext>
              </a:extLst>
            </p:cNvPr>
            <p:cNvSpPr>
              <a:spLocks noChangeArrowheads="1"/>
            </p:cNvSpPr>
            <p:nvPr/>
          </p:nvSpPr>
          <p:spPr bwMode="auto">
            <a:xfrm>
              <a:off x="4184" y="3964"/>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1</a:t>
              </a:r>
              <a:endParaRPr lang="en-US" altLang="es-ES" sz="4400" i="0" u="sng"/>
            </a:p>
          </p:txBody>
        </p:sp>
        <p:sp>
          <p:nvSpPr>
            <p:cNvPr id="36969" name="Line 104">
              <a:extLst>
                <a:ext uri="{FF2B5EF4-FFF2-40B4-BE49-F238E27FC236}">
                  <a16:creationId xmlns:a16="http://schemas.microsoft.com/office/drawing/2014/main" id="{DE84FC00-14A4-89B5-0668-822D25C92927}"/>
                </a:ext>
              </a:extLst>
            </p:cNvPr>
            <p:cNvSpPr>
              <a:spLocks noChangeShapeType="1"/>
            </p:cNvSpPr>
            <p:nvPr/>
          </p:nvSpPr>
          <p:spPr bwMode="auto">
            <a:xfrm flipV="1">
              <a:off x="4034" y="3792"/>
              <a:ext cx="66" cy="6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70" name="Rectangle 105">
              <a:extLst>
                <a:ext uri="{FF2B5EF4-FFF2-40B4-BE49-F238E27FC236}">
                  <a16:creationId xmlns:a16="http://schemas.microsoft.com/office/drawing/2014/main" id="{18E0BA50-E4CC-FBB7-F63D-C8446BFA516A}"/>
                </a:ext>
              </a:extLst>
            </p:cNvPr>
            <p:cNvSpPr>
              <a:spLocks noChangeArrowheads="1"/>
            </p:cNvSpPr>
            <p:nvPr/>
          </p:nvSpPr>
          <p:spPr bwMode="auto">
            <a:xfrm>
              <a:off x="4004" y="375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971" name="Line 106">
              <a:extLst>
                <a:ext uri="{FF2B5EF4-FFF2-40B4-BE49-F238E27FC236}">
                  <a16:creationId xmlns:a16="http://schemas.microsoft.com/office/drawing/2014/main" id="{EDEAA373-0E41-EC81-A13F-E96EBEA12D14}"/>
                </a:ext>
              </a:extLst>
            </p:cNvPr>
            <p:cNvSpPr>
              <a:spLocks noChangeShapeType="1"/>
            </p:cNvSpPr>
            <p:nvPr/>
          </p:nvSpPr>
          <p:spPr bwMode="auto">
            <a:xfrm flipV="1">
              <a:off x="4735" y="3784"/>
              <a:ext cx="66" cy="66"/>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6972" name="Rectangle 107">
              <a:extLst>
                <a:ext uri="{FF2B5EF4-FFF2-40B4-BE49-F238E27FC236}">
                  <a16:creationId xmlns:a16="http://schemas.microsoft.com/office/drawing/2014/main" id="{293B30A0-173D-D06E-E3B2-631991FBE852}"/>
                </a:ext>
              </a:extLst>
            </p:cNvPr>
            <p:cNvSpPr>
              <a:spLocks noChangeArrowheads="1"/>
            </p:cNvSpPr>
            <p:nvPr/>
          </p:nvSpPr>
          <p:spPr bwMode="auto">
            <a:xfrm>
              <a:off x="4718" y="3699"/>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n</a:t>
              </a:r>
              <a:endParaRPr lang="en-US" altLang="es-ES" sz="4400" i="0" u="sng"/>
            </a:p>
          </p:txBody>
        </p:sp>
        <p:sp>
          <p:nvSpPr>
            <p:cNvPr id="36973" name="Rectangle 108">
              <a:extLst>
                <a:ext uri="{FF2B5EF4-FFF2-40B4-BE49-F238E27FC236}">
                  <a16:creationId xmlns:a16="http://schemas.microsoft.com/office/drawing/2014/main" id="{66B5AF06-5093-F3FF-9216-F0EDE6E6BE17}"/>
                </a:ext>
              </a:extLst>
            </p:cNvPr>
            <p:cNvSpPr>
              <a:spLocks noChangeArrowheads="1"/>
            </p:cNvSpPr>
            <p:nvPr/>
          </p:nvSpPr>
          <p:spPr bwMode="auto">
            <a:xfrm>
              <a:off x="5160" y="3771"/>
              <a:ext cx="30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200" i="0" baseline="0">
                  <a:solidFill>
                    <a:srgbClr val="000000"/>
                  </a:solidFill>
                </a:rPr>
                <a:t>Data in</a:t>
              </a:r>
              <a:endParaRPr lang="en-US" altLang="es-ES" sz="4400" i="0" u="sng"/>
            </a:p>
          </p:txBody>
        </p:sp>
      </p:gr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3 Marcador de número de diapositiva">
            <a:extLst>
              <a:ext uri="{FF2B5EF4-FFF2-40B4-BE49-F238E27FC236}">
                <a16:creationId xmlns:a16="http://schemas.microsoft.com/office/drawing/2014/main" id="{EA47AD96-45D4-7142-EFA8-A29A834835D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B789B170-C5FD-4920-8C90-C110E42A0CCB}" type="slidenum">
              <a:rPr lang="en-US" altLang="es-ES" sz="1600" b="0" i="0" baseline="0"/>
              <a:pPr/>
              <a:t>33</a:t>
            </a:fld>
            <a:endParaRPr lang="en-US" altLang="es-ES" sz="1600" b="0" i="0" baseline="0"/>
          </a:p>
        </p:txBody>
      </p:sp>
      <p:sp>
        <p:nvSpPr>
          <p:cNvPr id="37891" name="Rectangle 2">
            <a:extLst>
              <a:ext uri="{FF2B5EF4-FFF2-40B4-BE49-F238E27FC236}">
                <a16:creationId xmlns:a16="http://schemas.microsoft.com/office/drawing/2014/main" id="{3405B1AF-86D3-60BD-0161-B103AC767CF1}"/>
              </a:ext>
            </a:extLst>
          </p:cNvPr>
          <p:cNvSpPr>
            <a:spLocks noGrp="1" noChangeArrowheads="1"/>
          </p:cNvSpPr>
          <p:nvPr>
            <p:ph type="title"/>
          </p:nvPr>
        </p:nvSpPr>
        <p:spPr/>
        <p:txBody>
          <a:bodyPr/>
          <a:lstStyle/>
          <a:p>
            <a:r>
              <a:rPr lang="en-US" altLang="es-ES"/>
              <a:t>The Control Word</a:t>
            </a:r>
          </a:p>
        </p:txBody>
      </p:sp>
      <p:sp>
        <p:nvSpPr>
          <p:cNvPr id="37892" name="Rectangle 3">
            <a:extLst>
              <a:ext uri="{FF2B5EF4-FFF2-40B4-BE49-F238E27FC236}">
                <a16:creationId xmlns:a16="http://schemas.microsoft.com/office/drawing/2014/main" id="{BB80A54F-DA7E-5B49-EBE0-2D3742D66BD0}"/>
              </a:ext>
            </a:extLst>
          </p:cNvPr>
          <p:cNvSpPr>
            <a:spLocks noGrp="1" noChangeArrowheads="1"/>
          </p:cNvSpPr>
          <p:nvPr>
            <p:ph type="body" idx="1"/>
          </p:nvPr>
        </p:nvSpPr>
        <p:spPr/>
        <p:txBody>
          <a:bodyPr/>
          <a:lstStyle/>
          <a:p>
            <a:r>
              <a:rPr lang="en-US" altLang="es-ES" sz="2800"/>
              <a:t>The datapath has many control inputs</a:t>
            </a:r>
          </a:p>
          <a:p>
            <a:r>
              <a:rPr lang="en-US" altLang="es-ES" sz="2800"/>
              <a:t> The signals driving these inputs can be defined and organized into a </a:t>
            </a:r>
            <a:r>
              <a:rPr lang="en-US" altLang="es-ES" sz="2800" i="1"/>
              <a:t>control word</a:t>
            </a:r>
          </a:p>
          <a:p>
            <a:r>
              <a:rPr lang="en-US" altLang="es-ES" sz="2800"/>
              <a:t>To execute a microinstruction, we apply  control word values for a clock cycle. For most microoperations, the positive edge of the clock cycle is needed to perform the register load</a:t>
            </a:r>
          </a:p>
          <a:p>
            <a:r>
              <a:rPr lang="en-US" altLang="es-ES" sz="2800"/>
              <a:t>The datapath control word format and the field definitions are shown on the next slide</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3 Marcador de número de diapositiva">
            <a:extLst>
              <a:ext uri="{FF2B5EF4-FFF2-40B4-BE49-F238E27FC236}">
                <a16:creationId xmlns:a16="http://schemas.microsoft.com/office/drawing/2014/main" id="{D077EBA0-D21E-9BA1-5CE2-B0A8E635FAA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672D4FB7-5B71-4736-9643-EF53ADCC27C5}" type="slidenum">
              <a:rPr lang="en-US" altLang="es-ES" sz="1600" b="0" i="0" baseline="0"/>
              <a:pPr/>
              <a:t>34</a:t>
            </a:fld>
            <a:endParaRPr lang="en-US" altLang="es-ES" sz="1600" b="0" i="0" baseline="0"/>
          </a:p>
        </p:txBody>
      </p:sp>
      <p:sp>
        <p:nvSpPr>
          <p:cNvPr id="38915" name="Rectangle 2">
            <a:extLst>
              <a:ext uri="{FF2B5EF4-FFF2-40B4-BE49-F238E27FC236}">
                <a16:creationId xmlns:a16="http://schemas.microsoft.com/office/drawing/2014/main" id="{0DDDBAFB-20AD-1311-AB48-7AD637A12FA7}"/>
              </a:ext>
            </a:extLst>
          </p:cNvPr>
          <p:cNvSpPr>
            <a:spLocks noGrp="1" noChangeArrowheads="1"/>
          </p:cNvSpPr>
          <p:nvPr>
            <p:ph type="title"/>
          </p:nvPr>
        </p:nvSpPr>
        <p:spPr/>
        <p:txBody>
          <a:bodyPr/>
          <a:lstStyle/>
          <a:p>
            <a:r>
              <a:rPr lang="en-US" altLang="es-ES"/>
              <a:t>The Control Word Fields</a:t>
            </a:r>
          </a:p>
        </p:txBody>
      </p:sp>
      <p:sp>
        <p:nvSpPr>
          <p:cNvPr id="38916" name="Rectangle 3">
            <a:extLst>
              <a:ext uri="{FF2B5EF4-FFF2-40B4-BE49-F238E27FC236}">
                <a16:creationId xmlns:a16="http://schemas.microsoft.com/office/drawing/2014/main" id="{C3A617C2-DF87-2094-DB89-476576DA04BB}"/>
              </a:ext>
            </a:extLst>
          </p:cNvPr>
          <p:cNvSpPr>
            <a:spLocks noGrp="1" noChangeArrowheads="1"/>
          </p:cNvSpPr>
          <p:nvPr>
            <p:ph type="body" idx="1"/>
          </p:nvPr>
        </p:nvSpPr>
        <p:spPr/>
        <p:txBody>
          <a:bodyPr/>
          <a:lstStyle/>
          <a:p>
            <a:endParaRPr lang="en-US" altLang="es-ES" sz="2800"/>
          </a:p>
          <a:p>
            <a:endParaRPr lang="en-US" altLang="es-ES" sz="2800"/>
          </a:p>
          <a:p>
            <a:endParaRPr lang="en-US" altLang="es-ES" sz="2800"/>
          </a:p>
          <a:p>
            <a:r>
              <a:rPr lang="en-US" altLang="es-ES" sz="2400"/>
              <a:t>Fields</a:t>
            </a:r>
          </a:p>
          <a:p>
            <a:pPr lvl="1"/>
            <a:r>
              <a:rPr lang="en-US" altLang="es-ES" sz="2000"/>
              <a:t>DA – D Address</a:t>
            </a:r>
          </a:p>
          <a:p>
            <a:pPr lvl="1"/>
            <a:r>
              <a:rPr lang="en-US" altLang="es-ES" sz="2000"/>
              <a:t>AA – A Address</a:t>
            </a:r>
          </a:p>
          <a:p>
            <a:pPr lvl="1"/>
            <a:r>
              <a:rPr lang="en-US" altLang="es-ES" sz="2000"/>
              <a:t>BA – B Address</a:t>
            </a:r>
          </a:p>
          <a:p>
            <a:pPr lvl="1"/>
            <a:r>
              <a:rPr lang="en-US" altLang="es-ES" sz="2000"/>
              <a:t>MB – Mux B</a:t>
            </a:r>
          </a:p>
          <a:p>
            <a:pPr lvl="1"/>
            <a:r>
              <a:rPr lang="en-US" altLang="es-ES" sz="2000"/>
              <a:t>FS – Function Select </a:t>
            </a:r>
          </a:p>
          <a:p>
            <a:pPr lvl="1"/>
            <a:r>
              <a:rPr lang="en-US" altLang="es-ES" sz="2000"/>
              <a:t>MD – Mux D</a:t>
            </a:r>
          </a:p>
          <a:p>
            <a:pPr lvl="1"/>
            <a:r>
              <a:rPr lang="en-US" altLang="es-ES" sz="2000"/>
              <a:t>RW – Register Write</a:t>
            </a:r>
          </a:p>
          <a:p>
            <a:r>
              <a:rPr lang="en-US" altLang="es-ES" sz="2400"/>
              <a:t>The connections to datapath are shown in the next slide</a:t>
            </a:r>
          </a:p>
        </p:txBody>
      </p:sp>
      <p:grpSp>
        <p:nvGrpSpPr>
          <p:cNvPr id="38917" name="Group 4">
            <a:extLst>
              <a:ext uri="{FF2B5EF4-FFF2-40B4-BE49-F238E27FC236}">
                <a16:creationId xmlns:a16="http://schemas.microsoft.com/office/drawing/2014/main" id="{6E8CE630-70DF-9AF5-8334-6CB64975911C}"/>
              </a:ext>
            </a:extLst>
          </p:cNvPr>
          <p:cNvGrpSpPr>
            <a:grpSpLocks/>
          </p:cNvGrpSpPr>
          <p:nvPr/>
        </p:nvGrpSpPr>
        <p:grpSpPr bwMode="auto">
          <a:xfrm>
            <a:off x="1106488" y="1387475"/>
            <a:ext cx="5289550" cy="1584325"/>
            <a:chOff x="1897" y="3746"/>
            <a:chExt cx="1966" cy="457"/>
          </a:xfrm>
        </p:grpSpPr>
        <p:sp>
          <p:nvSpPr>
            <p:cNvPr id="38918" name="Rectangle 5">
              <a:extLst>
                <a:ext uri="{FF2B5EF4-FFF2-40B4-BE49-F238E27FC236}">
                  <a16:creationId xmlns:a16="http://schemas.microsoft.com/office/drawing/2014/main" id="{38047046-33AE-4B39-FCE5-1611A4478D61}"/>
                </a:ext>
              </a:extLst>
            </p:cNvPr>
            <p:cNvSpPr>
              <a:spLocks noChangeArrowheads="1"/>
            </p:cNvSpPr>
            <p:nvPr/>
          </p:nvSpPr>
          <p:spPr bwMode="auto">
            <a:xfrm>
              <a:off x="2638" y="4124"/>
              <a:ext cx="51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 Control word</a:t>
              </a:r>
              <a:endParaRPr lang="en-US" altLang="es-ES" sz="6000" i="0" u="sng"/>
            </a:p>
          </p:txBody>
        </p:sp>
        <p:sp>
          <p:nvSpPr>
            <p:cNvPr id="38919" name="Freeform 6">
              <a:extLst>
                <a:ext uri="{FF2B5EF4-FFF2-40B4-BE49-F238E27FC236}">
                  <a16:creationId xmlns:a16="http://schemas.microsoft.com/office/drawing/2014/main" id="{898CA975-FCC6-DC57-09D6-A82D587CE797}"/>
                </a:ext>
              </a:extLst>
            </p:cNvPr>
            <p:cNvSpPr>
              <a:spLocks/>
            </p:cNvSpPr>
            <p:nvPr/>
          </p:nvSpPr>
          <p:spPr bwMode="auto">
            <a:xfrm>
              <a:off x="1897" y="3849"/>
              <a:ext cx="1966" cy="228"/>
            </a:xfrm>
            <a:custGeom>
              <a:avLst/>
              <a:gdLst>
                <a:gd name="T0" fmla="*/ 0 w 1966"/>
                <a:gd name="T1" fmla="*/ 0 h 228"/>
                <a:gd name="T2" fmla="*/ 1966 w 1966"/>
                <a:gd name="T3" fmla="*/ 0 h 228"/>
                <a:gd name="T4" fmla="*/ 1966 w 1966"/>
                <a:gd name="T5" fmla="*/ 228 h 228"/>
                <a:gd name="T6" fmla="*/ 0 w 1966"/>
                <a:gd name="T7" fmla="*/ 228 h 228"/>
                <a:gd name="T8" fmla="*/ 0 w 1966"/>
                <a:gd name="T9" fmla="*/ 0 h 228"/>
                <a:gd name="T10" fmla="*/ 0 w 1966"/>
                <a:gd name="T11" fmla="*/ 0 h 228"/>
                <a:gd name="T12" fmla="*/ 0 60000 65536"/>
                <a:gd name="T13" fmla="*/ 0 60000 65536"/>
                <a:gd name="T14" fmla="*/ 0 60000 65536"/>
                <a:gd name="T15" fmla="*/ 0 60000 65536"/>
                <a:gd name="T16" fmla="*/ 0 60000 65536"/>
                <a:gd name="T17" fmla="*/ 0 60000 65536"/>
                <a:gd name="T18" fmla="*/ 0 w 1966"/>
                <a:gd name="T19" fmla="*/ 0 h 228"/>
                <a:gd name="T20" fmla="*/ 1966 w 196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1966" h="228">
                  <a:moveTo>
                    <a:pt x="0" y="0"/>
                  </a:moveTo>
                  <a:lnTo>
                    <a:pt x="1966" y="0"/>
                  </a:lnTo>
                  <a:lnTo>
                    <a:pt x="1966" y="228"/>
                  </a:lnTo>
                  <a:lnTo>
                    <a:pt x="0" y="228"/>
                  </a:lnTo>
                  <a:lnTo>
                    <a:pt x="0" y="0"/>
                  </a:lnTo>
                  <a:close/>
                </a:path>
              </a:pathLst>
            </a:cu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8920" name="Rectangle 7">
              <a:extLst>
                <a:ext uri="{FF2B5EF4-FFF2-40B4-BE49-F238E27FC236}">
                  <a16:creationId xmlns:a16="http://schemas.microsoft.com/office/drawing/2014/main" id="{3CD6E21C-55E9-39AE-F4F3-12CCCF803E22}"/>
                </a:ext>
              </a:extLst>
            </p:cNvPr>
            <p:cNvSpPr>
              <a:spLocks noChangeArrowheads="1"/>
            </p:cNvSpPr>
            <p:nvPr/>
          </p:nvSpPr>
          <p:spPr bwMode="auto">
            <a:xfrm>
              <a:off x="2046" y="3921"/>
              <a:ext cx="62"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D</a:t>
              </a:r>
              <a:endParaRPr lang="en-US" altLang="es-ES" sz="6000" i="0" u="sng"/>
            </a:p>
          </p:txBody>
        </p:sp>
        <p:sp>
          <p:nvSpPr>
            <p:cNvPr id="38921" name="Rectangle 8">
              <a:extLst>
                <a:ext uri="{FF2B5EF4-FFF2-40B4-BE49-F238E27FC236}">
                  <a16:creationId xmlns:a16="http://schemas.microsoft.com/office/drawing/2014/main" id="{74734DB7-F6BC-A9DB-8545-32580408157A}"/>
                </a:ext>
              </a:extLst>
            </p:cNvPr>
            <p:cNvSpPr>
              <a:spLocks noChangeArrowheads="1"/>
            </p:cNvSpPr>
            <p:nvPr/>
          </p:nvSpPr>
          <p:spPr bwMode="auto">
            <a:xfrm>
              <a:off x="2096" y="3921"/>
              <a:ext cx="61"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A</a:t>
              </a:r>
              <a:endParaRPr lang="en-US" altLang="es-ES" sz="6000" i="0" u="sng"/>
            </a:p>
          </p:txBody>
        </p:sp>
        <p:sp>
          <p:nvSpPr>
            <p:cNvPr id="38922" name="Rectangle 9">
              <a:extLst>
                <a:ext uri="{FF2B5EF4-FFF2-40B4-BE49-F238E27FC236}">
                  <a16:creationId xmlns:a16="http://schemas.microsoft.com/office/drawing/2014/main" id="{90EA34B0-79C8-106B-99E4-4EF7AC1408A0}"/>
                </a:ext>
              </a:extLst>
            </p:cNvPr>
            <p:cNvSpPr>
              <a:spLocks noChangeArrowheads="1"/>
            </p:cNvSpPr>
            <p:nvPr/>
          </p:nvSpPr>
          <p:spPr bwMode="auto">
            <a:xfrm>
              <a:off x="2386" y="3921"/>
              <a:ext cx="12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AA</a:t>
              </a:r>
              <a:endParaRPr lang="en-US" altLang="es-ES" sz="6000" i="0" u="sng"/>
            </a:p>
          </p:txBody>
        </p:sp>
        <p:sp>
          <p:nvSpPr>
            <p:cNvPr id="38923" name="Rectangle 10">
              <a:extLst>
                <a:ext uri="{FF2B5EF4-FFF2-40B4-BE49-F238E27FC236}">
                  <a16:creationId xmlns:a16="http://schemas.microsoft.com/office/drawing/2014/main" id="{5C9F441F-EC0D-3652-5F9D-88935D780760}"/>
                </a:ext>
              </a:extLst>
            </p:cNvPr>
            <p:cNvSpPr>
              <a:spLocks noChangeArrowheads="1"/>
            </p:cNvSpPr>
            <p:nvPr/>
          </p:nvSpPr>
          <p:spPr bwMode="auto">
            <a:xfrm>
              <a:off x="2705" y="3921"/>
              <a:ext cx="118"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BA</a:t>
              </a:r>
              <a:endParaRPr lang="en-US" altLang="es-ES" sz="6000" i="0" u="sng"/>
            </a:p>
          </p:txBody>
        </p:sp>
        <p:sp>
          <p:nvSpPr>
            <p:cNvPr id="38924" name="Rectangle 11">
              <a:extLst>
                <a:ext uri="{FF2B5EF4-FFF2-40B4-BE49-F238E27FC236}">
                  <a16:creationId xmlns:a16="http://schemas.microsoft.com/office/drawing/2014/main" id="{8E8E309C-3DA8-A5E9-BA41-3CCCE0AE3906}"/>
                </a:ext>
              </a:extLst>
            </p:cNvPr>
            <p:cNvSpPr>
              <a:spLocks noChangeArrowheads="1"/>
            </p:cNvSpPr>
            <p:nvPr/>
          </p:nvSpPr>
          <p:spPr bwMode="auto">
            <a:xfrm>
              <a:off x="2962" y="3893"/>
              <a:ext cx="8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M</a:t>
              </a:r>
              <a:endParaRPr lang="en-US" altLang="es-ES" sz="6000" i="0" u="sng"/>
            </a:p>
          </p:txBody>
        </p:sp>
        <p:sp>
          <p:nvSpPr>
            <p:cNvPr id="38925" name="Rectangle 12">
              <a:extLst>
                <a:ext uri="{FF2B5EF4-FFF2-40B4-BE49-F238E27FC236}">
                  <a16:creationId xmlns:a16="http://schemas.microsoft.com/office/drawing/2014/main" id="{2E212BFF-8B17-C390-40C2-F2FA982DF0A3}"/>
                </a:ext>
              </a:extLst>
            </p:cNvPr>
            <p:cNvSpPr>
              <a:spLocks noChangeArrowheads="1"/>
            </p:cNvSpPr>
            <p:nvPr/>
          </p:nvSpPr>
          <p:spPr bwMode="auto">
            <a:xfrm>
              <a:off x="2962" y="3976"/>
              <a:ext cx="57"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B</a:t>
              </a:r>
              <a:endParaRPr lang="en-US" altLang="es-ES" sz="6000" i="0" u="sng"/>
            </a:p>
          </p:txBody>
        </p:sp>
        <p:sp>
          <p:nvSpPr>
            <p:cNvPr id="38926" name="Rectangle 13">
              <a:extLst>
                <a:ext uri="{FF2B5EF4-FFF2-40B4-BE49-F238E27FC236}">
                  <a16:creationId xmlns:a16="http://schemas.microsoft.com/office/drawing/2014/main" id="{F5941F5E-4469-B9EA-7BC9-08B7E7B5414E}"/>
                </a:ext>
              </a:extLst>
            </p:cNvPr>
            <p:cNvSpPr>
              <a:spLocks noChangeArrowheads="1"/>
            </p:cNvSpPr>
            <p:nvPr/>
          </p:nvSpPr>
          <p:spPr bwMode="auto">
            <a:xfrm>
              <a:off x="3306" y="3921"/>
              <a:ext cx="99"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FS</a:t>
              </a:r>
              <a:endParaRPr lang="en-US" altLang="es-ES" sz="6000" i="0" u="sng"/>
            </a:p>
          </p:txBody>
        </p:sp>
        <p:sp>
          <p:nvSpPr>
            <p:cNvPr id="38927" name="Line 14">
              <a:extLst>
                <a:ext uri="{FF2B5EF4-FFF2-40B4-BE49-F238E27FC236}">
                  <a16:creationId xmlns:a16="http://schemas.microsoft.com/office/drawing/2014/main" id="{1A8FECEE-56FF-26AC-A37B-BCE41DB2CDA5}"/>
                </a:ext>
              </a:extLst>
            </p:cNvPr>
            <p:cNvSpPr>
              <a:spLocks noChangeShapeType="1"/>
            </p:cNvSpPr>
            <p:nvPr/>
          </p:nvSpPr>
          <p:spPr bwMode="auto">
            <a:xfrm>
              <a:off x="2265" y="3845"/>
              <a:ext cx="1" cy="234"/>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8928" name="Line 15">
              <a:extLst>
                <a:ext uri="{FF2B5EF4-FFF2-40B4-BE49-F238E27FC236}">
                  <a16:creationId xmlns:a16="http://schemas.microsoft.com/office/drawing/2014/main" id="{01842402-90B3-A1AA-27EA-818648F8C042}"/>
                </a:ext>
              </a:extLst>
            </p:cNvPr>
            <p:cNvSpPr>
              <a:spLocks noChangeShapeType="1"/>
            </p:cNvSpPr>
            <p:nvPr/>
          </p:nvSpPr>
          <p:spPr bwMode="auto">
            <a:xfrm>
              <a:off x="2593" y="3845"/>
              <a:ext cx="1" cy="234"/>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8929" name="Line 16">
              <a:extLst>
                <a:ext uri="{FF2B5EF4-FFF2-40B4-BE49-F238E27FC236}">
                  <a16:creationId xmlns:a16="http://schemas.microsoft.com/office/drawing/2014/main" id="{35D2384F-92AE-A982-B72E-19D184AFB2F8}"/>
                </a:ext>
              </a:extLst>
            </p:cNvPr>
            <p:cNvSpPr>
              <a:spLocks noChangeShapeType="1"/>
            </p:cNvSpPr>
            <p:nvPr/>
          </p:nvSpPr>
          <p:spPr bwMode="auto">
            <a:xfrm>
              <a:off x="2921" y="3845"/>
              <a:ext cx="1" cy="234"/>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8930" name="Line 17">
              <a:extLst>
                <a:ext uri="{FF2B5EF4-FFF2-40B4-BE49-F238E27FC236}">
                  <a16:creationId xmlns:a16="http://schemas.microsoft.com/office/drawing/2014/main" id="{89529FFF-B22D-77DC-6A9A-7EB1E5E5AA9C}"/>
                </a:ext>
              </a:extLst>
            </p:cNvPr>
            <p:cNvSpPr>
              <a:spLocks noChangeShapeType="1"/>
            </p:cNvSpPr>
            <p:nvPr/>
          </p:nvSpPr>
          <p:spPr bwMode="auto">
            <a:xfrm>
              <a:off x="3059" y="3845"/>
              <a:ext cx="1" cy="234"/>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8931" name="Line 18">
              <a:extLst>
                <a:ext uri="{FF2B5EF4-FFF2-40B4-BE49-F238E27FC236}">
                  <a16:creationId xmlns:a16="http://schemas.microsoft.com/office/drawing/2014/main" id="{1D1BD536-7FE2-CBB5-F036-19EBB3D6A65F}"/>
                </a:ext>
              </a:extLst>
            </p:cNvPr>
            <p:cNvSpPr>
              <a:spLocks noChangeShapeType="1"/>
            </p:cNvSpPr>
            <p:nvPr/>
          </p:nvSpPr>
          <p:spPr bwMode="auto">
            <a:xfrm>
              <a:off x="3747" y="3845"/>
              <a:ext cx="1" cy="234"/>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8932" name="Line 19">
              <a:extLst>
                <a:ext uri="{FF2B5EF4-FFF2-40B4-BE49-F238E27FC236}">
                  <a16:creationId xmlns:a16="http://schemas.microsoft.com/office/drawing/2014/main" id="{E65C8508-3A88-2515-88E6-74132505823B}"/>
                </a:ext>
              </a:extLst>
            </p:cNvPr>
            <p:cNvSpPr>
              <a:spLocks noChangeShapeType="1"/>
            </p:cNvSpPr>
            <p:nvPr/>
          </p:nvSpPr>
          <p:spPr bwMode="auto">
            <a:xfrm>
              <a:off x="3641" y="3845"/>
              <a:ext cx="1" cy="234"/>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8933" name="Rectangle 20">
              <a:extLst>
                <a:ext uri="{FF2B5EF4-FFF2-40B4-BE49-F238E27FC236}">
                  <a16:creationId xmlns:a16="http://schemas.microsoft.com/office/drawing/2014/main" id="{1A74C362-161D-C7F1-D865-E1F3E1BC2D96}"/>
                </a:ext>
              </a:extLst>
            </p:cNvPr>
            <p:cNvSpPr>
              <a:spLocks noChangeArrowheads="1"/>
            </p:cNvSpPr>
            <p:nvPr/>
          </p:nvSpPr>
          <p:spPr bwMode="auto">
            <a:xfrm>
              <a:off x="3660" y="3893"/>
              <a:ext cx="8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M</a:t>
              </a:r>
              <a:endParaRPr lang="en-US" altLang="es-ES" sz="6000" i="0" u="sng"/>
            </a:p>
          </p:txBody>
        </p:sp>
        <p:sp>
          <p:nvSpPr>
            <p:cNvPr id="38934" name="Rectangle 21">
              <a:extLst>
                <a:ext uri="{FF2B5EF4-FFF2-40B4-BE49-F238E27FC236}">
                  <a16:creationId xmlns:a16="http://schemas.microsoft.com/office/drawing/2014/main" id="{ACF89BDD-F25C-5626-8389-B4D9C4287803}"/>
                </a:ext>
              </a:extLst>
            </p:cNvPr>
            <p:cNvSpPr>
              <a:spLocks noChangeArrowheads="1"/>
            </p:cNvSpPr>
            <p:nvPr/>
          </p:nvSpPr>
          <p:spPr bwMode="auto">
            <a:xfrm>
              <a:off x="3660" y="3976"/>
              <a:ext cx="61"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D</a:t>
              </a:r>
              <a:endParaRPr lang="en-US" altLang="es-ES" sz="6000" i="0" u="sng"/>
            </a:p>
          </p:txBody>
        </p:sp>
        <p:sp>
          <p:nvSpPr>
            <p:cNvPr id="38935" name="Rectangle 22">
              <a:extLst>
                <a:ext uri="{FF2B5EF4-FFF2-40B4-BE49-F238E27FC236}">
                  <a16:creationId xmlns:a16="http://schemas.microsoft.com/office/drawing/2014/main" id="{EC359C87-32D0-272A-9891-EB13DC941503}"/>
                </a:ext>
              </a:extLst>
            </p:cNvPr>
            <p:cNvSpPr>
              <a:spLocks noChangeArrowheads="1"/>
            </p:cNvSpPr>
            <p:nvPr/>
          </p:nvSpPr>
          <p:spPr bwMode="auto">
            <a:xfrm>
              <a:off x="3774" y="3893"/>
              <a:ext cx="61"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R</a:t>
              </a:r>
              <a:endParaRPr lang="en-US" altLang="es-ES" sz="6000" i="0" u="sng"/>
            </a:p>
          </p:txBody>
        </p:sp>
        <p:sp>
          <p:nvSpPr>
            <p:cNvPr id="38936" name="Rectangle 23">
              <a:extLst>
                <a:ext uri="{FF2B5EF4-FFF2-40B4-BE49-F238E27FC236}">
                  <a16:creationId xmlns:a16="http://schemas.microsoft.com/office/drawing/2014/main" id="{01D06B2B-F2E4-7FBC-DBE5-851013819055}"/>
                </a:ext>
              </a:extLst>
            </p:cNvPr>
            <p:cNvSpPr>
              <a:spLocks noChangeArrowheads="1"/>
            </p:cNvSpPr>
            <p:nvPr/>
          </p:nvSpPr>
          <p:spPr bwMode="auto">
            <a:xfrm>
              <a:off x="3766" y="3976"/>
              <a:ext cx="8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W</a:t>
              </a:r>
              <a:endParaRPr lang="en-US" altLang="es-ES" sz="6000" i="0" u="sng"/>
            </a:p>
          </p:txBody>
        </p:sp>
        <p:sp>
          <p:nvSpPr>
            <p:cNvPr id="38937" name="Rectangle 24">
              <a:extLst>
                <a:ext uri="{FF2B5EF4-FFF2-40B4-BE49-F238E27FC236}">
                  <a16:creationId xmlns:a16="http://schemas.microsoft.com/office/drawing/2014/main" id="{A086D971-777B-6223-FDD6-1263AE890777}"/>
                </a:ext>
              </a:extLst>
            </p:cNvPr>
            <p:cNvSpPr>
              <a:spLocks noChangeArrowheads="1"/>
            </p:cNvSpPr>
            <p:nvPr/>
          </p:nvSpPr>
          <p:spPr bwMode="auto">
            <a:xfrm>
              <a:off x="1902" y="3746"/>
              <a:ext cx="8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15</a:t>
              </a:r>
              <a:endParaRPr lang="en-US" altLang="es-ES" sz="6000" i="0" u="sng"/>
            </a:p>
          </p:txBody>
        </p:sp>
        <p:sp>
          <p:nvSpPr>
            <p:cNvPr id="38938" name="Rectangle 25">
              <a:extLst>
                <a:ext uri="{FF2B5EF4-FFF2-40B4-BE49-F238E27FC236}">
                  <a16:creationId xmlns:a16="http://schemas.microsoft.com/office/drawing/2014/main" id="{7169032E-2C4B-EEBC-F0F6-1BE769D855B6}"/>
                </a:ext>
              </a:extLst>
            </p:cNvPr>
            <p:cNvSpPr>
              <a:spLocks noChangeArrowheads="1"/>
            </p:cNvSpPr>
            <p:nvPr/>
          </p:nvSpPr>
          <p:spPr bwMode="auto">
            <a:xfrm>
              <a:off x="2015" y="3746"/>
              <a:ext cx="8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14</a:t>
              </a:r>
              <a:endParaRPr lang="en-US" altLang="es-ES" sz="6000" i="0" u="sng"/>
            </a:p>
          </p:txBody>
        </p:sp>
        <p:sp>
          <p:nvSpPr>
            <p:cNvPr id="38939" name="Rectangle 26">
              <a:extLst>
                <a:ext uri="{FF2B5EF4-FFF2-40B4-BE49-F238E27FC236}">
                  <a16:creationId xmlns:a16="http://schemas.microsoft.com/office/drawing/2014/main" id="{D6652AB2-D42D-4AD6-B19B-454605A8A492}"/>
                </a:ext>
              </a:extLst>
            </p:cNvPr>
            <p:cNvSpPr>
              <a:spLocks noChangeArrowheads="1"/>
            </p:cNvSpPr>
            <p:nvPr/>
          </p:nvSpPr>
          <p:spPr bwMode="auto">
            <a:xfrm>
              <a:off x="2134" y="3746"/>
              <a:ext cx="8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13</a:t>
              </a:r>
              <a:endParaRPr lang="en-US" altLang="es-ES" sz="6000" i="0" u="sng"/>
            </a:p>
          </p:txBody>
        </p:sp>
        <p:sp>
          <p:nvSpPr>
            <p:cNvPr id="38940" name="Rectangle 27">
              <a:extLst>
                <a:ext uri="{FF2B5EF4-FFF2-40B4-BE49-F238E27FC236}">
                  <a16:creationId xmlns:a16="http://schemas.microsoft.com/office/drawing/2014/main" id="{6C0850B2-D40B-A983-1077-E8BDF343E28C}"/>
                </a:ext>
              </a:extLst>
            </p:cNvPr>
            <p:cNvSpPr>
              <a:spLocks noChangeArrowheads="1"/>
            </p:cNvSpPr>
            <p:nvPr/>
          </p:nvSpPr>
          <p:spPr bwMode="auto">
            <a:xfrm>
              <a:off x="2252" y="3746"/>
              <a:ext cx="8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12</a:t>
              </a:r>
              <a:endParaRPr lang="en-US" altLang="es-ES" sz="6000" i="0" u="sng"/>
            </a:p>
          </p:txBody>
        </p:sp>
        <p:sp>
          <p:nvSpPr>
            <p:cNvPr id="38941" name="Rectangle 28">
              <a:extLst>
                <a:ext uri="{FF2B5EF4-FFF2-40B4-BE49-F238E27FC236}">
                  <a16:creationId xmlns:a16="http://schemas.microsoft.com/office/drawing/2014/main" id="{E49DED88-F4DE-990B-D924-91F468E5A724}"/>
                </a:ext>
              </a:extLst>
            </p:cNvPr>
            <p:cNvSpPr>
              <a:spLocks noChangeArrowheads="1"/>
            </p:cNvSpPr>
            <p:nvPr/>
          </p:nvSpPr>
          <p:spPr bwMode="auto">
            <a:xfrm>
              <a:off x="2369" y="3746"/>
              <a:ext cx="8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11</a:t>
              </a:r>
              <a:endParaRPr lang="en-US" altLang="es-ES" sz="6000" i="0" u="sng"/>
            </a:p>
          </p:txBody>
        </p:sp>
        <p:sp>
          <p:nvSpPr>
            <p:cNvPr id="38942" name="Rectangle 29">
              <a:extLst>
                <a:ext uri="{FF2B5EF4-FFF2-40B4-BE49-F238E27FC236}">
                  <a16:creationId xmlns:a16="http://schemas.microsoft.com/office/drawing/2014/main" id="{49883F92-F57E-6E43-F110-DCB05AFB87CF}"/>
                </a:ext>
              </a:extLst>
            </p:cNvPr>
            <p:cNvSpPr>
              <a:spLocks noChangeArrowheads="1"/>
            </p:cNvSpPr>
            <p:nvPr/>
          </p:nvSpPr>
          <p:spPr bwMode="auto">
            <a:xfrm>
              <a:off x="2480" y="3746"/>
              <a:ext cx="8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10</a:t>
              </a:r>
              <a:endParaRPr lang="en-US" altLang="es-ES" sz="6000" i="0" u="sng"/>
            </a:p>
          </p:txBody>
        </p:sp>
        <p:sp>
          <p:nvSpPr>
            <p:cNvPr id="38943" name="Rectangle 30">
              <a:extLst>
                <a:ext uri="{FF2B5EF4-FFF2-40B4-BE49-F238E27FC236}">
                  <a16:creationId xmlns:a16="http://schemas.microsoft.com/office/drawing/2014/main" id="{7B678B30-A0C7-0E0C-AF87-0DAB92920DF4}"/>
                </a:ext>
              </a:extLst>
            </p:cNvPr>
            <p:cNvSpPr>
              <a:spLocks noChangeArrowheads="1"/>
            </p:cNvSpPr>
            <p:nvPr/>
          </p:nvSpPr>
          <p:spPr bwMode="auto">
            <a:xfrm>
              <a:off x="2637" y="3746"/>
              <a:ext cx="42"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9</a:t>
              </a:r>
              <a:endParaRPr lang="en-US" altLang="es-ES" sz="6000" i="0" u="sng"/>
            </a:p>
          </p:txBody>
        </p:sp>
        <p:sp>
          <p:nvSpPr>
            <p:cNvPr id="38944" name="Rectangle 31">
              <a:extLst>
                <a:ext uri="{FF2B5EF4-FFF2-40B4-BE49-F238E27FC236}">
                  <a16:creationId xmlns:a16="http://schemas.microsoft.com/office/drawing/2014/main" id="{F6F15CE4-E1DC-F08B-D276-C5677C00B829}"/>
                </a:ext>
              </a:extLst>
            </p:cNvPr>
            <p:cNvSpPr>
              <a:spLocks noChangeArrowheads="1"/>
            </p:cNvSpPr>
            <p:nvPr/>
          </p:nvSpPr>
          <p:spPr bwMode="auto">
            <a:xfrm>
              <a:off x="2734" y="3746"/>
              <a:ext cx="4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8</a:t>
              </a:r>
              <a:endParaRPr lang="en-US" altLang="es-ES" sz="6000" i="0" u="sng"/>
            </a:p>
          </p:txBody>
        </p:sp>
        <p:sp>
          <p:nvSpPr>
            <p:cNvPr id="38945" name="Rectangle 32">
              <a:extLst>
                <a:ext uri="{FF2B5EF4-FFF2-40B4-BE49-F238E27FC236}">
                  <a16:creationId xmlns:a16="http://schemas.microsoft.com/office/drawing/2014/main" id="{4012D763-26BD-2124-4831-242A03FCCE39}"/>
                </a:ext>
              </a:extLst>
            </p:cNvPr>
            <p:cNvSpPr>
              <a:spLocks noChangeArrowheads="1"/>
            </p:cNvSpPr>
            <p:nvPr/>
          </p:nvSpPr>
          <p:spPr bwMode="auto">
            <a:xfrm>
              <a:off x="2864" y="3746"/>
              <a:ext cx="4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7</a:t>
              </a:r>
              <a:endParaRPr lang="en-US" altLang="es-ES" sz="6000" i="0" u="sng"/>
            </a:p>
          </p:txBody>
        </p:sp>
        <p:sp>
          <p:nvSpPr>
            <p:cNvPr id="38946" name="Rectangle 33">
              <a:extLst>
                <a:ext uri="{FF2B5EF4-FFF2-40B4-BE49-F238E27FC236}">
                  <a16:creationId xmlns:a16="http://schemas.microsoft.com/office/drawing/2014/main" id="{5AD5FB60-8C20-90C2-EBCE-83A91731B805}"/>
                </a:ext>
              </a:extLst>
            </p:cNvPr>
            <p:cNvSpPr>
              <a:spLocks noChangeArrowheads="1"/>
            </p:cNvSpPr>
            <p:nvPr/>
          </p:nvSpPr>
          <p:spPr bwMode="auto">
            <a:xfrm>
              <a:off x="2982" y="3746"/>
              <a:ext cx="4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6</a:t>
              </a:r>
              <a:endParaRPr lang="en-US" altLang="es-ES" sz="6000" i="0" u="sng"/>
            </a:p>
          </p:txBody>
        </p:sp>
        <p:sp>
          <p:nvSpPr>
            <p:cNvPr id="38947" name="Rectangle 34">
              <a:extLst>
                <a:ext uri="{FF2B5EF4-FFF2-40B4-BE49-F238E27FC236}">
                  <a16:creationId xmlns:a16="http://schemas.microsoft.com/office/drawing/2014/main" id="{D974DA02-FD39-C2E9-44B0-BCB5369337BD}"/>
                </a:ext>
              </a:extLst>
            </p:cNvPr>
            <p:cNvSpPr>
              <a:spLocks noChangeArrowheads="1"/>
            </p:cNvSpPr>
            <p:nvPr/>
          </p:nvSpPr>
          <p:spPr bwMode="auto">
            <a:xfrm>
              <a:off x="3120" y="3746"/>
              <a:ext cx="4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5</a:t>
              </a:r>
              <a:endParaRPr lang="en-US" altLang="es-ES" sz="6000" i="0" u="sng"/>
            </a:p>
          </p:txBody>
        </p:sp>
        <p:sp>
          <p:nvSpPr>
            <p:cNvPr id="38948" name="Rectangle 35">
              <a:extLst>
                <a:ext uri="{FF2B5EF4-FFF2-40B4-BE49-F238E27FC236}">
                  <a16:creationId xmlns:a16="http://schemas.microsoft.com/office/drawing/2014/main" id="{777B7B7D-9DC0-C1D7-DF1A-1B11CF7D9130}"/>
                </a:ext>
              </a:extLst>
            </p:cNvPr>
            <p:cNvSpPr>
              <a:spLocks noChangeArrowheads="1"/>
            </p:cNvSpPr>
            <p:nvPr/>
          </p:nvSpPr>
          <p:spPr bwMode="auto">
            <a:xfrm>
              <a:off x="3258" y="3746"/>
              <a:ext cx="4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4</a:t>
              </a:r>
              <a:endParaRPr lang="en-US" altLang="es-ES" sz="6000" i="0" u="sng"/>
            </a:p>
          </p:txBody>
        </p:sp>
        <p:sp>
          <p:nvSpPr>
            <p:cNvPr id="38949" name="Rectangle 36">
              <a:extLst>
                <a:ext uri="{FF2B5EF4-FFF2-40B4-BE49-F238E27FC236}">
                  <a16:creationId xmlns:a16="http://schemas.microsoft.com/office/drawing/2014/main" id="{A19D5A2B-B8F3-5EB0-6BC6-3342469F4A24}"/>
                </a:ext>
              </a:extLst>
            </p:cNvPr>
            <p:cNvSpPr>
              <a:spLocks noChangeArrowheads="1"/>
            </p:cNvSpPr>
            <p:nvPr/>
          </p:nvSpPr>
          <p:spPr bwMode="auto">
            <a:xfrm>
              <a:off x="3395" y="3746"/>
              <a:ext cx="4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3</a:t>
              </a:r>
              <a:endParaRPr lang="en-US" altLang="es-ES" sz="6000" i="0" u="sng"/>
            </a:p>
          </p:txBody>
        </p:sp>
        <p:sp>
          <p:nvSpPr>
            <p:cNvPr id="38950" name="Rectangle 37">
              <a:extLst>
                <a:ext uri="{FF2B5EF4-FFF2-40B4-BE49-F238E27FC236}">
                  <a16:creationId xmlns:a16="http://schemas.microsoft.com/office/drawing/2014/main" id="{CDC77E0C-B480-C674-7A34-29FF2B0FE751}"/>
                </a:ext>
              </a:extLst>
            </p:cNvPr>
            <p:cNvSpPr>
              <a:spLocks noChangeArrowheads="1"/>
            </p:cNvSpPr>
            <p:nvPr/>
          </p:nvSpPr>
          <p:spPr bwMode="auto">
            <a:xfrm>
              <a:off x="3533" y="3746"/>
              <a:ext cx="4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2</a:t>
              </a:r>
              <a:endParaRPr lang="en-US" altLang="es-ES" sz="6000" i="0" u="sng"/>
            </a:p>
          </p:txBody>
        </p:sp>
        <p:sp>
          <p:nvSpPr>
            <p:cNvPr id="38951" name="Rectangle 38">
              <a:extLst>
                <a:ext uri="{FF2B5EF4-FFF2-40B4-BE49-F238E27FC236}">
                  <a16:creationId xmlns:a16="http://schemas.microsoft.com/office/drawing/2014/main" id="{7D51A937-6E9C-422C-14D4-795BAEF75B8C}"/>
                </a:ext>
              </a:extLst>
            </p:cNvPr>
            <p:cNvSpPr>
              <a:spLocks noChangeArrowheads="1"/>
            </p:cNvSpPr>
            <p:nvPr/>
          </p:nvSpPr>
          <p:spPr bwMode="auto">
            <a:xfrm>
              <a:off x="3671" y="3746"/>
              <a:ext cx="43"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1</a:t>
              </a:r>
              <a:endParaRPr lang="en-US" altLang="es-ES" sz="6000" i="0" u="sng"/>
            </a:p>
          </p:txBody>
        </p:sp>
        <p:sp>
          <p:nvSpPr>
            <p:cNvPr id="38952" name="Rectangle 39">
              <a:extLst>
                <a:ext uri="{FF2B5EF4-FFF2-40B4-BE49-F238E27FC236}">
                  <a16:creationId xmlns:a16="http://schemas.microsoft.com/office/drawing/2014/main" id="{3352E0A4-E2EC-DD36-96BA-D973499C7380}"/>
                </a:ext>
              </a:extLst>
            </p:cNvPr>
            <p:cNvSpPr>
              <a:spLocks noChangeArrowheads="1"/>
            </p:cNvSpPr>
            <p:nvPr/>
          </p:nvSpPr>
          <p:spPr bwMode="auto">
            <a:xfrm>
              <a:off x="3783" y="3746"/>
              <a:ext cx="42"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rPr>
                <a:t>0</a:t>
              </a:r>
              <a:endParaRPr lang="en-US" altLang="es-ES" sz="6000" i="0" u="sng"/>
            </a:p>
          </p:txBody>
        </p:sp>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3 Marcador de número de diapositiva">
            <a:extLst>
              <a:ext uri="{FF2B5EF4-FFF2-40B4-BE49-F238E27FC236}">
                <a16:creationId xmlns:a16="http://schemas.microsoft.com/office/drawing/2014/main" id="{E2388F42-4DE7-8093-944D-E14EF560B0F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A58A8128-26B4-4B64-969F-5B05FA883EC1}" type="slidenum">
              <a:rPr lang="en-US" altLang="es-ES" sz="1600" b="0" i="0" baseline="0"/>
              <a:pPr/>
              <a:t>35</a:t>
            </a:fld>
            <a:endParaRPr lang="en-US" altLang="es-ES" sz="1600" b="0" i="0" baseline="0"/>
          </a:p>
        </p:txBody>
      </p:sp>
      <p:sp>
        <p:nvSpPr>
          <p:cNvPr id="39939" name="Rectangle 2">
            <a:extLst>
              <a:ext uri="{FF2B5EF4-FFF2-40B4-BE49-F238E27FC236}">
                <a16:creationId xmlns:a16="http://schemas.microsoft.com/office/drawing/2014/main" id="{71710CDB-2F2E-2A90-0F69-7F15F9D980F5}"/>
              </a:ext>
            </a:extLst>
          </p:cNvPr>
          <p:cNvSpPr>
            <a:spLocks noGrp="1" noChangeArrowheads="1"/>
          </p:cNvSpPr>
          <p:nvPr>
            <p:ph type="title"/>
          </p:nvPr>
        </p:nvSpPr>
        <p:spPr/>
        <p:txBody>
          <a:bodyPr/>
          <a:lstStyle/>
          <a:p>
            <a:r>
              <a:rPr lang="en-US" altLang="es-ES"/>
              <a:t>Control Word </a:t>
            </a:r>
            <a:r>
              <a:rPr lang="en-US" altLang="es-ES" sz="3200"/>
              <a:t>Block Diagram</a:t>
            </a:r>
          </a:p>
        </p:txBody>
      </p:sp>
      <p:grpSp>
        <p:nvGrpSpPr>
          <p:cNvPr id="39940" name="Group 3">
            <a:extLst>
              <a:ext uri="{FF2B5EF4-FFF2-40B4-BE49-F238E27FC236}">
                <a16:creationId xmlns:a16="http://schemas.microsoft.com/office/drawing/2014/main" id="{E1607FD5-1812-3AA3-D1FF-E3A5E5A4518C}"/>
              </a:ext>
            </a:extLst>
          </p:cNvPr>
          <p:cNvGrpSpPr>
            <a:grpSpLocks/>
          </p:cNvGrpSpPr>
          <p:nvPr/>
        </p:nvGrpSpPr>
        <p:grpSpPr bwMode="auto">
          <a:xfrm>
            <a:off x="3132138" y="1235075"/>
            <a:ext cx="4545012" cy="5453063"/>
            <a:chOff x="1973" y="778"/>
            <a:chExt cx="2863" cy="3435"/>
          </a:xfrm>
        </p:grpSpPr>
        <p:sp>
          <p:nvSpPr>
            <p:cNvPr id="39941" name="Line 4">
              <a:extLst>
                <a:ext uri="{FF2B5EF4-FFF2-40B4-BE49-F238E27FC236}">
                  <a16:creationId xmlns:a16="http://schemas.microsoft.com/office/drawing/2014/main" id="{49C68F2D-3162-E6D4-AF06-6D5B289230EF}"/>
                </a:ext>
              </a:extLst>
            </p:cNvPr>
            <p:cNvSpPr>
              <a:spLocks noChangeShapeType="1"/>
            </p:cNvSpPr>
            <p:nvPr/>
          </p:nvSpPr>
          <p:spPr bwMode="auto">
            <a:xfrm>
              <a:off x="3195" y="1919"/>
              <a:ext cx="1" cy="886"/>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42" name="Freeform 5">
              <a:extLst>
                <a:ext uri="{FF2B5EF4-FFF2-40B4-BE49-F238E27FC236}">
                  <a16:creationId xmlns:a16="http://schemas.microsoft.com/office/drawing/2014/main" id="{E80F094F-987B-680C-B907-CD6DDAE70455}"/>
                </a:ext>
              </a:extLst>
            </p:cNvPr>
            <p:cNvSpPr>
              <a:spLocks/>
            </p:cNvSpPr>
            <p:nvPr/>
          </p:nvSpPr>
          <p:spPr bwMode="auto">
            <a:xfrm>
              <a:off x="3177" y="2789"/>
              <a:ext cx="38" cy="62"/>
            </a:xfrm>
            <a:custGeom>
              <a:avLst/>
              <a:gdLst>
                <a:gd name="T0" fmla="*/ 9 w 19"/>
                <a:gd name="T1" fmla="*/ 6 h 31"/>
                <a:gd name="T2" fmla="*/ 18 w 19"/>
                <a:gd name="T3" fmla="*/ 0 h 31"/>
                <a:gd name="T4" fmla="*/ 19 w 19"/>
                <a:gd name="T5" fmla="*/ 0 h 31"/>
                <a:gd name="T6" fmla="*/ 13 w 19"/>
                <a:gd name="T7" fmla="*/ 15 h 31"/>
                <a:gd name="T8" fmla="*/ 9 w 19"/>
                <a:gd name="T9" fmla="*/ 31 h 31"/>
                <a:gd name="T10" fmla="*/ 6 w 19"/>
                <a:gd name="T11" fmla="*/ 15 h 31"/>
                <a:gd name="T12" fmla="*/ 0 w 19"/>
                <a:gd name="T13" fmla="*/ 0 h 31"/>
                <a:gd name="T14" fmla="*/ 0 w 19"/>
                <a:gd name="T15" fmla="*/ 0 h 31"/>
                <a:gd name="T16" fmla="*/ 9 w 19"/>
                <a:gd name="T17" fmla="*/ 6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1"/>
                <a:gd name="T29" fmla="*/ 19 w 19"/>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1">
                  <a:moveTo>
                    <a:pt x="9" y="6"/>
                  </a:moveTo>
                  <a:cubicBezTo>
                    <a:pt x="18" y="0"/>
                    <a:pt x="18" y="0"/>
                    <a:pt x="18" y="0"/>
                  </a:cubicBezTo>
                  <a:cubicBezTo>
                    <a:pt x="19" y="0"/>
                    <a:pt x="19" y="0"/>
                    <a:pt x="19" y="0"/>
                  </a:cubicBezTo>
                  <a:cubicBezTo>
                    <a:pt x="13" y="15"/>
                    <a:pt x="13" y="15"/>
                    <a:pt x="13" y="15"/>
                  </a:cubicBezTo>
                  <a:cubicBezTo>
                    <a:pt x="12" y="20"/>
                    <a:pt x="10" y="26"/>
                    <a:pt x="9" y="31"/>
                  </a:cubicBezTo>
                  <a:cubicBezTo>
                    <a:pt x="8" y="26"/>
                    <a:pt x="7" y="20"/>
                    <a:pt x="6" y="15"/>
                  </a:cubicBezTo>
                  <a:cubicBezTo>
                    <a:pt x="0" y="0"/>
                    <a:pt x="0" y="0"/>
                    <a:pt x="0" y="0"/>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43" name="Line 6">
              <a:extLst>
                <a:ext uri="{FF2B5EF4-FFF2-40B4-BE49-F238E27FC236}">
                  <a16:creationId xmlns:a16="http://schemas.microsoft.com/office/drawing/2014/main" id="{36916783-9CD6-65B5-549B-140ADB2C8E69}"/>
                </a:ext>
              </a:extLst>
            </p:cNvPr>
            <p:cNvSpPr>
              <a:spLocks noChangeShapeType="1"/>
            </p:cNvSpPr>
            <p:nvPr/>
          </p:nvSpPr>
          <p:spPr bwMode="auto">
            <a:xfrm>
              <a:off x="3733" y="1919"/>
              <a:ext cx="1" cy="348"/>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44" name="Freeform 7">
              <a:extLst>
                <a:ext uri="{FF2B5EF4-FFF2-40B4-BE49-F238E27FC236}">
                  <a16:creationId xmlns:a16="http://schemas.microsoft.com/office/drawing/2014/main" id="{29FA3AEC-319E-19B9-CFDE-B2944BD0575E}"/>
                </a:ext>
              </a:extLst>
            </p:cNvPr>
            <p:cNvSpPr>
              <a:spLocks/>
            </p:cNvSpPr>
            <p:nvPr/>
          </p:nvSpPr>
          <p:spPr bwMode="auto">
            <a:xfrm>
              <a:off x="3715" y="2251"/>
              <a:ext cx="38" cy="60"/>
            </a:xfrm>
            <a:custGeom>
              <a:avLst/>
              <a:gdLst>
                <a:gd name="T0" fmla="*/ 9 w 19"/>
                <a:gd name="T1" fmla="*/ 5 h 30"/>
                <a:gd name="T2" fmla="*/ 18 w 19"/>
                <a:gd name="T3" fmla="*/ 0 h 30"/>
                <a:gd name="T4" fmla="*/ 19 w 19"/>
                <a:gd name="T5" fmla="*/ 0 h 30"/>
                <a:gd name="T6" fmla="*/ 13 w 19"/>
                <a:gd name="T7" fmla="*/ 15 h 30"/>
                <a:gd name="T8" fmla="*/ 9 w 19"/>
                <a:gd name="T9" fmla="*/ 30 h 30"/>
                <a:gd name="T10" fmla="*/ 6 w 19"/>
                <a:gd name="T11" fmla="*/ 15 h 30"/>
                <a:gd name="T12" fmla="*/ 0 w 19"/>
                <a:gd name="T13" fmla="*/ 0 h 30"/>
                <a:gd name="T14" fmla="*/ 0 w 19"/>
                <a:gd name="T15" fmla="*/ 0 h 30"/>
                <a:gd name="T16" fmla="*/ 9 w 19"/>
                <a:gd name="T17" fmla="*/ 5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0"/>
                <a:gd name="T29" fmla="*/ 19 w 19"/>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0">
                  <a:moveTo>
                    <a:pt x="9" y="5"/>
                  </a:moveTo>
                  <a:cubicBezTo>
                    <a:pt x="18" y="0"/>
                    <a:pt x="18" y="0"/>
                    <a:pt x="18" y="0"/>
                  </a:cubicBezTo>
                  <a:cubicBezTo>
                    <a:pt x="19" y="0"/>
                    <a:pt x="19" y="0"/>
                    <a:pt x="19" y="0"/>
                  </a:cubicBezTo>
                  <a:cubicBezTo>
                    <a:pt x="13" y="15"/>
                    <a:pt x="13" y="15"/>
                    <a:pt x="13" y="15"/>
                  </a:cubicBezTo>
                  <a:cubicBezTo>
                    <a:pt x="12" y="20"/>
                    <a:pt x="11" y="25"/>
                    <a:pt x="9" y="30"/>
                  </a:cubicBezTo>
                  <a:cubicBezTo>
                    <a:pt x="8" y="25"/>
                    <a:pt x="7" y="20"/>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45" name="Line 8">
              <a:extLst>
                <a:ext uri="{FF2B5EF4-FFF2-40B4-BE49-F238E27FC236}">
                  <a16:creationId xmlns:a16="http://schemas.microsoft.com/office/drawing/2014/main" id="{A6148238-658C-DA66-4BDC-886AF3800DF2}"/>
                </a:ext>
              </a:extLst>
            </p:cNvPr>
            <p:cNvSpPr>
              <a:spLocks noChangeShapeType="1"/>
            </p:cNvSpPr>
            <p:nvPr/>
          </p:nvSpPr>
          <p:spPr bwMode="auto">
            <a:xfrm flipH="1">
              <a:off x="2713" y="3103"/>
              <a:ext cx="286"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46" name="Freeform 9">
              <a:extLst>
                <a:ext uri="{FF2B5EF4-FFF2-40B4-BE49-F238E27FC236}">
                  <a16:creationId xmlns:a16="http://schemas.microsoft.com/office/drawing/2014/main" id="{EF2202E1-4646-EA1C-B688-AF9A6B6A5611}"/>
                </a:ext>
              </a:extLst>
            </p:cNvPr>
            <p:cNvSpPr>
              <a:spLocks/>
            </p:cNvSpPr>
            <p:nvPr/>
          </p:nvSpPr>
          <p:spPr bwMode="auto">
            <a:xfrm>
              <a:off x="2671" y="3085"/>
              <a:ext cx="56" cy="34"/>
            </a:xfrm>
            <a:custGeom>
              <a:avLst/>
              <a:gdLst>
                <a:gd name="T0" fmla="*/ 23 w 28"/>
                <a:gd name="T1" fmla="*/ 9 h 17"/>
                <a:gd name="T2" fmla="*/ 28 w 28"/>
                <a:gd name="T3" fmla="*/ 17 h 17"/>
                <a:gd name="T4" fmla="*/ 28 w 28"/>
                <a:gd name="T5" fmla="*/ 17 h 17"/>
                <a:gd name="T6" fmla="*/ 14 w 28"/>
                <a:gd name="T7" fmla="*/ 12 h 17"/>
                <a:gd name="T8" fmla="*/ 0 w 28"/>
                <a:gd name="T9" fmla="*/ 9 h 17"/>
                <a:gd name="T10" fmla="*/ 14 w 28"/>
                <a:gd name="T11" fmla="*/ 5 h 17"/>
                <a:gd name="T12" fmla="*/ 28 w 28"/>
                <a:gd name="T13" fmla="*/ 0 h 17"/>
                <a:gd name="T14" fmla="*/ 28 w 28"/>
                <a:gd name="T15" fmla="*/ 0 h 17"/>
                <a:gd name="T16" fmla="*/ 23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9"/>
                  </a:moveTo>
                  <a:cubicBezTo>
                    <a:pt x="28" y="17"/>
                    <a:pt x="28" y="17"/>
                    <a:pt x="28" y="17"/>
                  </a:cubicBezTo>
                  <a:cubicBezTo>
                    <a:pt x="28" y="17"/>
                    <a:pt x="28" y="17"/>
                    <a:pt x="28" y="17"/>
                  </a:cubicBezTo>
                  <a:cubicBezTo>
                    <a:pt x="14" y="12"/>
                    <a:pt x="14" y="12"/>
                    <a:pt x="14" y="12"/>
                  </a:cubicBezTo>
                  <a:cubicBezTo>
                    <a:pt x="9" y="11"/>
                    <a:pt x="5" y="10"/>
                    <a:pt x="0" y="9"/>
                  </a:cubicBezTo>
                  <a:cubicBezTo>
                    <a:pt x="5" y="8"/>
                    <a:pt x="9" y="6"/>
                    <a:pt x="14" y="5"/>
                  </a:cubicBezTo>
                  <a:cubicBezTo>
                    <a:pt x="28" y="0"/>
                    <a:pt x="28" y="0"/>
                    <a:pt x="28" y="0"/>
                  </a:cubicBezTo>
                  <a:cubicBezTo>
                    <a:pt x="28" y="0"/>
                    <a:pt x="28" y="0"/>
                    <a:pt x="28" y="0"/>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47" name="Line 10">
              <a:extLst>
                <a:ext uri="{FF2B5EF4-FFF2-40B4-BE49-F238E27FC236}">
                  <a16:creationId xmlns:a16="http://schemas.microsoft.com/office/drawing/2014/main" id="{AAED4A2E-3E86-E6ED-B436-29B05690E88D}"/>
                </a:ext>
              </a:extLst>
            </p:cNvPr>
            <p:cNvSpPr>
              <a:spLocks noChangeShapeType="1"/>
            </p:cNvSpPr>
            <p:nvPr/>
          </p:nvSpPr>
          <p:spPr bwMode="auto">
            <a:xfrm flipH="1">
              <a:off x="2713" y="3205"/>
              <a:ext cx="286"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48" name="Freeform 11">
              <a:extLst>
                <a:ext uri="{FF2B5EF4-FFF2-40B4-BE49-F238E27FC236}">
                  <a16:creationId xmlns:a16="http://schemas.microsoft.com/office/drawing/2014/main" id="{D447869F-0493-B60E-BD59-C60A27A77C7F}"/>
                </a:ext>
              </a:extLst>
            </p:cNvPr>
            <p:cNvSpPr>
              <a:spLocks/>
            </p:cNvSpPr>
            <p:nvPr/>
          </p:nvSpPr>
          <p:spPr bwMode="auto">
            <a:xfrm>
              <a:off x="2671" y="3187"/>
              <a:ext cx="56" cy="34"/>
            </a:xfrm>
            <a:custGeom>
              <a:avLst/>
              <a:gdLst>
                <a:gd name="T0" fmla="*/ 23 w 28"/>
                <a:gd name="T1" fmla="*/ 9 h 17"/>
                <a:gd name="T2" fmla="*/ 28 w 28"/>
                <a:gd name="T3" fmla="*/ 17 h 17"/>
                <a:gd name="T4" fmla="*/ 28 w 28"/>
                <a:gd name="T5" fmla="*/ 17 h 17"/>
                <a:gd name="T6" fmla="*/ 14 w 28"/>
                <a:gd name="T7" fmla="*/ 12 h 17"/>
                <a:gd name="T8" fmla="*/ 0 w 28"/>
                <a:gd name="T9" fmla="*/ 9 h 17"/>
                <a:gd name="T10" fmla="*/ 14 w 28"/>
                <a:gd name="T11" fmla="*/ 6 h 17"/>
                <a:gd name="T12" fmla="*/ 28 w 28"/>
                <a:gd name="T13" fmla="*/ 0 h 17"/>
                <a:gd name="T14" fmla="*/ 28 w 28"/>
                <a:gd name="T15" fmla="*/ 1 h 17"/>
                <a:gd name="T16" fmla="*/ 23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9"/>
                  </a:moveTo>
                  <a:cubicBezTo>
                    <a:pt x="28" y="17"/>
                    <a:pt x="28" y="17"/>
                    <a:pt x="28" y="17"/>
                  </a:cubicBezTo>
                  <a:cubicBezTo>
                    <a:pt x="28" y="17"/>
                    <a:pt x="28" y="17"/>
                    <a:pt x="28" y="17"/>
                  </a:cubicBezTo>
                  <a:cubicBezTo>
                    <a:pt x="14" y="12"/>
                    <a:pt x="14" y="12"/>
                    <a:pt x="14" y="12"/>
                  </a:cubicBezTo>
                  <a:cubicBezTo>
                    <a:pt x="9" y="11"/>
                    <a:pt x="5" y="10"/>
                    <a:pt x="0" y="9"/>
                  </a:cubicBezTo>
                  <a:cubicBezTo>
                    <a:pt x="5" y="8"/>
                    <a:pt x="9" y="7"/>
                    <a:pt x="14" y="6"/>
                  </a:cubicBezTo>
                  <a:cubicBezTo>
                    <a:pt x="28" y="0"/>
                    <a:pt x="28" y="0"/>
                    <a:pt x="28" y="0"/>
                  </a:cubicBezTo>
                  <a:cubicBezTo>
                    <a:pt x="28" y="1"/>
                    <a:pt x="28" y="1"/>
                    <a:pt x="28" y="1"/>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49" name="Line 12">
              <a:extLst>
                <a:ext uri="{FF2B5EF4-FFF2-40B4-BE49-F238E27FC236}">
                  <a16:creationId xmlns:a16="http://schemas.microsoft.com/office/drawing/2014/main" id="{F456A0D8-98FF-102F-F231-7AD3DD3EF69E}"/>
                </a:ext>
              </a:extLst>
            </p:cNvPr>
            <p:cNvSpPr>
              <a:spLocks noChangeShapeType="1"/>
            </p:cNvSpPr>
            <p:nvPr/>
          </p:nvSpPr>
          <p:spPr bwMode="auto">
            <a:xfrm flipH="1">
              <a:off x="2713" y="3307"/>
              <a:ext cx="286"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50" name="Freeform 13">
              <a:extLst>
                <a:ext uri="{FF2B5EF4-FFF2-40B4-BE49-F238E27FC236}">
                  <a16:creationId xmlns:a16="http://schemas.microsoft.com/office/drawing/2014/main" id="{45AD7F5C-BB59-094C-C174-EBEBC37338B1}"/>
                </a:ext>
              </a:extLst>
            </p:cNvPr>
            <p:cNvSpPr>
              <a:spLocks/>
            </p:cNvSpPr>
            <p:nvPr/>
          </p:nvSpPr>
          <p:spPr bwMode="auto">
            <a:xfrm>
              <a:off x="2671" y="3291"/>
              <a:ext cx="56" cy="34"/>
            </a:xfrm>
            <a:custGeom>
              <a:avLst/>
              <a:gdLst>
                <a:gd name="T0" fmla="*/ 23 w 28"/>
                <a:gd name="T1" fmla="*/ 8 h 17"/>
                <a:gd name="T2" fmla="*/ 28 w 28"/>
                <a:gd name="T3" fmla="*/ 16 h 17"/>
                <a:gd name="T4" fmla="*/ 28 w 28"/>
                <a:gd name="T5" fmla="*/ 17 h 17"/>
                <a:gd name="T6" fmla="*/ 14 w 28"/>
                <a:gd name="T7" fmla="*/ 11 h 17"/>
                <a:gd name="T8" fmla="*/ 0 w 28"/>
                <a:gd name="T9" fmla="*/ 8 h 17"/>
                <a:gd name="T10" fmla="*/ 14 w 28"/>
                <a:gd name="T11" fmla="*/ 5 h 17"/>
                <a:gd name="T12" fmla="*/ 28 w 28"/>
                <a:gd name="T13" fmla="*/ 0 h 17"/>
                <a:gd name="T14" fmla="*/ 28 w 28"/>
                <a:gd name="T15" fmla="*/ 0 h 17"/>
                <a:gd name="T16" fmla="*/ 23 w 28"/>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8"/>
                  </a:moveTo>
                  <a:cubicBezTo>
                    <a:pt x="28" y="16"/>
                    <a:pt x="28" y="16"/>
                    <a:pt x="28" y="16"/>
                  </a:cubicBezTo>
                  <a:cubicBezTo>
                    <a:pt x="28" y="17"/>
                    <a:pt x="28" y="17"/>
                    <a:pt x="28" y="17"/>
                  </a:cubicBezTo>
                  <a:cubicBezTo>
                    <a:pt x="14" y="11"/>
                    <a:pt x="14" y="11"/>
                    <a:pt x="14" y="11"/>
                  </a:cubicBezTo>
                  <a:cubicBezTo>
                    <a:pt x="9" y="10"/>
                    <a:pt x="5" y="9"/>
                    <a:pt x="0" y="8"/>
                  </a:cubicBezTo>
                  <a:cubicBezTo>
                    <a:pt x="5" y="7"/>
                    <a:pt x="9" y="6"/>
                    <a:pt x="14" y="5"/>
                  </a:cubicBezTo>
                  <a:cubicBezTo>
                    <a:pt x="28" y="0"/>
                    <a:pt x="28" y="0"/>
                    <a:pt x="28" y="0"/>
                  </a:cubicBezTo>
                  <a:cubicBezTo>
                    <a:pt x="28" y="0"/>
                    <a:pt x="28" y="0"/>
                    <a:pt x="28" y="0"/>
                  </a:cubicBezTo>
                  <a:lnTo>
                    <a:pt x="2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51" name="Line 14">
              <a:extLst>
                <a:ext uri="{FF2B5EF4-FFF2-40B4-BE49-F238E27FC236}">
                  <a16:creationId xmlns:a16="http://schemas.microsoft.com/office/drawing/2014/main" id="{8D5D0FA5-257C-4308-F151-16C0EDC40F6C}"/>
                </a:ext>
              </a:extLst>
            </p:cNvPr>
            <p:cNvSpPr>
              <a:spLocks noChangeShapeType="1"/>
            </p:cNvSpPr>
            <p:nvPr/>
          </p:nvSpPr>
          <p:spPr bwMode="auto">
            <a:xfrm flipH="1">
              <a:off x="2713" y="3409"/>
              <a:ext cx="286"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52" name="Freeform 15">
              <a:extLst>
                <a:ext uri="{FF2B5EF4-FFF2-40B4-BE49-F238E27FC236}">
                  <a16:creationId xmlns:a16="http://schemas.microsoft.com/office/drawing/2014/main" id="{604D4473-E524-CA93-88AC-EF249A321D6E}"/>
                </a:ext>
              </a:extLst>
            </p:cNvPr>
            <p:cNvSpPr>
              <a:spLocks/>
            </p:cNvSpPr>
            <p:nvPr/>
          </p:nvSpPr>
          <p:spPr bwMode="auto">
            <a:xfrm>
              <a:off x="2671" y="3393"/>
              <a:ext cx="56" cy="34"/>
            </a:xfrm>
            <a:custGeom>
              <a:avLst/>
              <a:gdLst>
                <a:gd name="T0" fmla="*/ 23 w 28"/>
                <a:gd name="T1" fmla="*/ 8 h 17"/>
                <a:gd name="T2" fmla="*/ 28 w 28"/>
                <a:gd name="T3" fmla="*/ 17 h 17"/>
                <a:gd name="T4" fmla="*/ 28 w 28"/>
                <a:gd name="T5" fmla="*/ 17 h 17"/>
                <a:gd name="T6" fmla="*/ 14 w 28"/>
                <a:gd name="T7" fmla="*/ 12 h 17"/>
                <a:gd name="T8" fmla="*/ 0 w 28"/>
                <a:gd name="T9" fmla="*/ 8 h 17"/>
                <a:gd name="T10" fmla="*/ 14 w 28"/>
                <a:gd name="T11" fmla="*/ 5 h 17"/>
                <a:gd name="T12" fmla="*/ 28 w 28"/>
                <a:gd name="T13" fmla="*/ 0 h 17"/>
                <a:gd name="T14" fmla="*/ 28 w 28"/>
                <a:gd name="T15" fmla="*/ 0 h 17"/>
                <a:gd name="T16" fmla="*/ 23 w 28"/>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8"/>
                  </a:moveTo>
                  <a:cubicBezTo>
                    <a:pt x="28" y="17"/>
                    <a:pt x="28" y="17"/>
                    <a:pt x="28" y="17"/>
                  </a:cubicBezTo>
                  <a:cubicBezTo>
                    <a:pt x="28" y="17"/>
                    <a:pt x="28" y="17"/>
                    <a:pt x="28" y="17"/>
                  </a:cubicBezTo>
                  <a:cubicBezTo>
                    <a:pt x="14" y="12"/>
                    <a:pt x="14" y="12"/>
                    <a:pt x="14" y="12"/>
                  </a:cubicBezTo>
                  <a:cubicBezTo>
                    <a:pt x="9" y="11"/>
                    <a:pt x="5" y="9"/>
                    <a:pt x="0" y="8"/>
                  </a:cubicBezTo>
                  <a:cubicBezTo>
                    <a:pt x="5" y="7"/>
                    <a:pt x="9" y="6"/>
                    <a:pt x="14" y="5"/>
                  </a:cubicBezTo>
                  <a:cubicBezTo>
                    <a:pt x="28" y="0"/>
                    <a:pt x="28" y="0"/>
                    <a:pt x="28" y="0"/>
                  </a:cubicBezTo>
                  <a:cubicBezTo>
                    <a:pt x="28" y="0"/>
                    <a:pt x="28" y="0"/>
                    <a:pt x="28" y="0"/>
                  </a:cubicBezTo>
                  <a:lnTo>
                    <a:pt x="2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53" name="Rectangle 16">
              <a:extLst>
                <a:ext uri="{FF2B5EF4-FFF2-40B4-BE49-F238E27FC236}">
                  <a16:creationId xmlns:a16="http://schemas.microsoft.com/office/drawing/2014/main" id="{173A4C05-1BE5-139F-55EA-8E7D51D58E3A}"/>
                </a:ext>
              </a:extLst>
            </p:cNvPr>
            <p:cNvSpPr>
              <a:spLocks noChangeArrowheads="1"/>
            </p:cNvSpPr>
            <p:nvPr/>
          </p:nvSpPr>
          <p:spPr bwMode="auto">
            <a:xfrm>
              <a:off x="4639" y="1589"/>
              <a:ext cx="78" cy="28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54" name="Rectangle 17">
              <a:extLst>
                <a:ext uri="{FF2B5EF4-FFF2-40B4-BE49-F238E27FC236}">
                  <a16:creationId xmlns:a16="http://schemas.microsoft.com/office/drawing/2014/main" id="{C4AB0CF3-96B3-A34C-BBC3-9AC923C02041}"/>
                </a:ext>
              </a:extLst>
            </p:cNvPr>
            <p:cNvSpPr>
              <a:spLocks noChangeArrowheads="1"/>
            </p:cNvSpPr>
            <p:nvPr/>
          </p:nvSpPr>
          <p:spPr bwMode="auto">
            <a:xfrm>
              <a:off x="2254" y="1776"/>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10</a:t>
              </a:r>
              <a:endParaRPr lang="en-US" altLang="es-ES" sz="2000" i="0" u="sng"/>
            </a:p>
          </p:txBody>
        </p:sp>
        <p:sp>
          <p:nvSpPr>
            <p:cNvPr id="39955" name="Rectangle 18">
              <a:extLst>
                <a:ext uri="{FF2B5EF4-FFF2-40B4-BE49-F238E27FC236}">
                  <a16:creationId xmlns:a16="http://schemas.microsoft.com/office/drawing/2014/main" id="{3F8827AA-5031-EA16-751C-188ED30A103F}"/>
                </a:ext>
              </a:extLst>
            </p:cNvPr>
            <p:cNvSpPr>
              <a:spLocks noChangeArrowheads="1"/>
            </p:cNvSpPr>
            <p:nvPr/>
          </p:nvSpPr>
          <p:spPr bwMode="auto">
            <a:xfrm>
              <a:off x="4652" y="1690"/>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8</a:t>
              </a:r>
              <a:endParaRPr lang="en-US" altLang="es-ES" sz="2000" i="0" u="sng"/>
            </a:p>
          </p:txBody>
        </p:sp>
        <p:sp>
          <p:nvSpPr>
            <p:cNvPr id="39956" name="Rectangle 19">
              <a:extLst>
                <a:ext uri="{FF2B5EF4-FFF2-40B4-BE49-F238E27FC236}">
                  <a16:creationId xmlns:a16="http://schemas.microsoft.com/office/drawing/2014/main" id="{4420BEEF-04F5-B81D-4526-C6674F52AF59}"/>
                </a:ext>
              </a:extLst>
            </p:cNvPr>
            <p:cNvSpPr>
              <a:spLocks noChangeArrowheads="1"/>
            </p:cNvSpPr>
            <p:nvPr/>
          </p:nvSpPr>
          <p:spPr bwMode="auto">
            <a:xfrm>
              <a:off x="2249" y="1035"/>
              <a:ext cx="78" cy="11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57" name="Rectangle 20">
              <a:extLst>
                <a:ext uri="{FF2B5EF4-FFF2-40B4-BE49-F238E27FC236}">
                  <a16:creationId xmlns:a16="http://schemas.microsoft.com/office/drawing/2014/main" id="{7812CE20-421E-BFE9-9C30-81C28CF30AA0}"/>
                </a:ext>
              </a:extLst>
            </p:cNvPr>
            <p:cNvSpPr>
              <a:spLocks noChangeArrowheads="1"/>
            </p:cNvSpPr>
            <p:nvPr/>
          </p:nvSpPr>
          <p:spPr bwMode="auto">
            <a:xfrm>
              <a:off x="2249" y="1199"/>
              <a:ext cx="78" cy="28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58" name="Rectangle 21">
              <a:extLst>
                <a:ext uri="{FF2B5EF4-FFF2-40B4-BE49-F238E27FC236}">
                  <a16:creationId xmlns:a16="http://schemas.microsoft.com/office/drawing/2014/main" id="{C9E5D49C-AA25-BFCA-29FB-CC592AD99679}"/>
                </a:ext>
              </a:extLst>
            </p:cNvPr>
            <p:cNvSpPr>
              <a:spLocks noChangeArrowheads="1"/>
            </p:cNvSpPr>
            <p:nvPr/>
          </p:nvSpPr>
          <p:spPr bwMode="auto">
            <a:xfrm>
              <a:off x="2249" y="1589"/>
              <a:ext cx="78" cy="28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59" name="Rectangle 22">
              <a:extLst>
                <a:ext uri="{FF2B5EF4-FFF2-40B4-BE49-F238E27FC236}">
                  <a16:creationId xmlns:a16="http://schemas.microsoft.com/office/drawing/2014/main" id="{B3919307-E6F9-B946-E97E-BB0D5C5D3F60}"/>
                </a:ext>
              </a:extLst>
            </p:cNvPr>
            <p:cNvSpPr>
              <a:spLocks noChangeArrowheads="1"/>
            </p:cNvSpPr>
            <p:nvPr/>
          </p:nvSpPr>
          <p:spPr bwMode="auto">
            <a:xfrm>
              <a:off x="2254" y="1299"/>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14</a:t>
              </a:r>
              <a:endParaRPr lang="en-US" altLang="es-ES" sz="2000" i="0" u="sng"/>
            </a:p>
          </p:txBody>
        </p:sp>
        <p:sp>
          <p:nvSpPr>
            <p:cNvPr id="39960" name="Line 23">
              <a:extLst>
                <a:ext uri="{FF2B5EF4-FFF2-40B4-BE49-F238E27FC236}">
                  <a16:creationId xmlns:a16="http://schemas.microsoft.com/office/drawing/2014/main" id="{06688535-D645-0229-7D87-03FB8CA07B95}"/>
                </a:ext>
              </a:extLst>
            </p:cNvPr>
            <p:cNvSpPr>
              <a:spLocks noChangeShapeType="1"/>
            </p:cNvSpPr>
            <p:nvPr/>
          </p:nvSpPr>
          <p:spPr bwMode="auto">
            <a:xfrm>
              <a:off x="2345" y="1093"/>
              <a:ext cx="57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61" name="Freeform 24">
              <a:extLst>
                <a:ext uri="{FF2B5EF4-FFF2-40B4-BE49-F238E27FC236}">
                  <a16:creationId xmlns:a16="http://schemas.microsoft.com/office/drawing/2014/main" id="{0019C5B3-0DEE-5306-F007-B582712A9647}"/>
                </a:ext>
              </a:extLst>
            </p:cNvPr>
            <p:cNvSpPr>
              <a:spLocks/>
            </p:cNvSpPr>
            <p:nvPr/>
          </p:nvSpPr>
          <p:spPr bwMode="auto">
            <a:xfrm>
              <a:off x="2899" y="1077"/>
              <a:ext cx="56" cy="34"/>
            </a:xfrm>
            <a:custGeom>
              <a:avLst/>
              <a:gdLst>
                <a:gd name="T0" fmla="*/ 5 w 28"/>
                <a:gd name="T1" fmla="*/ 8 h 17"/>
                <a:gd name="T2" fmla="*/ 0 w 28"/>
                <a:gd name="T3" fmla="*/ 0 h 17"/>
                <a:gd name="T4" fmla="*/ 1 w 28"/>
                <a:gd name="T5" fmla="*/ 0 h 17"/>
                <a:gd name="T6" fmla="*/ 14 w 28"/>
                <a:gd name="T7" fmla="*/ 5 h 17"/>
                <a:gd name="T8" fmla="*/ 28 w 28"/>
                <a:gd name="T9" fmla="*/ 8 h 17"/>
                <a:gd name="T10" fmla="*/ 14 w 28"/>
                <a:gd name="T11" fmla="*/ 11 h 17"/>
                <a:gd name="T12" fmla="*/ 1 w 28"/>
                <a:gd name="T13" fmla="*/ 17 h 17"/>
                <a:gd name="T14" fmla="*/ 0 w 28"/>
                <a:gd name="T15" fmla="*/ 17 h 17"/>
                <a:gd name="T16" fmla="*/ 5 w 28"/>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8"/>
                  </a:moveTo>
                  <a:cubicBezTo>
                    <a:pt x="0" y="0"/>
                    <a:pt x="0" y="0"/>
                    <a:pt x="0" y="0"/>
                  </a:cubicBezTo>
                  <a:cubicBezTo>
                    <a:pt x="1" y="0"/>
                    <a:pt x="1" y="0"/>
                    <a:pt x="1" y="0"/>
                  </a:cubicBezTo>
                  <a:cubicBezTo>
                    <a:pt x="14" y="5"/>
                    <a:pt x="14" y="5"/>
                    <a:pt x="14" y="5"/>
                  </a:cubicBezTo>
                  <a:cubicBezTo>
                    <a:pt x="19" y="6"/>
                    <a:pt x="24" y="7"/>
                    <a:pt x="28" y="8"/>
                  </a:cubicBezTo>
                  <a:cubicBezTo>
                    <a:pt x="24" y="9"/>
                    <a:pt x="19" y="10"/>
                    <a:pt x="14" y="11"/>
                  </a:cubicBezTo>
                  <a:cubicBezTo>
                    <a:pt x="1" y="17"/>
                    <a:pt x="1" y="17"/>
                    <a:pt x="1" y="17"/>
                  </a:cubicBezTo>
                  <a:cubicBezTo>
                    <a:pt x="0" y="17"/>
                    <a:pt x="0" y="17"/>
                    <a:pt x="0" y="17"/>
                  </a:cubicBezTo>
                  <a:lnTo>
                    <a:pt x="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62" name="Line 25">
              <a:extLst>
                <a:ext uri="{FF2B5EF4-FFF2-40B4-BE49-F238E27FC236}">
                  <a16:creationId xmlns:a16="http://schemas.microsoft.com/office/drawing/2014/main" id="{4D8AF6F3-F5E4-F83F-2DD8-4490ADDC4A67}"/>
                </a:ext>
              </a:extLst>
            </p:cNvPr>
            <p:cNvSpPr>
              <a:spLocks noChangeShapeType="1"/>
            </p:cNvSpPr>
            <p:nvPr/>
          </p:nvSpPr>
          <p:spPr bwMode="auto">
            <a:xfrm>
              <a:off x="2345" y="1251"/>
              <a:ext cx="57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63" name="Freeform 26">
              <a:extLst>
                <a:ext uri="{FF2B5EF4-FFF2-40B4-BE49-F238E27FC236}">
                  <a16:creationId xmlns:a16="http://schemas.microsoft.com/office/drawing/2014/main" id="{04E49E59-FD66-62FD-1942-FF7E949FA189}"/>
                </a:ext>
              </a:extLst>
            </p:cNvPr>
            <p:cNvSpPr>
              <a:spLocks/>
            </p:cNvSpPr>
            <p:nvPr/>
          </p:nvSpPr>
          <p:spPr bwMode="auto">
            <a:xfrm>
              <a:off x="2899" y="1235"/>
              <a:ext cx="56" cy="34"/>
            </a:xfrm>
            <a:custGeom>
              <a:avLst/>
              <a:gdLst>
                <a:gd name="T0" fmla="*/ 5 w 28"/>
                <a:gd name="T1" fmla="*/ 8 h 17"/>
                <a:gd name="T2" fmla="*/ 0 w 28"/>
                <a:gd name="T3" fmla="*/ 0 h 17"/>
                <a:gd name="T4" fmla="*/ 1 w 28"/>
                <a:gd name="T5" fmla="*/ 0 h 17"/>
                <a:gd name="T6" fmla="*/ 14 w 28"/>
                <a:gd name="T7" fmla="*/ 5 h 17"/>
                <a:gd name="T8" fmla="*/ 28 w 28"/>
                <a:gd name="T9" fmla="*/ 8 h 17"/>
                <a:gd name="T10" fmla="*/ 14 w 28"/>
                <a:gd name="T11" fmla="*/ 12 h 17"/>
                <a:gd name="T12" fmla="*/ 1 w 28"/>
                <a:gd name="T13" fmla="*/ 17 h 17"/>
                <a:gd name="T14" fmla="*/ 0 w 28"/>
                <a:gd name="T15" fmla="*/ 17 h 17"/>
                <a:gd name="T16" fmla="*/ 5 w 28"/>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8"/>
                  </a:moveTo>
                  <a:cubicBezTo>
                    <a:pt x="0" y="0"/>
                    <a:pt x="0" y="0"/>
                    <a:pt x="0" y="0"/>
                  </a:cubicBezTo>
                  <a:cubicBezTo>
                    <a:pt x="1" y="0"/>
                    <a:pt x="1" y="0"/>
                    <a:pt x="1" y="0"/>
                  </a:cubicBezTo>
                  <a:cubicBezTo>
                    <a:pt x="14" y="5"/>
                    <a:pt x="14" y="5"/>
                    <a:pt x="14" y="5"/>
                  </a:cubicBezTo>
                  <a:cubicBezTo>
                    <a:pt x="19" y="6"/>
                    <a:pt x="24" y="7"/>
                    <a:pt x="28" y="8"/>
                  </a:cubicBezTo>
                  <a:cubicBezTo>
                    <a:pt x="24" y="10"/>
                    <a:pt x="19" y="11"/>
                    <a:pt x="14" y="12"/>
                  </a:cubicBezTo>
                  <a:cubicBezTo>
                    <a:pt x="1" y="17"/>
                    <a:pt x="1" y="17"/>
                    <a:pt x="1" y="17"/>
                  </a:cubicBezTo>
                  <a:cubicBezTo>
                    <a:pt x="0" y="17"/>
                    <a:pt x="0" y="17"/>
                    <a:pt x="0" y="17"/>
                  </a:cubicBezTo>
                  <a:lnTo>
                    <a:pt x="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64" name="Line 27">
              <a:extLst>
                <a:ext uri="{FF2B5EF4-FFF2-40B4-BE49-F238E27FC236}">
                  <a16:creationId xmlns:a16="http://schemas.microsoft.com/office/drawing/2014/main" id="{15401DE7-5349-0091-432C-5C175D90FA81}"/>
                </a:ext>
              </a:extLst>
            </p:cNvPr>
            <p:cNvSpPr>
              <a:spLocks noChangeShapeType="1"/>
            </p:cNvSpPr>
            <p:nvPr/>
          </p:nvSpPr>
          <p:spPr bwMode="auto">
            <a:xfrm>
              <a:off x="2345" y="1349"/>
              <a:ext cx="57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65" name="Freeform 28">
              <a:extLst>
                <a:ext uri="{FF2B5EF4-FFF2-40B4-BE49-F238E27FC236}">
                  <a16:creationId xmlns:a16="http://schemas.microsoft.com/office/drawing/2014/main" id="{B0751E08-2778-10FD-FF14-39F576DB9619}"/>
                </a:ext>
              </a:extLst>
            </p:cNvPr>
            <p:cNvSpPr>
              <a:spLocks/>
            </p:cNvSpPr>
            <p:nvPr/>
          </p:nvSpPr>
          <p:spPr bwMode="auto">
            <a:xfrm>
              <a:off x="2899" y="1331"/>
              <a:ext cx="56" cy="34"/>
            </a:xfrm>
            <a:custGeom>
              <a:avLst/>
              <a:gdLst>
                <a:gd name="T0" fmla="*/ 5 w 28"/>
                <a:gd name="T1" fmla="*/ 9 h 17"/>
                <a:gd name="T2" fmla="*/ 0 w 28"/>
                <a:gd name="T3" fmla="*/ 0 h 17"/>
                <a:gd name="T4" fmla="*/ 1 w 28"/>
                <a:gd name="T5" fmla="*/ 0 h 17"/>
                <a:gd name="T6" fmla="*/ 14 w 28"/>
                <a:gd name="T7" fmla="*/ 5 h 17"/>
                <a:gd name="T8" fmla="*/ 28 w 28"/>
                <a:gd name="T9" fmla="*/ 9 h 17"/>
                <a:gd name="T10" fmla="*/ 14 w 28"/>
                <a:gd name="T11" fmla="*/ 12 h 17"/>
                <a:gd name="T12" fmla="*/ 1 w 28"/>
                <a:gd name="T13" fmla="*/ 17 h 17"/>
                <a:gd name="T14" fmla="*/ 0 w 28"/>
                <a:gd name="T15" fmla="*/ 17 h 17"/>
                <a:gd name="T16" fmla="*/ 5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9"/>
                  </a:moveTo>
                  <a:cubicBezTo>
                    <a:pt x="0" y="0"/>
                    <a:pt x="0" y="0"/>
                    <a:pt x="0" y="0"/>
                  </a:cubicBezTo>
                  <a:cubicBezTo>
                    <a:pt x="1" y="0"/>
                    <a:pt x="1" y="0"/>
                    <a:pt x="1" y="0"/>
                  </a:cubicBezTo>
                  <a:cubicBezTo>
                    <a:pt x="14" y="5"/>
                    <a:pt x="14" y="5"/>
                    <a:pt x="14" y="5"/>
                  </a:cubicBezTo>
                  <a:cubicBezTo>
                    <a:pt x="19" y="6"/>
                    <a:pt x="24" y="7"/>
                    <a:pt x="28" y="9"/>
                  </a:cubicBezTo>
                  <a:cubicBezTo>
                    <a:pt x="24" y="10"/>
                    <a:pt x="19" y="11"/>
                    <a:pt x="14" y="12"/>
                  </a:cubicBezTo>
                  <a:cubicBezTo>
                    <a:pt x="1" y="17"/>
                    <a:pt x="1" y="17"/>
                    <a:pt x="1" y="17"/>
                  </a:cubicBezTo>
                  <a:cubicBezTo>
                    <a:pt x="0" y="17"/>
                    <a:pt x="0" y="17"/>
                    <a:pt x="0" y="17"/>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66" name="Line 29">
              <a:extLst>
                <a:ext uri="{FF2B5EF4-FFF2-40B4-BE49-F238E27FC236}">
                  <a16:creationId xmlns:a16="http://schemas.microsoft.com/office/drawing/2014/main" id="{1C86F711-0F43-DC86-A5A4-4364CEFADC3F}"/>
                </a:ext>
              </a:extLst>
            </p:cNvPr>
            <p:cNvSpPr>
              <a:spLocks noChangeShapeType="1"/>
            </p:cNvSpPr>
            <p:nvPr/>
          </p:nvSpPr>
          <p:spPr bwMode="auto">
            <a:xfrm>
              <a:off x="2345" y="1445"/>
              <a:ext cx="57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67" name="Freeform 30">
              <a:extLst>
                <a:ext uri="{FF2B5EF4-FFF2-40B4-BE49-F238E27FC236}">
                  <a16:creationId xmlns:a16="http://schemas.microsoft.com/office/drawing/2014/main" id="{BFB4BB5F-D872-9804-96BB-A0DF416E359B}"/>
                </a:ext>
              </a:extLst>
            </p:cNvPr>
            <p:cNvSpPr>
              <a:spLocks/>
            </p:cNvSpPr>
            <p:nvPr/>
          </p:nvSpPr>
          <p:spPr bwMode="auto">
            <a:xfrm>
              <a:off x="2899" y="1427"/>
              <a:ext cx="56" cy="34"/>
            </a:xfrm>
            <a:custGeom>
              <a:avLst/>
              <a:gdLst>
                <a:gd name="T0" fmla="*/ 5 w 28"/>
                <a:gd name="T1" fmla="*/ 9 h 17"/>
                <a:gd name="T2" fmla="*/ 0 w 28"/>
                <a:gd name="T3" fmla="*/ 0 h 17"/>
                <a:gd name="T4" fmla="*/ 1 w 28"/>
                <a:gd name="T5" fmla="*/ 0 h 17"/>
                <a:gd name="T6" fmla="*/ 14 w 28"/>
                <a:gd name="T7" fmla="*/ 5 h 17"/>
                <a:gd name="T8" fmla="*/ 28 w 28"/>
                <a:gd name="T9" fmla="*/ 9 h 17"/>
                <a:gd name="T10" fmla="*/ 14 w 28"/>
                <a:gd name="T11" fmla="*/ 12 h 17"/>
                <a:gd name="T12" fmla="*/ 1 w 28"/>
                <a:gd name="T13" fmla="*/ 17 h 17"/>
                <a:gd name="T14" fmla="*/ 0 w 28"/>
                <a:gd name="T15" fmla="*/ 17 h 17"/>
                <a:gd name="T16" fmla="*/ 5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9"/>
                  </a:moveTo>
                  <a:cubicBezTo>
                    <a:pt x="0" y="0"/>
                    <a:pt x="0" y="0"/>
                    <a:pt x="0" y="0"/>
                  </a:cubicBezTo>
                  <a:cubicBezTo>
                    <a:pt x="1" y="0"/>
                    <a:pt x="1" y="0"/>
                    <a:pt x="1" y="0"/>
                  </a:cubicBezTo>
                  <a:cubicBezTo>
                    <a:pt x="14" y="5"/>
                    <a:pt x="14" y="5"/>
                    <a:pt x="14" y="5"/>
                  </a:cubicBezTo>
                  <a:cubicBezTo>
                    <a:pt x="19" y="6"/>
                    <a:pt x="24" y="7"/>
                    <a:pt x="28" y="9"/>
                  </a:cubicBezTo>
                  <a:cubicBezTo>
                    <a:pt x="24" y="10"/>
                    <a:pt x="19" y="11"/>
                    <a:pt x="14" y="12"/>
                  </a:cubicBezTo>
                  <a:cubicBezTo>
                    <a:pt x="1" y="17"/>
                    <a:pt x="1" y="17"/>
                    <a:pt x="1" y="17"/>
                  </a:cubicBezTo>
                  <a:cubicBezTo>
                    <a:pt x="0" y="17"/>
                    <a:pt x="0" y="17"/>
                    <a:pt x="0" y="17"/>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68" name="Rectangle 31">
              <a:extLst>
                <a:ext uri="{FF2B5EF4-FFF2-40B4-BE49-F238E27FC236}">
                  <a16:creationId xmlns:a16="http://schemas.microsoft.com/office/drawing/2014/main" id="{42289795-9830-11D9-C399-CE82235389BA}"/>
                </a:ext>
              </a:extLst>
            </p:cNvPr>
            <p:cNvSpPr>
              <a:spLocks noChangeArrowheads="1"/>
            </p:cNvSpPr>
            <p:nvPr/>
          </p:nvSpPr>
          <p:spPr bwMode="auto">
            <a:xfrm>
              <a:off x="2291" y="1051"/>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0</a:t>
              </a:r>
              <a:endParaRPr lang="en-US" altLang="es-ES" sz="2000" i="0" u="sng"/>
            </a:p>
          </p:txBody>
        </p:sp>
        <p:sp>
          <p:nvSpPr>
            <p:cNvPr id="39969" name="Rectangle 32">
              <a:extLst>
                <a:ext uri="{FF2B5EF4-FFF2-40B4-BE49-F238E27FC236}">
                  <a16:creationId xmlns:a16="http://schemas.microsoft.com/office/drawing/2014/main" id="{AF40B528-71B0-50F6-AC49-102DB44EF152}"/>
                </a:ext>
              </a:extLst>
            </p:cNvPr>
            <p:cNvSpPr>
              <a:spLocks noChangeArrowheads="1"/>
            </p:cNvSpPr>
            <p:nvPr/>
          </p:nvSpPr>
          <p:spPr bwMode="auto">
            <a:xfrm>
              <a:off x="2254" y="1383"/>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13</a:t>
              </a:r>
              <a:endParaRPr lang="en-US" altLang="es-ES" sz="2000" i="0" u="sng"/>
            </a:p>
          </p:txBody>
        </p:sp>
        <p:sp>
          <p:nvSpPr>
            <p:cNvPr id="39970" name="Rectangle 33">
              <a:extLst>
                <a:ext uri="{FF2B5EF4-FFF2-40B4-BE49-F238E27FC236}">
                  <a16:creationId xmlns:a16="http://schemas.microsoft.com/office/drawing/2014/main" id="{86128B7C-4F83-3D22-CAC8-C2FDDA675018}"/>
                </a:ext>
              </a:extLst>
            </p:cNvPr>
            <p:cNvSpPr>
              <a:spLocks noChangeArrowheads="1"/>
            </p:cNvSpPr>
            <p:nvPr/>
          </p:nvSpPr>
          <p:spPr bwMode="auto">
            <a:xfrm>
              <a:off x="2254" y="1690"/>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11</a:t>
              </a:r>
              <a:endParaRPr lang="en-US" altLang="es-ES" sz="2000" i="0" u="sng"/>
            </a:p>
          </p:txBody>
        </p:sp>
        <p:sp>
          <p:nvSpPr>
            <p:cNvPr id="39971" name="Line 34">
              <a:extLst>
                <a:ext uri="{FF2B5EF4-FFF2-40B4-BE49-F238E27FC236}">
                  <a16:creationId xmlns:a16="http://schemas.microsoft.com/office/drawing/2014/main" id="{E10F19C9-67B5-6AB4-97C4-9E5639CE618C}"/>
                </a:ext>
              </a:extLst>
            </p:cNvPr>
            <p:cNvSpPr>
              <a:spLocks noChangeShapeType="1"/>
            </p:cNvSpPr>
            <p:nvPr/>
          </p:nvSpPr>
          <p:spPr bwMode="auto">
            <a:xfrm>
              <a:off x="3733" y="2539"/>
              <a:ext cx="1" cy="262"/>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72" name="Freeform 35">
              <a:extLst>
                <a:ext uri="{FF2B5EF4-FFF2-40B4-BE49-F238E27FC236}">
                  <a16:creationId xmlns:a16="http://schemas.microsoft.com/office/drawing/2014/main" id="{3BB90B9D-E656-1301-D6B7-ACCD4BD5C97D}"/>
                </a:ext>
              </a:extLst>
            </p:cNvPr>
            <p:cNvSpPr>
              <a:spLocks/>
            </p:cNvSpPr>
            <p:nvPr/>
          </p:nvSpPr>
          <p:spPr bwMode="auto">
            <a:xfrm>
              <a:off x="3715" y="2785"/>
              <a:ext cx="38" cy="62"/>
            </a:xfrm>
            <a:custGeom>
              <a:avLst/>
              <a:gdLst>
                <a:gd name="T0" fmla="*/ 9 w 19"/>
                <a:gd name="T1" fmla="*/ 6 h 31"/>
                <a:gd name="T2" fmla="*/ 18 w 19"/>
                <a:gd name="T3" fmla="*/ 0 h 31"/>
                <a:gd name="T4" fmla="*/ 19 w 19"/>
                <a:gd name="T5" fmla="*/ 1 h 31"/>
                <a:gd name="T6" fmla="*/ 13 w 19"/>
                <a:gd name="T7" fmla="*/ 15 h 31"/>
                <a:gd name="T8" fmla="*/ 9 w 19"/>
                <a:gd name="T9" fmla="*/ 31 h 31"/>
                <a:gd name="T10" fmla="*/ 6 w 19"/>
                <a:gd name="T11" fmla="*/ 15 h 31"/>
                <a:gd name="T12" fmla="*/ 0 w 19"/>
                <a:gd name="T13" fmla="*/ 1 h 31"/>
                <a:gd name="T14" fmla="*/ 0 w 19"/>
                <a:gd name="T15" fmla="*/ 0 h 31"/>
                <a:gd name="T16" fmla="*/ 9 w 19"/>
                <a:gd name="T17" fmla="*/ 6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1"/>
                <a:gd name="T29" fmla="*/ 19 w 19"/>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1">
                  <a:moveTo>
                    <a:pt x="9" y="6"/>
                  </a:moveTo>
                  <a:cubicBezTo>
                    <a:pt x="18" y="0"/>
                    <a:pt x="18" y="0"/>
                    <a:pt x="18" y="0"/>
                  </a:cubicBezTo>
                  <a:cubicBezTo>
                    <a:pt x="19" y="1"/>
                    <a:pt x="19" y="1"/>
                    <a:pt x="19" y="1"/>
                  </a:cubicBezTo>
                  <a:cubicBezTo>
                    <a:pt x="13" y="15"/>
                    <a:pt x="13" y="15"/>
                    <a:pt x="13" y="15"/>
                  </a:cubicBezTo>
                  <a:cubicBezTo>
                    <a:pt x="12" y="21"/>
                    <a:pt x="11" y="26"/>
                    <a:pt x="9" y="31"/>
                  </a:cubicBezTo>
                  <a:cubicBezTo>
                    <a:pt x="8" y="26"/>
                    <a:pt x="7" y="21"/>
                    <a:pt x="6" y="15"/>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73" name="Line 36">
              <a:extLst>
                <a:ext uri="{FF2B5EF4-FFF2-40B4-BE49-F238E27FC236}">
                  <a16:creationId xmlns:a16="http://schemas.microsoft.com/office/drawing/2014/main" id="{7FA4F0D0-5F94-8DBD-D2A6-F11E8A304983}"/>
                </a:ext>
              </a:extLst>
            </p:cNvPr>
            <p:cNvSpPr>
              <a:spLocks noChangeShapeType="1"/>
            </p:cNvSpPr>
            <p:nvPr/>
          </p:nvSpPr>
          <p:spPr bwMode="auto">
            <a:xfrm>
              <a:off x="3737" y="2699"/>
              <a:ext cx="638"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74" name="Freeform 37">
              <a:extLst>
                <a:ext uri="{FF2B5EF4-FFF2-40B4-BE49-F238E27FC236}">
                  <a16:creationId xmlns:a16="http://schemas.microsoft.com/office/drawing/2014/main" id="{5D0F7639-0522-1540-53E0-AE86CACF559F}"/>
                </a:ext>
              </a:extLst>
            </p:cNvPr>
            <p:cNvSpPr>
              <a:spLocks/>
            </p:cNvSpPr>
            <p:nvPr/>
          </p:nvSpPr>
          <p:spPr bwMode="auto">
            <a:xfrm>
              <a:off x="4359" y="2681"/>
              <a:ext cx="60" cy="38"/>
            </a:xfrm>
            <a:custGeom>
              <a:avLst/>
              <a:gdLst>
                <a:gd name="T0" fmla="*/ 5 w 30"/>
                <a:gd name="T1" fmla="*/ 9 h 19"/>
                <a:gd name="T2" fmla="*/ 0 w 30"/>
                <a:gd name="T3" fmla="*/ 0 h 19"/>
                <a:gd name="T4" fmla="*/ 0 w 30"/>
                <a:gd name="T5" fmla="*/ 0 h 19"/>
                <a:gd name="T6" fmla="*/ 15 w 30"/>
                <a:gd name="T7" fmla="*/ 6 h 19"/>
                <a:gd name="T8" fmla="*/ 30 w 30"/>
                <a:gd name="T9" fmla="*/ 9 h 19"/>
                <a:gd name="T10" fmla="*/ 15 w 30"/>
                <a:gd name="T11" fmla="*/ 13 h 19"/>
                <a:gd name="T12" fmla="*/ 0 w 30"/>
                <a:gd name="T13" fmla="*/ 19 h 19"/>
                <a:gd name="T14" fmla="*/ 0 w 30"/>
                <a:gd name="T15" fmla="*/ 19 h 19"/>
                <a:gd name="T16" fmla="*/ 5 w 30"/>
                <a:gd name="T17" fmla="*/ 9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19"/>
                <a:gd name="T29" fmla="*/ 30 w 30"/>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19">
                  <a:moveTo>
                    <a:pt x="5" y="9"/>
                  </a:moveTo>
                  <a:cubicBezTo>
                    <a:pt x="0" y="0"/>
                    <a:pt x="0" y="0"/>
                    <a:pt x="0" y="0"/>
                  </a:cubicBezTo>
                  <a:cubicBezTo>
                    <a:pt x="0" y="0"/>
                    <a:pt x="0" y="0"/>
                    <a:pt x="0" y="0"/>
                  </a:cubicBezTo>
                  <a:cubicBezTo>
                    <a:pt x="15" y="6"/>
                    <a:pt x="15" y="6"/>
                    <a:pt x="15" y="6"/>
                  </a:cubicBezTo>
                  <a:cubicBezTo>
                    <a:pt x="20" y="7"/>
                    <a:pt x="25" y="8"/>
                    <a:pt x="30" y="9"/>
                  </a:cubicBezTo>
                  <a:cubicBezTo>
                    <a:pt x="25" y="11"/>
                    <a:pt x="20" y="12"/>
                    <a:pt x="15" y="13"/>
                  </a:cubicBezTo>
                  <a:cubicBezTo>
                    <a:pt x="0" y="19"/>
                    <a:pt x="0" y="19"/>
                    <a:pt x="0" y="19"/>
                  </a:cubicBezTo>
                  <a:cubicBezTo>
                    <a:pt x="0" y="19"/>
                    <a:pt x="0" y="19"/>
                    <a:pt x="0" y="19"/>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75" name="Line 38">
              <a:extLst>
                <a:ext uri="{FF2B5EF4-FFF2-40B4-BE49-F238E27FC236}">
                  <a16:creationId xmlns:a16="http://schemas.microsoft.com/office/drawing/2014/main" id="{192ABA3C-1C0F-E3B8-FDDC-A39AFFA983BA}"/>
                </a:ext>
              </a:extLst>
            </p:cNvPr>
            <p:cNvSpPr>
              <a:spLocks noChangeShapeType="1"/>
            </p:cNvSpPr>
            <p:nvPr/>
          </p:nvSpPr>
          <p:spPr bwMode="auto">
            <a:xfrm>
              <a:off x="3025" y="2447"/>
              <a:ext cx="404"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76" name="Freeform 39">
              <a:extLst>
                <a:ext uri="{FF2B5EF4-FFF2-40B4-BE49-F238E27FC236}">
                  <a16:creationId xmlns:a16="http://schemas.microsoft.com/office/drawing/2014/main" id="{2704E678-383D-745C-6D88-B4A16451CE34}"/>
                </a:ext>
              </a:extLst>
            </p:cNvPr>
            <p:cNvSpPr>
              <a:spLocks/>
            </p:cNvSpPr>
            <p:nvPr/>
          </p:nvSpPr>
          <p:spPr bwMode="auto">
            <a:xfrm>
              <a:off x="3413" y="2431"/>
              <a:ext cx="56" cy="34"/>
            </a:xfrm>
            <a:custGeom>
              <a:avLst/>
              <a:gdLst>
                <a:gd name="T0" fmla="*/ 5 w 28"/>
                <a:gd name="T1" fmla="*/ 8 h 17"/>
                <a:gd name="T2" fmla="*/ 0 w 28"/>
                <a:gd name="T3" fmla="*/ 0 h 17"/>
                <a:gd name="T4" fmla="*/ 1 w 28"/>
                <a:gd name="T5" fmla="*/ 0 h 17"/>
                <a:gd name="T6" fmla="*/ 14 w 28"/>
                <a:gd name="T7" fmla="*/ 5 h 17"/>
                <a:gd name="T8" fmla="*/ 28 w 28"/>
                <a:gd name="T9" fmla="*/ 8 h 17"/>
                <a:gd name="T10" fmla="*/ 14 w 28"/>
                <a:gd name="T11" fmla="*/ 12 h 17"/>
                <a:gd name="T12" fmla="*/ 1 w 28"/>
                <a:gd name="T13" fmla="*/ 17 h 17"/>
                <a:gd name="T14" fmla="*/ 0 w 28"/>
                <a:gd name="T15" fmla="*/ 17 h 17"/>
                <a:gd name="T16" fmla="*/ 5 w 28"/>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8"/>
                  </a:moveTo>
                  <a:cubicBezTo>
                    <a:pt x="0" y="0"/>
                    <a:pt x="0" y="0"/>
                    <a:pt x="0" y="0"/>
                  </a:cubicBezTo>
                  <a:cubicBezTo>
                    <a:pt x="1" y="0"/>
                    <a:pt x="1" y="0"/>
                    <a:pt x="1" y="0"/>
                  </a:cubicBezTo>
                  <a:cubicBezTo>
                    <a:pt x="14" y="5"/>
                    <a:pt x="14" y="5"/>
                    <a:pt x="14" y="5"/>
                  </a:cubicBezTo>
                  <a:cubicBezTo>
                    <a:pt x="19" y="6"/>
                    <a:pt x="23" y="7"/>
                    <a:pt x="28" y="8"/>
                  </a:cubicBezTo>
                  <a:cubicBezTo>
                    <a:pt x="23" y="9"/>
                    <a:pt x="19" y="10"/>
                    <a:pt x="14" y="12"/>
                  </a:cubicBezTo>
                  <a:cubicBezTo>
                    <a:pt x="1" y="17"/>
                    <a:pt x="1" y="17"/>
                    <a:pt x="1" y="17"/>
                  </a:cubicBezTo>
                  <a:cubicBezTo>
                    <a:pt x="0" y="17"/>
                    <a:pt x="0" y="17"/>
                    <a:pt x="0" y="17"/>
                  </a:cubicBezTo>
                  <a:lnTo>
                    <a:pt x="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77" name="Freeform 40">
              <a:extLst>
                <a:ext uri="{FF2B5EF4-FFF2-40B4-BE49-F238E27FC236}">
                  <a16:creationId xmlns:a16="http://schemas.microsoft.com/office/drawing/2014/main" id="{B3013240-D8D0-A857-884A-5CBC2292FA81}"/>
                </a:ext>
              </a:extLst>
            </p:cNvPr>
            <p:cNvSpPr>
              <a:spLocks/>
            </p:cNvSpPr>
            <p:nvPr/>
          </p:nvSpPr>
          <p:spPr bwMode="auto">
            <a:xfrm>
              <a:off x="3141" y="2187"/>
              <a:ext cx="462" cy="82"/>
            </a:xfrm>
            <a:custGeom>
              <a:avLst/>
              <a:gdLst>
                <a:gd name="T0" fmla="*/ 0 w 462"/>
                <a:gd name="T1" fmla="*/ 0 h 82"/>
                <a:gd name="T2" fmla="*/ 462 w 462"/>
                <a:gd name="T3" fmla="*/ 0 h 82"/>
                <a:gd name="T4" fmla="*/ 462 w 462"/>
                <a:gd name="T5" fmla="*/ 82 h 82"/>
                <a:gd name="T6" fmla="*/ 0 60000 65536"/>
                <a:gd name="T7" fmla="*/ 0 60000 65536"/>
                <a:gd name="T8" fmla="*/ 0 60000 65536"/>
                <a:gd name="T9" fmla="*/ 0 w 462"/>
                <a:gd name="T10" fmla="*/ 0 h 82"/>
                <a:gd name="T11" fmla="*/ 462 w 462"/>
                <a:gd name="T12" fmla="*/ 82 h 82"/>
              </a:gdLst>
              <a:ahLst/>
              <a:cxnLst>
                <a:cxn ang="T6">
                  <a:pos x="T0" y="T1"/>
                </a:cxn>
                <a:cxn ang="T7">
                  <a:pos x="T2" y="T3"/>
                </a:cxn>
                <a:cxn ang="T8">
                  <a:pos x="T4" y="T5"/>
                </a:cxn>
              </a:cxnLst>
              <a:rect l="T9" t="T10" r="T11" b="T12"/>
              <a:pathLst>
                <a:path w="462" h="82">
                  <a:moveTo>
                    <a:pt x="0" y="0"/>
                  </a:moveTo>
                  <a:lnTo>
                    <a:pt x="462" y="0"/>
                  </a:lnTo>
                  <a:lnTo>
                    <a:pt x="462" y="82"/>
                  </a:lnTo>
                </a:path>
              </a:pathLst>
            </a:cu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78" name="Freeform 41">
              <a:extLst>
                <a:ext uri="{FF2B5EF4-FFF2-40B4-BE49-F238E27FC236}">
                  <a16:creationId xmlns:a16="http://schemas.microsoft.com/office/drawing/2014/main" id="{0C06A212-5764-3693-62B6-2604C21881DD}"/>
                </a:ext>
              </a:extLst>
            </p:cNvPr>
            <p:cNvSpPr>
              <a:spLocks/>
            </p:cNvSpPr>
            <p:nvPr/>
          </p:nvSpPr>
          <p:spPr bwMode="auto">
            <a:xfrm>
              <a:off x="3583" y="2253"/>
              <a:ext cx="38" cy="60"/>
            </a:xfrm>
            <a:custGeom>
              <a:avLst/>
              <a:gdLst>
                <a:gd name="T0" fmla="*/ 10 w 19"/>
                <a:gd name="T1" fmla="*/ 5 h 30"/>
                <a:gd name="T2" fmla="*/ 19 w 19"/>
                <a:gd name="T3" fmla="*/ 0 h 30"/>
                <a:gd name="T4" fmla="*/ 19 w 19"/>
                <a:gd name="T5" fmla="*/ 0 h 30"/>
                <a:gd name="T6" fmla="*/ 13 w 19"/>
                <a:gd name="T7" fmla="*/ 15 h 30"/>
                <a:gd name="T8" fmla="*/ 10 w 19"/>
                <a:gd name="T9" fmla="*/ 30 h 30"/>
                <a:gd name="T10" fmla="*/ 6 w 19"/>
                <a:gd name="T11" fmla="*/ 15 h 30"/>
                <a:gd name="T12" fmla="*/ 0 w 19"/>
                <a:gd name="T13" fmla="*/ 0 h 30"/>
                <a:gd name="T14" fmla="*/ 1 w 19"/>
                <a:gd name="T15" fmla="*/ 0 h 30"/>
                <a:gd name="T16" fmla="*/ 10 w 19"/>
                <a:gd name="T17" fmla="*/ 5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0"/>
                <a:gd name="T29" fmla="*/ 19 w 19"/>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0">
                  <a:moveTo>
                    <a:pt x="10" y="5"/>
                  </a:moveTo>
                  <a:cubicBezTo>
                    <a:pt x="19" y="0"/>
                    <a:pt x="19" y="0"/>
                    <a:pt x="19" y="0"/>
                  </a:cubicBezTo>
                  <a:cubicBezTo>
                    <a:pt x="19" y="0"/>
                    <a:pt x="19" y="0"/>
                    <a:pt x="19" y="0"/>
                  </a:cubicBezTo>
                  <a:cubicBezTo>
                    <a:pt x="13" y="15"/>
                    <a:pt x="13" y="15"/>
                    <a:pt x="13" y="15"/>
                  </a:cubicBezTo>
                  <a:cubicBezTo>
                    <a:pt x="12" y="20"/>
                    <a:pt x="11" y="25"/>
                    <a:pt x="10" y="30"/>
                  </a:cubicBezTo>
                  <a:cubicBezTo>
                    <a:pt x="9" y="25"/>
                    <a:pt x="7" y="20"/>
                    <a:pt x="6" y="15"/>
                  </a:cubicBezTo>
                  <a:cubicBezTo>
                    <a:pt x="0" y="0"/>
                    <a:pt x="0" y="0"/>
                    <a:pt x="0" y="0"/>
                  </a:cubicBezTo>
                  <a:cubicBezTo>
                    <a:pt x="1" y="0"/>
                    <a:pt x="1" y="0"/>
                    <a:pt x="1"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79" name="Line 42">
              <a:extLst>
                <a:ext uri="{FF2B5EF4-FFF2-40B4-BE49-F238E27FC236}">
                  <a16:creationId xmlns:a16="http://schemas.microsoft.com/office/drawing/2014/main" id="{07687467-89ED-4F6B-B911-0610DDA3D879}"/>
                </a:ext>
              </a:extLst>
            </p:cNvPr>
            <p:cNvSpPr>
              <a:spLocks noChangeShapeType="1"/>
            </p:cNvSpPr>
            <p:nvPr/>
          </p:nvSpPr>
          <p:spPr bwMode="auto">
            <a:xfrm>
              <a:off x="3471" y="3623"/>
              <a:ext cx="1" cy="196"/>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80" name="Freeform 43">
              <a:extLst>
                <a:ext uri="{FF2B5EF4-FFF2-40B4-BE49-F238E27FC236}">
                  <a16:creationId xmlns:a16="http://schemas.microsoft.com/office/drawing/2014/main" id="{BCA1E371-6D34-0AF7-79EF-C0E54D0AFE88}"/>
                </a:ext>
              </a:extLst>
            </p:cNvPr>
            <p:cNvSpPr>
              <a:spLocks/>
            </p:cNvSpPr>
            <p:nvPr/>
          </p:nvSpPr>
          <p:spPr bwMode="auto">
            <a:xfrm>
              <a:off x="3451" y="3803"/>
              <a:ext cx="38" cy="62"/>
            </a:xfrm>
            <a:custGeom>
              <a:avLst/>
              <a:gdLst>
                <a:gd name="T0" fmla="*/ 10 w 19"/>
                <a:gd name="T1" fmla="*/ 5 h 31"/>
                <a:gd name="T2" fmla="*/ 19 w 19"/>
                <a:gd name="T3" fmla="*/ 0 h 31"/>
                <a:gd name="T4" fmla="*/ 19 w 19"/>
                <a:gd name="T5" fmla="*/ 0 h 31"/>
                <a:gd name="T6" fmla="*/ 13 w 19"/>
                <a:gd name="T7" fmla="*/ 15 h 31"/>
                <a:gd name="T8" fmla="*/ 10 w 19"/>
                <a:gd name="T9" fmla="*/ 31 h 31"/>
                <a:gd name="T10" fmla="*/ 6 w 19"/>
                <a:gd name="T11" fmla="*/ 15 h 31"/>
                <a:gd name="T12" fmla="*/ 0 w 19"/>
                <a:gd name="T13" fmla="*/ 0 h 31"/>
                <a:gd name="T14" fmla="*/ 1 w 19"/>
                <a:gd name="T15" fmla="*/ 0 h 31"/>
                <a:gd name="T16" fmla="*/ 10 w 19"/>
                <a:gd name="T17" fmla="*/ 5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1"/>
                <a:gd name="T29" fmla="*/ 19 w 19"/>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1">
                  <a:moveTo>
                    <a:pt x="10" y="5"/>
                  </a:moveTo>
                  <a:cubicBezTo>
                    <a:pt x="19" y="0"/>
                    <a:pt x="19" y="0"/>
                    <a:pt x="19" y="0"/>
                  </a:cubicBezTo>
                  <a:cubicBezTo>
                    <a:pt x="19" y="0"/>
                    <a:pt x="19" y="0"/>
                    <a:pt x="19" y="0"/>
                  </a:cubicBezTo>
                  <a:cubicBezTo>
                    <a:pt x="13" y="15"/>
                    <a:pt x="13" y="15"/>
                    <a:pt x="13" y="15"/>
                  </a:cubicBezTo>
                  <a:cubicBezTo>
                    <a:pt x="12" y="20"/>
                    <a:pt x="11" y="25"/>
                    <a:pt x="10" y="31"/>
                  </a:cubicBezTo>
                  <a:cubicBezTo>
                    <a:pt x="9" y="25"/>
                    <a:pt x="7" y="20"/>
                    <a:pt x="6" y="15"/>
                  </a:cubicBezTo>
                  <a:cubicBezTo>
                    <a:pt x="0" y="0"/>
                    <a:pt x="0" y="0"/>
                    <a:pt x="0" y="0"/>
                  </a:cubicBezTo>
                  <a:cubicBezTo>
                    <a:pt x="1" y="0"/>
                    <a:pt x="1" y="0"/>
                    <a:pt x="1"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81" name="Freeform 44">
              <a:extLst>
                <a:ext uri="{FF2B5EF4-FFF2-40B4-BE49-F238E27FC236}">
                  <a16:creationId xmlns:a16="http://schemas.microsoft.com/office/drawing/2014/main" id="{0FD3A3A8-B4C0-1CA8-0132-A9E87C43EAE8}"/>
                </a:ext>
              </a:extLst>
            </p:cNvPr>
            <p:cNvSpPr>
              <a:spLocks/>
            </p:cNvSpPr>
            <p:nvPr/>
          </p:nvSpPr>
          <p:spPr bwMode="auto">
            <a:xfrm>
              <a:off x="3691" y="3745"/>
              <a:ext cx="760" cy="74"/>
            </a:xfrm>
            <a:custGeom>
              <a:avLst/>
              <a:gdLst>
                <a:gd name="T0" fmla="*/ 760 w 760"/>
                <a:gd name="T1" fmla="*/ 0 h 74"/>
                <a:gd name="T2" fmla="*/ 0 w 760"/>
                <a:gd name="T3" fmla="*/ 0 h 74"/>
                <a:gd name="T4" fmla="*/ 0 w 760"/>
                <a:gd name="T5" fmla="*/ 74 h 74"/>
                <a:gd name="T6" fmla="*/ 0 60000 65536"/>
                <a:gd name="T7" fmla="*/ 0 60000 65536"/>
                <a:gd name="T8" fmla="*/ 0 60000 65536"/>
                <a:gd name="T9" fmla="*/ 0 w 760"/>
                <a:gd name="T10" fmla="*/ 0 h 74"/>
                <a:gd name="T11" fmla="*/ 760 w 760"/>
                <a:gd name="T12" fmla="*/ 74 h 74"/>
              </a:gdLst>
              <a:ahLst/>
              <a:cxnLst>
                <a:cxn ang="T6">
                  <a:pos x="T0" y="T1"/>
                </a:cxn>
                <a:cxn ang="T7">
                  <a:pos x="T2" y="T3"/>
                </a:cxn>
                <a:cxn ang="T8">
                  <a:pos x="T4" y="T5"/>
                </a:cxn>
              </a:cxnLst>
              <a:rect l="T9" t="T10" r="T11" b="T12"/>
              <a:pathLst>
                <a:path w="760" h="74">
                  <a:moveTo>
                    <a:pt x="760" y="0"/>
                  </a:moveTo>
                  <a:lnTo>
                    <a:pt x="0" y="0"/>
                  </a:lnTo>
                  <a:lnTo>
                    <a:pt x="0" y="74"/>
                  </a:lnTo>
                </a:path>
              </a:pathLst>
            </a:cu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82" name="Freeform 45">
              <a:extLst>
                <a:ext uri="{FF2B5EF4-FFF2-40B4-BE49-F238E27FC236}">
                  <a16:creationId xmlns:a16="http://schemas.microsoft.com/office/drawing/2014/main" id="{3B769E9C-5641-4F2B-83E3-126CB180B5CB}"/>
                </a:ext>
              </a:extLst>
            </p:cNvPr>
            <p:cNvSpPr>
              <a:spLocks/>
            </p:cNvSpPr>
            <p:nvPr/>
          </p:nvSpPr>
          <p:spPr bwMode="auto">
            <a:xfrm>
              <a:off x="3673" y="3803"/>
              <a:ext cx="38" cy="62"/>
            </a:xfrm>
            <a:custGeom>
              <a:avLst/>
              <a:gdLst>
                <a:gd name="T0" fmla="*/ 9 w 19"/>
                <a:gd name="T1" fmla="*/ 5 h 31"/>
                <a:gd name="T2" fmla="*/ 18 w 19"/>
                <a:gd name="T3" fmla="*/ 0 h 31"/>
                <a:gd name="T4" fmla="*/ 19 w 19"/>
                <a:gd name="T5" fmla="*/ 0 h 31"/>
                <a:gd name="T6" fmla="*/ 13 w 19"/>
                <a:gd name="T7" fmla="*/ 15 h 31"/>
                <a:gd name="T8" fmla="*/ 9 w 19"/>
                <a:gd name="T9" fmla="*/ 31 h 31"/>
                <a:gd name="T10" fmla="*/ 6 w 19"/>
                <a:gd name="T11" fmla="*/ 15 h 31"/>
                <a:gd name="T12" fmla="*/ 0 w 19"/>
                <a:gd name="T13" fmla="*/ 0 h 31"/>
                <a:gd name="T14" fmla="*/ 0 w 19"/>
                <a:gd name="T15" fmla="*/ 0 h 31"/>
                <a:gd name="T16" fmla="*/ 9 w 19"/>
                <a:gd name="T17" fmla="*/ 5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1"/>
                <a:gd name="T29" fmla="*/ 19 w 19"/>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1">
                  <a:moveTo>
                    <a:pt x="9" y="5"/>
                  </a:moveTo>
                  <a:cubicBezTo>
                    <a:pt x="18" y="0"/>
                    <a:pt x="18" y="0"/>
                    <a:pt x="18" y="0"/>
                  </a:cubicBezTo>
                  <a:cubicBezTo>
                    <a:pt x="19" y="0"/>
                    <a:pt x="19" y="0"/>
                    <a:pt x="19" y="0"/>
                  </a:cubicBezTo>
                  <a:cubicBezTo>
                    <a:pt x="13" y="15"/>
                    <a:pt x="13" y="15"/>
                    <a:pt x="13" y="15"/>
                  </a:cubicBezTo>
                  <a:cubicBezTo>
                    <a:pt x="12" y="20"/>
                    <a:pt x="10" y="25"/>
                    <a:pt x="9" y="31"/>
                  </a:cubicBezTo>
                  <a:cubicBezTo>
                    <a:pt x="8" y="25"/>
                    <a:pt x="7" y="20"/>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83" name="Freeform 46">
              <a:extLst>
                <a:ext uri="{FF2B5EF4-FFF2-40B4-BE49-F238E27FC236}">
                  <a16:creationId xmlns:a16="http://schemas.microsoft.com/office/drawing/2014/main" id="{4AA13A55-B88F-BFBE-6CAD-22A2F77516C0}"/>
                </a:ext>
              </a:extLst>
            </p:cNvPr>
            <p:cNvSpPr>
              <a:spLocks/>
            </p:cNvSpPr>
            <p:nvPr/>
          </p:nvSpPr>
          <p:spPr bwMode="auto">
            <a:xfrm>
              <a:off x="1973" y="879"/>
              <a:ext cx="1634" cy="3334"/>
            </a:xfrm>
            <a:custGeom>
              <a:avLst/>
              <a:gdLst>
                <a:gd name="T0" fmla="*/ 1634 w 1634"/>
                <a:gd name="T1" fmla="*/ 3206 h 3334"/>
                <a:gd name="T2" fmla="*/ 1634 w 1634"/>
                <a:gd name="T3" fmla="*/ 3334 h 3334"/>
                <a:gd name="T4" fmla="*/ 0 w 1634"/>
                <a:gd name="T5" fmla="*/ 3334 h 3334"/>
                <a:gd name="T6" fmla="*/ 0 w 1634"/>
                <a:gd name="T7" fmla="*/ 0 h 3334"/>
                <a:gd name="T8" fmla="*/ 1498 w 1634"/>
                <a:gd name="T9" fmla="*/ 0 h 3334"/>
                <a:gd name="T10" fmla="*/ 1498 w 1634"/>
                <a:gd name="T11" fmla="*/ 90 h 3334"/>
                <a:gd name="T12" fmla="*/ 0 60000 65536"/>
                <a:gd name="T13" fmla="*/ 0 60000 65536"/>
                <a:gd name="T14" fmla="*/ 0 60000 65536"/>
                <a:gd name="T15" fmla="*/ 0 60000 65536"/>
                <a:gd name="T16" fmla="*/ 0 60000 65536"/>
                <a:gd name="T17" fmla="*/ 0 60000 65536"/>
                <a:gd name="T18" fmla="*/ 0 w 1634"/>
                <a:gd name="T19" fmla="*/ 0 h 3334"/>
                <a:gd name="T20" fmla="*/ 1634 w 1634"/>
                <a:gd name="T21" fmla="*/ 3334 h 3334"/>
              </a:gdLst>
              <a:ahLst/>
              <a:cxnLst>
                <a:cxn ang="T12">
                  <a:pos x="T0" y="T1"/>
                </a:cxn>
                <a:cxn ang="T13">
                  <a:pos x="T2" y="T3"/>
                </a:cxn>
                <a:cxn ang="T14">
                  <a:pos x="T4" y="T5"/>
                </a:cxn>
                <a:cxn ang="T15">
                  <a:pos x="T6" y="T7"/>
                </a:cxn>
                <a:cxn ang="T16">
                  <a:pos x="T8" y="T9"/>
                </a:cxn>
                <a:cxn ang="T17">
                  <a:pos x="T10" y="T11"/>
                </a:cxn>
              </a:cxnLst>
              <a:rect l="T18" t="T19" r="T20" b="T21"/>
              <a:pathLst>
                <a:path w="1634" h="3334">
                  <a:moveTo>
                    <a:pt x="1634" y="3206"/>
                  </a:moveTo>
                  <a:lnTo>
                    <a:pt x="1634" y="3334"/>
                  </a:lnTo>
                  <a:lnTo>
                    <a:pt x="0" y="3334"/>
                  </a:lnTo>
                  <a:lnTo>
                    <a:pt x="0" y="0"/>
                  </a:lnTo>
                  <a:lnTo>
                    <a:pt x="1498" y="0"/>
                  </a:lnTo>
                  <a:lnTo>
                    <a:pt x="1498" y="90"/>
                  </a:lnTo>
                </a:path>
              </a:pathLst>
            </a:cu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84" name="Freeform 47">
              <a:extLst>
                <a:ext uri="{FF2B5EF4-FFF2-40B4-BE49-F238E27FC236}">
                  <a16:creationId xmlns:a16="http://schemas.microsoft.com/office/drawing/2014/main" id="{C1ABB8B3-38D5-405E-EBF6-A0938DB6FA2C}"/>
                </a:ext>
              </a:extLst>
            </p:cNvPr>
            <p:cNvSpPr>
              <a:spLocks/>
            </p:cNvSpPr>
            <p:nvPr/>
          </p:nvSpPr>
          <p:spPr bwMode="auto">
            <a:xfrm>
              <a:off x="3451" y="953"/>
              <a:ext cx="38" cy="62"/>
            </a:xfrm>
            <a:custGeom>
              <a:avLst/>
              <a:gdLst>
                <a:gd name="T0" fmla="*/ 10 w 19"/>
                <a:gd name="T1" fmla="*/ 5 h 31"/>
                <a:gd name="T2" fmla="*/ 19 w 19"/>
                <a:gd name="T3" fmla="*/ 0 h 31"/>
                <a:gd name="T4" fmla="*/ 19 w 19"/>
                <a:gd name="T5" fmla="*/ 0 h 31"/>
                <a:gd name="T6" fmla="*/ 13 w 19"/>
                <a:gd name="T7" fmla="*/ 15 h 31"/>
                <a:gd name="T8" fmla="*/ 10 w 19"/>
                <a:gd name="T9" fmla="*/ 31 h 31"/>
                <a:gd name="T10" fmla="*/ 6 w 19"/>
                <a:gd name="T11" fmla="*/ 15 h 31"/>
                <a:gd name="T12" fmla="*/ 0 w 19"/>
                <a:gd name="T13" fmla="*/ 0 h 31"/>
                <a:gd name="T14" fmla="*/ 0 w 19"/>
                <a:gd name="T15" fmla="*/ 0 h 31"/>
                <a:gd name="T16" fmla="*/ 10 w 19"/>
                <a:gd name="T17" fmla="*/ 5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1"/>
                <a:gd name="T29" fmla="*/ 19 w 19"/>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1">
                  <a:moveTo>
                    <a:pt x="10" y="5"/>
                  </a:moveTo>
                  <a:cubicBezTo>
                    <a:pt x="19" y="0"/>
                    <a:pt x="19" y="0"/>
                    <a:pt x="19" y="0"/>
                  </a:cubicBezTo>
                  <a:cubicBezTo>
                    <a:pt x="19" y="0"/>
                    <a:pt x="19" y="0"/>
                    <a:pt x="19" y="0"/>
                  </a:cubicBezTo>
                  <a:cubicBezTo>
                    <a:pt x="13" y="15"/>
                    <a:pt x="13" y="15"/>
                    <a:pt x="13" y="15"/>
                  </a:cubicBezTo>
                  <a:cubicBezTo>
                    <a:pt x="12" y="20"/>
                    <a:pt x="11" y="25"/>
                    <a:pt x="10" y="31"/>
                  </a:cubicBezTo>
                  <a:cubicBezTo>
                    <a:pt x="8" y="25"/>
                    <a:pt x="7" y="20"/>
                    <a:pt x="6" y="15"/>
                  </a:cubicBezTo>
                  <a:cubicBezTo>
                    <a:pt x="0" y="0"/>
                    <a:pt x="0" y="0"/>
                    <a:pt x="0" y="0"/>
                  </a:cubicBezTo>
                  <a:cubicBezTo>
                    <a:pt x="0" y="0"/>
                    <a:pt x="0" y="0"/>
                    <a:pt x="0"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85" name="Line 48">
              <a:extLst>
                <a:ext uri="{FF2B5EF4-FFF2-40B4-BE49-F238E27FC236}">
                  <a16:creationId xmlns:a16="http://schemas.microsoft.com/office/drawing/2014/main" id="{7314A973-C131-22E3-F28D-A01DCB7D02A2}"/>
                </a:ext>
              </a:extLst>
            </p:cNvPr>
            <p:cNvSpPr>
              <a:spLocks noChangeShapeType="1"/>
            </p:cNvSpPr>
            <p:nvPr/>
          </p:nvSpPr>
          <p:spPr bwMode="auto">
            <a:xfrm>
              <a:off x="3215" y="4015"/>
              <a:ext cx="132"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86" name="Freeform 49">
              <a:extLst>
                <a:ext uri="{FF2B5EF4-FFF2-40B4-BE49-F238E27FC236}">
                  <a16:creationId xmlns:a16="http://schemas.microsoft.com/office/drawing/2014/main" id="{C915264B-F0EE-A933-C25C-5A0C29DA2B67}"/>
                </a:ext>
              </a:extLst>
            </p:cNvPr>
            <p:cNvSpPr>
              <a:spLocks/>
            </p:cNvSpPr>
            <p:nvPr/>
          </p:nvSpPr>
          <p:spPr bwMode="auto">
            <a:xfrm>
              <a:off x="3331" y="3997"/>
              <a:ext cx="56" cy="34"/>
            </a:xfrm>
            <a:custGeom>
              <a:avLst/>
              <a:gdLst>
                <a:gd name="T0" fmla="*/ 5 w 28"/>
                <a:gd name="T1" fmla="*/ 9 h 17"/>
                <a:gd name="T2" fmla="*/ 0 w 28"/>
                <a:gd name="T3" fmla="*/ 0 h 17"/>
                <a:gd name="T4" fmla="*/ 1 w 28"/>
                <a:gd name="T5" fmla="*/ 0 h 17"/>
                <a:gd name="T6" fmla="*/ 14 w 28"/>
                <a:gd name="T7" fmla="*/ 6 h 17"/>
                <a:gd name="T8" fmla="*/ 28 w 28"/>
                <a:gd name="T9" fmla="*/ 9 h 17"/>
                <a:gd name="T10" fmla="*/ 14 w 28"/>
                <a:gd name="T11" fmla="*/ 12 h 17"/>
                <a:gd name="T12" fmla="*/ 1 w 28"/>
                <a:gd name="T13" fmla="*/ 17 h 17"/>
                <a:gd name="T14" fmla="*/ 0 w 28"/>
                <a:gd name="T15" fmla="*/ 17 h 17"/>
                <a:gd name="T16" fmla="*/ 5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9"/>
                  </a:moveTo>
                  <a:cubicBezTo>
                    <a:pt x="0" y="0"/>
                    <a:pt x="0" y="0"/>
                    <a:pt x="0" y="0"/>
                  </a:cubicBezTo>
                  <a:cubicBezTo>
                    <a:pt x="1" y="0"/>
                    <a:pt x="1" y="0"/>
                    <a:pt x="1" y="0"/>
                  </a:cubicBezTo>
                  <a:cubicBezTo>
                    <a:pt x="14" y="6"/>
                    <a:pt x="14" y="6"/>
                    <a:pt x="14" y="6"/>
                  </a:cubicBezTo>
                  <a:cubicBezTo>
                    <a:pt x="19" y="7"/>
                    <a:pt x="24" y="8"/>
                    <a:pt x="28" y="9"/>
                  </a:cubicBezTo>
                  <a:cubicBezTo>
                    <a:pt x="24" y="10"/>
                    <a:pt x="19" y="11"/>
                    <a:pt x="14" y="12"/>
                  </a:cubicBezTo>
                  <a:cubicBezTo>
                    <a:pt x="1" y="17"/>
                    <a:pt x="1" y="17"/>
                    <a:pt x="1" y="17"/>
                  </a:cubicBezTo>
                  <a:cubicBezTo>
                    <a:pt x="0" y="17"/>
                    <a:pt x="0" y="17"/>
                    <a:pt x="0" y="17"/>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87" name="Rectangle 50">
              <a:extLst>
                <a:ext uri="{FF2B5EF4-FFF2-40B4-BE49-F238E27FC236}">
                  <a16:creationId xmlns:a16="http://schemas.microsoft.com/office/drawing/2014/main" id="{A99D4F1A-52CA-1433-DF45-507B993A8E5F}"/>
                </a:ext>
              </a:extLst>
            </p:cNvPr>
            <p:cNvSpPr>
              <a:spLocks noChangeArrowheads="1"/>
            </p:cNvSpPr>
            <p:nvPr/>
          </p:nvSpPr>
          <p:spPr bwMode="auto">
            <a:xfrm>
              <a:off x="3376" y="4112"/>
              <a:ext cx="18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Bus D</a:t>
              </a:r>
              <a:endParaRPr lang="en-US" altLang="es-ES" sz="2000" i="0" u="sng"/>
            </a:p>
          </p:txBody>
        </p:sp>
        <p:sp>
          <p:nvSpPr>
            <p:cNvPr id="39988" name="Rectangle 51">
              <a:extLst>
                <a:ext uri="{FF2B5EF4-FFF2-40B4-BE49-F238E27FC236}">
                  <a16:creationId xmlns:a16="http://schemas.microsoft.com/office/drawing/2014/main" id="{D0FA2290-B1CE-F783-6C9D-230C4CB228EE}"/>
                </a:ext>
              </a:extLst>
            </p:cNvPr>
            <p:cNvSpPr>
              <a:spLocks noChangeArrowheads="1"/>
            </p:cNvSpPr>
            <p:nvPr/>
          </p:nvSpPr>
          <p:spPr bwMode="auto">
            <a:xfrm>
              <a:off x="2753" y="2140"/>
              <a:ext cx="35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Constant in</a:t>
              </a:r>
              <a:endParaRPr lang="en-US" altLang="es-ES" sz="2000" i="0" u="sng"/>
            </a:p>
          </p:txBody>
        </p:sp>
        <p:sp>
          <p:nvSpPr>
            <p:cNvPr id="39989" name="Rectangle 52">
              <a:extLst>
                <a:ext uri="{FF2B5EF4-FFF2-40B4-BE49-F238E27FC236}">
                  <a16:creationId xmlns:a16="http://schemas.microsoft.com/office/drawing/2014/main" id="{1A16F52B-0F7E-303E-A425-94BB921E636B}"/>
                </a:ext>
              </a:extLst>
            </p:cNvPr>
            <p:cNvSpPr>
              <a:spLocks noChangeArrowheads="1"/>
            </p:cNvSpPr>
            <p:nvPr/>
          </p:nvSpPr>
          <p:spPr bwMode="auto">
            <a:xfrm>
              <a:off x="3370" y="2086"/>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39990" name="Line 53">
              <a:extLst>
                <a:ext uri="{FF2B5EF4-FFF2-40B4-BE49-F238E27FC236}">
                  <a16:creationId xmlns:a16="http://schemas.microsoft.com/office/drawing/2014/main" id="{94E6512A-3030-842F-496F-0D23269CBD97}"/>
                </a:ext>
              </a:extLst>
            </p:cNvPr>
            <p:cNvSpPr>
              <a:spLocks noChangeShapeType="1"/>
            </p:cNvSpPr>
            <p:nvPr/>
          </p:nvSpPr>
          <p:spPr bwMode="auto">
            <a:xfrm flipV="1">
              <a:off x="3385" y="2151"/>
              <a:ext cx="66" cy="6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91" name="Rectangle 54">
              <a:extLst>
                <a:ext uri="{FF2B5EF4-FFF2-40B4-BE49-F238E27FC236}">
                  <a16:creationId xmlns:a16="http://schemas.microsoft.com/office/drawing/2014/main" id="{1C7EB0CF-B8B1-FE76-341A-C55E5731204C}"/>
                </a:ext>
              </a:extLst>
            </p:cNvPr>
            <p:cNvSpPr>
              <a:spLocks noChangeArrowheads="1"/>
            </p:cNvSpPr>
            <p:nvPr/>
          </p:nvSpPr>
          <p:spPr bwMode="auto">
            <a:xfrm>
              <a:off x="3665" y="1924"/>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39992" name="Line 55">
              <a:extLst>
                <a:ext uri="{FF2B5EF4-FFF2-40B4-BE49-F238E27FC236}">
                  <a16:creationId xmlns:a16="http://schemas.microsoft.com/office/drawing/2014/main" id="{E3D99CAC-FED3-F612-0794-574AC22D40E9}"/>
                </a:ext>
              </a:extLst>
            </p:cNvPr>
            <p:cNvSpPr>
              <a:spLocks noChangeShapeType="1"/>
            </p:cNvSpPr>
            <p:nvPr/>
          </p:nvSpPr>
          <p:spPr bwMode="auto">
            <a:xfrm flipV="1">
              <a:off x="3693" y="1963"/>
              <a:ext cx="66" cy="6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39993" name="Freeform 56">
              <a:extLst>
                <a:ext uri="{FF2B5EF4-FFF2-40B4-BE49-F238E27FC236}">
                  <a16:creationId xmlns:a16="http://schemas.microsoft.com/office/drawing/2014/main" id="{FC9AEB23-3B3D-D661-E4E4-6A725FA9A3D3}"/>
                </a:ext>
              </a:extLst>
            </p:cNvPr>
            <p:cNvSpPr>
              <a:spLocks/>
            </p:cNvSpPr>
            <p:nvPr/>
          </p:nvSpPr>
          <p:spPr bwMode="auto">
            <a:xfrm>
              <a:off x="3465" y="2313"/>
              <a:ext cx="394" cy="224"/>
            </a:xfrm>
            <a:custGeom>
              <a:avLst/>
              <a:gdLst>
                <a:gd name="T0" fmla="*/ 0 w 394"/>
                <a:gd name="T1" fmla="*/ 0 h 224"/>
                <a:gd name="T2" fmla="*/ 394 w 394"/>
                <a:gd name="T3" fmla="*/ 0 h 224"/>
                <a:gd name="T4" fmla="*/ 394 w 394"/>
                <a:gd name="T5" fmla="*/ 224 h 224"/>
                <a:gd name="T6" fmla="*/ 0 w 394"/>
                <a:gd name="T7" fmla="*/ 224 h 224"/>
                <a:gd name="T8" fmla="*/ 0 w 394"/>
                <a:gd name="T9" fmla="*/ 0 h 224"/>
                <a:gd name="T10" fmla="*/ 0 w 394"/>
                <a:gd name="T11" fmla="*/ 0 h 224"/>
                <a:gd name="T12" fmla="*/ 0 60000 65536"/>
                <a:gd name="T13" fmla="*/ 0 60000 65536"/>
                <a:gd name="T14" fmla="*/ 0 60000 65536"/>
                <a:gd name="T15" fmla="*/ 0 60000 65536"/>
                <a:gd name="T16" fmla="*/ 0 60000 65536"/>
                <a:gd name="T17" fmla="*/ 0 60000 65536"/>
                <a:gd name="T18" fmla="*/ 0 w 394"/>
                <a:gd name="T19" fmla="*/ 0 h 224"/>
                <a:gd name="T20" fmla="*/ 394 w 394"/>
                <a:gd name="T21" fmla="*/ 224 h 224"/>
              </a:gdLst>
              <a:ahLst/>
              <a:cxnLst>
                <a:cxn ang="T12">
                  <a:pos x="T0" y="T1"/>
                </a:cxn>
                <a:cxn ang="T13">
                  <a:pos x="T2" y="T3"/>
                </a:cxn>
                <a:cxn ang="T14">
                  <a:pos x="T4" y="T5"/>
                </a:cxn>
                <a:cxn ang="T15">
                  <a:pos x="T6" y="T7"/>
                </a:cxn>
                <a:cxn ang="T16">
                  <a:pos x="T8" y="T9"/>
                </a:cxn>
                <a:cxn ang="T17">
                  <a:pos x="T10" y="T11"/>
                </a:cxn>
              </a:cxnLst>
              <a:rect l="T18" t="T19" r="T20" b="T21"/>
              <a:pathLst>
                <a:path w="394" h="224">
                  <a:moveTo>
                    <a:pt x="0" y="0"/>
                  </a:moveTo>
                  <a:lnTo>
                    <a:pt x="394" y="0"/>
                  </a:lnTo>
                  <a:lnTo>
                    <a:pt x="394" y="224"/>
                  </a:lnTo>
                  <a:lnTo>
                    <a:pt x="0" y="224"/>
                  </a:lnTo>
                  <a:lnTo>
                    <a:pt x="0" y="0"/>
                  </a:lnTo>
                  <a:close/>
                </a:path>
              </a:pathLst>
            </a:custGeom>
            <a:solidFill>
              <a:srgbClr val="FFFFFF"/>
            </a:solidFill>
            <a:ln w="15875">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94" name="Rectangle 57">
              <a:extLst>
                <a:ext uri="{FF2B5EF4-FFF2-40B4-BE49-F238E27FC236}">
                  <a16:creationId xmlns:a16="http://schemas.microsoft.com/office/drawing/2014/main" id="{9AD3819E-BC04-E751-1B91-23C8F4C49265}"/>
                </a:ext>
              </a:extLst>
            </p:cNvPr>
            <p:cNvSpPr>
              <a:spLocks noChangeArrowheads="1"/>
            </p:cNvSpPr>
            <p:nvPr/>
          </p:nvSpPr>
          <p:spPr bwMode="auto">
            <a:xfrm>
              <a:off x="3555" y="2419"/>
              <a:ext cx="23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MUX B</a:t>
              </a:r>
              <a:endParaRPr lang="en-US" altLang="es-ES" sz="2000" i="0" u="sng"/>
            </a:p>
          </p:txBody>
        </p:sp>
        <p:sp>
          <p:nvSpPr>
            <p:cNvPr id="39995" name="Rectangle 58">
              <a:extLst>
                <a:ext uri="{FF2B5EF4-FFF2-40B4-BE49-F238E27FC236}">
                  <a16:creationId xmlns:a16="http://schemas.microsoft.com/office/drawing/2014/main" id="{B6D02B7F-B8EB-DF15-114B-41B3DE6DCDEF}"/>
                </a:ext>
              </a:extLst>
            </p:cNvPr>
            <p:cNvSpPr>
              <a:spLocks noChangeArrowheads="1"/>
            </p:cNvSpPr>
            <p:nvPr/>
          </p:nvSpPr>
          <p:spPr bwMode="auto">
            <a:xfrm>
              <a:off x="3583" y="2327"/>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a:t>
              </a:r>
              <a:endParaRPr lang="en-US" altLang="es-ES" sz="2000" i="0" u="sng"/>
            </a:p>
          </p:txBody>
        </p:sp>
        <p:sp>
          <p:nvSpPr>
            <p:cNvPr id="39996" name="Rectangle 59">
              <a:extLst>
                <a:ext uri="{FF2B5EF4-FFF2-40B4-BE49-F238E27FC236}">
                  <a16:creationId xmlns:a16="http://schemas.microsoft.com/office/drawing/2014/main" id="{14D58A5D-9B06-707A-2974-281C744D3470}"/>
                </a:ext>
              </a:extLst>
            </p:cNvPr>
            <p:cNvSpPr>
              <a:spLocks noChangeArrowheads="1"/>
            </p:cNvSpPr>
            <p:nvPr/>
          </p:nvSpPr>
          <p:spPr bwMode="auto">
            <a:xfrm>
              <a:off x="3716" y="2327"/>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0</a:t>
              </a:r>
              <a:endParaRPr lang="en-US" altLang="es-ES" sz="2000" i="0" u="sng"/>
            </a:p>
          </p:txBody>
        </p:sp>
        <p:sp>
          <p:nvSpPr>
            <p:cNvPr id="39997" name="Freeform 60">
              <a:extLst>
                <a:ext uri="{FF2B5EF4-FFF2-40B4-BE49-F238E27FC236}">
                  <a16:creationId xmlns:a16="http://schemas.microsoft.com/office/drawing/2014/main" id="{2C323DE4-5C29-AC76-E1F7-A928925415CC}"/>
                </a:ext>
              </a:extLst>
            </p:cNvPr>
            <p:cNvSpPr>
              <a:spLocks/>
            </p:cNvSpPr>
            <p:nvPr/>
          </p:nvSpPr>
          <p:spPr bwMode="auto">
            <a:xfrm>
              <a:off x="2959" y="1005"/>
              <a:ext cx="1046" cy="916"/>
            </a:xfrm>
            <a:custGeom>
              <a:avLst/>
              <a:gdLst>
                <a:gd name="T0" fmla="*/ 0 w 1046"/>
                <a:gd name="T1" fmla="*/ 0 h 916"/>
                <a:gd name="T2" fmla="*/ 1046 w 1046"/>
                <a:gd name="T3" fmla="*/ 0 h 916"/>
                <a:gd name="T4" fmla="*/ 1046 w 1046"/>
                <a:gd name="T5" fmla="*/ 916 h 916"/>
                <a:gd name="T6" fmla="*/ 0 w 1046"/>
                <a:gd name="T7" fmla="*/ 916 h 916"/>
                <a:gd name="T8" fmla="*/ 0 w 1046"/>
                <a:gd name="T9" fmla="*/ 0 h 916"/>
                <a:gd name="T10" fmla="*/ 0 w 1046"/>
                <a:gd name="T11" fmla="*/ 0 h 916"/>
                <a:gd name="T12" fmla="*/ 0 60000 65536"/>
                <a:gd name="T13" fmla="*/ 0 60000 65536"/>
                <a:gd name="T14" fmla="*/ 0 60000 65536"/>
                <a:gd name="T15" fmla="*/ 0 60000 65536"/>
                <a:gd name="T16" fmla="*/ 0 60000 65536"/>
                <a:gd name="T17" fmla="*/ 0 60000 65536"/>
                <a:gd name="T18" fmla="*/ 0 w 1046"/>
                <a:gd name="T19" fmla="*/ 0 h 916"/>
                <a:gd name="T20" fmla="*/ 1046 w 1046"/>
                <a:gd name="T21" fmla="*/ 916 h 916"/>
              </a:gdLst>
              <a:ahLst/>
              <a:cxnLst>
                <a:cxn ang="T12">
                  <a:pos x="T0" y="T1"/>
                </a:cxn>
                <a:cxn ang="T13">
                  <a:pos x="T2" y="T3"/>
                </a:cxn>
                <a:cxn ang="T14">
                  <a:pos x="T4" y="T5"/>
                </a:cxn>
                <a:cxn ang="T15">
                  <a:pos x="T6" y="T7"/>
                </a:cxn>
                <a:cxn ang="T16">
                  <a:pos x="T8" y="T9"/>
                </a:cxn>
                <a:cxn ang="T17">
                  <a:pos x="T10" y="T11"/>
                </a:cxn>
              </a:cxnLst>
              <a:rect l="T18" t="T19" r="T20" b="T21"/>
              <a:pathLst>
                <a:path w="1046" h="916">
                  <a:moveTo>
                    <a:pt x="0" y="0"/>
                  </a:moveTo>
                  <a:lnTo>
                    <a:pt x="1046" y="0"/>
                  </a:lnTo>
                  <a:lnTo>
                    <a:pt x="1046" y="916"/>
                  </a:lnTo>
                  <a:lnTo>
                    <a:pt x="0" y="916"/>
                  </a:lnTo>
                  <a:lnTo>
                    <a:pt x="0" y="0"/>
                  </a:lnTo>
                  <a:close/>
                </a:path>
              </a:pathLst>
            </a:custGeom>
            <a:solidFill>
              <a:srgbClr val="D9F1F7"/>
            </a:solidFill>
            <a:ln w="15875">
              <a:solidFill>
                <a:srgbClr val="00A0C6"/>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98" name="Freeform 61">
              <a:extLst>
                <a:ext uri="{FF2B5EF4-FFF2-40B4-BE49-F238E27FC236}">
                  <a16:creationId xmlns:a16="http://schemas.microsoft.com/office/drawing/2014/main" id="{28541669-E9D6-9D64-CE30-45D3BA0E4E7E}"/>
                </a:ext>
              </a:extLst>
            </p:cNvPr>
            <p:cNvSpPr>
              <a:spLocks/>
            </p:cNvSpPr>
            <p:nvPr/>
          </p:nvSpPr>
          <p:spPr bwMode="auto">
            <a:xfrm>
              <a:off x="2959" y="2851"/>
              <a:ext cx="1046" cy="786"/>
            </a:xfrm>
            <a:custGeom>
              <a:avLst/>
              <a:gdLst>
                <a:gd name="T0" fmla="*/ 0 w 1046"/>
                <a:gd name="T1" fmla="*/ 0 h 786"/>
                <a:gd name="T2" fmla="*/ 1046 w 1046"/>
                <a:gd name="T3" fmla="*/ 0 h 786"/>
                <a:gd name="T4" fmla="*/ 1046 w 1046"/>
                <a:gd name="T5" fmla="*/ 786 h 786"/>
                <a:gd name="T6" fmla="*/ 0 w 1046"/>
                <a:gd name="T7" fmla="*/ 786 h 786"/>
                <a:gd name="T8" fmla="*/ 0 w 1046"/>
                <a:gd name="T9" fmla="*/ 0 h 786"/>
                <a:gd name="T10" fmla="*/ 0 w 1046"/>
                <a:gd name="T11" fmla="*/ 0 h 786"/>
                <a:gd name="T12" fmla="*/ 0 60000 65536"/>
                <a:gd name="T13" fmla="*/ 0 60000 65536"/>
                <a:gd name="T14" fmla="*/ 0 60000 65536"/>
                <a:gd name="T15" fmla="*/ 0 60000 65536"/>
                <a:gd name="T16" fmla="*/ 0 60000 65536"/>
                <a:gd name="T17" fmla="*/ 0 60000 65536"/>
                <a:gd name="T18" fmla="*/ 0 w 1046"/>
                <a:gd name="T19" fmla="*/ 0 h 786"/>
                <a:gd name="T20" fmla="*/ 1046 w 1046"/>
                <a:gd name="T21" fmla="*/ 786 h 786"/>
              </a:gdLst>
              <a:ahLst/>
              <a:cxnLst>
                <a:cxn ang="T12">
                  <a:pos x="T0" y="T1"/>
                </a:cxn>
                <a:cxn ang="T13">
                  <a:pos x="T2" y="T3"/>
                </a:cxn>
                <a:cxn ang="T14">
                  <a:pos x="T4" y="T5"/>
                </a:cxn>
                <a:cxn ang="T15">
                  <a:pos x="T6" y="T7"/>
                </a:cxn>
                <a:cxn ang="T16">
                  <a:pos x="T8" y="T9"/>
                </a:cxn>
                <a:cxn ang="T17">
                  <a:pos x="T10" y="T11"/>
                </a:cxn>
              </a:cxnLst>
              <a:rect l="T18" t="T19" r="T20" b="T21"/>
              <a:pathLst>
                <a:path w="1046" h="786">
                  <a:moveTo>
                    <a:pt x="0" y="0"/>
                  </a:moveTo>
                  <a:lnTo>
                    <a:pt x="1046" y="0"/>
                  </a:lnTo>
                  <a:lnTo>
                    <a:pt x="1046" y="786"/>
                  </a:lnTo>
                  <a:lnTo>
                    <a:pt x="0" y="786"/>
                  </a:lnTo>
                  <a:lnTo>
                    <a:pt x="0" y="0"/>
                  </a:lnTo>
                  <a:close/>
                </a:path>
              </a:pathLst>
            </a:custGeom>
            <a:solidFill>
              <a:srgbClr val="CCCCCC"/>
            </a:solidFill>
            <a:ln w="15875">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39999" name="Rectangle 62">
              <a:extLst>
                <a:ext uri="{FF2B5EF4-FFF2-40B4-BE49-F238E27FC236}">
                  <a16:creationId xmlns:a16="http://schemas.microsoft.com/office/drawing/2014/main" id="{3014E273-2BBA-62A9-A5AC-10A6C71F80B5}"/>
                </a:ext>
              </a:extLst>
            </p:cNvPr>
            <p:cNvSpPr>
              <a:spLocks noChangeArrowheads="1"/>
            </p:cNvSpPr>
            <p:nvPr/>
          </p:nvSpPr>
          <p:spPr bwMode="auto">
            <a:xfrm>
              <a:off x="3352" y="1041"/>
              <a:ext cx="20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D data</a:t>
              </a:r>
              <a:endParaRPr lang="en-US" altLang="es-ES" sz="2000" i="0" u="sng"/>
            </a:p>
          </p:txBody>
        </p:sp>
        <p:sp>
          <p:nvSpPr>
            <p:cNvPr id="40000" name="Rectangle 63">
              <a:extLst>
                <a:ext uri="{FF2B5EF4-FFF2-40B4-BE49-F238E27FC236}">
                  <a16:creationId xmlns:a16="http://schemas.microsoft.com/office/drawing/2014/main" id="{6A6C32CA-26AA-48EA-A0C3-D4A4BF6B8221}"/>
                </a:ext>
              </a:extLst>
            </p:cNvPr>
            <p:cNvSpPr>
              <a:spLocks noChangeArrowheads="1"/>
            </p:cNvSpPr>
            <p:nvPr/>
          </p:nvSpPr>
          <p:spPr bwMode="auto">
            <a:xfrm>
              <a:off x="2977" y="1056"/>
              <a:ext cx="1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Write</a:t>
              </a:r>
              <a:endParaRPr lang="en-US" altLang="es-ES" sz="2000" i="0" u="sng"/>
            </a:p>
          </p:txBody>
        </p:sp>
        <p:sp>
          <p:nvSpPr>
            <p:cNvPr id="40001" name="Rectangle 64">
              <a:extLst>
                <a:ext uri="{FF2B5EF4-FFF2-40B4-BE49-F238E27FC236}">
                  <a16:creationId xmlns:a16="http://schemas.microsoft.com/office/drawing/2014/main" id="{811951E6-B802-5850-046C-445CBCA3EE60}"/>
                </a:ext>
              </a:extLst>
            </p:cNvPr>
            <p:cNvSpPr>
              <a:spLocks noChangeArrowheads="1"/>
            </p:cNvSpPr>
            <p:nvPr/>
          </p:nvSpPr>
          <p:spPr bwMode="auto">
            <a:xfrm>
              <a:off x="2977" y="1302"/>
              <a:ext cx="30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D address</a:t>
              </a:r>
              <a:endParaRPr lang="en-US" altLang="es-ES" sz="2000" i="0" u="sng"/>
            </a:p>
          </p:txBody>
        </p:sp>
        <p:sp>
          <p:nvSpPr>
            <p:cNvPr id="40002" name="Rectangle 65">
              <a:extLst>
                <a:ext uri="{FF2B5EF4-FFF2-40B4-BE49-F238E27FC236}">
                  <a16:creationId xmlns:a16="http://schemas.microsoft.com/office/drawing/2014/main" id="{525CD143-08ED-7251-64D2-44FDE0372BA5}"/>
                </a:ext>
              </a:extLst>
            </p:cNvPr>
            <p:cNvSpPr>
              <a:spLocks noChangeArrowheads="1"/>
            </p:cNvSpPr>
            <p:nvPr/>
          </p:nvSpPr>
          <p:spPr bwMode="auto">
            <a:xfrm>
              <a:off x="2977" y="1682"/>
              <a:ext cx="30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A address</a:t>
              </a:r>
              <a:endParaRPr lang="en-US" altLang="es-ES" sz="2000" i="0" u="sng"/>
            </a:p>
          </p:txBody>
        </p:sp>
        <p:sp>
          <p:nvSpPr>
            <p:cNvPr id="40003" name="Rectangle 66">
              <a:extLst>
                <a:ext uri="{FF2B5EF4-FFF2-40B4-BE49-F238E27FC236}">
                  <a16:creationId xmlns:a16="http://schemas.microsoft.com/office/drawing/2014/main" id="{0CA5E60D-D134-891C-E115-B1C3EE2A6B00}"/>
                </a:ext>
              </a:extLst>
            </p:cNvPr>
            <p:cNvSpPr>
              <a:spLocks noChangeArrowheads="1"/>
            </p:cNvSpPr>
            <p:nvPr/>
          </p:nvSpPr>
          <p:spPr bwMode="auto">
            <a:xfrm>
              <a:off x="3674" y="1682"/>
              <a:ext cx="30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B address</a:t>
              </a:r>
              <a:endParaRPr lang="en-US" altLang="es-ES" sz="2000" i="0" u="sng"/>
            </a:p>
          </p:txBody>
        </p:sp>
        <p:sp>
          <p:nvSpPr>
            <p:cNvPr id="40004" name="Rectangle 67">
              <a:extLst>
                <a:ext uri="{FF2B5EF4-FFF2-40B4-BE49-F238E27FC236}">
                  <a16:creationId xmlns:a16="http://schemas.microsoft.com/office/drawing/2014/main" id="{C6EB7128-4B73-B363-228F-45D8042941D4}"/>
                </a:ext>
              </a:extLst>
            </p:cNvPr>
            <p:cNvSpPr>
              <a:spLocks noChangeArrowheads="1"/>
            </p:cNvSpPr>
            <p:nvPr/>
          </p:nvSpPr>
          <p:spPr bwMode="auto">
            <a:xfrm>
              <a:off x="3095" y="1832"/>
              <a:ext cx="20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A data</a:t>
              </a:r>
              <a:endParaRPr lang="en-US" altLang="es-ES" sz="2000" i="0" u="sng"/>
            </a:p>
          </p:txBody>
        </p:sp>
        <p:sp>
          <p:nvSpPr>
            <p:cNvPr id="40005" name="Rectangle 68">
              <a:extLst>
                <a:ext uri="{FF2B5EF4-FFF2-40B4-BE49-F238E27FC236}">
                  <a16:creationId xmlns:a16="http://schemas.microsoft.com/office/drawing/2014/main" id="{F57F3054-1838-9F84-82C3-0D7D16CE25E6}"/>
                </a:ext>
              </a:extLst>
            </p:cNvPr>
            <p:cNvSpPr>
              <a:spLocks noChangeArrowheads="1"/>
            </p:cNvSpPr>
            <p:nvPr/>
          </p:nvSpPr>
          <p:spPr bwMode="auto">
            <a:xfrm>
              <a:off x="3628" y="1832"/>
              <a:ext cx="20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B data</a:t>
              </a:r>
              <a:endParaRPr lang="en-US" altLang="es-ES" sz="2000" i="0" u="sng"/>
            </a:p>
          </p:txBody>
        </p:sp>
        <p:sp>
          <p:nvSpPr>
            <p:cNvPr id="40006" name="Rectangle 69">
              <a:extLst>
                <a:ext uri="{FF2B5EF4-FFF2-40B4-BE49-F238E27FC236}">
                  <a16:creationId xmlns:a16="http://schemas.microsoft.com/office/drawing/2014/main" id="{3E5A0726-2A50-2419-7C27-103596ECBFED}"/>
                </a:ext>
              </a:extLst>
            </p:cNvPr>
            <p:cNvSpPr>
              <a:spLocks noChangeArrowheads="1"/>
            </p:cNvSpPr>
            <p:nvPr/>
          </p:nvSpPr>
          <p:spPr bwMode="auto">
            <a:xfrm>
              <a:off x="3387" y="1401"/>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8</a:t>
              </a:r>
              <a:endParaRPr lang="en-US" altLang="es-ES" sz="2000" i="0" u="sng"/>
            </a:p>
          </p:txBody>
        </p:sp>
        <p:sp>
          <p:nvSpPr>
            <p:cNvPr id="40007" name="Rectangle 70">
              <a:extLst>
                <a:ext uri="{FF2B5EF4-FFF2-40B4-BE49-F238E27FC236}">
                  <a16:creationId xmlns:a16="http://schemas.microsoft.com/office/drawing/2014/main" id="{C2E2545C-94AD-4E2D-18BF-A59E64C74BEA}"/>
                </a:ext>
              </a:extLst>
            </p:cNvPr>
            <p:cNvSpPr>
              <a:spLocks noChangeArrowheads="1"/>
            </p:cNvSpPr>
            <p:nvPr/>
          </p:nvSpPr>
          <p:spPr bwMode="auto">
            <a:xfrm>
              <a:off x="3442" y="1411"/>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latin typeface="Helvetica" panose="020B0604020202020204" pitchFamily="34" charset="0"/>
                </a:rPr>
                <a:t>x</a:t>
              </a:r>
              <a:endParaRPr lang="en-US" altLang="es-ES" sz="2000" i="0" u="sng">
                <a:latin typeface="Helvetica" panose="020B0604020202020204" pitchFamily="34" charset="0"/>
              </a:endParaRPr>
            </a:p>
          </p:txBody>
        </p:sp>
        <p:sp>
          <p:nvSpPr>
            <p:cNvPr id="40008" name="Rectangle 71">
              <a:extLst>
                <a:ext uri="{FF2B5EF4-FFF2-40B4-BE49-F238E27FC236}">
                  <a16:creationId xmlns:a16="http://schemas.microsoft.com/office/drawing/2014/main" id="{8AB9EBF6-55EF-9349-9208-DAED4B4501AC}"/>
                </a:ext>
              </a:extLst>
            </p:cNvPr>
            <p:cNvSpPr>
              <a:spLocks noChangeArrowheads="1"/>
            </p:cNvSpPr>
            <p:nvPr/>
          </p:nvSpPr>
          <p:spPr bwMode="auto">
            <a:xfrm>
              <a:off x="3504" y="1401"/>
              <a:ext cx="5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 n</a:t>
              </a:r>
              <a:endParaRPr lang="en-US" altLang="es-ES" sz="2000" i="0" u="sng"/>
            </a:p>
          </p:txBody>
        </p:sp>
        <p:sp>
          <p:nvSpPr>
            <p:cNvPr id="40009" name="Rectangle 72">
              <a:extLst>
                <a:ext uri="{FF2B5EF4-FFF2-40B4-BE49-F238E27FC236}">
                  <a16:creationId xmlns:a16="http://schemas.microsoft.com/office/drawing/2014/main" id="{8EEE5ABC-9AF0-4443-A703-0C5118DFD56E}"/>
                </a:ext>
              </a:extLst>
            </p:cNvPr>
            <p:cNvSpPr>
              <a:spLocks noChangeArrowheads="1"/>
            </p:cNvSpPr>
            <p:nvPr/>
          </p:nvSpPr>
          <p:spPr bwMode="auto">
            <a:xfrm>
              <a:off x="3280" y="1484"/>
              <a:ext cx="37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Register file</a:t>
              </a:r>
              <a:endParaRPr lang="en-US" altLang="es-ES" sz="2000" i="0" u="sng"/>
            </a:p>
          </p:txBody>
        </p:sp>
        <p:sp>
          <p:nvSpPr>
            <p:cNvPr id="40010" name="Rectangle 73">
              <a:extLst>
                <a:ext uri="{FF2B5EF4-FFF2-40B4-BE49-F238E27FC236}">
                  <a16:creationId xmlns:a16="http://schemas.microsoft.com/office/drawing/2014/main" id="{64166439-CE47-E9C6-D8F6-A5BC53D5AE59}"/>
                </a:ext>
              </a:extLst>
            </p:cNvPr>
            <p:cNvSpPr>
              <a:spLocks noChangeArrowheads="1"/>
            </p:cNvSpPr>
            <p:nvPr/>
          </p:nvSpPr>
          <p:spPr bwMode="auto">
            <a:xfrm>
              <a:off x="3163" y="2855"/>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A</a:t>
              </a:r>
              <a:endParaRPr lang="en-US" altLang="es-ES" sz="2000" i="0" u="sng"/>
            </a:p>
          </p:txBody>
        </p:sp>
        <p:sp>
          <p:nvSpPr>
            <p:cNvPr id="40011" name="Rectangle 74">
              <a:extLst>
                <a:ext uri="{FF2B5EF4-FFF2-40B4-BE49-F238E27FC236}">
                  <a16:creationId xmlns:a16="http://schemas.microsoft.com/office/drawing/2014/main" id="{76731CB1-97DB-6763-9C5A-AEE1DC3247A4}"/>
                </a:ext>
              </a:extLst>
            </p:cNvPr>
            <p:cNvSpPr>
              <a:spLocks noChangeArrowheads="1"/>
            </p:cNvSpPr>
            <p:nvPr/>
          </p:nvSpPr>
          <p:spPr bwMode="auto">
            <a:xfrm>
              <a:off x="3701" y="2855"/>
              <a:ext cx="4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B</a:t>
              </a:r>
              <a:endParaRPr lang="en-US" altLang="es-ES" sz="2000" i="0" u="sng"/>
            </a:p>
          </p:txBody>
        </p:sp>
        <p:sp>
          <p:nvSpPr>
            <p:cNvPr id="40012" name="Rectangle 75">
              <a:extLst>
                <a:ext uri="{FF2B5EF4-FFF2-40B4-BE49-F238E27FC236}">
                  <a16:creationId xmlns:a16="http://schemas.microsoft.com/office/drawing/2014/main" id="{1B986160-76A5-B670-AFE2-F3D77E16890C}"/>
                </a:ext>
              </a:extLst>
            </p:cNvPr>
            <p:cNvSpPr>
              <a:spLocks noChangeArrowheads="1"/>
            </p:cNvSpPr>
            <p:nvPr/>
          </p:nvSpPr>
          <p:spPr bwMode="auto">
            <a:xfrm>
              <a:off x="3336" y="3163"/>
              <a:ext cx="27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Function</a:t>
              </a:r>
              <a:endParaRPr lang="en-US" altLang="es-ES" sz="2000" i="0" u="sng"/>
            </a:p>
          </p:txBody>
        </p:sp>
        <p:sp>
          <p:nvSpPr>
            <p:cNvPr id="40013" name="Rectangle 76">
              <a:extLst>
                <a:ext uri="{FF2B5EF4-FFF2-40B4-BE49-F238E27FC236}">
                  <a16:creationId xmlns:a16="http://schemas.microsoft.com/office/drawing/2014/main" id="{4C2D8EA1-EE47-AE07-D57C-0D85F070D787}"/>
                </a:ext>
              </a:extLst>
            </p:cNvPr>
            <p:cNvSpPr>
              <a:spLocks noChangeArrowheads="1"/>
            </p:cNvSpPr>
            <p:nvPr/>
          </p:nvSpPr>
          <p:spPr bwMode="auto">
            <a:xfrm>
              <a:off x="3416" y="3245"/>
              <a:ext cx="12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unit</a:t>
              </a:r>
              <a:endParaRPr lang="en-US" altLang="es-ES" sz="2000" i="0" u="sng"/>
            </a:p>
          </p:txBody>
        </p:sp>
        <p:sp>
          <p:nvSpPr>
            <p:cNvPr id="40014" name="Rectangle 77">
              <a:extLst>
                <a:ext uri="{FF2B5EF4-FFF2-40B4-BE49-F238E27FC236}">
                  <a16:creationId xmlns:a16="http://schemas.microsoft.com/office/drawing/2014/main" id="{83F13A71-3312-880B-A847-2EAC2FC7C751}"/>
                </a:ext>
              </a:extLst>
            </p:cNvPr>
            <p:cNvSpPr>
              <a:spLocks noChangeArrowheads="1"/>
            </p:cNvSpPr>
            <p:nvPr/>
          </p:nvSpPr>
          <p:spPr bwMode="auto">
            <a:xfrm>
              <a:off x="3127" y="1924"/>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40015" name="Line 78">
              <a:extLst>
                <a:ext uri="{FF2B5EF4-FFF2-40B4-BE49-F238E27FC236}">
                  <a16:creationId xmlns:a16="http://schemas.microsoft.com/office/drawing/2014/main" id="{3EE757A8-87F8-E038-BB76-38A45DF57672}"/>
                </a:ext>
              </a:extLst>
            </p:cNvPr>
            <p:cNvSpPr>
              <a:spLocks noChangeShapeType="1"/>
            </p:cNvSpPr>
            <p:nvPr/>
          </p:nvSpPr>
          <p:spPr bwMode="auto">
            <a:xfrm flipV="1">
              <a:off x="3155" y="1963"/>
              <a:ext cx="66" cy="6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16" name="Line 79">
              <a:extLst>
                <a:ext uri="{FF2B5EF4-FFF2-40B4-BE49-F238E27FC236}">
                  <a16:creationId xmlns:a16="http://schemas.microsoft.com/office/drawing/2014/main" id="{5D1580B1-85FB-0831-98A4-DBCF87C505B2}"/>
                </a:ext>
              </a:extLst>
            </p:cNvPr>
            <p:cNvSpPr>
              <a:spLocks noChangeShapeType="1"/>
            </p:cNvSpPr>
            <p:nvPr/>
          </p:nvSpPr>
          <p:spPr bwMode="auto">
            <a:xfrm>
              <a:off x="3195" y="2591"/>
              <a:ext cx="1180"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17" name="Freeform 80">
              <a:extLst>
                <a:ext uri="{FF2B5EF4-FFF2-40B4-BE49-F238E27FC236}">
                  <a16:creationId xmlns:a16="http://schemas.microsoft.com/office/drawing/2014/main" id="{BE7E0DB8-E292-9857-4183-F8455B2C75DD}"/>
                </a:ext>
              </a:extLst>
            </p:cNvPr>
            <p:cNvSpPr>
              <a:spLocks/>
            </p:cNvSpPr>
            <p:nvPr/>
          </p:nvSpPr>
          <p:spPr bwMode="auto">
            <a:xfrm>
              <a:off x="4359" y="2573"/>
              <a:ext cx="60" cy="38"/>
            </a:xfrm>
            <a:custGeom>
              <a:avLst/>
              <a:gdLst>
                <a:gd name="T0" fmla="*/ 5 w 30"/>
                <a:gd name="T1" fmla="*/ 9 h 19"/>
                <a:gd name="T2" fmla="*/ 0 w 30"/>
                <a:gd name="T3" fmla="*/ 0 h 19"/>
                <a:gd name="T4" fmla="*/ 0 w 30"/>
                <a:gd name="T5" fmla="*/ 0 h 19"/>
                <a:gd name="T6" fmla="*/ 15 w 30"/>
                <a:gd name="T7" fmla="*/ 6 h 19"/>
                <a:gd name="T8" fmla="*/ 30 w 30"/>
                <a:gd name="T9" fmla="*/ 9 h 19"/>
                <a:gd name="T10" fmla="*/ 15 w 30"/>
                <a:gd name="T11" fmla="*/ 13 h 19"/>
                <a:gd name="T12" fmla="*/ 0 w 30"/>
                <a:gd name="T13" fmla="*/ 19 h 19"/>
                <a:gd name="T14" fmla="*/ 0 w 30"/>
                <a:gd name="T15" fmla="*/ 19 h 19"/>
                <a:gd name="T16" fmla="*/ 5 w 30"/>
                <a:gd name="T17" fmla="*/ 9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19"/>
                <a:gd name="T29" fmla="*/ 30 w 30"/>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19">
                  <a:moveTo>
                    <a:pt x="5" y="9"/>
                  </a:moveTo>
                  <a:cubicBezTo>
                    <a:pt x="0" y="0"/>
                    <a:pt x="0" y="0"/>
                    <a:pt x="0" y="0"/>
                  </a:cubicBezTo>
                  <a:cubicBezTo>
                    <a:pt x="0" y="0"/>
                    <a:pt x="0" y="0"/>
                    <a:pt x="0" y="0"/>
                  </a:cubicBezTo>
                  <a:cubicBezTo>
                    <a:pt x="15" y="6"/>
                    <a:pt x="15" y="6"/>
                    <a:pt x="15" y="6"/>
                  </a:cubicBezTo>
                  <a:cubicBezTo>
                    <a:pt x="20" y="7"/>
                    <a:pt x="25" y="8"/>
                    <a:pt x="30" y="9"/>
                  </a:cubicBezTo>
                  <a:cubicBezTo>
                    <a:pt x="25" y="10"/>
                    <a:pt x="20" y="12"/>
                    <a:pt x="15" y="13"/>
                  </a:cubicBezTo>
                  <a:cubicBezTo>
                    <a:pt x="0" y="19"/>
                    <a:pt x="0" y="19"/>
                    <a:pt x="0" y="19"/>
                  </a:cubicBezTo>
                  <a:cubicBezTo>
                    <a:pt x="0" y="19"/>
                    <a:pt x="0" y="19"/>
                    <a:pt x="0" y="19"/>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18" name="Rectangle 81">
              <a:extLst>
                <a:ext uri="{FF2B5EF4-FFF2-40B4-BE49-F238E27FC236}">
                  <a16:creationId xmlns:a16="http://schemas.microsoft.com/office/drawing/2014/main" id="{7E29A971-BFAF-637E-DDC3-1B5797F051D0}"/>
                </a:ext>
              </a:extLst>
            </p:cNvPr>
            <p:cNvSpPr>
              <a:spLocks noChangeArrowheads="1"/>
            </p:cNvSpPr>
            <p:nvPr/>
          </p:nvSpPr>
          <p:spPr bwMode="auto">
            <a:xfrm>
              <a:off x="4143" y="2493"/>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40019" name="Line 82">
              <a:extLst>
                <a:ext uri="{FF2B5EF4-FFF2-40B4-BE49-F238E27FC236}">
                  <a16:creationId xmlns:a16="http://schemas.microsoft.com/office/drawing/2014/main" id="{448973EA-2A23-1241-0CD4-7B10B20A8905}"/>
                </a:ext>
              </a:extLst>
            </p:cNvPr>
            <p:cNvSpPr>
              <a:spLocks noChangeShapeType="1"/>
            </p:cNvSpPr>
            <p:nvPr/>
          </p:nvSpPr>
          <p:spPr bwMode="auto">
            <a:xfrm flipV="1">
              <a:off x="4157" y="2553"/>
              <a:ext cx="66" cy="6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20" name="Rectangle 83">
              <a:extLst>
                <a:ext uri="{FF2B5EF4-FFF2-40B4-BE49-F238E27FC236}">
                  <a16:creationId xmlns:a16="http://schemas.microsoft.com/office/drawing/2014/main" id="{3DA25680-B5B7-E7B7-EC4E-A7905CF75F76}"/>
                </a:ext>
              </a:extLst>
            </p:cNvPr>
            <p:cNvSpPr>
              <a:spLocks noChangeArrowheads="1"/>
            </p:cNvSpPr>
            <p:nvPr/>
          </p:nvSpPr>
          <p:spPr bwMode="auto">
            <a:xfrm>
              <a:off x="4143" y="2600"/>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40021" name="Line 84">
              <a:extLst>
                <a:ext uri="{FF2B5EF4-FFF2-40B4-BE49-F238E27FC236}">
                  <a16:creationId xmlns:a16="http://schemas.microsoft.com/office/drawing/2014/main" id="{D2C3E25E-03ED-1733-052C-9AE785A0A557}"/>
                </a:ext>
              </a:extLst>
            </p:cNvPr>
            <p:cNvSpPr>
              <a:spLocks noChangeShapeType="1"/>
            </p:cNvSpPr>
            <p:nvPr/>
          </p:nvSpPr>
          <p:spPr bwMode="auto">
            <a:xfrm flipV="1">
              <a:off x="4157" y="2667"/>
              <a:ext cx="66" cy="6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22" name="Freeform 85">
              <a:extLst>
                <a:ext uri="{FF2B5EF4-FFF2-40B4-BE49-F238E27FC236}">
                  <a16:creationId xmlns:a16="http://schemas.microsoft.com/office/drawing/2014/main" id="{112F369E-3778-F6F6-CBA1-2AF6396E5E0E}"/>
                </a:ext>
              </a:extLst>
            </p:cNvPr>
            <p:cNvSpPr>
              <a:spLocks/>
            </p:cNvSpPr>
            <p:nvPr/>
          </p:nvSpPr>
          <p:spPr bwMode="auto">
            <a:xfrm>
              <a:off x="3387" y="3865"/>
              <a:ext cx="394" cy="222"/>
            </a:xfrm>
            <a:custGeom>
              <a:avLst/>
              <a:gdLst>
                <a:gd name="T0" fmla="*/ 0 w 394"/>
                <a:gd name="T1" fmla="*/ 0 h 222"/>
                <a:gd name="T2" fmla="*/ 394 w 394"/>
                <a:gd name="T3" fmla="*/ 0 h 222"/>
                <a:gd name="T4" fmla="*/ 394 w 394"/>
                <a:gd name="T5" fmla="*/ 222 h 222"/>
                <a:gd name="T6" fmla="*/ 0 w 394"/>
                <a:gd name="T7" fmla="*/ 222 h 222"/>
                <a:gd name="T8" fmla="*/ 0 w 394"/>
                <a:gd name="T9" fmla="*/ 0 h 222"/>
                <a:gd name="T10" fmla="*/ 0 w 394"/>
                <a:gd name="T11" fmla="*/ 0 h 222"/>
                <a:gd name="T12" fmla="*/ 0 60000 65536"/>
                <a:gd name="T13" fmla="*/ 0 60000 65536"/>
                <a:gd name="T14" fmla="*/ 0 60000 65536"/>
                <a:gd name="T15" fmla="*/ 0 60000 65536"/>
                <a:gd name="T16" fmla="*/ 0 60000 65536"/>
                <a:gd name="T17" fmla="*/ 0 60000 65536"/>
                <a:gd name="T18" fmla="*/ 0 w 394"/>
                <a:gd name="T19" fmla="*/ 0 h 222"/>
                <a:gd name="T20" fmla="*/ 394 w 394"/>
                <a:gd name="T21" fmla="*/ 222 h 222"/>
              </a:gdLst>
              <a:ahLst/>
              <a:cxnLst>
                <a:cxn ang="T12">
                  <a:pos x="T0" y="T1"/>
                </a:cxn>
                <a:cxn ang="T13">
                  <a:pos x="T2" y="T3"/>
                </a:cxn>
                <a:cxn ang="T14">
                  <a:pos x="T4" y="T5"/>
                </a:cxn>
                <a:cxn ang="T15">
                  <a:pos x="T6" y="T7"/>
                </a:cxn>
                <a:cxn ang="T16">
                  <a:pos x="T8" y="T9"/>
                </a:cxn>
                <a:cxn ang="T17">
                  <a:pos x="T10" y="T11"/>
                </a:cxn>
              </a:cxnLst>
              <a:rect l="T18" t="T19" r="T20" b="T21"/>
              <a:pathLst>
                <a:path w="394" h="222">
                  <a:moveTo>
                    <a:pt x="0" y="0"/>
                  </a:moveTo>
                  <a:lnTo>
                    <a:pt x="394" y="0"/>
                  </a:lnTo>
                  <a:lnTo>
                    <a:pt x="394" y="222"/>
                  </a:lnTo>
                  <a:lnTo>
                    <a:pt x="0" y="222"/>
                  </a:lnTo>
                  <a:lnTo>
                    <a:pt x="0" y="0"/>
                  </a:lnTo>
                  <a:close/>
                </a:path>
              </a:pathLst>
            </a:custGeom>
            <a:solidFill>
              <a:srgbClr val="FFFFFF"/>
            </a:solidFill>
            <a:ln w="15875">
              <a:solidFill>
                <a:srgbClr val="000000"/>
              </a:solidFill>
              <a:miter lim="800000"/>
              <a:headEnd/>
              <a:tailEnd/>
            </a:ln>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23" name="Rectangle 86">
              <a:extLst>
                <a:ext uri="{FF2B5EF4-FFF2-40B4-BE49-F238E27FC236}">
                  <a16:creationId xmlns:a16="http://schemas.microsoft.com/office/drawing/2014/main" id="{BB307A11-410B-2402-C7D9-B8E6906285EA}"/>
                </a:ext>
              </a:extLst>
            </p:cNvPr>
            <p:cNvSpPr>
              <a:spLocks noChangeArrowheads="1"/>
            </p:cNvSpPr>
            <p:nvPr/>
          </p:nvSpPr>
          <p:spPr bwMode="auto">
            <a:xfrm>
              <a:off x="3451" y="3984"/>
              <a:ext cx="24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MUX D</a:t>
              </a:r>
              <a:endParaRPr lang="en-US" altLang="es-ES" sz="2000" i="0" u="sng"/>
            </a:p>
          </p:txBody>
        </p:sp>
        <p:sp>
          <p:nvSpPr>
            <p:cNvPr id="40024" name="Rectangle 87">
              <a:extLst>
                <a:ext uri="{FF2B5EF4-FFF2-40B4-BE49-F238E27FC236}">
                  <a16:creationId xmlns:a16="http://schemas.microsoft.com/office/drawing/2014/main" id="{DD34D247-BE04-14F7-0D8D-BEB3CB2227C9}"/>
                </a:ext>
              </a:extLst>
            </p:cNvPr>
            <p:cNvSpPr>
              <a:spLocks noChangeArrowheads="1"/>
            </p:cNvSpPr>
            <p:nvPr/>
          </p:nvSpPr>
          <p:spPr bwMode="auto">
            <a:xfrm>
              <a:off x="3456" y="3874"/>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0</a:t>
              </a:r>
              <a:endParaRPr lang="en-US" altLang="es-ES" sz="2000" i="0" u="sng"/>
            </a:p>
          </p:txBody>
        </p:sp>
        <p:sp>
          <p:nvSpPr>
            <p:cNvPr id="40025" name="Rectangle 88">
              <a:extLst>
                <a:ext uri="{FF2B5EF4-FFF2-40B4-BE49-F238E27FC236}">
                  <a16:creationId xmlns:a16="http://schemas.microsoft.com/office/drawing/2014/main" id="{41890752-7335-A196-A8EE-F10B40BE30CD}"/>
                </a:ext>
              </a:extLst>
            </p:cNvPr>
            <p:cNvSpPr>
              <a:spLocks noChangeArrowheads="1"/>
            </p:cNvSpPr>
            <p:nvPr/>
          </p:nvSpPr>
          <p:spPr bwMode="auto">
            <a:xfrm>
              <a:off x="3670" y="3874"/>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a:t>
              </a:r>
              <a:endParaRPr lang="en-US" altLang="es-ES" sz="2000" i="0" u="sng"/>
            </a:p>
          </p:txBody>
        </p:sp>
        <p:sp>
          <p:nvSpPr>
            <p:cNvPr id="40026" name="Line 89">
              <a:extLst>
                <a:ext uri="{FF2B5EF4-FFF2-40B4-BE49-F238E27FC236}">
                  <a16:creationId xmlns:a16="http://schemas.microsoft.com/office/drawing/2014/main" id="{028E4ADD-0739-496D-2650-559C377F2070}"/>
                </a:ext>
              </a:extLst>
            </p:cNvPr>
            <p:cNvSpPr>
              <a:spLocks noChangeShapeType="1"/>
            </p:cNvSpPr>
            <p:nvPr/>
          </p:nvSpPr>
          <p:spPr bwMode="auto">
            <a:xfrm flipV="1">
              <a:off x="3435" y="3719"/>
              <a:ext cx="66" cy="6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27" name="Rectangle 90">
              <a:extLst>
                <a:ext uri="{FF2B5EF4-FFF2-40B4-BE49-F238E27FC236}">
                  <a16:creationId xmlns:a16="http://schemas.microsoft.com/office/drawing/2014/main" id="{FBAB4C9F-FC90-3372-088F-4B4E1E42480A}"/>
                </a:ext>
              </a:extLst>
            </p:cNvPr>
            <p:cNvSpPr>
              <a:spLocks noChangeArrowheads="1"/>
            </p:cNvSpPr>
            <p:nvPr/>
          </p:nvSpPr>
          <p:spPr bwMode="auto">
            <a:xfrm>
              <a:off x="3403" y="3681"/>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40028" name="Line 91">
              <a:extLst>
                <a:ext uri="{FF2B5EF4-FFF2-40B4-BE49-F238E27FC236}">
                  <a16:creationId xmlns:a16="http://schemas.microsoft.com/office/drawing/2014/main" id="{EFBE3470-EE5C-F4A6-8BB0-E734A49B6ED0}"/>
                </a:ext>
              </a:extLst>
            </p:cNvPr>
            <p:cNvSpPr>
              <a:spLocks noChangeShapeType="1"/>
            </p:cNvSpPr>
            <p:nvPr/>
          </p:nvSpPr>
          <p:spPr bwMode="auto">
            <a:xfrm flipV="1">
              <a:off x="4097" y="3715"/>
              <a:ext cx="66" cy="6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29" name="Rectangle 92">
              <a:extLst>
                <a:ext uri="{FF2B5EF4-FFF2-40B4-BE49-F238E27FC236}">
                  <a16:creationId xmlns:a16="http://schemas.microsoft.com/office/drawing/2014/main" id="{7CEC63EA-0A2E-8A3B-ED1B-6732EADD770D}"/>
                </a:ext>
              </a:extLst>
            </p:cNvPr>
            <p:cNvSpPr>
              <a:spLocks noChangeArrowheads="1"/>
            </p:cNvSpPr>
            <p:nvPr/>
          </p:nvSpPr>
          <p:spPr bwMode="auto">
            <a:xfrm>
              <a:off x="4082" y="3644"/>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40030" name="Rectangle 93">
              <a:extLst>
                <a:ext uri="{FF2B5EF4-FFF2-40B4-BE49-F238E27FC236}">
                  <a16:creationId xmlns:a16="http://schemas.microsoft.com/office/drawing/2014/main" id="{28E73069-176A-CDA4-478F-955EBC7D07D1}"/>
                </a:ext>
              </a:extLst>
            </p:cNvPr>
            <p:cNvSpPr>
              <a:spLocks noChangeArrowheads="1"/>
            </p:cNvSpPr>
            <p:nvPr/>
          </p:nvSpPr>
          <p:spPr bwMode="auto">
            <a:xfrm>
              <a:off x="4470" y="3704"/>
              <a:ext cx="22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Data in</a:t>
              </a:r>
              <a:endParaRPr lang="en-US" altLang="es-ES" sz="2000" i="0" u="sng"/>
            </a:p>
          </p:txBody>
        </p:sp>
        <p:sp>
          <p:nvSpPr>
            <p:cNvPr id="40031" name="Rectangle 94">
              <a:extLst>
                <a:ext uri="{FF2B5EF4-FFF2-40B4-BE49-F238E27FC236}">
                  <a16:creationId xmlns:a16="http://schemas.microsoft.com/office/drawing/2014/main" id="{90662FE1-52F8-CC62-CB42-DB90ECB78263}"/>
                </a:ext>
              </a:extLst>
            </p:cNvPr>
            <p:cNvSpPr>
              <a:spLocks noChangeArrowheads="1"/>
            </p:cNvSpPr>
            <p:nvPr/>
          </p:nvSpPr>
          <p:spPr bwMode="auto">
            <a:xfrm>
              <a:off x="3240" y="2492"/>
              <a:ext cx="18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Bus A</a:t>
              </a:r>
              <a:endParaRPr lang="en-US" altLang="es-ES" sz="2000" i="0" u="sng"/>
            </a:p>
          </p:txBody>
        </p:sp>
        <p:sp>
          <p:nvSpPr>
            <p:cNvPr id="40032" name="Rectangle 95">
              <a:extLst>
                <a:ext uri="{FF2B5EF4-FFF2-40B4-BE49-F238E27FC236}">
                  <a16:creationId xmlns:a16="http://schemas.microsoft.com/office/drawing/2014/main" id="{0E5FAB5E-A2E6-76AB-B4B3-30F57ED572E0}"/>
                </a:ext>
              </a:extLst>
            </p:cNvPr>
            <p:cNvSpPr>
              <a:spLocks noChangeArrowheads="1"/>
            </p:cNvSpPr>
            <p:nvPr/>
          </p:nvSpPr>
          <p:spPr bwMode="auto">
            <a:xfrm>
              <a:off x="3772" y="2596"/>
              <a:ext cx="18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Bus B</a:t>
              </a:r>
              <a:endParaRPr lang="en-US" altLang="es-ES" sz="2000" i="0" u="sng"/>
            </a:p>
          </p:txBody>
        </p:sp>
        <p:sp>
          <p:nvSpPr>
            <p:cNvPr id="40033" name="Rectangle 96">
              <a:extLst>
                <a:ext uri="{FF2B5EF4-FFF2-40B4-BE49-F238E27FC236}">
                  <a16:creationId xmlns:a16="http://schemas.microsoft.com/office/drawing/2014/main" id="{78BA0873-076C-6DFA-5358-4685928F57B2}"/>
                </a:ext>
              </a:extLst>
            </p:cNvPr>
            <p:cNvSpPr>
              <a:spLocks noChangeArrowheads="1"/>
            </p:cNvSpPr>
            <p:nvPr/>
          </p:nvSpPr>
          <p:spPr bwMode="auto">
            <a:xfrm>
              <a:off x="2106" y="1051"/>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R</a:t>
              </a:r>
              <a:endParaRPr lang="en-US" altLang="es-ES" sz="2000" i="0" u="sng"/>
            </a:p>
          </p:txBody>
        </p:sp>
        <p:sp>
          <p:nvSpPr>
            <p:cNvPr id="40034" name="Rectangle 97">
              <a:extLst>
                <a:ext uri="{FF2B5EF4-FFF2-40B4-BE49-F238E27FC236}">
                  <a16:creationId xmlns:a16="http://schemas.microsoft.com/office/drawing/2014/main" id="{8A59D9C7-C54A-BB69-7492-01DF5FC90246}"/>
                </a:ext>
              </a:extLst>
            </p:cNvPr>
            <p:cNvSpPr>
              <a:spLocks noChangeArrowheads="1"/>
            </p:cNvSpPr>
            <p:nvPr/>
          </p:nvSpPr>
          <p:spPr bwMode="auto">
            <a:xfrm>
              <a:off x="2157" y="1051"/>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W</a:t>
              </a:r>
              <a:endParaRPr lang="en-US" altLang="es-ES" sz="2000" i="0" u="sng"/>
            </a:p>
          </p:txBody>
        </p:sp>
        <p:sp>
          <p:nvSpPr>
            <p:cNvPr id="40035" name="Rectangle 98">
              <a:extLst>
                <a:ext uri="{FF2B5EF4-FFF2-40B4-BE49-F238E27FC236}">
                  <a16:creationId xmlns:a16="http://schemas.microsoft.com/office/drawing/2014/main" id="{DE868A9C-417D-9A64-FF09-A49DA930FE8E}"/>
                </a:ext>
              </a:extLst>
            </p:cNvPr>
            <p:cNvSpPr>
              <a:spLocks noChangeArrowheads="1"/>
            </p:cNvSpPr>
            <p:nvPr/>
          </p:nvSpPr>
          <p:spPr bwMode="auto">
            <a:xfrm>
              <a:off x="2254" y="1603"/>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12</a:t>
              </a:r>
              <a:endParaRPr lang="en-US" altLang="es-ES" sz="2000" i="0" u="sng"/>
            </a:p>
          </p:txBody>
        </p:sp>
        <p:sp>
          <p:nvSpPr>
            <p:cNvPr id="40036" name="Rectangle 99">
              <a:extLst>
                <a:ext uri="{FF2B5EF4-FFF2-40B4-BE49-F238E27FC236}">
                  <a16:creationId xmlns:a16="http://schemas.microsoft.com/office/drawing/2014/main" id="{79EE3D89-A8A8-1501-ADF3-380DC686DC3B}"/>
                </a:ext>
              </a:extLst>
            </p:cNvPr>
            <p:cNvSpPr>
              <a:spLocks noChangeArrowheads="1"/>
            </p:cNvSpPr>
            <p:nvPr/>
          </p:nvSpPr>
          <p:spPr bwMode="auto">
            <a:xfrm>
              <a:off x="2108" y="1689"/>
              <a:ext cx="10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AA</a:t>
              </a:r>
              <a:endParaRPr lang="en-US" altLang="es-ES" sz="2000" i="0" u="sng"/>
            </a:p>
          </p:txBody>
        </p:sp>
        <p:sp>
          <p:nvSpPr>
            <p:cNvPr id="40037" name="Rectangle 100">
              <a:extLst>
                <a:ext uri="{FF2B5EF4-FFF2-40B4-BE49-F238E27FC236}">
                  <a16:creationId xmlns:a16="http://schemas.microsoft.com/office/drawing/2014/main" id="{37D105D0-FB58-3C36-5F57-F8CDC1C84C8E}"/>
                </a:ext>
              </a:extLst>
            </p:cNvPr>
            <p:cNvSpPr>
              <a:spLocks noChangeArrowheads="1"/>
            </p:cNvSpPr>
            <p:nvPr/>
          </p:nvSpPr>
          <p:spPr bwMode="auto">
            <a:xfrm>
              <a:off x="2254" y="1212"/>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15</a:t>
              </a:r>
              <a:endParaRPr lang="en-US" altLang="es-ES" sz="2000" i="0" u="sng"/>
            </a:p>
          </p:txBody>
        </p:sp>
        <p:sp>
          <p:nvSpPr>
            <p:cNvPr id="40038" name="Rectangle 101">
              <a:extLst>
                <a:ext uri="{FF2B5EF4-FFF2-40B4-BE49-F238E27FC236}">
                  <a16:creationId xmlns:a16="http://schemas.microsoft.com/office/drawing/2014/main" id="{B892D45B-D47B-2D54-4AA0-339F136D5DAC}"/>
                </a:ext>
              </a:extLst>
            </p:cNvPr>
            <p:cNvSpPr>
              <a:spLocks noChangeArrowheads="1"/>
            </p:cNvSpPr>
            <p:nvPr/>
          </p:nvSpPr>
          <p:spPr bwMode="auto">
            <a:xfrm>
              <a:off x="2113" y="1298"/>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D</a:t>
              </a:r>
              <a:endParaRPr lang="en-US" altLang="es-ES" sz="2000" i="0" u="sng"/>
            </a:p>
          </p:txBody>
        </p:sp>
        <p:sp>
          <p:nvSpPr>
            <p:cNvPr id="40039" name="Rectangle 102">
              <a:extLst>
                <a:ext uri="{FF2B5EF4-FFF2-40B4-BE49-F238E27FC236}">
                  <a16:creationId xmlns:a16="http://schemas.microsoft.com/office/drawing/2014/main" id="{09D676DE-E150-CF20-802F-C4762BDCCC7C}"/>
                </a:ext>
              </a:extLst>
            </p:cNvPr>
            <p:cNvSpPr>
              <a:spLocks noChangeArrowheads="1"/>
            </p:cNvSpPr>
            <p:nvPr/>
          </p:nvSpPr>
          <p:spPr bwMode="auto">
            <a:xfrm>
              <a:off x="2169" y="1298"/>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A</a:t>
              </a:r>
              <a:endParaRPr lang="en-US" altLang="es-ES" sz="2000" i="0" u="sng"/>
            </a:p>
          </p:txBody>
        </p:sp>
        <p:sp>
          <p:nvSpPr>
            <p:cNvPr id="40040" name="Rectangle 103">
              <a:extLst>
                <a:ext uri="{FF2B5EF4-FFF2-40B4-BE49-F238E27FC236}">
                  <a16:creationId xmlns:a16="http://schemas.microsoft.com/office/drawing/2014/main" id="{99DC8C30-1AB4-0BFA-3A8C-9AD66014EE9F}"/>
                </a:ext>
              </a:extLst>
            </p:cNvPr>
            <p:cNvSpPr>
              <a:spLocks noChangeArrowheads="1"/>
            </p:cNvSpPr>
            <p:nvPr/>
          </p:nvSpPr>
          <p:spPr bwMode="auto">
            <a:xfrm>
              <a:off x="2702" y="778"/>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40041" name="Line 104">
              <a:extLst>
                <a:ext uri="{FF2B5EF4-FFF2-40B4-BE49-F238E27FC236}">
                  <a16:creationId xmlns:a16="http://schemas.microsoft.com/office/drawing/2014/main" id="{2672662F-85A9-11D7-9E41-E3538DD909FA}"/>
                </a:ext>
              </a:extLst>
            </p:cNvPr>
            <p:cNvSpPr>
              <a:spLocks noChangeShapeType="1"/>
            </p:cNvSpPr>
            <p:nvPr/>
          </p:nvSpPr>
          <p:spPr bwMode="auto">
            <a:xfrm flipV="1">
              <a:off x="2717" y="845"/>
              <a:ext cx="66" cy="6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42" name="Line 105">
              <a:extLst>
                <a:ext uri="{FF2B5EF4-FFF2-40B4-BE49-F238E27FC236}">
                  <a16:creationId xmlns:a16="http://schemas.microsoft.com/office/drawing/2014/main" id="{F0C3FBA6-33A1-D2EA-DF88-65B17C871869}"/>
                </a:ext>
              </a:extLst>
            </p:cNvPr>
            <p:cNvSpPr>
              <a:spLocks noChangeShapeType="1"/>
            </p:cNvSpPr>
            <p:nvPr/>
          </p:nvSpPr>
          <p:spPr bwMode="auto">
            <a:xfrm>
              <a:off x="2345" y="1635"/>
              <a:ext cx="57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43" name="Freeform 106">
              <a:extLst>
                <a:ext uri="{FF2B5EF4-FFF2-40B4-BE49-F238E27FC236}">
                  <a16:creationId xmlns:a16="http://schemas.microsoft.com/office/drawing/2014/main" id="{13F391BB-4D17-45D7-42FB-38191CA6DFB2}"/>
                </a:ext>
              </a:extLst>
            </p:cNvPr>
            <p:cNvSpPr>
              <a:spLocks/>
            </p:cNvSpPr>
            <p:nvPr/>
          </p:nvSpPr>
          <p:spPr bwMode="auto">
            <a:xfrm>
              <a:off x="2899" y="1617"/>
              <a:ext cx="56" cy="34"/>
            </a:xfrm>
            <a:custGeom>
              <a:avLst/>
              <a:gdLst>
                <a:gd name="T0" fmla="*/ 5 w 28"/>
                <a:gd name="T1" fmla="*/ 9 h 17"/>
                <a:gd name="T2" fmla="*/ 0 w 28"/>
                <a:gd name="T3" fmla="*/ 0 h 17"/>
                <a:gd name="T4" fmla="*/ 1 w 28"/>
                <a:gd name="T5" fmla="*/ 0 h 17"/>
                <a:gd name="T6" fmla="*/ 14 w 28"/>
                <a:gd name="T7" fmla="*/ 5 h 17"/>
                <a:gd name="T8" fmla="*/ 28 w 28"/>
                <a:gd name="T9" fmla="*/ 9 h 17"/>
                <a:gd name="T10" fmla="*/ 14 w 28"/>
                <a:gd name="T11" fmla="*/ 12 h 17"/>
                <a:gd name="T12" fmla="*/ 1 w 28"/>
                <a:gd name="T13" fmla="*/ 17 h 17"/>
                <a:gd name="T14" fmla="*/ 0 w 28"/>
                <a:gd name="T15" fmla="*/ 17 h 17"/>
                <a:gd name="T16" fmla="*/ 5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9"/>
                  </a:moveTo>
                  <a:cubicBezTo>
                    <a:pt x="0" y="0"/>
                    <a:pt x="0" y="0"/>
                    <a:pt x="0" y="0"/>
                  </a:cubicBezTo>
                  <a:cubicBezTo>
                    <a:pt x="1" y="0"/>
                    <a:pt x="1" y="0"/>
                    <a:pt x="1" y="0"/>
                  </a:cubicBezTo>
                  <a:cubicBezTo>
                    <a:pt x="14" y="5"/>
                    <a:pt x="14" y="5"/>
                    <a:pt x="14" y="5"/>
                  </a:cubicBezTo>
                  <a:cubicBezTo>
                    <a:pt x="19" y="6"/>
                    <a:pt x="24" y="7"/>
                    <a:pt x="28" y="9"/>
                  </a:cubicBezTo>
                  <a:cubicBezTo>
                    <a:pt x="24" y="10"/>
                    <a:pt x="19" y="11"/>
                    <a:pt x="14" y="12"/>
                  </a:cubicBezTo>
                  <a:cubicBezTo>
                    <a:pt x="1" y="17"/>
                    <a:pt x="1" y="17"/>
                    <a:pt x="1" y="17"/>
                  </a:cubicBezTo>
                  <a:cubicBezTo>
                    <a:pt x="0" y="17"/>
                    <a:pt x="0" y="17"/>
                    <a:pt x="0" y="17"/>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44" name="Line 107">
              <a:extLst>
                <a:ext uri="{FF2B5EF4-FFF2-40B4-BE49-F238E27FC236}">
                  <a16:creationId xmlns:a16="http://schemas.microsoft.com/office/drawing/2014/main" id="{608A41C1-34C0-5847-B2E2-5A94008E3593}"/>
                </a:ext>
              </a:extLst>
            </p:cNvPr>
            <p:cNvSpPr>
              <a:spLocks noChangeShapeType="1"/>
            </p:cNvSpPr>
            <p:nvPr/>
          </p:nvSpPr>
          <p:spPr bwMode="auto">
            <a:xfrm>
              <a:off x="2345" y="1731"/>
              <a:ext cx="57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45" name="Freeform 108">
              <a:extLst>
                <a:ext uri="{FF2B5EF4-FFF2-40B4-BE49-F238E27FC236}">
                  <a16:creationId xmlns:a16="http://schemas.microsoft.com/office/drawing/2014/main" id="{8A6D2E3B-F6A6-5242-B2A2-2792E7B2310B}"/>
                </a:ext>
              </a:extLst>
            </p:cNvPr>
            <p:cNvSpPr>
              <a:spLocks/>
            </p:cNvSpPr>
            <p:nvPr/>
          </p:nvSpPr>
          <p:spPr bwMode="auto">
            <a:xfrm>
              <a:off x="2899" y="1713"/>
              <a:ext cx="56" cy="34"/>
            </a:xfrm>
            <a:custGeom>
              <a:avLst/>
              <a:gdLst>
                <a:gd name="T0" fmla="*/ 5 w 28"/>
                <a:gd name="T1" fmla="*/ 9 h 17"/>
                <a:gd name="T2" fmla="*/ 0 w 28"/>
                <a:gd name="T3" fmla="*/ 0 h 17"/>
                <a:gd name="T4" fmla="*/ 1 w 28"/>
                <a:gd name="T5" fmla="*/ 0 h 17"/>
                <a:gd name="T6" fmla="*/ 14 w 28"/>
                <a:gd name="T7" fmla="*/ 5 h 17"/>
                <a:gd name="T8" fmla="*/ 28 w 28"/>
                <a:gd name="T9" fmla="*/ 9 h 17"/>
                <a:gd name="T10" fmla="*/ 14 w 28"/>
                <a:gd name="T11" fmla="*/ 12 h 17"/>
                <a:gd name="T12" fmla="*/ 1 w 28"/>
                <a:gd name="T13" fmla="*/ 17 h 17"/>
                <a:gd name="T14" fmla="*/ 0 w 28"/>
                <a:gd name="T15" fmla="*/ 17 h 17"/>
                <a:gd name="T16" fmla="*/ 5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9"/>
                  </a:moveTo>
                  <a:cubicBezTo>
                    <a:pt x="0" y="0"/>
                    <a:pt x="0" y="0"/>
                    <a:pt x="0" y="0"/>
                  </a:cubicBezTo>
                  <a:cubicBezTo>
                    <a:pt x="1" y="0"/>
                    <a:pt x="1" y="0"/>
                    <a:pt x="1" y="0"/>
                  </a:cubicBezTo>
                  <a:cubicBezTo>
                    <a:pt x="14" y="5"/>
                    <a:pt x="14" y="5"/>
                    <a:pt x="14" y="5"/>
                  </a:cubicBezTo>
                  <a:cubicBezTo>
                    <a:pt x="19" y="6"/>
                    <a:pt x="24" y="7"/>
                    <a:pt x="28" y="9"/>
                  </a:cubicBezTo>
                  <a:cubicBezTo>
                    <a:pt x="24" y="10"/>
                    <a:pt x="19" y="11"/>
                    <a:pt x="14" y="12"/>
                  </a:cubicBezTo>
                  <a:cubicBezTo>
                    <a:pt x="1" y="17"/>
                    <a:pt x="1" y="17"/>
                    <a:pt x="1" y="17"/>
                  </a:cubicBezTo>
                  <a:cubicBezTo>
                    <a:pt x="0" y="17"/>
                    <a:pt x="0" y="17"/>
                    <a:pt x="0" y="17"/>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46" name="Line 109">
              <a:extLst>
                <a:ext uri="{FF2B5EF4-FFF2-40B4-BE49-F238E27FC236}">
                  <a16:creationId xmlns:a16="http://schemas.microsoft.com/office/drawing/2014/main" id="{F812C16F-ED2C-9AAC-CF11-BEE0D69ADA90}"/>
                </a:ext>
              </a:extLst>
            </p:cNvPr>
            <p:cNvSpPr>
              <a:spLocks noChangeShapeType="1"/>
            </p:cNvSpPr>
            <p:nvPr/>
          </p:nvSpPr>
          <p:spPr bwMode="auto">
            <a:xfrm>
              <a:off x="2345" y="1827"/>
              <a:ext cx="57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47" name="Freeform 110">
              <a:extLst>
                <a:ext uri="{FF2B5EF4-FFF2-40B4-BE49-F238E27FC236}">
                  <a16:creationId xmlns:a16="http://schemas.microsoft.com/office/drawing/2014/main" id="{6D5B32E4-51BB-F235-D894-15D5A0383767}"/>
                </a:ext>
              </a:extLst>
            </p:cNvPr>
            <p:cNvSpPr>
              <a:spLocks/>
            </p:cNvSpPr>
            <p:nvPr/>
          </p:nvSpPr>
          <p:spPr bwMode="auto">
            <a:xfrm>
              <a:off x="2899" y="1809"/>
              <a:ext cx="56" cy="34"/>
            </a:xfrm>
            <a:custGeom>
              <a:avLst/>
              <a:gdLst>
                <a:gd name="T0" fmla="*/ 5 w 28"/>
                <a:gd name="T1" fmla="*/ 9 h 17"/>
                <a:gd name="T2" fmla="*/ 0 w 28"/>
                <a:gd name="T3" fmla="*/ 0 h 17"/>
                <a:gd name="T4" fmla="*/ 1 w 28"/>
                <a:gd name="T5" fmla="*/ 0 h 17"/>
                <a:gd name="T6" fmla="*/ 14 w 28"/>
                <a:gd name="T7" fmla="*/ 5 h 17"/>
                <a:gd name="T8" fmla="*/ 28 w 28"/>
                <a:gd name="T9" fmla="*/ 9 h 17"/>
                <a:gd name="T10" fmla="*/ 14 w 28"/>
                <a:gd name="T11" fmla="*/ 12 h 17"/>
                <a:gd name="T12" fmla="*/ 1 w 28"/>
                <a:gd name="T13" fmla="*/ 17 h 17"/>
                <a:gd name="T14" fmla="*/ 0 w 28"/>
                <a:gd name="T15" fmla="*/ 17 h 17"/>
                <a:gd name="T16" fmla="*/ 5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5" y="9"/>
                  </a:moveTo>
                  <a:cubicBezTo>
                    <a:pt x="0" y="0"/>
                    <a:pt x="0" y="0"/>
                    <a:pt x="0" y="0"/>
                  </a:cubicBezTo>
                  <a:cubicBezTo>
                    <a:pt x="1" y="0"/>
                    <a:pt x="1" y="0"/>
                    <a:pt x="1" y="0"/>
                  </a:cubicBezTo>
                  <a:cubicBezTo>
                    <a:pt x="14" y="5"/>
                    <a:pt x="14" y="5"/>
                    <a:pt x="14" y="5"/>
                  </a:cubicBezTo>
                  <a:cubicBezTo>
                    <a:pt x="19" y="6"/>
                    <a:pt x="24" y="7"/>
                    <a:pt x="28" y="9"/>
                  </a:cubicBezTo>
                  <a:cubicBezTo>
                    <a:pt x="24" y="10"/>
                    <a:pt x="19" y="11"/>
                    <a:pt x="14" y="12"/>
                  </a:cubicBezTo>
                  <a:cubicBezTo>
                    <a:pt x="1" y="17"/>
                    <a:pt x="1" y="17"/>
                    <a:pt x="1" y="17"/>
                  </a:cubicBezTo>
                  <a:cubicBezTo>
                    <a:pt x="0" y="17"/>
                    <a:pt x="0" y="17"/>
                    <a:pt x="0" y="17"/>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48" name="Line 111">
              <a:extLst>
                <a:ext uri="{FF2B5EF4-FFF2-40B4-BE49-F238E27FC236}">
                  <a16:creationId xmlns:a16="http://schemas.microsoft.com/office/drawing/2014/main" id="{F62E7DF6-C097-956C-267D-341403C6C247}"/>
                </a:ext>
              </a:extLst>
            </p:cNvPr>
            <p:cNvSpPr>
              <a:spLocks noChangeShapeType="1"/>
            </p:cNvSpPr>
            <p:nvPr/>
          </p:nvSpPr>
          <p:spPr bwMode="auto">
            <a:xfrm flipH="1">
              <a:off x="4049" y="1635"/>
              <a:ext cx="572"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49" name="Freeform 112">
              <a:extLst>
                <a:ext uri="{FF2B5EF4-FFF2-40B4-BE49-F238E27FC236}">
                  <a16:creationId xmlns:a16="http://schemas.microsoft.com/office/drawing/2014/main" id="{3223EBBD-783B-2F0B-3277-775BE3BB1D12}"/>
                </a:ext>
              </a:extLst>
            </p:cNvPr>
            <p:cNvSpPr>
              <a:spLocks/>
            </p:cNvSpPr>
            <p:nvPr/>
          </p:nvSpPr>
          <p:spPr bwMode="auto">
            <a:xfrm>
              <a:off x="4009" y="1617"/>
              <a:ext cx="56" cy="34"/>
            </a:xfrm>
            <a:custGeom>
              <a:avLst/>
              <a:gdLst>
                <a:gd name="T0" fmla="*/ 23 w 28"/>
                <a:gd name="T1" fmla="*/ 9 h 17"/>
                <a:gd name="T2" fmla="*/ 28 w 28"/>
                <a:gd name="T3" fmla="*/ 17 h 17"/>
                <a:gd name="T4" fmla="*/ 27 w 28"/>
                <a:gd name="T5" fmla="*/ 17 h 17"/>
                <a:gd name="T6" fmla="*/ 14 w 28"/>
                <a:gd name="T7" fmla="*/ 12 h 17"/>
                <a:gd name="T8" fmla="*/ 0 w 28"/>
                <a:gd name="T9" fmla="*/ 9 h 17"/>
                <a:gd name="T10" fmla="*/ 14 w 28"/>
                <a:gd name="T11" fmla="*/ 5 h 17"/>
                <a:gd name="T12" fmla="*/ 27 w 28"/>
                <a:gd name="T13" fmla="*/ 0 h 17"/>
                <a:gd name="T14" fmla="*/ 28 w 28"/>
                <a:gd name="T15" fmla="*/ 0 h 17"/>
                <a:gd name="T16" fmla="*/ 23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9"/>
                  </a:moveTo>
                  <a:cubicBezTo>
                    <a:pt x="28" y="17"/>
                    <a:pt x="28" y="17"/>
                    <a:pt x="28" y="17"/>
                  </a:cubicBezTo>
                  <a:cubicBezTo>
                    <a:pt x="27" y="17"/>
                    <a:pt x="27" y="17"/>
                    <a:pt x="27" y="17"/>
                  </a:cubicBezTo>
                  <a:cubicBezTo>
                    <a:pt x="14" y="12"/>
                    <a:pt x="14" y="12"/>
                    <a:pt x="14" y="12"/>
                  </a:cubicBezTo>
                  <a:cubicBezTo>
                    <a:pt x="9" y="11"/>
                    <a:pt x="5" y="10"/>
                    <a:pt x="0" y="9"/>
                  </a:cubicBezTo>
                  <a:cubicBezTo>
                    <a:pt x="5" y="7"/>
                    <a:pt x="9" y="6"/>
                    <a:pt x="14" y="5"/>
                  </a:cubicBezTo>
                  <a:cubicBezTo>
                    <a:pt x="27" y="0"/>
                    <a:pt x="27" y="0"/>
                    <a:pt x="27" y="0"/>
                  </a:cubicBezTo>
                  <a:cubicBezTo>
                    <a:pt x="28" y="0"/>
                    <a:pt x="28" y="0"/>
                    <a:pt x="28" y="0"/>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50" name="Line 113">
              <a:extLst>
                <a:ext uri="{FF2B5EF4-FFF2-40B4-BE49-F238E27FC236}">
                  <a16:creationId xmlns:a16="http://schemas.microsoft.com/office/drawing/2014/main" id="{D285D980-134D-E5A4-52BB-7B2857A06B56}"/>
                </a:ext>
              </a:extLst>
            </p:cNvPr>
            <p:cNvSpPr>
              <a:spLocks noChangeShapeType="1"/>
            </p:cNvSpPr>
            <p:nvPr/>
          </p:nvSpPr>
          <p:spPr bwMode="auto">
            <a:xfrm flipH="1">
              <a:off x="4049" y="1731"/>
              <a:ext cx="572"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51" name="Freeform 114">
              <a:extLst>
                <a:ext uri="{FF2B5EF4-FFF2-40B4-BE49-F238E27FC236}">
                  <a16:creationId xmlns:a16="http://schemas.microsoft.com/office/drawing/2014/main" id="{6CC8A7F7-4EBF-F982-0774-B213E78C5B85}"/>
                </a:ext>
              </a:extLst>
            </p:cNvPr>
            <p:cNvSpPr>
              <a:spLocks/>
            </p:cNvSpPr>
            <p:nvPr/>
          </p:nvSpPr>
          <p:spPr bwMode="auto">
            <a:xfrm>
              <a:off x="4009" y="1713"/>
              <a:ext cx="56" cy="34"/>
            </a:xfrm>
            <a:custGeom>
              <a:avLst/>
              <a:gdLst>
                <a:gd name="T0" fmla="*/ 23 w 28"/>
                <a:gd name="T1" fmla="*/ 9 h 17"/>
                <a:gd name="T2" fmla="*/ 28 w 28"/>
                <a:gd name="T3" fmla="*/ 17 h 17"/>
                <a:gd name="T4" fmla="*/ 27 w 28"/>
                <a:gd name="T5" fmla="*/ 17 h 17"/>
                <a:gd name="T6" fmla="*/ 14 w 28"/>
                <a:gd name="T7" fmla="*/ 12 h 17"/>
                <a:gd name="T8" fmla="*/ 0 w 28"/>
                <a:gd name="T9" fmla="*/ 9 h 17"/>
                <a:gd name="T10" fmla="*/ 14 w 28"/>
                <a:gd name="T11" fmla="*/ 5 h 17"/>
                <a:gd name="T12" fmla="*/ 27 w 28"/>
                <a:gd name="T13" fmla="*/ 0 h 17"/>
                <a:gd name="T14" fmla="*/ 28 w 28"/>
                <a:gd name="T15" fmla="*/ 0 h 17"/>
                <a:gd name="T16" fmla="*/ 23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9"/>
                  </a:moveTo>
                  <a:cubicBezTo>
                    <a:pt x="28" y="17"/>
                    <a:pt x="28" y="17"/>
                    <a:pt x="28" y="17"/>
                  </a:cubicBezTo>
                  <a:cubicBezTo>
                    <a:pt x="27" y="17"/>
                    <a:pt x="27" y="17"/>
                    <a:pt x="27" y="17"/>
                  </a:cubicBezTo>
                  <a:cubicBezTo>
                    <a:pt x="14" y="12"/>
                    <a:pt x="14" y="12"/>
                    <a:pt x="14" y="12"/>
                  </a:cubicBezTo>
                  <a:cubicBezTo>
                    <a:pt x="9" y="11"/>
                    <a:pt x="5" y="10"/>
                    <a:pt x="0" y="9"/>
                  </a:cubicBezTo>
                  <a:cubicBezTo>
                    <a:pt x="5" y="7"/>
                    <a:pt x="9" y="6"/>
                    <a:pt x="14" y="5"/>
                  </a:cubicBezTo>
                  <a:cubicBezTo>
                    <a:pt x="27" y="0"/>
                    <a:pt x="27" y="0"/>
                    <a:pt x="27" y="0"/>
                  </a:cubicBezTo>
                  <a:cubicBezTo>
                    <a:pt x="28" y="0"/>
                    <a:pt x="28" y="0"/>
                    <a:pt x="28" y="0"/>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52" name="Line 115">
              <a:extLst>
                <a:ext uri="{FF2B5EF4-FFF2-40B4-BE49-F238E27FC236}">
                  <a16:creationId xmlns:a16="http://schemas.microsoft.com/office/drawing/2014/main" id="{ADFA0230-FDF0-5C2B-A2BA-07DAB54936B3}"/>
                </a:ext>
              </a:extLst>
            </p:cNvPr>
            <p:cNvSpPr>
              <a:spLocks noChangeShapeType="1"/>
            </p:cNvSpPr>
            <p:nvPr/>
          </p:nvSpPr>
          <p:spPr bwMode="auto">
            <a:xfrm flipH="1">
              <a:off x="4049" y="1827"/>
              <a:ext cx="572"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53" name="Freeform 116">
              <a:extLst>
                <a:ext uri="{FF2B5EF4-FFF2-40B4-BE49-F238E27FC236}">
                  <a16:creationId xmlns:a16="http://schemas.microsoft.com/office/drawing/2014/main" id="{69ED0422-7A25-42A3-1190-E6ECB3CB1CF1}"/>
                </a:ext>
              </a:extLst>
            </p:cNvPr>
            <p:cNvSpPr>
              <a:spLocks/>
            </p:cNvSpPr>
            <p:nvPr/>
          </p:nvSpPr>
          <p:spPr bwMode="auto">
            <a:xfrm>
              <a:off x="4009" y="1809"/>
              <a:ext cx="56" cy="34"/>
            </a:xfrm>
            <a:custGeom>
              <a:avLst/>
              <a:gdLst>
                <a:gd name="T0" fmla="*/ 23 w 28"/>
                <a:gd name="T1" fmla="*/ 9 h 17"/>
                <a:gd name="T2" fmla="*/ 28 w 28"/>
                <a:gd name="T3" fmla="*/ 17 h 17"/>
                <a:gd name="T4" fmla="*/ 27 w 28"/>
                <a:gd name="T5" fmla="*/ 17 h 17"/>
                <a:gd name="T6" fmla="*/ 14 w 28"/>
                <a:gd name="T7" fmla="*/ 12 h 17"/>
                <a:gd name="T8" fmla="*/ 0 w 28"/>
                <a:gd name="T9" fmla="*/ 9 h 17"/>
                <a:gd name="T10" fmla="*/ 14 w 28"/>
                <a:gd name="T11" fmla="*/ 5 h 17"/>
                <a:gd name="T12" fmla="*/ 27 w 28"/>
                <a:gd name="T13" fmla="*/ 0 h 17"/>
                <a:gd name="T14" fmla="*/ 28 w 28"/>
                <a:gd name="T15" fmla="*/ 0 h 17"/>
                <a:gd name="T16" fmla="*/ 23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9"/>
                  </a:moveTo>
                  <a:cubicBezTo>
                    <a:pt x="28" y="17"/>
                    <a:pt x="28" y="17"/>
                    <a:pt x="28" y="17"/>
                  </a:cubicBezTo>
                  <a:cubicBezTo>
                    <a:pt x="27" y="17"/>
                    <a:pt x="27" y="17"/>
                    <a:pt x="27" y="17"/>
                  </a:cubicBezTo>
                  <a:cubicBezTo>
                    <a:pt x="14" y="12"/>
                    <a:pt x="14" y="12"/>
                    <a:pt x="14" y="12"/>
                  </a:cubicBezTo>
                  <a:cubicBezTo>
                    <a:pt x="9" y="11"/>
                    <a:pt x="5" y="10"/>
                    <a:pt x="0" y="9"/>
                  </a:cubicBezTo>
                  <a:cubicBezTo>
                    <a:pt x="5" y="7"/>
                    <a:pt x="9" y="6"/>
                    <a:pt x="14" y="5"/>
                  </a:cubicBezTo>
                  <a:cubicBezTo>
                    <a:pt x="27" y="0"/>
                    <a:pt x="27" y="0"/>
                    <a:pt x="27" y="0"/>
                  </a:cubicBezTo>
                  <a:cubicBezTo>
                    <a:pt x="28" y="0"/>
                    <a:pt x="28" y="0"/>
                    <a:pt x="28" y="0"/>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54" name="Rectangle 117">
              <a:extLst>
                <a:ext uri="{FF2B5EF4-FFF2-40B4-BE49-F238E27FC236}">
                  <a16:creationId xmlns:a16="http://schemas.microsoft.com/office/drawing/2014/main" id="{07BCD7A1-134A-C31D-6E97-A20FE722BB11}"/>
                </a:ext>
              </a:extLst>
            </p:cNvPr>
            <p:cNvSpPr>
              <a:spLocks noChangeArrowheads="1"/>
            </p:cNvSpPr>
            <p:nvPr/>
          </p:nvSpPr>
          <p:spPr bwMode="auto">
            <a:xfrm>
              <a:off x="4736" y="1689"/>
              <a:ext cx="10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BA</a:t>
              </a:r>
              <a:endParaRPr lang="en-US" altLang="es-ES" sz="2000" i="0" u="sng"/>
            </a:p>
          </p:txBody>
        </p:sp>
        <p:sp>
          <p:nvSpPr>
            <p:cNvPr id="40055" name="Rectangle 118">
              <a:extLst>
                <a:ext uri="{FF2B5EF4-FFF2-40B4-BE49-F238E27FC236}">
                  <a16:creationId xmlns:a16="http://schemas.microsoft.com/office/drawing/2014/main" id="{DB39DAF9-918C-C888-0242-D81A7AD402D4}"/>
                </a:ext>
              </a:extLst>
            </p:cNvPr>
            <p:cNvSpPr>
              <a:spLocks noChangeArrowheads="1"/>
            </p:cNvSpPr>
            <p:nvPr/>
          </p:nvSpPr>
          <p:spPr bwMode="auto">
            <a:xfrm>
              <a:off x="4652" y="1603"/>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9</a:t>
              </a:r>
              <a:endParaRPr lang="en-US" altLang="es-ES" sz="2000" i="0" u="sng"/>
            </a:p>
          </p:txBody>
        </p:sp>
        <p:sp>
          <p:nvSpPr>
            <p:cNvPr id="40056" name="Rectangle 119">
              <a:extLst>
                <a:ext uri="{FF2B5EF4-FFF2-40B4-BE49-F238E27FC236}">
                  <a16:creationId xmlns:a16="http://schemas.microsoft.com/office/drawing/2014/main" id="{656F5B77-8EF6-EEA4-803E-EF7B94DF37DC}"/>
                </a:ext>
              </a:extLst>
            </p:cNvPr>
            <p:cNvSpPr>
              <a:spLocks noChangeArrowheads="1"/>
            </p:cNvSpPr>
            <p:nvPr/>
          </p:nvSpPr>
          <p:spPr bwMode="auto">
            <a:xfrm>
              <a:off x="4447" y="2541"/>
              <a:ext cx="37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Address out</a:t>
              </a:r>
              <a:endParaRPr lang="en-US" altLang="es-ES" sz="2000" i="0" u="sng"/>
            </a:p>
          </p:txBody>
        </p:sp>
        <p:sp>
          <p:nvSpPr>
            <p:cNvPr id="40057" name="Rectangle 120">
              <a:extLst>
                <a:ext uri="{FF2B5EF4-FFF2-40B4-BE49-F238E27FC236}">
                  <a16:creationId xmlns:a16="http://schemas.microsoft.com/office/drawing/2014/main" id="{EED297CC-8430-5860-D9FC-9A433A081FAC}"/>
                </a:ext>
              </a:extLst>
            </p:cNvPr>
            <p:cNvSpPr>
              <a:spLocks noChangeArrowheads="1"/>
            </p:cNvSpPr>
            <p:nvPr/>
          </p:nvSpPr>
          <p:spPr bwMode="auto">
            <a:xfrm>
              <a:off x="4447" y="2660"/>
              <a:ext cx="26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Data out</a:t>
              </a:r>
              <a:endParaRPr lang="en-US" altLang="es-ES" sz="2000" i="0" u="sng"/>
            </a:p>
          </p:txBody>
        </p:sp>
        <p:sp>
          <p:nvSpPr>
            <p:cNvPr id="40058" name="Rectangle 121">
              <a:extLst>
                <a:ext uri="{FF2B5EF4-FFF2-40B4-BE49-F238E27FC236}">
                  <a16:creationId xmlns:a16="http://schemas.microsoft.com/office/drawing/2014/main" id="{5B06CBB0-A0E5-F520-5DA6-2ABE24F0CA0A}"/>
                </a:ext>
              </a:extLst>
            </p:cNvPr>
            <p:cNvSpPr>
              <a:spLocks noChangeArrowheads="1"/>
            </p:cNvSpPr>
            <p:nvPr/>
          </p:nvSpPr>
          <p:spPr bwMode="auto">
            <a:xfrm>
              <a:off x="2599" y="3064"/>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V</a:t>
              </a:r>
              <a:endParaRPr lang="en-US" altLang="es-ES" sz="2000" i="0" u="sng"/>
            </a:p>
          </p:txBody>
        </p:sp>
        <p:sp>
          <p:nvSpPr>
            <p:cNvPr id="40059" name="Rectangle 122">
              <a:extLst>
                <a:ext uri="{FF2B5EF4-FFF2-40B4-BE49-F238E27FC236}">
                  <a16:creationId xmlns:a16="http://schemas.microsoft.com/office/drawing/2014/main" id="{4909C8D7-F4C2-A059-4E53-CD50210B8505}"/>
                </a:ext>
              </a:extLst>
            </p:cNvPr>
            <p:cNvSpPr>
              <a:spLocks noChangeArrowheads="1"/>
            </p:cNvSpPr>
            <p:nvPr/>
          </p:nvSpPr>
          <p:spPr bwMode="auto">
            <a:xfrm>
              <a:off x="2603" y="3165"/>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C</a:t>
              </a:r>
              <a:endParaRPr lang="en-US" altLang="es-ES" sz="2000" i="0" u="sng"/>
            </a:p>
          </p:txBody>
        </p:sp>
        <p:sp>
          <p:nvSpPr>
            <p:cNvPr id="40060" name="Rectangle 123">
              <a:extLst>
                <a:ext uri="{FF2B5EF4-FFF2-40B4-BE49-F238E27FC236}">
                  <a16:creationId xmlns:a16="http://schemas.microsoft.com/office/drawing/2014/main" id="{D43CB1CE-179F-0E3B-1A79-9C6F419F2930}"/>
                </a:ext>
              </a:extLst>
            </p:cNvPr>
            <p:cNvSpPr>
              <a:spLocks noChangeArrowheads="1"/>
            </p:cNvSpPr>
            <p:nvPr/>
          </p:nvSpPr>
          <p:spPr bwMode="auto">
            <a:xfrm>
              <a:off x="2599" y="3267"/>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N</a:t>
              </a:r>
              <a:endParaRPr lang="en-US" altLang="es-ES" sz="2000" i="0" u="sng"/>
            </a:p>
          </p:txBody>
        </p:sp>
        <p:sp>
          <p:nvSpPr>
            <p:cNvPr id="40061" name="Rectangle 124">
              <a:extLst>
                <a:ext uri="{FF2B5EF4-FFF2-40B4-BE49-F238E27FC236}">
                  <a16:creationId xmlns:a16="http://schemas.microsoft.com/office/drawing/2014/main" id="{57A7D7FC-0C72-83B6-C3A2-2EEAEAF01A5E}"/>
                </a:ext>
              </a:extLst>
            </p:cNvPr>
            <p:cNvSpPr>
              <a:spLocks noChangeArrowheads="1"/>
            </p:cNvSpPr>
            <p:nvPr/>
          </p:nvSpPr>
          <p:spPr bwMode="auto">
            <a:xfrm>
              <a:off x="2603" y="3368"/>
              <a:ext cx="4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Z</a:t>
              </a:r>
              <a:endParaRPr lang="en-US" altLang="es-ES" sz="2000" i="0" u="sng"/>
            </a:p>
          </p:txBody>
        </p:sp>
        <p:sp>
          <p:nvSpPr>
            <p:cNvPr id="40062" name="Rectangle 125">
              <a:extLst>
                <a:ext uri="{FF2B5EF4-FFF2-40B4-BE49-F238E27FC236}">
                  <a16:creationId xmlns:a16="http://schemas.microsoft.com/office/drawing/2014/main" id="{2BEFF33B-6663-A3ED-380A-7A584A2AE37B}"/>
                </a:ext>
              </a:extLst>
            </p:cNvPr>
            <p:cNvSpPr>
              <a:spLocks noChangeArrowheads="1"/>
            </p:cNvSpPr>
            <p:nvPr/>
          </p:nvSpPr>
          <p:spPr bwMode="auto">
            <a:xfrm>
              <a:off x="4649" y="1775"/>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7</a:t>
              </a:r>
              <a:endParaRPr lang="en-US" altLang="es-ES" sz="2000" i="0" u="sng"/>
            </a:p>
          </p:txBody>
        </p:sp>
        <p:sp>
          <p:nvSpPr>
            <p:cNvPr id="40063" name="Rectangle 126">
              <a:extLst>
                <a:ext uri="{FF2B5EF4-FFF2-40B4-BE49-F238E27FC236}">
                  <a16:creationId xmlns:a16="http://schemas.microsoft.com/office/drawing/2014/main" id="{F2520BAC-4E2B-1B63-3776-592929CDC7FF}"/>
                </a:ext>
              </a:extLst>
            </p:cNvPr>
            <p:cNvSpPr>
              <a:spLocks noChangeArrowheads="1"/>
            </p:cNvSpPr>
            <p:nvPr/>
          </p:nvSpPr>
          <p:spPr bwMode="auto">
            <a:xfrm>
              <a:off x="2982" y="3972"/>
              <a:ext cx="12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MD</a:t>
              </a:r>
              <a:endParaRPr lang="en-US" altLang="es-ES" sz="2000" i="0" u="sng"/>
            </a:p>
          </p:txBody>
        </p:sp>
        <p:sp>
          <p:nvSpPr>
            <p:cNvPr id="40064" name="Rectangle 127">
              <a:extLst>
                <a:ext uri="{FF2B5EF4-FFF2-40B4-BE49-F238E27FC236}">
                  <a16:creationId xmlns:a16="http://schemas.microsoft.com/office/drawing/2014/main" id="{6B1A0DDF-5A5D-156A-493D-B6FBB6B862D2}"/>
                </a:ext>
              </a:extLst>
            </p:cNvPr>
            <p:cNvSpPr>
              <a:spLocks noChangeArrowheads="1"/>
            </p:cNvSpPr>
            <p:nvPr/>
          </p:nvSpPr>
          <p:spPr bwMode="auto">
            <a:xfrm>
              <a:off x="3142" y="3972"/>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1</a:t>
              </a:r>
              <a:endParaRPr lang="en-US" altLang="es-ES" sz="2000" i="0" u="sng"/>
            </a:p>
          </p:txBody>
        </p:sp>
        <p:sp>
          <p:nvSpPr>
            <p:cNvPr id="40065" name="Rectangle 128">
              <a:extLst>
                <a:ext uri="{FF2B5EF4-FFF2-40B4-BE49-F238E27FC236}">
                  <a16:creationId xmlns:a16="http://schemas.microsoft.com/office/drawing/2014/main" id="{B95C40EB-DEAD-B496-7745-080A5FB683A1}"/>
                </a:ext>
              </a:extLst>
            </p:cNvPr>
            <p:cNvSpPr>
              <a:spLocks noChangeArrowheads="1"/>
            </p:cNvSpPr>
            <p:nvPr/>
          </p:nvSpPr>
          <p:spPr bwMode="auto">
            <a:xfrm>
              <a:off x="3117" y="3957"/>
              <a:ext cx="80" cy="11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66" name="Line 129">
              <a:extLst>
                <a:ext uri="{FF2B5EF4-FFF2-40B4-BE49-F238E27FC236}">
                  <a16:creationId xmlns:a16="http://schemas.microsoft.com/office/drawing/2014/main" id="{B0AA21E0-4CA9-ECC3-94B2-1FDF21181B0A}"/>
                </a:ext>
              </a:extLst>
            </p:cNvPr>
            <p:cNvSpPr>
              <a:spLocks noChangeShapeType="1"/>
            </p:cNvSpPr>
            <p:nvPr/>
          </p:nvSpPr>
          <p:spPr bwMode="auto">
            <a:xfrm flipH="1">
              <a:off x="4049" y="3135"/>
              <a:ext cx="18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67" name="Freeform 130">
              <a:extLst>
                <a:ext uri="{FF2B5EF4-FFF2-40B4-BE49-F238E27FC236}">
                  <a16:creationId xmlns:a16="http://schemas.microsoft.com/office/drawing/2014/main" id="{8625F967-BBA2-CED3-9924-997D55C52840}"/>
                </a:ext>
              </a:extLst>
            </p:cNvPr>
            <p:cNvSpPr>
              <a:spLocks/>
            </p:cNvSpPr>
            <p:nvPr/>
          </p:nvSpPr>
          <p:spPr bwMode="auto">
            <a:xfrm>
              <a:off x="4007" y="3117"/>
              <a:ext cx="56" cy="34"/>
            </a:xfrm>
            <a:custGeom>
              <a:avLst/>
              <a:gdLst>
                <a:gd name="T0" fmla="*/ 23 w 28"/>
                <a:gd name="T1" fmla="*/ 9 h 17"/>
                <a:gd name="T2" fmla="*/ 28 w 28"/>
                <a:gd name="T3" fmla="*/ 17 h 17"/>
                <a:gd name="T4" fmla="*/ 28 w 28"/>
                <a:gd name="T5" fmla="*/ 17 h 17"/>
                <a:gd name="T6" fmla="*/ 14 w 28"/>
                <a:gd name="T7" fmla="*/ 12 h 17"/>
                <a:gd name="T8" fmla="*/ 0 w 28"/>
                <a:gd name="T9" fmla="*/ 9 h 17"/>
                <a:gd name="T10" fmla="*/ 14 w 28"/>
                <a:gd name="T11" fmla="*/ 5 h 17"/>
                <a:gd name="T12" fmla="*/ 28 w 28"/>
                <a:gd name="T13" fmla="*/ 0 h 17"/>
                <a:gd name="T14" fmla="*/ 28 w 28"/>
                <a:gd name="T15" fmla="*/ 0 h 17"/>
                <a:gd name="T16" fmla="*/ 23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9"/>
                  </a:moveTo>
                  <a:cubicBezTo>
                    <a:pt x="28" y="17"/>
                    <a:pt x="28" y="17"/>
                    <a:pt x="28" y="17"/>
                  </a:cubicBezTo>
                  <a:cubicBezTo>
                    <a:pt x="28" y="17"/>
                    <a:pt x="28" y="17"/>
                    <a:pt x="28" y="17"/>
                  </a:cubicBezTo>
                  <a:cubicBezTo>
                    <a:pt x="14" y="12"/>
                    <a:pt x="14" y="12"/>
                    <a:pt x="14" y="12"/>
                  </a:cubicBezTo>
                  <a:cubicBezTo>
                    <a:pt x="10" y="11"/>
                    <a:pt x="5" y="10"/>
                    <a:pt x="0" y="9"/>
                  </a:cubicBezTo>
                  <a:cubicBezTo>
                    <a:pt x="5" y="8"/>
                    <a:pt x="10" y="7"/>
                    <a:pt x="14" y="5"/>
                  </a:cubicBezTo>
                  <a:cubicBezTo>
                    <a:pt x="28" y="0"/>
                    <a:pt x="28" y="0"/>
                    <a:pt x="28" y="0"/>
                  </a:cubicBezTo>
                  <a:cubicBezTo>
                    <a:pt x="28" y="0"/>
                    <a:pt x="28" y="0"/>
                    <a:pt x="28" y="0"/>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68" name="Line 131">
              <a:extLst>
                <a:ext uri="{FF2B5EF4-FFF2-40B4-BE49-F238E27FC236}">
                  <a16:creationId xmlns:a16="http://schemas.microsoft.com/office/drawing/2014/main" id="{ACAAFB85-FCAA-6438-D635-45367ECA98D9}"/>
                </a:ext>
              </a:extLst>
            </p:cNvPr>
            <p:cNvSpPr>
              <a:spLocks noChangeShapeType="1"/>
            </p:cNvSpPr>
            <p:nvPr/>
          </p:nvSpPr>
          <p:spPr bwMode="auto">
            <a:xfrm flipH="1">
              <a:off x="4049" y="3231"/>
              <a:ext cx="18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69" name="Freeform 132">
              <a:extLst>
                <a:ext uri="{FF2B5EF4-FFF2-40B4-BE49-F238E27FC236}">
                  <a16:creationId xmlns:a16="http://schemas.microsoft.com/office/drawing/2014/main" id="{17FEC157-59FA-13CA-CFB8-B690F8E7256C}"/>
                </a:ext>
              </a:extLst>
            </p:cNvPr>
            <p:cNvSpPr>
              <a:spLocks/>
            </p:cNvSpPr>
            <p:nvPr/>
          </p:nvSpPr>
          <p:spPr bwMode="auto">
            <a:xfrm>
              <a:off x="4007" y="3213"/>
              <a:ext cx="56" cy="34"/>
            </a:xfrm>
            <a:custGeom>
              <a:avLst/>
              <a:gdLst>
                <a:gd name="T0" fmla="*/ 23 w 28"/>
                <a:gd name="T1" fmla="*/ 9 h 17"/>
                <a:gd name="T2" fmla="*/ 28 w 28"/>
                <a:gd name="T3" fmla="*/ 17 h 17"/>
                <a:gd name="T4" fmla="*/ 28 w 28"/>
                <a:gd name="T5" fmla="*/ 17 h 17"/>
                <a:gd name="T6" fmla="*/ 14 w 28"/>
                <a:gd name="T7" fmla="*/ 12 h 17"/>
                <a:gd name="T8" fmla="*/ 0 w 28"/>
                <a:gd name="T9" fmla="*/ 9 h 17"/>
                <a:gd name="T10" fmla="*/ 14 w 28"/>
                <a:gd name="T11" fmla="*/ 5 h 17"/>
                <a:gd name="T12" fmla="*/ 28 w 28"/>
                <a:gd name="T13" fmla="*/ 0 h 17"/>
                <a:gd name="T14" fmla="*/ 28 w 28"/>
                <a:gd name="T15" fmla="*/ 0 h 17"/>
                <a:gd name="T16" fmla="*/ 23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9"/>
                  </a:moveTo>
                  <a:cubicBezTo>
                    <a:pt x="28" y="17"/>
                    <a:pt x="28" y="17"/>
                    <a:pt x="28" y="17"/>
                  </a:cubicBezTo>
                  <a:cubicBezTo>
                    <a:pt x="28" y="17"/>
                    <a:pt x="28" y="17"/>
                    <a:pt x="28" y="17"/>
                  </a:cubicBezTo>
                  <a:cubicBezTo>
                    <a:pt x="14" y="12"/>
                    <a:pt x="14" y="12"/>
                    <a:pt x="14" y="12"/>
                  </a:cubicBezTo>
                  <a:cubicBezTo>
                    <a:pt x="10" y="11"/>
                    <a:pt x="5" y="10"/>
                    <a:pt x="0" y="9"/>
                  </a:cubicBezTo>
                  <a:cubicBezTo>
                    <a:pt x="5" y="8"/>
                    <a:pt x="10" y="7"/>
                    <a:pt x="14" y="5"/>
                  </a:cubicBezTo>
                  <a:cubicBezTo>
                    <a:pt x="28" y="0"/>
                    <a:pt x="28" y="0"/>
                    <a:pt x="28" y="0"/>
                  </a:cubicBezTo>
                  <a:cubicBezTo>
                    <a:pt x="28" y="0"/>
                    <a:pt x="28" y="0"/>
                    <a:pt x="28" y="0"/>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70" name="Rectangle 133">
              <a:extLst>
                <a:ext uri="{FF2B5EF4-FFF2-40B4-BE49-F238E27FC236}">
                  <a16:creationId xmlns:a16="http://schemas.microsoft.com/office/drawing/2014/main" id="{287F3E7C-FA11-5D07-9964-1C7FCA559933}"/>
                </a:ext>
              </a:extLst>
            </p:cNvPr>
            <p:cNvSpPr>
              <a:spLocks noChangeArrowheads="1"/>
            </p:cNvSpPr>
            <p:nvPr/>
          </p:nvSpPr>
          <p:spPr bwMode="auto">
            <a:xfrm>
              <a:off x="2798" y="2413"/>
              <a:ext cx="11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MB</a:t>
              </a:r>
              <a:endParaRPr lang="en-US" altLang="es-ES" sz="2000" i="0" u="sng"/>
            </a:p>
          </p:txBody>
        </p:sp>
        <p:sp>
          <p:nvSpPr>
            <p:cNvPr id="40071" name="Rectangle 134">
              <a:extLst>
                <a:ext uri="{FF2B5EF4-FFF2-40B4-BE49-F238E27FC236}">
                  <a16:creationId xmlns:a16="http://schemas.microsoft.com/office/drawing/2014/main" id="{4E859132-178F-849D-52FA-4A25E01761D7}"/>
                </a:ext>
              </a:extLst>
            </p:cNvPr>
            <p:cNvSpPr>
              <a:spLocks noChangeArrowheads="1"/>
            </p:cNvSpPr>
            <p:nvPr/>
          </p:nvSpPr>
          <p:spPr bwMode="auto">
            <a:xfrm>
              <a:off x="2929" y="2397"/>
              <a:ext cx="78" cy="11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72" name="Rectangle 135">
              <a:extLst>
                <a:ext uri="{FF2B5EF4-FFF2-40B4-BE49-F238E27FC236}">
                  <a16:creationId xmlns:a16="http://schemas.microsoft.com/office/drawing/2014/main" id="{9C9CD6B5-3F34-483B-EAB6-6BE02446A284}"/>
                </a:ext>
              </a:extLst>
            </p:cNvPr>
            <p:cNvSpPr>
              <a:spLocks noChangeArrowheads="1"/>
            </p:cNvSpPr>
            <p:nvPr/>
          </p:nvSpPr>
          <p:spPr bwMode="auto">
            <a:xfrm>
              <a:off x="2949" y="2409"/>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6</a:t>
              </a:r>
              <a:endParaRPr lang="en-US" altLang="es-ES" sz="2000" i="0" u="sng"/>
            </a:p>
          </p:txBody>
        </p:sp>
        <p:sp>
          <p:nvSpPr>
            <p:cNvPr id="40073" name="Line 136">
              <a:extLst>
                <a:ext uri="{FF2B5EF4-FFF2-40B4-BE49-F238E27FC236}">
                  <a16:creationId xmlns:a16="http://schemas.microsoft.com/office/drawing/2014/main" id="{D731C908-5248-2484-38E2-4B944050A38B}"/>
                </a:ext>
              </a:extLst>
            </p:cNvPr>
            <p:cNvSpPr>
              <a:spLocks noChangeShapeType="1"/>
            </p:cNvSpPr>
            <p:nvPr/>
          </p:nvSpPr>
          <p:spPr bwMode="auto">
            <a:xfrm flipH="1">
              <a:off x="4049" y="3325"/>
              <a:ext cx="18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74" name="Freeform 137">
              <a:extLst>
                <a:ext uri="{FF2B5EF4-FFF2-40B4-BE49-F238E27FC236}">
                  <a16:creationId xmlns:a16="http://schemas.microsoft.com/office/drawing/2014/main" id="{83337991-7B41-827D-3C72-A578099468F0}"/>
                </a:ext>
              </a:extLst>
            </p:cNvPr>
            <p:cNvSpPr>
              <a:spLocks/>
            </p:cNvSpPr>
            <p:nvPr/>
          </p:nvSpPr>
          <p:spPr bwMode="auto">
            <a:xfrm>
              <a:off x="4007" y="3309"/>
              <a:ext cx="56" cy="34"/>
            </a:xfrm>
            <a:custGeom>
              <a:avLst/>
              <a:gdLst>
                <a:gd name="T0" fmla="*/ 23 w 28"/>
                <a:gd name="T1" fmla="*/ 8 h 17"/>
                <a:gd name="T2" fmla="*/ 28 w 28"/>
                <a:gd name="T3" fmla="*/ 16 h 17"/>
                <a:gd name="T4" fmla="*/ 28 w 28"/>
                <a:gd name="T5" fmla="*/ 17 h 17"/>
                <a:gd name="T6" fmla="*/ 14 w 28"/>
                <a:gd name="T7" fmla="*/ 11 h 17"/>
                <a:gd name="T8" fmla="*/ 0 w 28"/>
                <a:gd name="T9" fmla="*/ 8 h 17"/>
                <a:gd name="T10" fmla="*/ 14 w 28"/>
                <a:gd name="T11" fmla="*/ 5 h 17"/>
                <a:gd name="T12" fmla="*/ 28 w 28"/>
                <a:gd name="T13" fmla="*/ 0 h 17"/>
                <a:gd name="T14" fmla="*/ 28 w 28"/>
                <a:gd name="T15" fmla="*/ 0 h 17"/>
                <a:gd name="T16" fmla="*/ 23 w 28"/>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8"/>
                  </a:moveTo>
                  <a:cubicBezTo>
                    <a:pt x="28" y="16"/>
                    <a:pt x="28" y="16"/>
                    <a:pt x="28" y="16"/>
                  </a:cubicBezTo>
                  <a:cubicBezTo>
                    <a:pt x="28" y="17"/>
                    <a:pt x="28" y="17"/>
                    <a:pt x="28" y="17"/>
                  </a:cubicBezTo>
                  <a:cubicBezTo>
                    <a:pt x="14" y="11"/>
                    <a:pt x="14" y="11"/>
                    <a:pt x="14" y="11"/>
                  </a:cubicBezTo>
                  <a:cubicBezTo>
                    <a:pt x="10" y="10"/>
                    <a:pt x="5" y="9"/>
                    <a:pt x="0" y="8"/>
                  </a:cubicBezTo>
                  <a:cubicBezTo>
                    <a:pt x="5" y="7"/>
                    <a:pt x="10" y="6"/>
                    <a:pt x="14" y="5"/>
                  </a:cubicBezTo>
                  <a:cubicBezTo>
                    <a:pt x="28" y="0"/>
                    <a:pt x="28" y="0"/>
                    <a:pt x="28" y="0"/>
                  </a:cubicBezTo>
                  <a:cubicBezTo>
                    <a:pt x="28" y="0"/>
                    <a:pt x="28" y="0"/>
                    <a:pt x="28" y="0"/>
                  </a:cubicBezTo>
                  <a:lnTo>
                    <a:pt x="2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75" name="Line 138">
              <a:extLst>
                <a:ext uri="{FF2B5EF4-FFF2-40B4-BE49-F238E27FC236}">
                  <a16:creationId xmlns:a16="http://schemas.microsoft.com/office/drawing/2014/main" id="{8DA22247-922E-D33B-9319-B83A8B99510B}"/>
                </a:ext>
              </a:extLst>
            </p:cNvPr>
            <p:cNvSpPr>
              <a:spLocks noChangeShapeType="1"/>
            </p:cNvSpPr>
            <p:nvPr/>
          </p:nvSpPr>
          <p:spPr bwMode="auto">
            <a:xfrm flipH="1">
              <a:off x="4049" y="3421"/>
              <a:ext cx="180" cy="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0076" name="Freeform 139">
              <a:extLst>
                <a:ext uri="{FF2B5EF4-FFF2-40B4-BE49-F238E27FC236}">
                  <a16:creationId xmlns:a16="http://schemas.microsoft.com/office/drawing/2014/main" id="{C47C09A7-0156-85C3-7671-66EEB46BC956}"/>
                </a:ext>
              </a:extLst>
            </p:cNvPr>
            <p:cNvSpPr>
              <a:spLocks/>
            </p:cNvSpPr>
            <p:nvPr/>
          </p:nvSpPr>
          <p:spPr bwMode="auto">
            <a:xfrm>
              <a:off x="4007" y="3403"/>
              <a:ext cx="56" cy="34"/>
            </a:xfrm>
            <a:custGeom>
              <a:avLst/>
              <a:gdLst>
                <a:gd name="T0" fmla="*/ 23 w 28"/>
                <a:gd name="T1" fmla="*/ 9 h 17"/>
                <a:gd name="T2" fmla="*/ 28 w 28"/>
                <a:gd name="T3" fmla="*/ 17 h 17"/>
                <a:gd name="T4" fmla="*/ 28 w 28"/>
                <a:gd name="T5" fmla="*/ 17 h 17"/>
                <a:gd name="T6" fmla="*/ 14 w 28"/>
                <a:gd name="T7" fmla="*/ 12 h 17"/>
                <a:gd name="T8" fmla="*/ 0 w 28"/>
                <a:gd name="T9" fmla="*/ 9 h 17"/>
                <a:gd name="T10" fmla="*/ 14 w 28"/>
                <a:gd name="T11" fmla="*/ 6 h 17"/>
                <a:gd name="T12" fmla="*/ 28 w 28"/>
                <a:gd name="T13" fmla="*/ 0 h 17"/>
                <a:gd name="T14" fmla="*/ 28 w 28"/>
                <a:gd name="T15" fmla="*/ 1 h 17"/>
                <a:gd name="T16" fmla="*/ 23 w 28"/>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17"/>
                <a:gd name="T29" fmla="*/ 28 w 2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17">
                  <a:moveTo>
                    <a:pt x="23" y="9"/>
                  </a:moveTo>
                  <a:cubicBezTo>
                    <a:pt x="28" y="17"/>
                    <a:pt x="28" y="17"/>
                    <a:pt x="28" y="17"/>
                  </a:cubicBezTo>
                  <a:cubicBezTo>
                    <a:pt x="28" y="17"/>
                    <a:pt x="28" y="17"/>
                    <a:pt x="28" y="17"/>
                  </a:cubicBezTo>
                  <a:cubicBezTo>
                    <a:pt x="14" y="12"/>
                    <a:pt x="14" y="12"/>
                    <a:pt x="14" y="12"/>
                  </a:cubicBezTo>
                  <a:cubicBezTo>
                    <a:pt x="10" y="11"/>
                    <a:pt x="5" y="10"/>
                    <a:pt x="0" y="9"/>
                  </a:cubicBezTo>
                  <a:cubicBezTo>
                    <a:pt x="5" y="8"/>
                    <a:pt x="10" y="7"/>
                    <a:pt x="14" y="6"/>
                  </a:cubicBezTo>
                  <a:cubicBezTo>
                    <a:pt x="28" y="0"/>
                    <a:pt x="28" y="0"/>
                    <a:pt x="28" y="0"/>
                  </a:cubicBezTo>
                  <a:cubicBezTo>
                    <a:pt x="28" y="1"/>
                    <a:pt x="28" y="1"/>
                    <a:pt x="28" y="1"/>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77" name="Rectangle 140">
              <a:extLst>
                <a:ext uri="{FF2B5EF4-FFF2-40B4-BE49-F238E27FC236}">
                  <a16:creationId xmlns:a16="http://schemas.microsoft.com/office/drawing/2014/main" id="{D1F90F2E-86A9-F5C0-FF44-29560C37477F}"/>
                </a:ext>
              </a:extLst>
            </p:cNvPr>
            <p:cNvSpPr>
              <a:spLocks noChangeArrowheads="1"/>
            </p:cNvSpPr>
            <p:nvPr/>
          </p:nvSpPr>
          <p:spPr bwMode="auto">
            <a:xfrm>
              <a:off x="4259" y="3185"/>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4</a:t>
              </a:r>
              <a:endParaRPr lang="en-US" altLang="es-ES" sz="2000" i="0" u="sng"/>
            </a:p>
          </p:txBody>
        </p:sp>
        <p:sp>
          <p:nvSpPr>
            <p:cNvPr id="40078" name="Rectangle 141">
              <a:extLst>
                <a:ext uri="{FF2B5EF4-FFF2-40B4-BE49-F238E27FC236}">
                  <a16:creationId xmlns:a16="http://schemas.microsoft.com/office/drawing/2014/main" id="{B92A4855-4688-0A67-0E2B-47D51189E250}"/>
                </a:ext>
              </a:extLst>
            </p:cNvPr>
            <p:cNvSpPr>
              <a:spLocks noChangeArrowheads="1"/>
            </p:cNvSpPr>
            <p:nvPr/>
          </p:nvSpPr>
          <p:spPr bwMode="auto">
            <a:xfrm>
              <a:off x="4346" y="3211"/>
              <a:ext cx="8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FS</a:t>
              </a:r>
              <a:endParaRPr lang="en-US" altLang="es-ES" sz="2000" i="0" u="sng"/>
            </a:p>
          </p:txBody>
        </p:sp>
        <p:sp>
          <p:nvSpPr>
            <p:cNvPr id="40079" name="Rectangle 142">
              <a:extLst>
                <a:ext uri="{FF2B5EF4-FFF2-40B4-BE49-F238E27FC236}">
                  <a16:creationId xmlns:a16="http://schemas.microsoft.com/office/drawing/2014/main" id="{107340A3-B72A-422C-42AE-15E4FB1F2694}"/>
                </a:ext>
              </a:extLst>
            </p:cNvPr>
            <p:cNvSpPr>
              <a:spLocks noChangeArrowheads="1"/>
            </p:cNvSpPr>
            <p:nvPr/>
          </p:nvSpPr>
          <p:spPr bwMode="auto">
            <a:xfrm>
              <a:off x="4259" y="3091"/>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5</a:t>
              </a:r>
              <a:endParaRPr lang="en-US" altLang="es-ES" sz="2000" i="0" u="sng"/>
            </a:p>
          </p:txBody>
        </p:sp>
        <p:sp>
          <p:nvSpPr>
            <p:cNvPr id="40080" name="Rectangle 143">
              <a:extLst>
                <a:ext uri="{FF2B5EF4-FFF2-40B4-BE49-F238E27FC236}">
                  <a16:creationId xmlns:a16="http://schemas.microsoft.com/office/drawing/2014/main" id="{44112F81-2F9B-D3A7-C49E-984FCFBF9512}"/>
                </a:ext>
              </a:extLst>
            </p:cNvPr>
            <p:cNvSpPr>
              <a:spLocks noChangeArrowheads="1"/>
            </p:cNvSpPr>
            <p:nvPr/>
          </p:nvSpPr>
          <p:spPr bwMode="auto">
            <a:xfrm>
              <a:off x="4247" y="3081"/>
              <a:ext cx="78" cy="384"/>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0081" name="Rectangle 144">
              <a:extLst>
                <a:ext uri="{FF2B5EF4-FFF2-40B4-BE49-F238E27FC236}">
                  <a16:creationId xmlns:a16="http://schemas.microsoft.com/office/drawing/2014/main" id="{D6408A4E-A55B-B67A-A452-AB48FA83F621}"/>
                </a:ext>
              </a:extLst>
            </p:cNvPr>
            <p:cNvSpPr>
              <a:spLocks noChangeArrowheads="1"/>
            </p:cNvSpPr>
            <p:nvPr/>
          </p:nvSpPr>
          <p:spPr bwMode="auto">
            <a:xfrm>
              <a:off x="4259" y="3279"/>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3</a:t>
              </a:r>
              <a:endParaRPr lang="en-US" altLang="es-ES" sz="2000" i="0" u="sng"/>
            </a:p>
          </p:txBody>
        </p:sp>
        <p:sp>
          <p:nvSpPr>
            <p:cNvPr id="40082" name="Rectangle 145">
              <a:extLst>
                <a:ext uri="{FF2B5EF4-FFF2-40B4-BE49-F238E27FC236}">
                  <a16:creationId xmlns:a16="http://schemas.microsoft.com/office/drawing/2014/main" id="{ABD20E96-A205-DFD6-3A2A-331B25F92FCC}"/>
                </a:ext>
              </a:extLst>
            </p:cNvPr>
            <p:cNvSpPr>
              <a:spLocks noChangeArrowheads="1"/>
            </p:cNvSpPr>
            <p:nvPr/>
          </p:nvSpPr>
          <p:spPr bwMode="auto">
            <a:xfrm>
              <a:off x="4259" y="3373"/>
              <a:ext cx="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900" i="0" baseline="0">
                  <a:solidFill>
                    <a:srgbClr val="000000"/>
                  </a:solidFill>
                </a:rPr>
                <a:t>2</a:t>
              </a:r>
              <a:endParaRPr lang="en-US" altLang="es-ES" sz="2000" i="0" u="sng"/>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3 Marcador de número de diapositiva">
            <a:extLst>
              <a:ext uri="{FF2B5EF4-FFF2-40B4-BE49-F238E27FC236}">
                <a16:creationId xmlns:a16="http://schemas.microsoft.com/office/drawing/2014/main" id="{92DEF8DA-A334-80BD-7991-436AE78B09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F242237F-F747-46DE-9BA6-839330DF3CF1}" type="slidenum">
              <a:rPr lang="en-US" altLang="es-ES" sz="1600" b="0" i="0" baseline="0"/>
              <a:pPr/>
              <a:t>36</a:t>
            </a:fld>
            <a:endParaRPr lang="en-US" altLang="es-ES" sz="1600" b="0" i="0" baseline="0"/>
          </a:p>
        </p:txBody>
      </p:sp>
      <p:sp>
        <p:nvSpPr>
          <p:cNvPr id="40963" name="Rectangle 2">
            <a:extLst>
              <a:ext uri="{FF2B5EF4-FFF2-40B4-BE49-F238E27FC236}">
                <a16:creationId xmlns:a16="http://schemas.microsoft.com/office/drawing/2014/main" id="{68F7B733-B3B5-A51D-6760-3DFD2C327498}"/>
              </a:ext>
            </a:extLst>
          </p:cNvPr>
          <p:cNvSpPr>
            <a:spLocks noChangeArrowheads="1"/>
          </p:cNvSpPr>
          <p:nvPr/>
        </p:nvSpPr>
        <p:spPr bwMode="auto">
          <a:xfrm>
            <a:off x="3609975" y="2644775"/>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0964" name="Rectangle 3">
            <a:extLst>
              <a:ext uri="{FF2B5EF4-FFF2-40B4-BE49-F238E27FC236}">
                <a16:creationId xmlns:a16="http://schemas.microsoft.com/office/drawing/2014/main" id="{AD944CEA-77A3-ED51-3998-E92A15066D58}"/>
              </a:ext>
            </a:extLst>
          </p:cNvPr>
          <p:cNvSpPr>
            <a:spLocks noChangeArrowheads="1"/>
          </p:cNvSpPr>
          <p:nvPr/>
        </p:nvSpPr>
        <p:spPr bwMode="auto">
          <a:xfrm>
            <a:off x="838200" y="793750"/>
            <a:ext cx="2057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i="0" baseline="0">
                <a:solidFill>
                  <a:srgbClr val="000000"/>
                </a:solidFill>
                <a:latin typeface="TimesTen" pitchFamily="18" charset="0"/>
              </a:rPr>
              <a:t>Encoding of Control</a:t>
            </a:r>
            <a:endParaRPr lang="en-US" altLang="es-ES" sz="3600" i="0" u="sng"/>
          </a:p>
        </p:txBody>
      </p:sp>
      <p:sp>
        <p:nvSpPr>
          <p:cNvPr id="40965" name="Rectangle 4">
            <a:extLst>
              <a:ext uri="{FF2B5EF4-FFF2-40B4-BE49-F238E27FC236}">
                <a16:creationId xmlns:a16="http://schemas.microsoft.com/office/drawing/2014/main" id="{8ABB82B0-2AC0-AC71-DC49-E11C95CA969F}"/>
              </a:ext>
            </a:extLst>
          </p:cNvPr>
          <p:cNvSpPr>
            <a:spLocks noChangeArrowheads="1"/>
          </p:cNvSpPr>
          <p:nvPr/>
        </p:nvSpPr>
        <p:spPr bwMode="auto">
          <a:xfrm>
            <a:off x="2787650" y="793750"/>
            <a:ext cx="3365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i="0" baseline="0">
                <a:solidFill>
                  <a:srgbClr val="000000"/>
                </a:solidFill>
                <a:latin typeface="TimesTen" pitchFamily="18" charset="0"/>
              </a:rPr>
              <a:t>W</a:t>
            </a:r>
            <a:endParaRPr lang="en-US" altLang="es-ES" sz="3600" i="0" u="sng"/>
          </a:p>
        </p:txBody>
      </p:sp>
      <p:sp>
        <p:nvSpPr>
          <p:cNvPr id="40966" name="Rectangle 5">
            <a:extLst>
              <a:ext uri="{FF2B5EF4-FFF2-40B4-BE49-F238E27FC236}">
                <a16:creationId xmlns:a16="http://schemas.microsoft.com/office/drawing/2014/main" id="{0D3E8F91-5FEF-C7CF-F4D4-103009EFAFB8}"/>
              </a:ext>
            </a:extLst>
          </p:cNvPr>
          <p:cNvSpPr>
            <a:spLocks noChangeArrowheads="1"/>
          </p:cNvSpPr>
          <p:nvPr/>
        </p:nvSpPr>
        <p:spPr bwMode="auto">
          <a:xfrm>
            <a:off x="779463" y="1265238"/>
            <a:ext cx="2286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D</a:t>
            </a:r>
            <a:endParaRPr lang="en-US" altLang="es-ES" sz="3600" i="0" u="sng"/>
          </a:p>
        </p:txBody>
      </p:sp>
      <p:sp>
        <p:nvSpPr>
          <p:cNvPr id="40967" name="Rectangle 6">
            <a:extLst>
              <a:ext uri="{FF2B5EF4-FFF2-40B4-BE49-F238E27FC236}">
                <a16:creationId xmlns:a16="http://schemas.microsoft.com/office/drawing/2014/main" id="{1B76A486-E083-167A-6FFA-BD6C270C549C}"/>
              </a:ext>
            </a:extLst>
          </p:cNvPr>
          <p:cNvSpPr>
            <a:spLocks noChangeArrowheads="1"/>
          </p:cNvSpPr>
          <p:nvPr/>
        </p:nvSpPr>
        <p:spPr bwMode="auto">
          <a:xfrm>
            <a:off x="900113" y="1265238"/>
            <a:ext cx="2286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A</a:t>
            </a:r>
            <a:endParaRPr lang="en-US" altLang="es-ES" sz="3600" i="0" u="sng"/>
          </a:p>
        </p:txBody>
      </p:sp>
      <p:sp>
        <p:nvSpPr>
          <p:cNvPr id="40968" name="Rectangle 7">
            <a:extLst>
              <a:ext uri="{FF2B5EF4-FFF2-40B4-BE49-F238E27FC236}">
                <a16:creationId xmlns:a16="http://schemas.microsoft.com/office/drawing/2014/main" id="{FC9193E0-1636-6B6B-7DD1-2E8D1A2F240C}"/>
              </a:ext>
            </a:extLst>
          </p:cNvPr>
          <p:cNvSpPr>
            <a:spLocks noChangeArrowheads="1"/>
          </p:cNvSpPr>
          <p:nvPr/>
        </p:nvSpPr>
        <p:spPr bwMode="auto">
          <a:xfrm>
            <a:off x="1028700" y="1265238"/>
            <a:ext cx="1492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a:t>
            </a:r>
            <a:endParaRPr lang="en-US" altLang="es-ES" sz="3600" i="0" u="sng"/>
          </a:p>
        </p:txBody>
      </p:sp>
      <p:sp>
        <p:nvSpPr>
          <p:cNvPr id="40969" name="Rectangle 8">
            <a:extLst>
              <a:ext uri="{FF2B5EF4-FFF2-40B4-BE49-F238E27FC236}">
                <a16:creationId xmlns:a16="http://schemas.microsoft.com/office/drawing/2014/main" id="{F24A9F95-0821-A07E-DC30-91C5ECCB5B92}"/>
              </a:ext>
            </a:extLst>
          </p:cNvPr>
          <p:cNvSpPr>
            <a:spLocks noChangeArrowheads="1"/>
          </p:cNvSpPr>
          <p:nvPr/>
        </p:nvSpPr>
        <p:spPr bwMode="auto">
          <a:xfrm>
            <a:off x="1071563" y="1265238"/>
            <a:ext cx="4540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 AA,</a:t>
            </a:r>
            <a:endParaRPr lang="en-US" altLang="es-ES" sz="3600" i="0" u="sng"/>
          </a:p>
        </p:txBody>
      </p:sp>
      <p:sp>
        <p:nvSpPr>
          <p:cNvPr id="40970" name="Rectangle 9">
            <a:extLst>
              <a:ext uri="{FF2B5EF4-FFF2-40B4-BE49-F238E27FC236}">
                <a16:creationId xmlns:a16="http://schemas.microsoft.com/office/drawing/2014/main" id="{07D55000-0DA7-0C44-944B-D21296A575B8}"/>
              </a:ext>
            </a:extLst>
          </p:cNvPr>
          <p:cNvSpPr>
            <a:spLocks noChangeArrowheads="1"/>
          </p:cNvSpPr>
          <p:nvPr/>
        </p:nvSpPr>
        <p:spPr bwMode="auto">
          <a:xfrm>
            <a:off x="1427163" y="1265238"/>
            <a:ext cx="2762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 B</a:t>
            </a:r>
            <a:endParaRPr lang="en-US" altLang="es-ES" sz="3600" i="0" u="sng"/>
          </a:p>
        </p:txBody>
      </p:sp>
      <p:sp>
        <p:nvSpPr>
          <p:cNvPr id="40971" name="Rectangle 10">
            <a:extLst>
              <a:ext uri="{FF2B5EF4-FFF2-40B4-BE49-F238E27FC236}">
                <a16:creationId xmlns:a16="http://schemas.microsoft.com/office/drawing/2014/main" id="{096B002E-7B0A-EFE0-2CCD-72DC9164CFF3}"/>
              </a:ext>
            </a:extLst>
          </p:cNvPr>
          <p:cNvSpPr>
            <a:spLocks noChangeArrowheads="1"/>
          </p:cNvSpPr>
          <p:nvPr/>
        </p:nvSpPr>
        <p:spPr bwMode="auto">
          <a:xfrm>
            <a:off x="1606550" y="1265238"/>
            <a:ext cx="2286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A</a:t>
            </a:r>
            <a:endParaRPr lang="en-US" altLang="es-ES" sz="3600" i="0" u="sng"/>
          </a:p>
        </p:txBody>
      </p:sp>
      <p:sp>
        <p:nvSpPr>
          <p:cNvPr id="40972" name="Rectangle 11">
            <a:extLst>
              <a:ext uri="{FF2B5EF4-FFF2-40B4-BE49-F238E27FC236}">
                <a16:creationId xmlns:a16="http://schemas.microsoft.com/office/drawing/2014/main" id="{BF74B491-DA6D-6B9E-98E4-0613216E4EAA}"/>
              </a:ext>
            </a:extLst>
          </p:cNvPr>
          <p:cNvSpPr>
            <a:spLocks noChangeArrowheads="1"/>
          </p:cNvSpPr>
          <p:nvPr/>
        </p:nvSpPr>
        <p:spPr bwMode="auto">
          <a:xfrm>
            <a:off x="2644775" y="1265238"/>
            <a:ext cx="3746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MB</a:t>
            </a:r>
            <a:endParaRPr lang="en-US" altLang="es-ES" sz="3600" i="0" u="sng"/>
          </a:p>
        </p:txBody>
      </p:sp>
      <p:sp>
        <p:nvSpPr>
          <p:cNvPr id="40973" name="Rectangle 12">
            <a:extLst>
              <a:ext uri="{FF2B5EF4-FFF2-40B4-BE49-F238E27FC236}">
                <a16:creationId xmlns:a16="http://schemas.microsoft.com/office/drawing/2014/main" id="{EED3B7AE-4B57-0345-C205-C52D2EC6DE0C}"/>
              </a:ext>
            </a:extLst>
          </p:cNvPr>
          <p:cNvSpPr>
            <a:spLocks noChangeArrowheads="1"/>
          </p:cNvSpPr>
          <p:nvPr/>
        </p:nvSpPr>
        <p:spPr bwMode="auto">
          <a:xfrm>
            <a:off x="4495800" y="1265238"/>
            <a:ext cx="3270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FS</a:t>
            </a:r>
            <a:endParaRPr lang="en-US" altLang="es-ES" sz="3600" i="0" u="sng"/>
          </a:p>
        </p:txBody>
      </p:sp>
      <p:sp>
        <p:nvSpPr>
          <p:cNvPr id="40974" name="Rectangle 13">
            <a:extLst>
              <a:ext uri="{FF2B5EF4-FFF2-40B4-BE49-F238E27FC236}">
                <a16:creationId xmlns:a16="http://schemas.microsoft.com/office/drawing/2014/main" id="{0868C802-7DFE-F66B-F3E0-C8B333F6B1FD}"/>
              </a:ext>
            </a:extLst>
          </p:cNvPr>
          <p:cNvSpPr>
            <a:spLocks noChangeArrowheads="1"/>
          </p:cNvSpPr>
          <p:nvPr/>
        </p:nvSpPr>
        <p:spPr bwMode="auto">
          <a:xfrm>
            <a:off x="6323013" y="1265238"/>
            <a:ext cx="3746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MD</a:t>
            </a:r>
            <a:endParaRPr lang="en-US" altLang="es-ES" sz="3600" i="0" u="sng"/>
          </a:p>
        </p:txBody>
      </p:sp>
      <p:sp>
        <p:nvSpPr>
          <p:cNvPr id="40975" name="Rectangle 14">
            <a:extLst>
              <a:ext uri="{FF2B5EF4-FFF2-40B4-BE49-F238E27FC236}">
                <a16:creationId xmlns:a16="http://schemas.microsoft.com/office/drawing/2014/main" id="{211BC513-8740-C494-B51C-57AF5E23F5FD}"/>
              </a:ext>
            </a:extLst>
          </p:cNvPr>
          <p:cNvSpPr>
            <a:spLocks noChangeArrowheads="1"/>
          </p:cNvSpPr>
          <p:nvPr/>
        </p:nvSpPr>
        <p:spPr bwMode="auto">
          <a:xfrm>
            <a:off x="7810500" y="1265238"/>
            <a:ext cx="2286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R</a:t>
            </a:r>
            <a:endParaRPr lang="en-US" altLang="es-ES" sz="3600" i="0" u="sng"/>
          </a:p>
        </p:txBody>
      </p:sp>
      <p:sp>
        <p:nvSpPr>
          <p:cNvPr id="40976" name="Rectangle 15">
            <a:extLst>
              <a:ext uri="{FF2B5EF4-FFF2-40B4-BE49-F238E27FC236}">
                <a16:creationId xmlns:a16="http://schemas.microsoft.com/office/drawing/2014/main" id="{9FE3547F-C559-BC6E-817F-EA1E23658DB1}"/>
              </a:ext>
            </a:extLst>
          </p:cNvPr>
          <p:cNvSpPr>
            <a:spLocks noChangeArrowheads="1"/>
          </p:cNvSpPr>
          <p:nvPr/>
        </p:nvSpPr>
        <p:spPr bwMode="auto">
          <a:xfrm>
            <a:off x="7931150" y="1265238"/>
            <a:ext cx="2667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W</a:t>
            </a:r>
            <a:endParaRPr lang="en-US" altLang="es-ES" sz="3600" i="0" u="sng"/>
          </a:p>
        </p:txBody>
      </p:sp>
      <p:sp>
        <p:nvSpPr>
          <p:cNvPr id="40977" name="Rectangle 16">
            <a:extLst>
              <a:ext uri="{FF2B5EF4-FFF2-40B4-BE49-F238E27FC236}">
                <a16:creationId xmlns:a16="http://schemas.microsoft.com/office/drawing/2014/main" id="{3EA6F318-844F-3296-73A3-17A127592674}"/>
              </a:ext>
            </a:extLst>
          </p:cNvPr>
          <p:cNvSpPr>
            <a:spLocks noChangeArrowheads="1"/>
          </p:cNvSpPr>
          <p:nvPr/>
        </p:nvSpPr>
        <p:spPr bwMode="auto">
          <a:xfrm>
            <a:off x="571500" y="1687513"/>
            <a:ext cx="844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Function</a:t>
            </a:r>
            <a:endParaRPr lang="en-US" altLang="es-ES" sz="3600" i="0" u="sng"/>
          </a:p>
        </p:txBody>
      </p:sp>
      <p:sp>
        <p:nvSpPr>
          <p:cNvPr id="40978" name="Rectangle 17">
            <a:extLst>
              <a:ext uri="{FF2B5EF4-FFF2-40B4-BE49-F238E27FC236}">
                <a16:creationId xmlns:a16="http://schemas.microsoft.com/office/drawing/2014/main" id="{3A1C8F91-7A7F-20E7-AA5E-01CE88F476B7}"/>
              </a:ext>
            </a:extLst>
          </p:cNvPr>
          <p:cNvSpPr>
            <a:spLocks noChangeArrowheads="1"/>
          </p:cNvSpPr>
          <p:nvPr/>
        </p:nvSpPr>
        <p:spPr bwMode="auto">
          <a:xfrm>
            <a:off x="1463675" y="1687513"/>
            <a:ext cx="5429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Code</a:t>
            </a:r>
            <a:endParaRPr lang="en-US" altLang="es-ES" sz="3600" i="0" u="sng"/>
          </a:p>
        </p:txBody>
      </p:sp>
      <p:sp>
        <p:nvSpPr>
          <p:cNvPr id="40979" name="Rectangle 18">
            <a:extLst>
              <a:ext uri="{FF2B5EF4-FFF2-40B4-BE49-F238E27FC236}">
                <a16:creationId xmlns:a16="http://schemas.microsoft.com/office/drawing/2014/main" id="{BC2305B2-74FE-3B82-0BBE-10DC5A049993}"/>
              </a:ext>
            </a:extLst>
          </p:cNvPr>
          <p:cNvSpPr>
            <a:spLocks noChangeArrowheads="1"/>
          </p:cNvSpPr>
          <p:nvPr/>
        </p:nvSpPr>
        <p:spPr bwMode="auto">
          <a:xfrm>
            <a:off x="2097088" y="1687513"/>
            <a:ext cx="844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Function</a:t>
            </a:r>
            <a:endParaRPr lang="en-US" altLang="es-ES" sz="3600" i="0" u="sng"/>
          </a:p>
        </p:txBody>
      </p:sp>
      <p:sp>
        <p:nvSpPr>
          <p:cNvPr id="40980" name="Rectangle 19">
            <a:extLst>
              <a:ext uri="{FF2B5EF4-FFF2-40B4-BE49-F238E27FC236}">
                <a16:creationId xmlns:a16="http://schemas.microsoft.com/office/drawing/2014/main" id="{A60EBEAD-70D0-4B0F-8A8A-9F02BEE88025}"/>
              </a:ext>
            </a:extLst>
          </p:cNvPr>
          <p:cNvSpPr>
            <a:spLocks noChangeArrowheads="1"/>
          </p:cNvSpPr>
          <p:nvPr/>
        </p:nvSpPr>
        <p:spPr bwMode="auto">
          <a:xfrm>
            <a:off x="3019425" y="1687513"/>
            <a:ext cx="5429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Code</a:t>
            </a:r>
            <a:endParaRPr lang="en-US" altLang="es-ES" sz="3600" i="0" u="sng"/>
          </a:p>
        </p:txBody>
      </p:sp>
      <p:sp>
        <p:nvSpPr>
          <p:cNvPr id="40981" name="Rectangle 20">
            <a:extLst>
              <a:ext uri="{FF2B5EF4-FFF2-40B4-BE49-F238E27FC236}">
                <a16:creationId xmlns:a16="http://schemas.microsoft.com/office/drawing/2014/main" id="{C24F42DD-36BC-345B-1C94-875F2F5D1779}"/>
              </a:ext>
            </a:extLst>
          </p:cNvPr>
          <p:cNvSpPr>
            <a:spLocks noChangeArrowheads="1"/>
          </p:cNvSpPr>
          <p:nvPr/>
        </p:nvSpPr>
        <p:spPr bwMode="auto">
          <a:xfrm>
            <a:off x="3606800" y="1687513"/>
            <a:ext cx="844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Function</a:t>
            </a:r>
            <a:endParaRPr lang="en-US" altLang="es-ES" sz="3600" i="0" u="sng"/>
          </a:p>
        </p:txBody>
      </p:sp>
      <p:sp>
        <p:nvSpPr>
          <p:cNvPr id="40982" name="Rectangle 21">
            <a:extLst>
              <a:ext uri="{FF2B5EF4-FFF2-40B4-BE49-F238E27FC236}">
                <a16:creationId xmlns:a16="http://schemas.microsoft.com/office/drawing/2014/main" id="{8D427555-50F8-32F1-1698-83A3A76C4125}"/>
              </a:ext>
            </a:extLst>
          </p:cNvPr>
          <p:cNvSpPr>
            <a:spLocks noChangeArrowheads="1"/>
          </p:cNvSpPr>
          <p:nvPr/>
        </p:nvSpPr>
        <p:spPr bwMode="auto">
          <a:xfrm>
            <a:off x="5103813" y="1687513"/>
            <a:ext cx="5429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Code</a:t>
            </a:r>
            <a:endParaRPr lang="en-US" altLang="es-ES" sz="3600" i="0" u="sng"/>
          </a:p>
        </p:txBody>
      </p:sp>
      <p:sp>
        <p:nvSpPr>
          <p:cNvPr id="40983" name="Rectangle 22">
            <a:extLst>
              <a:ext uri="{FF2B5EF4-FFF2-40B4-BE49-F238E27FC236}">
                <a16:creationId xmlns:a16="http://schemas.microsoft.com/office/drawing/2014/main" id="{14677B33-29A5-3ACC-1ABC-D16E343CEB4B}"/>
              </a:ext>
            </a:extLst>
          </p:cNvPr>
          <p:cNvSpPr>
            <a:spLocks noChangeArrowheads="1"/>
          </p:cNvSpPr>
          <p:nvPr/>
        </p:nvSpPr>
        <p:spPr bwMode="auto">
          <a:xfrm>
            <a:off x="5765800" y="1687513"/>
            <a:ext cx="844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Function</a:t>
            </a:r>
            <a:endParaRPr lang="en-US" altLang="es-ES" sz="3600" i="0" u="sng"/>
          </a:p>
        </p:txBody>
      </p:sp>
      <p:sp>
        <p:nvSpPr>
          <p:cNvPr id="40984" name="Rectangle 23">
            <a:extLst>
              <a:ext uri="{FF2B5EF4-FFF2-40B4-BE49-F238E27FC236}">
                <a16:creationId xmlns:a16="http://schemas.microsoft.com/office/drawing/2014/main" id="{72F0B88F-806D-3620-5055-6C9D4159E64B}"/>
              </a:ext>
            </a:extLst>
          </p:cNvPr>
          <p:cNvSpPr>
            <a:spLocks noChangeArrowheads="1"/>
          </p:cNvSpPr>
          <p:nvPr/>
        </p:nvSpPr>
        <p:spPr bwMode="auto">
          <a:xfrm>
            <a:off x="6688138" y="1687513"/>
            <a:ext cx="5429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Code</a:t>
            </a:r>
            <a:endParaRPr lang="en-US" altLang="es-ES" sz="3600" i="0" u="sng"/>
          </a:p>
        </p:txBody>
      </p:sp>
      <p:sp>
        <p:nvSpPr>
          <p:cNvPr id="40985" name="Rectangle 24">
            <a:extLst>
              <a:ext uri="{FF2B5EF4-FFF2-40B4-BE49-F238E27FC236}">
                <a16:creationId xmlns:a16="http://schemas.microsoft.com/office/drawing/2014/main" id="{4CB63EB4-BFD9-E90D-75E9-2FEF4E62EA49}"/>
              </a:ext>
            </a:extLst>
          </p:cNvPr>
          <p:cNvSpPr>
            <a:spLocks noChangeArrowheads="1"/>
          </p:cNvSpPr>
          <p:nvPr/>
        </p:nvSpPr>
        <p:spPr bwMode="auto">
          <a:xfrm>
            <a:off x="7291388" y="1687513"/>
            <a:ext cx="844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Function</a:t>
            </a:r>
            <a:endParaRPr lang="en-US" altLang="es-ES" sz="3600" i="0" u="sng"/>
          </a:p>
        </p:txBody>
      </p:sp>
      <p:sp>
        <p:nvSpPr>
          <p:cNvPr id="40986" name="Rectangle 25">
            <a:extLst>
              <a:ext uri="{FF2B5EF4-FFF2-40B4-BE49-F238E27FC236}">
                <a16:creationId xmlns:a16="http://schemas.microsoft.com/office/drawing/2014/main" id="{784F905C-C634-3AD0-B864-DC038240AFDE}"/>
              </a:ext>
            </a:extLst>
          </p:cNvPr>
          <p:cNvSpPr>
            <a:spLocks noChangeArrowheads="1"/>
          </p:cNvSpPr>
          <p:nvPr/>
        </p:nvSpPr>
        <p:spPr bwMode="auto">
          <a:xfrm>
            <a:off x="8166100" y="1687513"/>
            <a:ext cx="5429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Code</a:t>
            </a:r>
            <a:endParaRPr lang="en-US" altLang="es-ES" sz="3600" i="0" u="sng"/>
          </a:p>
        </p:txBody>
      </p:sp>
      <p:sp>
        <p:nvSpPr>
          <p:cNvPr id="40987" name="Rectangle 26">
            <a:extLst>
              <a:ext uri="{FF2B5EF4-FFF2-40B4-BE49-F238E27FC236}">
                <a16:creationId xmlns:a16="http://schemas.microsoft.com/office/drawing/2014/main" id="{EDED2C06-8F03-1DA4-C574-F8FCA16EBC92}"/>
              </a:ext>
            </a:extLst>
          </p:cNvPr>
          <p:cNvSpPr>
            <a:spLocks noChangeArrowheads="1"/>
          </p:cNvSpPr>
          <p:nvPr/>
        </p:nvSpPr>
        <p:spPr bwMode="auto">
          <a:xfrm>
            <a:off x="571500" y="2149475"/>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0988" name="Rectangle 27">
            <a:extLst>
              <a:ext uri="{FF2B5EF4-FFF2-40B4-BE49-F238E27FC236}">
                <a16:creationId xmlns:a16="http://schemas.microsoft.com/office/drawing/2014/main" id="{C686DE0E-C30A-5C3E-6575-581F4E6677A3}"/>
              </a:ext>
            </a:extLst>
          </p:cNvPr>
          <p:cNvSpPr>
            <a:spLocks noChangeArrowheads="1"/>
          </p:cNvSpPr>
          <p:nvPr/>
        </p:nvSpPr>
        <p:spPr bwMode="auto">
          <a:xfrm>
            <a:off x="715963" y="2149475"/>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a:t>
            </a:r>
            <a:endParaRPr lang="en-US" altLang="es-ES" sz="3600" i="0" u="sng"/>
          </a:p>
        </p:txBody>
      </p:sp>
      <p:sp>
        <p:nvSpPr>
          <p:cNvPr id="40989" name="Rectangle 28">
            <a:extLst>
              <a:ext uri="{FF2B5EF4-FFF2-40B4-BE49-F238E27FC236}">
                <a16:creationId xmlns:a16="http://schemas.microsoft.com/office/drawing/2014/main" id="{B0FF3F37-EE49-0522-E66A-CC70149FDAEB}"/>
              </a:ext>
            </a:extLst>
          </p:cNvPr>
          <p:cNvSpPr>
            <a:spLocks noChangeArrowheads="1"/>
          </p:cNvSpPr>
          <p:nvPr/>
        </p:nvSpPr>
        <p:spPr bwMode="auto">
          <a:xfrm>
            <a:off x="1463675" y="2149475"/>
            <a:ext cx="415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000</a:t>
            </a:r>
            <a:endParaRPr lang="en-US" altLang="es-ES" sz="3600" i="0" u="sng"/>
          </a:p>
        </p:txBody>
      </p:sp>
      <p:sp>
        <p:nvSpPr>
          <p:cNvPr id="40990" name="Rectangle 29">
            <a:extLst>
              <a:ext uri="{FF2B5EF4-FFF2-40B4-BE49-F238E27FC236}">
                <a16:creationId xmlns:a16="http://schemas.microsoft.com/office/drawing/2014/main" id="{5327AC36-3D89-01F9-AF02-CCF52D0C9AD3}"/>
              </a:ext>
            </a:extLst>
          </p:cNvPr>
          <p:cNvSpPr>
            <a:spLocks noChangeArrowheads="1"/>
          </p:cNvSpPr>
          <p:nvPr/>
        </p:nvSpPr>
        <p:spPr bwMode="auto">
          <a:xfrm>
            <a:off x="2098675" y="2149475"/>
            <a:ext cx="8604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Register</a:t>
            </a:r>
            <a:endParaRPr lang="en-US" altLang="es-ES" sz="3600" i="0" u="sng"/>
          </a:p>
        </p:txBody>
      </p:sp>
      <p:sp>
        <p:nvSpPr>
          <p:cNvPr id="40991" name="Rectangle 30">
            <a:extLst>
              <a:ext uri="{FF2B5EF4-FFF2-40B4-BE49-F238E27FC236}">
                <a16:creationId xmlns:a16="http://schemas.microsoft.com/office/drawing/2014/main" id="{C0EC81B6-93BD-EB2C-DA78-536224BE0FEC}"/>
              </a:ext>
            </a:extLst>
          </p:cNvPr>
          <p:cNvSpPr>
            <a:spLocks noChangeArrowheads="1"/>
          </p:cNvSpPr>
          <p:nvPr/>
        </p:nvSpPr>
        <p:spPr bwMode="auto">
          <a:xfrm>
            <a:off x="3021013" y="2149475"/>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a:t>
            </a:r>
            <a:endParaRPr lang="en-US" altLang="es-ES" sz="3600" i="0" u="sng"/>
          </a:p>
        </p:txBody>
      </p:sp>
      <p:sp>
        <p:nvSpPr>
          <p:cNvPr id="40992" name="Rectangle 31">
            <a:extLst>
              <a:ext uri="{FF2B5EF4-FFF2-40B4-BE49-F238E27FC236}">
                <a16:creationId xmlns:a16="http://schemas.microsoft.com/office/drawing/2014/main" id="{9674F033-E048-F616-1708-DEE83485D1B3}"/>
              </a:ext>
            </a:extLst>
          </p:cNvPr>
          <p:cNvSpPr>
            <a:spLocks noChangeArrowheads="1"/>
          </p:cNvSpPr>
          <p:nvPr/>
        </p:nvSpPr>
        <p:spPr bwMode="auto">
          <a:xfrm>
            <a:off x="5105400" y="2149475"/>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0000</a:t>
            </a:r>
            <a:endParaRPr lang="en-US" altLang="es-ES" sz="3600" i="0" u="sng"/>
          </a:p>
        </p:txBody>
      </p:sp>
      <p:sp>
        <p:nvSpPr>
          <p:cNvPr id="40993" name="Rectangle 32">
            <a:extLst>
              <a:ext uri="{FF2B5EF4-FFF2-40B4-BE49-F238E27FC236}">
                <a16:creationId xmlns:a16="http://schemas.microsoft.com/office/drawing/2014/main" id="{7F80F88F-C3A5-D9BE-D2A8-29469561BA23}"/>
              </a:ext>
            </a:extLst>
          </p:cNvPr>
          <p:cNvSpPr>
            <a:spLocks noChangeArrowheads="1"/>
          </p:cNvSpPr>
          <p:nvPr/>
        </p:nvSpPr>
        <p:spPr bwMode="auto">
          <a:xfrm>
            <a:off x="5768975" y="2149475"/>
            <a:ext cx="9017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Function</a:t>
            </a:r>
            <a:endParaRPr lang="en-US" altLang="es-ES" sz="3600" i="0" u="sng"/>
          </a:p>
        </p:txBody>
      </p:sp>
      <p:sp>
        <p:nvSpPr>
          <p:cNvPr id="40994" name="Rectangle 33">
            <a:extLst>
              <a:ext uri="{FF2B5EF4-FFF2-40B4-BE49-F238E27FC236}">
                <a16:creationId xmlns:a16="http://schemas.microsoft.com/office/drawing/2014/main" id="{64D2D0B6-306F-7CD3-35E8-B6F9D5CEF1A1}"/>
              </a:ext>
            </a:extLst>
          </p:cNvPr>
          <p:cNvSpPr>
            <a:spLocks noChangeArrowheads="1"/>
          </p:cNvSpPr>
          <p:nvPr/>
        </p:nvSpPr>
        <p:spPr bwMode="auto">
          <a:xfrm>
            <a:off x="6691313" y="2149475"/>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a:t>
            </a:r>
            <a:endParaRPr lang="en-US" altLang="es-ES" sz="3600" i="0" u="sng"/>
          </a:p>
        </p:txBody>
      </p:sp>
      <p:sp>
        <p:nvSpPr>
          <p:cNvPr id="40995" name="Rectangle 34">
            <a:extLst>
              <a:ext uri="{FF2B5EF4-FFF2-40B4-BE49-F238E27FC236}">
                <a16:creationId xmlns:a16="http://schemas.microsoft.com/office/drawing/2014/main" id="{6F2933DF-3854-9636-56A8-E8C7901E7C75}"/>
              </a:ext>
            </a:extLst>
          </p:cNvPr>
          <p:cNvSpPr>
            <a:spLocks noChangeArrowheads="1"/>
          </p:cNvSpPr>
          <p:nvPr/>
        </p:nvSpPr>
        <p:spPr bwMode="auto">
          <a:xfrm>
            <a:off x="7294563" y="2149475"/>
            <a:ext cx="8858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No write</a:t>
            </a:r>
            <a:endParaRPr lang="en-US" altLang="es-ES" sz="3600" i="0" u="sng"/>
          </a:p>
        </p:txBody>
      </p:sp>
      <p:sp>
        <p:nvSpPr>
          <p:cNvPr id="40996" name="Rectangle 35">
            <a:extLst>
              <a:ext uri="{FF2B5EF4-FFF2-40B4-BE49-F238E27FC236}">
                <a16:creationId xmlns:a16="http://schemas.microsoft.com/office/drawing/2014/main" id="{F3B7DB84-D3AD-2E15-797D-ED77F4DBBE4D}"/>
              </a:ext>
            </a:extLst>
          </p:cNvPr>
          <p:cNvSpPr>
            <a:spLocks noChangeArrowheads="1"/>
          </p:cNvSpPr>
          <p:nvPr/>
        </p:nvSpPr>
        <p:spPr bwMode="auto">
          <a:xfrm>
            <a:off x="8170863" y="2149475"/>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a:t>
            </a:r>
            <a:endParaRPr lang="en-US" altLang="es-ES" sz="3600" i="0" u="sng"/>
          </a:p>
        </p:txBody>
      </p:sp>
      <p:sp>
        <p:nvSpPr>
          <p:cNvPr id="40997" name="Rectangle 36">
            <a:extLst>
              <a:ext uri="{FF2B5EF4-FFF2-40B4-BE49-F238E27FC236}">
                <a16:creationId xmlns:a16="http://schemas.microsoft.com/office/drawing/2014/main" id="{A7AEDD44-77D0-70A1-8428-69F6A88564E6}"/>
              </a:ext>
            </a:extLst>
          </p:cNvPr>
          <p:cNvSpPr>
            <a:spLocks noChangeArrowheads="1"/>
          </p:cNvSpPr>
          <p:nvPr/>
        </p:nvSpPr>
        <p:spPr bwMode="auto">
          <a:xfrm>
            <a:off x="571500" y="2393950"/>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0998" name="Rectangle 37">
            <a:extLst>
              <a:ext uri="{FF2B5EF4-FFF2-40B4-BE49-F238E27FC236}">
                <a16:creationId xmlns:a16="http://schemas.microsoft.com/office/drawing/2014/main" id="{27EA1F93-4926-3B90-3BB8-C7A1E0FC919D}"/>
              </a:ext>
            </a:extLst>
          </p:cNvPr>
          <p:cNvSpPr>
            <a:spLocks noChangeArrowheads="1"/>
          </p:cNvSpPr>
          <p:nvPr/>
        </p:nvSpPr>
        <p:spPr bwMode="auto">
          <a:xfrm>
            <a:off x="715963" y="2393950"/>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0999" name="Rectangle 38">
            <a:extLst>
              <a:ext uri="{FF2B5EF4-FFF2-40B4-BE49-F238E27FC236}">
                <a16:creationId xmlns:a16="http://schemas.microsoft.com/office/drawing/2014/main" id="{D66342F3-67CB-6EB4-6E8F-25936DD44F4F}"/>
              </a:ext>
            </a:extLst>
          </p:cNvPr>
          <p:cNvSpPr>
            <a:spLocks noChangeArrowheads="1"/>
          </p:cNvSpPr>
          <p:nvPr/>
        </p:nvSpPr>
        <p:spPr bwMode="auto">
          <a:xfrm>
            <a:off x="1463675" y="2393950"/>
            <a:ext cx="415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001</a:t>
            </a:r>
            <a:endParaRPr lang="en-US" altLang="es-ES" sz="3600" i="0" u="sng"/>
          </a:p>
        </p:txBody>
      </p:sp>
      <p:sp>
        <p:nvSpPr>
          <p:cNvPr id="41000" name="Rectangle 39">
            <a:extLst>
              <a:ext uri="{FF2B5EF4-FFF2-40B4-BE49-F238E27FC236}">
                <a16:creationId xmlns:a16="http://schemas.microsoft.com/office/drawing/2014/main" id="{2340387A-1849-DF89-C4DE-ADFBFE6BF9A2}"/>
              </a:ext>
            </a:extLst>
          </p:cNvPr>
          <p:cNvSpPr>
            <a:spLocks noChangeArrowheads="1"/>
          </p:cNvSpPr>
          <p:nvPr/>
        </p:nvSpPr>
        <p:spPr bwMode="auto">
          <a:xfrm>
            <a:off x="2098675" y="2393950"/>
            <a:ext cx="9144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Constant</a:t>
            </a:r>
            <a:endParaRPr lang="en-US" altLang="es-ES" sz="3600" i="0" u="sng"/>
          </a:p>
        </p:txBody>
      </p:sp>
      <p:sp>
        <p:nvSpPr>
          <p:cNvPr id="41001" name="Rectangle 40">
            <a:extLst>
              <a:ext uri="{FF2B5EF4-FFF2-40B4-BE49-F238E27FC236}">
                <a16:creationId xmlns:a16="http://schemas.microsoft.com/office/drawing/2014/main" id="{AAC7D7D7-4F55-2C68-29E8-36C246712801}"/>
              </a:ext>
            </a:extLst>
          </p:cNvPr>
          <p:cNvSpPr>
            <a:spLocks noChangeArrowheads="1"/>
          </p:cNvSpPr>
          <p:nvPr/>
        </p:nvSpPr>
        <p:spPr bwMode="auto">
          <a:xfrm>
            <a:off x="3021013" y="2393950"/>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1002" name="Rectangle 41">
            <a:extLst>
              <a:ext uri="{FF2B5EF4-FFF2-40B4-BE49-F238E27FC236}">
                <a16:creationId xmlns:a16="http://schemas.microsoft.com/office/drawing/2014/main" id="{68661F39-0E00-1071-AED2-23EBF06263F0}"/>
              </a:ext>
            </a:extLst>
          </p:cNvPr>
          <p:cNvSpPr>
            <a:spLocks noChangeArrowheads="1"/>
          </p:cNvSpPr>
          <p:nvPr/>
        </p:nvSpPr>
        <p:spPr bwMode="auto">
          <a:xfrm>
            <a:off x="5105400" y="2393950"/>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0001</a:t>
            </a:r>
            <a:endParaRPr lang="en-US" altLang="es-ES" sz="3600" i="0" u="sng"/>
          </a:p>
        </p:txBody>
      </p:sp>
      <p:sp>
        <p:nvSpPr>
          <p:cNvPr id="41003" name="Rectangle 42">
            <a:extLst>
              <a:ext uri="{FF2B5EF4-FFF2-40B4-BE49-F238E27FC236}">
                <a16:creationId xmlns:a16="http://schemas.microsoft.com/office/drawing/2014/main" id="{69D0C361-E56C-3038-1D30-D44E0F245DEE}"/>
              </a:ext>
            </a:extLst>
          </p:cNvPr>
          <p:cNvSpPr>
            <a:spLocks noChangeArrowheads="1"/>
          </p:cNvSpPr>
          <p:nvPr/>
        </p:nvSpPr>
        <p:spPr bwMode="auto">
          <a:xfrm>
            <a:off x="5768975" y="2393950"/>
            <a:ext cx="796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Data In</a:t>
            </a:r>
            <a:endParaRPr lang="en-US" altLang="es-ES" sz="3600" i="0" u="sng"/>
          </a:p>
        </p:txBody>
      </p:sp>
      <p:sp>
        <p:nvSpPr>
          <p:cNvPr id="41004" name="Rectangle 43">
            <a:extLst>
              <a:ext uri="{FF2B5EF4-FFF2-40B4-BE49-F238E27FC236}">
                <a16:creationId xmlns:a16="http://schemas.microsoft.com/office/drawing/2014/main" id="{FEB6DE27-B5A7-E6FF-48B6-61C8666EEB8B}"/>
              </a:ext>
            </a:extLst>
          </p:cNvPr>
          <p:cNvSpPr>
            <a:spLocks noChangeArrowheads="1"/>
          </p:cNvSpPr>
          <p:nvPr/>
        </p:nvSpPr>
        <p:spPr bwMode="auto">
          <a:xfrm>
            <a:off x="6691313" y="2393950"/>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1005" name="Rectangle 44">
            <a:extLst>
              <a:ext uri="{FF2B5EF4-FFF2-40B4-BE49-F238E27FC236}">
                <a16:creationId xmlns:a16="http://schemas.microsoft.com/office/drawing/2014/main" id="{D13B36C6-E5F2-E075-F58D-EA5260CCB97E}"/>
              </a:ext>
            </a:extLst>
          </p:cNvPr>
          <p:cNvSpPr>
            <a:spLocks noChangeArrowheads="1"/>
          </p:cNvSpPr>
          <p:nvPr/>
        </p:nvSpPr>
        <p:spPr bwMode="auto">
          <a:xfrm>
            <a:off x="7294563" y="2393950"/>
            <a:ext cx="622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Write</a:t>
            </a:r>
            <a:endParaRPr lang="en-US" altLang="es-ES" sz="3600" i="0" u="sng"/>
          </a:p>
        </p:txBody>
      </p:sp>
      <p:sp>
        <p:nvSpPr>
          <p:cNvPr id="41006" name="Rectangle 45">
            <a:extLst>
              <a:ext uri="{FF2B5EF4-FFF2-40B4-BE49-F238E27FC236}">
                <a16:creationId xmlns:a16="http://schemas.microsoft.com/office/drawing/2014/main" id="{95EFFA63-7E8E-64F6-DA41-93F0F018A466}"/>
              </a:ext>
            </a:extLst>
          </p:cNvPr>
          <p:cNvSpPr>
            <a:spLocks noChangeArrowheads="1"/>
          </p:cNvSpPr>
          <p:nvPr/>
        </p:nvSpPr>
        <p:spPr bwMode="auto">
          <a:xfrm>
            <a:off x="8170863" y="2393950"/>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1007" name="Rectangle 46">
            <a:extLst>
              <a:ext uri="{FF2B5EF4-FFF2-40B4-BE49-F238E27FC236}">
                <a16:creationId xmlns:a16="http://schemas.microsoft.com/office/drawing/2014/main" id="{57953521-D2EE-F5FB-7DBF-F06900FF1C6B}"/>
              </a:ext>
            </a:extLst>
          </p:cNvPr>
          <p:cNvSpPr>
            <a:spLocks noChangeArrowheads="1"/>
          </p:cNvSpPr>
          <p:nvPr/>
        </p:nvSpPr>
        <p:spPr bwMode="auto">
          <a:xfrm>
            <a:off x="571500" y="2638425"/>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1008" name="Rectangle 47">
            <a:extLst>
              <a:ext uri="{FF2B5EF4-FFF2-40B4-BE49-F238E27FC236}">
                <a16:creationId xmlns:a16="http://schemas.microsoft.com/office/drawing/2014/main" id="{1A661C5B-DCB0-E2D9-C376-63AD5B2E35B8}"/>
              </a:ext>
            </a:extLst>
          </p:cNvPr>
          <p:cNvSpPr>
            <a:spLocks noChangeArrowheads="1"/>
          </p:cNvSpPr>
          <p:nvPr/>
        </p:nvSpPr>
        <p:spPr bwMode="auto">
          <a:xfrm>
            <a:off x="715963" y="2638425"/>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2</a:t>
            </a:r>
            <a:endParaRPr lang="en-US" altLang="es-ES" sz="3600" i="0" u="sng"/>
          </a:p>
        </p:txBody>
      </p:sp>
      <p:sp>
        <p:nvSpPr>
          <p:cNvPr id="41009" name="Rectangle 48">
            <a:extLst>
              <a:ext uri="{FF2B5EF4-FFF2-40B4-BE49-F238E27FC236}">
                <a16:creationId xmlns:a16="http://schemas.microsoft.com/office/drawing/2014/main" id="{944C8148-B5F5-BEA8-57BB-A13E43E4AE0B}"/>
              </a:ext>
            </a:extLst>
          </p:cNvPr>
          <p:cNvSpPr>
            <a:spLocks noChangeArrowheads="1"/>
          </p:cNvSpPr>
          <p:nvPr/>
        </p:nvSpPr>
        <p:spPr bwMode="auto">
          <a:xfrm>
            <a:off x="1463675" y="2638425"/>
            <a:ext cx="415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010</a:t>
            </a:r>
            <a:endParaRPr lang="en-US" altLang="es-ES" sz="3600" i="0" u="sng"/>
          </a:p>
        </p:txBody>
      </p:sp>
      <p:sp>
        <p:nvSpPr>
          <p:cNvPr id="41010" name="Rectangle 49">
            <a:extLst>
              <a:ext uri="{FF2B5EF4-FFF2-40B4-BE49-F238E27FC236}">
                <a16:creationId xmlns:a16="http://schemas.microsoft.com/office/drawing/2014/main" id="{56FFFBBA-16C0-9FE0-FF77-2FFF564C0271}"/>
              </a:ext>
            </a:extLst>
          </p:cNvPr>
          <p:cNvSpPr>
            <a:spLocks noChangeArrowheads="1"/>
          </p:cNvSpPr>
          <p:nvPr/>
        </p:nvSpPr>
        <p:spPr bwMode="auto">
          <a:xfrm>
            <a:off x="5105400" y="2638425"/>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0010</a:t>
            </a:r>
            <a:endParaRPr lang="en-US" altLang="es-ES" sz="3600" i="0" u="sng"/>
          </a:p>
        </p:txBody>
      </p:sp>
      <p:sp>
        <p:nvSpPr>
          <p:cNvPr id="41011" name="Rectangle 50">
            <a:extLst>
              <a:ext uri="{FF2B5EF4-FFF2-40B4-BE49-F238E27FC236}">
                <a16:creationId xmlns:a16="http://schemas.microsoft.com/office/drawing/2014/main" id="{C8972B9D-9C79-7697-F55F-E22354F5C855}"/>
              </a:ext>
            </a:extLst>
          </p:cNvPr>
          <p:cNvSpPr>
            <a:spLocks noChangeArrowheads="1"/>
          </p:cNvSpPr>
          <p:nvPr/>
        </p:nvSpPr>
        <p:spPr bwMode="auto">
          <a:xfrm>
            <a:off x="571500" y="2882900"/>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1012" name="Rectangle 51">
            <a:extLst>
              <a:ext uri="{FF2B5EF4-FFF2-40B4-BE49-F238E27FC236}">
                <a16:creationId xmlns:a16="http://schemas.microsoft.com/office/drawing/2014/main" id="{FDBFF507-15A1-E7AE-4843-C12B2B4DC522}"/>
              </a:ext>
            </a:extLst>
          </p:cNvPr>
          <p:cNvSpPr>
            <a:spLocks noChangeArrowheads="1"/>
          </p:cNvSpPr>
          <p:nvPr/>
        </p:nvSpPr>
        <p:spPr bwMode="auto">
          <a:xfrm>
            <a:off x="715963" y="2882900"/>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3</a:t>
            </a:r>
            <a:endParaRPr lang="en-US" altLang="es-ES" sz="3600" i="0" u="sng"/>
          </a:p>
        </p:txBody>
      </p:sp>
      <p:sp>
        <p:nvSpPr>
          <p:cNvPr id="41013" name="Rectangle 52">
            <a:extLst>
              <a:ext uri="{FF2B5EF4-FFF2-40B4-BE49-F238E27FC236}">
                <a16:creationId xmlns:a16="http://schemas.microsoft.com/office/drawing/2014/main" id="{5A30DC90-EB80-CB25-EF03-3ECEABABF80D}"/>
              </a:ext>
            </a:extLst>
          </p:cNvPr>
          <p:cNvSpPr>
            <a:spLocks noChangeArrowheads="1"/>
          </p:cNvSpPr>
          <p:nvPr/>
        </p:nvSpPr>
        <p:spPr bwMode="auto">
          <a:xfrm>
            <a:off x="1463675" y="2882900"/>
            <a:ext cx="415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011</a:t>
            </a:r>
            <a:endParaRPr lang="en-US" altLang="es-ES" sz="3600" i="0" u="sng"/>
          </a:p>
        </p:txBody>
      </p:sp>
      <p:sp>
        <p:nvSpPr>
          <p:cNvPr id="41014" name="Rectangle 53">
            <a:extLst>
              <a:ext uri="{FF2B5EF4-FFF2-40B4-BE49-F238E27FC236}">
                <a16:creationId xmlns:a16="http://schemas.microsoft.com/office/drawing/2014/main" id="{07143EC3-DCA9-4872-7CE1-40012850ACCE}"/>
              </a:ext>
            </a:extLst>
          </p:cNvPr>
          <p:cNvSpPr>
            <a:spLocks noChangeArrowheads="1"/>
          </p:cNvSpPr>
          <p:nvPr/>
        </p:nvSpPr>
        <p:spPr bwMode="auto">
          <a:xfrm>
            <a:off x="5105400" y="2882900"/>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0011</a:t>
            </a:r>
            <a:endParaRPr lang="en-US" altLang="es-ES" sz="3600" i="0" u="sng"/>
          </a:p>
        </p:txBody>
      </p:sp>
      <p:sp>
        <p:nvSpPr>
          <p:cNvPr id="41015" name="Rectangle 54">
            <a:extLst>
              <a:ext uri="{FF2B5EF4-FFF2-40B4-BE49-F238E27FC236}">
                <a16:creationId xmlns:a16="http://schemas.microsoft.com/office/drawing/2014/main" id="{213F0AC6-7485-A57C-95BE-33AFC44AA977}"/>
              </a:ext>
            </a:extLst>
          </p:cNvPr>
          <p:cNvSpPr>
            <a:spLocks noChangeArrowheads="1"/>
          </p:cNvSpPr>
          <p:nvPr/>
        </p:nvSpPr>
        <p:spPr bwMode="auto">
          <a:xfrm>
            <a:off x="571500" y="3127375"/>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1016" name="Rectangle 55">
            <a:extLst>
              <a:ext uri="{FF2B5EF4-FFF2-40B4-BE49-F238E27FC236}">
                <a16:creationId xmlns:a16="http://schemas.microsoft.com/office/drawing/2014/main" id="{917E510E-D341-CADE-247B-31E5900B6AB2}"/>
              </a:ext>
            </a:extLst>
          </p:cNvPr>
          <p:cNvSpPr>
            <a:spLocks noChangeArrowheads="1"/>
          </p:cNvSpPr>
          <p:nvPr/>
        </p:nvSpPr>
        <p:spPr bwMode="auto">
          <a:xfrm>
            <a:off x="715963" y="3127375"/>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4</a:t>
            </a:r>
            <a:endParaRPr lang="en-US" altLang="es-ES" sz="3600" i="0" u="sng"/>
          </a:p>
        </p:txBody>
      </p:sp>
      <p:sp>
        <p:nvSpPr>
          <p:cNvPr id="41017" name="Rectangle 56">
            <a:extLst>
              <a:ext uri="{FF2B5EF4-FFF2-40B4-BE49-F238E27FC236}">
                <a16:creationId xmlns:a16="http://schemas.microsoft.com/office/drawing/2014/main" id="{898E5249-2B45-64F0-CC7E-FF41411FE486}"/>
              </a:ext>
            </a:extLst>
          </p:cNvPr>
          <p:cNvSpPr>
            <a:spLocks noChangeArrowheads="1"/>
          </p:cNvSpPr>
          <p:nvPr/>
        </p:nvSpPr>
        <p:spPr bwMode="auto">
          <a:xfrm>
            <a:off x="1463675" y="3127375"/>
            <a:ext cx="415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100</a:t>
            </a:r>
            <a:endParaRPr lang="en-US" altLang="es-ES" sz="3600" i="0" u="sng"/>
          </a:p>
        </p:txBody>
      </p:sp>
      <p:sp>
        <p:nvSpPr>
          <p:cNvPr id="41018" name="Rectangle 57">
            <a:extLst>
              <a:ext uri="{FF2B5EF4-FFF2-40B4-BE49-F238E27FC236}">
                <a16:creationId xmlns:a16="http://schemas.microsoft.com/office/drawing/2014/main" id="{89D3828A-0081-CEE3-DED2-055EEF908CA1}"/>
              </a:ext>
            </a:extLst>
          </p:cNvPr>
          <p:cNvSpPr>
            <a:spLocks noChangeArrowheads="1"/>
          </p:cNvSpPr>
          <p:nvPr/>
        </p:nvSpPr>
        <p:spPr bwMode="auto">
          <a:xfrm>
            <a:off x="5105400" y="3127375"/>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0100</a:t>
            </a:r>
            <a:endParaRPr lang="en-US" altLang="es-ES" sz="3600" i="0" u="sng"/>
          </a:p>
        </p:txBody>
      </p:sp>
      <p:sp>
        <p:nvSpPr>
          <p:cNvPr id="41019" name="Rectangle 58">
            <a:extLst>
              <a:ext uri="{FF2B5EF4-FFF2-40B4-BE49-F238E27FC236}">
                <a16:creationId xmlns:a16="http://schemas.microsoft.com/office/drawing/2014/main" id="{799DE4CC-ADCC-3DC8-9E75-5F79CFEAC453}"/>
              </a:ext>
            </a:extLst>
          </p:cNvPr>
          <p:cNvSpPr>
            <a:spLocks noChangeArrowheads="1"/>
          </p:cNvSpPr>
          <p:nvPr/>
        </p:nvSpPr>
        <p:spPr bwMode="auto">
          <a:xfrm>
            <a:off x="571500" y="3371850"/>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1020" name="Rectangle 59">
            <a:extLst>
              <a:ext uri="{FF2B5EF4-FFF2-40B4-BE49-F238E27FC236}">
                <a16:creationId xmlns:a16="http://schemas.microsoft.com/office/drawing/2014/main" id="{E7104B8A-84E7-2F23-86D7-4580F4B3F185}"/>
              </a:ext>
            </a:extLst>
          </p:cNvPr>
          <p:cNvSpPr>
            <a:spLocks noChangeArrowheads="1"/>
          </p:cNvSpPr>
          <p:nvPr/>
        </p:nvSpPr>
        <p:spPr bwMode="auto">
          <a:xfrm>
            <a:off x="715963" y="3371850"/>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5</a:t>
            </a:r>
            <a:endParaRPr lang="en-US" altLang="es-ES" sz="3600" i="0" u="sng"/>
          </a:p>
        </p:txBody>
      </p:sp>
      <p:sp>
        <p:nvSpPr>
          <p:cNvPr id="41021" name="Rectangle 60">
            <a:extLst>
              <a:ext uri="{FF2B5EF4-FFF2-40B4-BE49-F238E27FC236}">
                <a16:creationId xmlns:a16="http://schemas.microsoft.com/office/drawing/2014/main" id="{BFDD1AA0-A1A8-498D-576E-7D2CB2235EFB}"/>
              </a:ext>
            </a:extLst>
          </p:cNvPr>
          <p:cNvSpPr>
            <a:spLocks noChangeArrowheads="1"/>
          </p:cNvSpPr>
          <p:nvPr/>
        </p:nvSpPr>
        <p:spPr bwMode="auto">
          <a:xfrm>
            <a:off x="1463675" y="3371850"/>
            <a:ext cx="415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101</a:t>
            </a:r>
            <a:endParaRPr lang="en-US" altLang="es-ES" sz="3600" i="0" u="sng"/>
          </a:p>
        </p:txBody>
      </p:sp>
      <p:sp>
        <p:nvSpPr>
          <p:cNvPr id="41022" name="Rectangle 61">
            <a:extLst>
              <a:ext uri="{FF2B5EF4-FFF2-40B4-BE49-F238E27FC236}">
                <a16:creationId xmlns:a16="http://schemas.microsoft.com/office/drawing/2014/main" id="{68ABC258-F129-1DA1-F61F-91ADFFEE1604}"/>
              </a:ext>
            </a:extLst>
          </p:cNvPr>
          <p:cNvSpPr>
            <a:spLocks noChangeArrowheads="1"/>
          </p:cNvSpPr>
          <p:nvPr/>
        </p:nvSpPr>
        <p:spPr bwMode="auto">
          <a:xfrm>
            <a:off x="5105400" y="3371850"/>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0101</a:t>
            </a:r>
            <a:endParaRPr lang="en-US" altLang="es-ES" sz="3600" i="0" u="sng"/>
          </a:p>
        </p:txBody>
      </p:sp>
      <p:sp>
        <p:nvSpPr>
          <p:cNvPr id="41023" name="Rectangle 62">
            <a:extLst>
              <a:ext uri="{FF2B5EF4-FFF2-40B4-BE49-F238E27FC236}">
                <a16:creationId xmlns:a16="http://schemas.microsoft.com/office/drawing/2014/main" id="{265E184C-6A4A-4BC3-4E72-50C0A8236803}"/>
              </a:ext>
            </a:extLst>
          </p:cNvPr>
          <p:cNvSpPr>
            <a:spLocks noChangeArrowheads="1"/>
          </p:cNvSpPr>
          <p:nvPr/>
        </p:nvSpPr>
        <p:spPr bwMode="auto">
          <a:xfrm>
            <a:off x="571500" y="3616325"/>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1024" name="Rectangle 63">
            <a:extLst>
              <a:ext uri="{FF2B5EF4-FFF2-40B4-BE49-F238E27FC236}">
                <a16:creationId xmlns:a16="http://schemas.microsoft.com/office/drawing/2014/main" id="{26C58D00-B7C3-1BD7-1E86-459A522DA651}"/>
              </a:ext>
            </a:extLst>
          </p:cNvPr>
          <p:cNvSpPr>
            <a:spLocks noChangeArrowheads="1"/>
          </p:cNvSpPr>
          <p:nvPr/>
        </p:nvSpPr>
        <p:spPr bwMode="auto">
          <a:xfrm>
            <a:off x="715963" y="3616325"/>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6</a:t>
            </a:r>
            <a:endParaRPr lang="en-US" altLang="es-ES" sz="3600" i="0" u="sng"/>
          </a:p>
        </p:txBody>
      </p:sp>
      <p:sp>
        <p:nvSpPr>
          <p:cNvPr id="41025" name="Rectangle 64">
            <a:extLst>
              <a:ext uri="{FF2B5EF4-FFF2-40B4-BE49-F238E27FC236}">
                <a16:creationId xmlns:a16="http://schemas.microsoft.com/office/drawing/2014/main" id="{43280618-41EF-9093-E265-7BBF3FF2D271}"/>
              </a:ext>
            </a:extLst>
          </p:cNvPr>
          <p:cNvSpPr>
            <a:spLocks noChangeArrowheads="1"/>
          </p:cNvSpPr>
          <p:nvPr/>
        </p:nvSpPr>
        <p:spPr bwMode="auto">
          <a:xfrm>
            <a:off x="1463675" y="3616325"/>
            <a:ext cx="415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110</a:t>
            </a:r>
            <a:endParaRPr lang="en-US" altLang="es-ES" sz="3600" i="0" u="sng"/>
          </a:p>
        </p:txBody>
      </p:sp>
      <p:sp>
        <p:nvSpPr>
          <p:cNvPr id="41026" name="Rectangle 65">
            <a:extLst>
              <a:ext uri="{FF2B5EF4-FFF2-40B4-BE49-F238E27FC236}">
                <a16:creationId xmlns:a16="http://schemas.microsoft.com/office/drawing/2014/main" id="{A9067B09-1F6C-416D-5BD8-D901C2DF5F34}"/>
              </a:ext>
            </a:extLst>
          </p:cNvPr>
          <p:cNvSpPr>
            <a:spLocks noChangeArrowheads="1"/>
          </p:cNvSpPr>
          <p:nvPr/>
        </p:nvSpPr>
        <p:spPr bwMode="auto">
          <a:xfrm>
            <a:off x="5105400" y="3616325"/>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0110</a:t>
            </a:r>
            <a:endParaRPr lang="en-US" altLang="es-ES" sz="3600" i="0" u="sng"/>
          </a:p>
        </p:txBody>
      </p:sp>
      <p:sp>
        <p:nvSpPr>
          <p:cNvPr id="41027" name="Rectangle 66">
            <a:extLst>
              <a:ext uri="{FF2B5EF4-FFF2-40B4-BE49-F238E27FC236}">
                <a16:creationId xmlns:a16="http://schemas.microsoft.com/office/drawing/2014/main" id="{5C3DE445-BBFE-99E9-9014-11DEDFB38894}"/>
              </a:ext>
            </a:extLst>
          </p:cNvPr>
          <p:cNvSpPr>
            <a:spLocks noChangeArrowheads="1"/>
          </p:cNvSpPr>
          <p:nvPr/>
        </p:nvSpPr>
        <p:spPr bwMode="auto">
          <a:xfrm>
            <a:off x="571500" y="3860800"/>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1028" name="Rectangle 67">
            <a:extLst>
              <a:ext uri="{FF2B5EF4-FFF2-40B4-BE49-F238E27FC236}">
                <a16:creationId xmlns:a16="http://schemas.microsoft.com/office/drawing/2014/main" id="{4B00B585-FCB6-4EBD-92CB-7F6E128119CB}"/>
              </a:ext>
            </a:extLst>
          </p:cNvPr>
          <p:cNvSpPr>
            <a:spLocks noChangeArrowheads="1"/>
          </p:cNvSpPr>
          <p:nvPr/>
        </p:nvSpPr>
        <p:spPr bwMode="auto">
          <a:xfrm>
            <a:off x="715963" y="3860800"/>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7</a:t>
            </a:r>
            <a:endParaRPr lang="en-US" altLang="es-ES" sz="3600" i="0" u="sng"/>
          </a:p>
        </p:txBody>
      </p:sp>
      <p:sp>
        <p:nvSpPr>
          <p:cNvPr id="41029" name="Rectangle 68">
            <a:extLst>
              <a:ext uri="{FF2B5EF4-FFF2-40B4-BE49-F238E27FC236}">
                <a16:creationId xmlns:a16="http://schemas.microsoft.com/office/drawing/2014/main" id="{2CD638F5-2045-D9E3-530A-DCABB5F00749}"/>
              </a:ext>
            </a:extLst>
          </p:cNvPr>
          <p:cNvSpPr>
            <a:spLocks noChangeArrowheads="1"/>
          </p:cNvSpPr>
          <p:nvPr/>
        </p:nvSpPr>
        <p:spPr bwMode="auto">
          <a:xfrm>
            <a:off x="1463675" y="3860800"/>
            <a:ext cx="415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111</a:t>
            </a:r>
            <a:endParaRPr lang="en-US" altLang="es-ES" sz="3600" i="0" u="sng"/>
          </a:p>
        </p:txBody>
      </p:sp>
      <p:sp>
        <p:nvSpPr>
          <p:cNvPr id="41030" name="Rectangle 69">
            <a:extLst>
              <a:ext uri="{FF2B5EF4-FFF2-40B4-BE49-F238E27FC236}">
                <a16:creationId xmlns:a16="http://schemas.microsoft.com/office/drawing/2014/main" id="{8C6EE088-4D8E-5D6C-8DFF-7D6E63293EF6}"/>
              </a:ext>
            </a:extLst>
          </p:cNvPr>
          <p:cNvSpPr>
            <a:spLocks noChangeArrowheads="1"/>
          </p:cNvSpPr>
          <p:nvPr/>
        </p:nvSpPr>
        <p:spPr bwMode="auto">
          <a:xfrm>
            <a:off x="5105400" y="3860800"/>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0111</a:t>
            </a:r>
            <a:endParaRPr lang="en-US" altLang="es-ES" sz="3600" i="0" u="sng"/>
          </a:p>
        </p:txBody>
      </p:sp>
      <p:sp>
        <p:nvSpPr>
          <p:cNvPr id="41031" name="Rectangle 70">
            <a:extLst>
              <a:ext uri="{FF2B5EF4-FFF2-40B4-BE49-F238E27FC236}">
                <a16:creationId xmlns:a16="http://schemas.microsoft.com/office/drawing/2014/main" id="{6DFCADD9-F8A1-4818-6BC0-FB6EE82B23FA}"/>
              </a:ext>
            </a:extLst>
          </p:cNvPr>
          <p:cNvSpPr>
            <a:spLocks noChangeArrowheads="1"/>
          </p:cNvSpPr>
          <p:nvPr/>
        </p:nvSpPr>
        <p:spPr bwMode="auto">
          <a:xfrm>
            <a:off x="5105400" y="4105275"/>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1000</a:t>
            </a:r>
            <a:endParaRPr lang="en-US" altLang="es-ES" sz="3600" i="0" u="sng"/>
          </a:p>
        </p:txBody>
      </p:sp>
      <p:sp>
        <p:nvSpPr>
          <p:cNvPr id="41032" name="Rectangle 71">
            <a:extLst>
              <a:ext uri="{FF2B5EF4-FFF2-40B4-BE49-F238E27FC236}">
                <a16:creationId xmlns:a16="http://schemas.microsoft.com/office/drawing/2014/main" id="{11CB6CAA-8812-C185-CB4E-61D3CE43B176}"/>
              </a:ext>
            </a:extLst>
          </p:cNvPr>
          <p:cNvSpPr>
            <a:spLocks noChangeArrowheads="1"/>
          </p:cNvSpPr>
          <p:nvPr/>
        </p:nvSpPr>
        <p:spPr bwMode="auto">
          <a:xfrm>
            <a:off x="5105400" y="4349750"/>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1001</a:t>
            </a:r>
            <a:endParaRPr lang="en-US" altLang="es-ES" sz="3600" i="0" u="sng"/>
          </a:p>
        </p:txBody>
      </p:sp>
      <p:sp>
        <p:nvSpPr>
          <p:cNvPr id="41033" name="Rectangle 72">
            <a:extLst>
              <a:ext uri="{FF2B5EF4-FFF2-40B4-BE49-F238E27FC236}">
                <a16:creationId xmlns:a16="http://schemas.microsoft.com/office/drawing/2014/main" id="{06D18127-912C-D918-1F7B-9DACED4E6D41}"/>
              </a:ext>
            </a:extLst>
          </p:cNvPr>
          <p:cNvSpPr>
            <a:spLocks noChangeArrowheads="1"/>
          </p:cNvSpPr>
          <p:nvPr/>
        </p:nvSpPr>
        <p:spPr bwMode="auto">
          <a:xfrm>
            <a:off x="5105400" y="4594225"/>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1010</a:t>
            </a:r>
            <a:endParaRPr lang="en-US" altLang="es-ES" sz="3600" i="0" u="sng"/>
          </a:p>
        </p:txBody>
      </p:sp>
      <p:sp>
        <p:nvSpPr>
          <p:cNvPr id="41034" name="Rectangle 73">
            <a:extLst>
              <a:ext uri="{FF2B5EF4-FFF2-40B4-BE49-F238E27FC236}">
                <a16:creationId xmlns:a16="http://schemas.microsoft.com/office/drawing/2014/main" id="{D8A6D207-91D6-9F53-70A6-DB019B3F70DD}"/>
              </a:ext>
            </a:extLst>
          </p:cNvPr>
          <p:cNvSpPr>
            <a:spLocks noChangeArrowheads="1"/>
          </p:cNvSpPr>
          <p:nvPr/>
        </p:nvSpPr>
        <p:spPr bwMode="auto">
          <a:xfrm>
            <a:off x="5105400" y="4838700"/>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1011</a:t>
            </a:r>
            <a:endParaRPr lang="en-US" altLang="es-ES" sz="3600" i="0" u="sng"/>
          </a:p>
        </p:txBody>
      </p:sp>
      <p:sp>
        <p:nvSpPr>
          <p:cNvPr id="41035" name="Rectangle 74">
            <a:extLst>
              <a:ext uri="{FF2B5EF4-FFF2-40B4-BE49-F238E27FC236}">
                <a16:creationId xmlns:a16="http://schemas.microsoft.com/office/drawing/2014/main" id="{19392C9E-0930-C147-9D81-0CE74A3F1EC3}"/>
              </a:ext>
            </a:extLst>
          </p:cNvPr>
          <p:cNvSpPr>
            <a:spLocks noChangeArrowheads="1"/>
          </p:cNvSpPr>
          <p:nvPr/>
        </p:nvSpPr>
        <p:spPr bwMode="auto">
          <a:xfrm>
            <a:off x="5105400" y="5083175"/>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1100</a:t>
            </a:r>
            <a:endParaRPr lang="en-US" altLang="es-ES" sz="3600" i="0" u="sng"/>
          </a:p>
        </p:txBody>
      </p:sp>
      <p:sp>
        <p:nvSpPr>
          <p:cNvPr id="41036" name="Rectangle 75">
            <a:extLst>
              <a:ext uri="{FF2B5EF4-FFF2-40B4-BE49-F238E27FC236}">
                <a16:creationId xmlns:a16="http://schemas.microsoft.com/office/drawing/2014/main" id="{4A14180C-3CE2-5671-7FD2-12AB47A87BFD}"/>
              </a:ext>
            </a:extLst>
          </p:cNvPr>
          <p:cNvSpPr>
            <a:spLocks noChangeArrowheads="1"/>
          </p:cNvSpPr>
          <p:nvPr/>
        </p:nvSpPr>
        <p:spPr bwMode="auto">
          <a:xfrm>
            <a:off x="5105400" y="5327650"/>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1101</a:t>
            </a:r>
            <a:endParaRPr lang="en-US" altLang="es-ES" sz="3600" i="0" u="sng"/>
          </a:p>
        </p:txBody>
      </p:sp>
      <p:sp>
        <p:nvSpPr>
          <p:cNvPr id="41037" name="Rectangle 76">
            <a:extLst>
              <a:ext uri="{FF2B5EF4-FFF2-40B4-BE49-F238E27FC236}">
                <a16:creationId xmlns:a16="http://schemas.microsoft.com/office/drawing/2014/main" id="{5944F8DB-E69F-5F75-3A75-02D1F324BBD5}"/>
              </a:ext>
            </a:extLst>
          </p:cNvPr>
          <p:cNvSpPr>
            <a:spLocks noChangeArrowheads="1"/>
          </p:cNvSpPr>
          <p:nvPr/>
        </p:nvSpPr>
        <p:spPr bwMode="auto">
          <a:xfrm>
            <a:off x="5105400" y="5572125"/>
            <a:ext cx="517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1110</a:t>
            </a:r>
            <a:endParaRPr lang="en-US" altLang="es-ES" sz="3600" i="0" u="sng"/>
          </a:p>
        </p:txBody>
      </p:sp>
      <p:sp>
        <p:nvSpPr>
          <p:cNvPr id="41038" name="Line 77">
            <a:extLst>
              <a:ext uri="{FF2B5EF4-FFF2-40B4-BE49-F238E27FC236}">
                <a16:creationId xmlns:a16="http://schemas.microsoft.com/office/drawing/2014/main" id="{FD2F59F4-5380-9112-FFAA-D581CF5F45F2}"/>
              </a:ext>
            </a:extLst>
          </p:cNvPr>
          <p:cNvSpPr>
            <a:spLocks noChangeShapeType="1"/>
          </p:cNvSpPr>
          <p:nvPr/>
        </p:nvSpPr>
        <p:spPr bwMode="auto">
          <a:xfrm>
            <a:off x="571500" y="1160463"/>
            <a:ext cx="8045450" cy="1587"/>
          </a:xfrm>
          <a:prstGeom prst="line">
            <a:avLst/>
          </a:prstGeom>
          <a:noFill/>
          <a:ln w="2222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1039" name="Freeform 78">
            <a:extLst>
              <a:ext uri="{FF2B5EF4-FFF2-40B4-BE49-F238E27FC236}">
                <a16:creationId xmlns:a16="http://schemas.microsoft.com/office/drawing/2014/main" id="{099AFDB2-C3FF-6675-05E9-593196CE3FD2}"/>
              </a:ext>
            </a:extLst>
          </p:cNvPr>
          <p:cNvSpPr>
            <a:spLocks noEditPoints="1"/>
          </p:cNvSpPr>
          <p:nvPr/>
        </p:nvSpPr>
        <p:spPr bwMode="auto">
          <a:xfrm>
            <a:off x="571500" y="1582738"/>
            <a:ext cx="8045450" cy="1587"/>
          </a:xfrm>
          <a:custGeom>
            <a:avLst/>
            <a:gdLst>
              <a:gd name="T0" fmla="*/ 0 w 5068"/>
              <a:gd name="T1" fmla="*/ 0 h 1587"/>
              <a:gd name="T2" fmla="*/ 864 w 5068"/>
              <a:gd name="T3" fmla="*/ 0 h 1587"/>
              <a:gd name="T4" fmla="*/ 962 w 5068"/>
              <a:gd name="T5" fmla="*/ 0 h 1587"/>
              <a:gd name="T6" fmla="*/ 1826 w 5068"/>
              <a:gd name="T7" fmla="*/ 0 h 1587"/>
              <a:gd name="T8" fmla="*/ 1914 w 5068"/>
              <a:gd name="T9" fmla="*/ 0 h 1587"/>
              <a:gd name="T10" fmla="*/ 3176 w 5068"/>
              <a:gd name="T11" fmla="*/ 0 h 1587"/>
              <a:gd name="T12" fmla="*/ 3274 w 5068"/>
              <a:gd name="T13" fmla="*/ 0 h 1587"/>
              <a:gd name="T14" fmla="*/ 4148 w 5068"/>
              <a:gd name="T15" fmla="*/ 0 h 1587"/>
              <a:gd name="T16" fmla="*/ 4234 w 5068"/>
              <a:gd name="T17" fmla="*/ 0 h 1587"/>
              <a:gd name="T18" fmla="*/ 5068 w 5068"/>
              <a:gd name="T19" fmla="*/ 0 h 15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68"/>
              <a:gd name="T31" fmla="*/ 0 h 1587"/>
              <a:gd name="T32" fmla="*/ 5068 w 5068"/>
              <a:gd name="T33" fmla="*/ 1587 h 158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68" h="1587">
                <a:moveTo>
                  <a:pt x="0" y="0"/>
                </a:moveTo>
                <a:lnTo>
                  <a:pt x="864" y="0"/>
                </a:lnTo>
                <a:moveTo>
                  <a:pt x="962" y="0"/>
                </a:moveTo>
                <a:lnTo>
                  <a:pt x="1826" y="0"/>
                </a:lnTo>
                <a:moveTo>
                  <a:pt x="1914" y="0"/>
                </a:moveTo>
                <a:lnTo>
                  <a:pt x="3176" y="0"/>
                </a:lnTo>
                <a:moveTo>
                  <a:pt x="3274" y="0"/>
                </a:moveTo>
                <a:lnTo>
                  <a:pt x="4148" y="0"/>
                </a:lnTo>
                <a:moveTo>
                  <a:pt x="4234" y="0"/>
                </a:moveTo>
                <a:lnTo>
                  <a:pt x="5068" y="0"/>
                </a:lnTo>
              </a:path>
            </a:pathLst>
          </a:custGeom>
          <a:noFill/>
          <a:ln w="22225">
            <a:solidFill>
              <a:srgbClr val="7F7F7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1040" name="Freeform 79">
            <a:extLst>
              <a:ext uri="{FF2B5EF4-FFF2-40B4-BE49-F238E27FC236}">
                <a16:creationId xmlns:a16="http://schemas.microsoft.com/office/drawing/2014/main" id="{D71B6D8D-3C7F-6267-D68F-8E074715E543}"/>
              </a:ext>
            </a:extLst>
          </p:cNvPr>
          <p:cNvSpPr>
            <a:spLocks noEditPoints="1"/>
          </p:cNvSpPr>
          <p:nvPr/>
        </p:nvSpPr>
        <p:spPr bwMode="auto">
          <a:xfrm>
            <a:off x="571500" y="2005013"/>
            <a:ext cx="8045450" cy="3956050"/>
          </a:xfrm>
          <a:custGeom>
            <a:avLst/>
            <a:gdLst>
              <a:gd name="T0" fmla="*/ 0 w 5068"/>
              <a:gd name="T1" fmla="*/ 0 h 2492"/>
              <a:gd name="T2" fmla="*/ 5068 w 5068"/>
              <a:gd name="T3" fmla="*/ 0 h 2492"/>
              <a:gd name="T4" fmla="*/ 0 w 5068"/>
              <a:gd name="T5" fmla="*/ 2492 h 2492"/>
              <a:gd name="T6" fmla="*/ 5068 w 5068"/>
              <a:gd name="T7" fmla="*/ 2492 h 2492"/>
              <a:gd name="T8" fmla="*/ 0 60000 65536"/>
              <a:gd name="T9" fmla="*/ 0 60000 65536"/>
              <a:gd name="T10" fmla="*/ 0 60000 65536"/>
              <a:gd name="T11" fmla="*/ 0 60000 65536"/>
              <a:gd name="T12" fmla="*/ 0 w 5068"/>
              <a:gd name="T13" fmla="*/ 0 h 2492"/>
              <a:gd name="T14" fmla="*/ 5068 w 5068"/>
              <a:gd name="T15" fmla="*/ 2492 h 2492"/>
            </a:gdLst>
            <a:ahLst/>
            <a:cxnLst>
              <a:cxn ang="T8">
                <a:pos x="T0" y="T1"/>
              </a:cxn>
              <a:cxn ang="T9">
                <a:pos x="T2" y="T3"/>
              </a:cxn>
              <a:cxn ang="T10">
                <a:pos x="T4" y="T5"/>
              </a:cxn>
              <a:cxn ang="T11">
                <a:pos x="T6" y="T7"/>
              </a:cxn>
            </a:cxnLst>
            <a:rect l="T12" t="T13" r="T14" b="T15"/>
            <a:pathLst>
              <a:path w="5068" h="2492">
                <a:moveTo>
                  <a:pt x="0" y="0"/>
                </a:moveTo>
                <a:lnTo>
                  <a:pt x="5068" y="0"/>
                </a:lnTo>
                <a:moveTo>
                  <a:pt x="0" y="2492"/>
                </a:moveTo>
                <a:lnTo>
                  <a:pt x="5068" y="2492"/>
                </a:lnTo>
              </a:path>
            </a:pathLst>
          </a:custGeom>
          <a:noFill/>
          <a:ln w="22225">
            <a:solidFill>
              <a:srgbClr val="00A0C6"/>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1041" name="Rectangle 80">
            <a:extLst>
              <a:ext uri="{FF2B5EF4-FFF2-40B4-BE49-F238E27FC236}">
                <a16:creationId xmlns:a16="http://schemas.microsoft.com/office/drawing/2014/main" id="{54DF18CE-D8DD-AA15-786D-6DB1CF3BE67F}"/>
              </a:ext>
            </a:extLst>
          </p:cNvPr>
          <p:cNvSpPr>
            <a:spLocks noChangeArrowheads="1"/>
          </p:cNvSpPr>
          <p:nvPr/>
        </p:nvSpPr>
        <p:spPr bwMode="auto">
          <a:xfrm>
            <a:off x="3603625" y="2149475"/>
            <a:ext cx="2349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a:t>
            </a:r>
            <a:endParaRPr lang="en-US" altLang="es-ES" sz="3600" i="0" u="sng"/>
          </a:p>
        </p:txBody>
      </p:sp>
      <p:sp>
        <p:nvSpPr>
          <p:cNvPr id="41042" name="Rectangle 81">
            <a:extLst>
              <a:ext uri="{FF2B5EF4-FFF2-40B4-BE49-F238E27FC236}">
                <a16:creationId xmlns:a16="http://schemas.microsoft.com/office/drawing/2014/main" id="{2E607F87-B612-A6B2-A7F6-0FC3C2896D49}"/>
              </a:ext>
            </a:extLst>
          </p:cNvPr>
          <p:cNvSpPr>
            <a:spLocks noChangeArrowheads="1"/>
          </p:cNvSpPr>
          <p:nvPr/>
        </p:nvSpPr>
        <p:spPr bwMode="auto">
          <a:xfrm>
            <a:off x="4025900" y="2149475"/>
            <a:ext cx="2698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A</a:t>
            </a:r>
            <a:endParaRPr lang="en-US" altLang="es-ES" sz="3600" i="0" u="sng"/>
          </a:p>
        </p:txBody>
      </p:sp>
      <p:sp>
        <p:nvSpPr>
          <p:cNvPr id="41043" name="Rectangle 82">
            <a:extLst>
              <a:ext uri="{FF2B5EF4-FFF2-40B4-BE49-F238E27FC236}">
                <a16:creationId xmlns:a16="http://schemas.microsoft.com/office/drawing/2014/main" id="{1176D1B2-07F9-B4ED-1132-A2F446702EA6}"/>
              </a:ext>
            </a:extLst>
          </p:cNvPr>
          <p:cNvSpPr>
            <a:spLocks noChangeArrowheads="1"/>
          </p:cNvSpPr>
          <p:nvPr/>
        </p:nvSpPr>
        <p:spPr bwMode="auto">
          <a:xfrm>
            <a:off x="3792538" y="2133600"/>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44" name="Rectangle 83">
            <a:extLst>
              <a:ext uri="{FF2B5EF4-FFF2-40B4-BE49-F238E27FC236}">
                <a16:creationId xmlns:a16="http://schemas.microsoft.com/office/drawing/2014/main" id="{1A2E9E06-6CE3-57B8-774C-1D277CE6084B}"/>
              </a:ext>
            </a:extLst>
          </p:cNvPr>
          <p:cNvSpPr>
            <a:spLocks noChangeArrowheads="1"/>
          </p:cNvSpPr>
          <p:nvPr/>
        </p:nvSpPr>
        <p:spPr bwMode="auto">
          <a:xfrm>
            <a:off x="3614738" y="2411413"/>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45" name="Rectangle 84">
            <a:extLst>
              <a:ext uri="{FF2B5EF4-FFF2-40B4-BE49-F238E27FC236}">
                <a16:creationId xmlns:a16="http://schemas.microsoft.com/office/drawing/2014/main" id="{1EA5E241-0842-2BB5-1F45-B965879F97C1}"/>
              </a:ext>
            </a:extLst>
          </p:cNvPr>
          <p:cNvSpPr>
            <a:spLocks noChangeArrowheads="1"/>
          </p:cNvSpPr>
          <p:nvPr/>
        </p:nvSpPr>
        <p:spPr bwMode="auto">
          <a:xfrm>
            <a:off x="4425950" y="2411413"/>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1046" name="Rectangle 85">
            <a:extLst>
              <a:ext uri="{FF2B5EF4-FFF2-40B4-BE49-F238E27FC236}">
                <a16:creationId xmlns:a16="http://schemas.microsoft.com/office/drawing/2014/main" id="{ED6BC45F-5ECC-E9F0-5232-3FF4CC8B37B7}"/>
              </a:ext>
            </a:extLst>
          </p:cNvPr>
          <p:cNvSpPr>
            <a:spLocks noChangeArrowheads="1"/>
          </p:cNvSpPr>
          <p:nvPr/>
        </p:nvSpPr>
        <p:spPr bwMode="auto">
          <a:xfrm>
            <a:off x="4235450" y="2439988"/>
            <a:ext cx="1492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ES" altLang="es-ES" sz="3600" i="0" u="sng"/>
          </a:p>
        </p:txBody>
      </p:sp>
      <p:sp>
        <p:nvSpPr>
          <p:cNvPr id="41047" name="Rectangle 86">
            <a:extLst>
              <a:ext uri="{FF2B5EF4-FFF2-40B4-BE49-F238E27FC236}">
                <a16:creationId xmlns:a16="http://schemas.microsoft.com/office/drawing/2014/main" id="{DA25AD8F-6B31-E7A6-D2E8-E02003FE4B20}"/>
              </a:ext>
            </a:extLst>
          </p:cNvPr>
          <p:cNvSpPr>
            <a:spLocks noChangeArrowheads="1"/>
          </p:cNvSpPr>
          <p:nvPr/>
        </p:nvSpPr>
        <p:spPr bwMode="auto">
          <a:xfrm>
            <a:off x="4235450" y="2633663"/>
            <a:ext cx="2190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48" name="Rectangle 87">
            <a:extLst>
              <a:ext uri="{FF2B5EF4-FFF2-40B4-BE49-F238E27FC236}">
                <a16:creationId xmlns:a16="http://schemas.microsoft.com/office/drawing/2014/main" id="{EFAA1E45-B80C-5E47-D888-171A072D977D}"/>
              </a:ext>
            </a:extLst>
          </p:cNvPr>
          <p:cNvSpPr>
            <a:spLocks noChangeArrowheads="1"/>
          </p:cNvSpPr>
          <p:nvPr/>
        </p:nvSpPr>
        <p:spPr bwMode="auto">
          <a:xfrm>
            <a:off x="3803650" y="2395538"/>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49" name="Rectangle 88">
            <a:extLst>
              <a:ext uri="{FF2B5EF4-FFF2-40B4-BE49-F238E27FC236}">
                <a16:creationId xmlns:a16="http://schemas.microsoft.com/office/drawing/2014/main" id="{36046335-564D-D3C2-3457-93B8CF369B1E}"/>
              </a:ext>
            </a:extLst>
          </p:cNvPr>
          <p:cNvSpPr>
            <a:spLocks noChangeArrowheads="1"/>
          </p:cNvSpPr>
          <p:nvPr/>
        </p:nvSpPr>
        <p:spPr bwMode="auto">
          <a:xfrm>
            <a:off x="4421188" y="2644775"/>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050" name="Rectangle 89">
            <a:extLst>
              <a:ext uri="{FF2B5EF4-FFF2-40B4-BE49-F238E27FC236}">
                <a16:creationId xmlns:a16="http://schemas.microsoft.com/office/drawing/2014/main" id="{17D91E4E-DDDC-7C7E-E224-35824367808E}"/>
              </a:ext>
            </a:extLst>
          </p:cNvPr>
          <p:cNvSpPr>
            <a:spLocks noChangeArrowheads="1"/>
          </p:cNvSpPr>
          <p:nvPr/>
        </p:nvSpPr>
        <p:spPr bwMode="auto">
          <a:xfrm>
            <a:off x="4229100" y="2673350"/>
            <a:ext cx="1492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ES" altLang="es-ES" sz="3600" i="0" u="sng"/>
          </a:p>
        </p:txBody>
      </p:sp>
      <p:sp>
        <p:nvSpPr>
          <p:cNvPr id="41051" name="Rectangle 90">
            <a:extLst>
              <a:ext uri="{FF2B5EF4-FFF2-40B4-BE49-F238E27FC236}">
                <a16:creationId xmlns:a16="http://schemas.microsoft.com/office/drawing/2014/main" id="{4EA74AA1-E89F-5B0B-01EC-5AC75C9B6301}"/>
              </a:ext>
            </a:extLst>
          </p:cNvPr>
          <p:cNvSpPr>
            <a:spLocks noChangeArrowheads="1"/>
          </p:cNvSpPr>
          <p:nvPr/>
        </p:nvSpPr>
        <p:spPr bwMode="auto">
          <a:xfrm>
            <a:off x="3798888" y="2628900"/>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52" name="Rectangle 91">
            <a:extLst>
              <a:ext uri="{FF2B5EF4-FFF2-40B4-BE49-F238E27FC236}">
                <a16:creationId xmlns:a16="http://schemas.microsoft.com/office/drawing/2014/main" id="{E354BF07-AFAF-D4DF-3346-B63D52656B1A}"/>
              </a:ext>
            </a:extLst>
          </p:cNvPr>
          <p:cNvSpPr>
            <a:spLocks noChangeArrowheads="1"/>
          </p:cNvSpPr>
          <p:nvPr/>
        </p:nvSpPr>
        <p:spPr bwMode="auto">
          <a:xfrm>
            <a:off x="3619500" y="2882900"/>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53" name="Rectangle 92">
            <a:extLst>
              <a:ext uri="{FF2B5EF4-FFF2-40B4-BE49-F238E27FC236}">
                <a16:creationId xmlns:a16="http://schemas.microsoft.com/office/drawing/2014/main" id="{3CD77B5A-F35E-BC75-0AE1-A07854118075}"/>
              </a:ext>
            </a:extLst>
          </p:cNvPr>
          <p:cNvSpPr>
            <a:spLocks noChangeArrowheads="1"/>
          </p:cNvSpPr>
          <p:nvPr/>
        </p:nvSpPr>
        <p:spPr bwMode="auto">
          <a:xfrm>
            <a:off x="4430713" y="2882900"/>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054" name="Rectangle 93">
            <a:extLst>
              <a:ext uri="{FF2B5EF4-FFF2-40B4-BE49-F238E27FC236}">
                <a16:creationId xmlns:a16="http://schemas.microsoft.com/office/drawing/2014/main" id="{DA1766D4-00A7-ACBC-0C34-5B835F38F85B}"/>
              </a:ext>
            </a:extLst>
          </p:cNvPr>
          <p:cNvSpPr>
            <a:spLocks noChangeArrowheads="1"/>
          </p:cNvSpPr>
          <p:nvPr/>
        </p:nvSpPr>
        <p:spPr bwMode="auto">
          <a:xfrm>
            <a:off x="4808538" y="2882900"/>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1055" name="Rectangle 94">
            <a:extLst>
              <a:ext uri="{FF2B5EF4-FFF2-40B4-BE49-F238E27FC236}">
                <a16:creationId xmlns:a16="http://schemas.microsoft.com/office/drawing/2014/main" id="{E400DCF7-F080-6A09-0F19-3DE51FB83A5A}"/>
              </a:ext>
            </a:extLst>
          </p:cNvPr>
          <p:cNvSpPr>
            <a:spLocks noChangeArrowheads="1"/>
          </p:cNvSpPr>
          <p:nvPr/>
        </p:nvSpPr>
        <p:spPr bwMode="auto">
          <a:xfrm>
            <a:off x="4238625" y="2911475"/>
            <a:ext cx="1492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ES" altLang="es-ES" sz="3600" i="0" u="sng"/>
          </a:p>
        </p:txBody>
      </p:sp>
      <p:sp>
        <p:nvSpPr>
          <p:cNvPr id="41056" name="Rectangle 95">
            <a:extLst>
              <a:ext uri="{FF2B5EF4-FFF2-40B4-BE49-F238E27FC236}">
                <a16:creationId xmlns:a16="http://schemas.microsoft.com/office/drawing/2014/main" id="{17764C6D-4E8E-6B7B-6DF3-41A0A315BD09}"/>
              </a:ext>
            </a:extLst>
          </p:cNvPr>
          <p:cNvSpPr>
            <a:spLocks noChangeArrowheads="1"/>
          </p:cNvSpPr>
          <p:nvPr/>
        </p:nvSpPr>
        <p:spPr bwMode="auto">
          <a:xfrm>
            <a:off x="4238625" y="3149600"/>
            <a:ext cx="1492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ES" altLang="es-ES" sz="3600" i="0" u="sng"/>
          </a:p>
        </p:txBody>
      </p:sp>
      <p:sp>
        <p:nvSpPr>
          <p:cNvPr id="41057" name="Rectangle 96">
            <a:extLst>
              <a:ext uri="{FF2B5EF4-FFF2-40B4-BE49-F238E27FC236}">
                <a16:creationId xmlns:a16="http://schemas.microsoft.com/office/drawing/2014/main" id="{231EC347-375D-D417-D182-948282B49088}"/>
              </a:ext>
            </a:extLst>
          </p:cNvPr>
          <p:cNvSpPr>
            <a:spLocks noChangeArrowheads="1"/>
          </p:cNvSpPr>
          <p:nvPr/>
        </p:nvSpPr>
        <p:spPr bwMode="auto">
          <a:xfrm>
            <a:off x="3808413" y="2867025"/>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58" name="Rectangle 97">
            <a:extLst>
              <a:ext uri="{FF2B5EF4-FFF2-40B4-BE49-F238E27FC236}">
                <a16:creationId xmlns:a16="http://schemas.microsoft.com/office/drawing/2014/main" id="{0A90C800-C524-6AD9-9F02-76A55C6DE624}"/>
              </a:ext>
            </a:extLst>
          </p:cNvPr>
          <p:cNvSpPr>
            <a:spLocks noChangeArrowheads="1"/>
          </p:cNvSpPr>
          <p:nvPr/>
        </p:nvSpPr>
        <p:spPr bwMode="auto">
          <a:xfrm>
            <a:off x="3621088" y="3127375"/>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59" name="Rectangle 98">
            <a:extLst>
              <a:ext uri="{FF2B5EF4-FFF2-40B4-BE49-F238E27FC236}">
                <a16:creationId xmlns:a16="http://schemas.microsoft.com/office/drawing/2014/main" id="{1B43CA5F-C6F5-87D0-D8BD-BEAB0C3C6385}"/>
              </a:ext>
            </a:extLst>
          </p:cNvPr>
          <p:cNvSpPr>
            <a:spLocks noChangeArrowheads="1"/>
          </p:cNvSpPr>
          <p:nvPr/>
        </p:nvSpPr>
        <p:spPr bwMode="auto">
          <a:xfrm>
            <a:off x="4432300" y="3127375"/>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060" name="Rectangle 99">
            <a:extLst>
              <a:ext uri="{FF2B5EF4-FFF2-40B4-BE49-F238E27FC236}">
                <a16:creationId xmlns:a16="http://schemas.microsoft.com/office/drawing/2014/main" id="{9E7B90C0-0186-F4FC-7CDE-7E0AB5D9CF6B}"/>
              </a:ext>
            </a:extLst>
          </p:cNvPr>
          <p:cNvSpPr>
            <a:spLocks noChangeArrowheads="1"/>
          </p:cNvSpPr>
          <p:nvPr/>
        </p:nvSpPr>
        <p:spPr bwMode="auto">
          <a:xfrm>
            <a:off x="4240213" y="3155950"/>
            <a:ext cx="1492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ES" altLang="es-ES" sz="3600" i="0" u="sng"/>
          </a:p>
        </p:txBody>
      </p:sp>
      <p:sp>
        <p:nvSpPr>
          <p:cNvPr id="41061" name="Rectangle 100">
            <a:extLst>
              <a:ext uri="{FF2B5EF4-FFF2-40B4-BE49-F238E27FC236}">
                <a16:creationId xmlns:a16="http://schemas.microsoft.com/office/drawing/2014/main" id="{61419872-04C0-3EEF-CF51-78B1A82C0CFE}"/>
              </a:ext>
            </a:extLst>
          </p:cNvPr>
          <p:cNvSpPr>
            <a:spLocks noChangeArrowheads="1"/>
          </p:cNvSpPr>
          <p:nvPr/>
        </p:nvSpPr>
        <p:spPr bwMode="auto">
          <a:xfrm>
            <a:off x="3810000" y="3111500"/>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62" name="Line 101">
            <a:extLst>
              <a:ext uri="{FF2B5EF4-FFF2-40B4-BE49-F238E27FC236}">
                <a16:creationId xmlns:a16="http://schemas.microsoft.com/office/drawing/2014/main" id="{21E54065-1C44-174A-15BA-EBA0DED5ADA5}"/>
              </a:ext>
            </a:extLst>
          </p:cNvPr>
          <p:cNvSpPr>
            <a:spLocks noChangeShapeType="1"/>
          </p:cNvSpPr>
          <p:nvPr/>
        </p:nvSpPr>
        <p:spPr bwMode="auto">
          <a:xfrm>
            <a:off x="4441825" y="3135313"/>
            <a:ext cx="123825" cy="1587"/>
          </a:xfrm>
          <a:prstGeom prst="line">
            <a:avLst/>
          </a:prstGeom>
          <a:noFill/>
          <a:ln w="9525"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1063" name="Rectangle 102">
            <a:extLst>
              <a:ext uri="{FF2B5EF4-FFF2-40B4-BE49-F238E27FC236}">
                <a16:creationId xmlns:a16="http://schemas.microsoft.com/office/drawing/2014/main" id="{DCBFC1AB-8C77-D083-56B7-C67C6EDFF8EF}"/>
              </a:ext>
            </a:extLst>
          </p:cNvPr>
          <p:cNvSpPr>
            <a:spLocks noChangeArrowheads="1"/>
          </p:cNvSpPr>
          <p:nvPr/>
        </p:nvSpPr>
        <p:spPr bwMode="auto">
          <a:xfrm>
            <a:off x="3619500" y="3382963"/>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64" name="Rectangle 103">
            <a:extLst>
              <a:ext uri="{FF2B5EF4-FFF2-40B4-BE49-F238E27FC236}">
                <a16:creationId xmlns:a16="http://schemas.microsoft.com/office/drawing/2014/main" id="{5A2BF34F-23F6-85D1-4647-95A17B9C21DF}"/>
              </a:ext>
            </a:extLst>
          </p:cNvPr>
          <p:cNvSpPr>
            <a:spLocks noChangeArrowheads="1"/>
          </p:cNvSpPr>
          <p:nvPr/>
        </p:nvSpPr>
        <p:spPr bwMode="auto">
          <a:xfrm>
            <a:off x="4430713" y="3382963"/>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065" name="Rectangle 104">
            <a:extLst>
              <a:ext uri="{FF2B5EF4-FFF2-40B4-BE49-F238E27FC236}">
                <a16:creationId xmlns:a16="http://schemas.microsoft.com/office/drawing/2014/main" id="{051571EF-86DB-3AE6-2A2D-AE1F05602E12}"/>
              </a:ext>
            </a:extLst>
          </p:cNvPr>
          <p:cNvSpPr>
            <a:spLocks noChangeArrowheads="1"/>
          </p:cNvSpPr>
          <p:nvPr/>
        </p:nvSpPr>
        <p:spPr bwMode="auto">
          <a:xfrm>
            <a:off x="4808538" y="3382963"/>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1066" name="Rectangle 105">
            <a:extLst>
              <a:ext uri="{FF2B5EF4-FFF2-40B4-BE49-F238E27FC236}">
                <a16:creationId xmlns:a16="http://schemas.microsoft.com/office/drawing/2014/main" id="{A7D18F5C-140A-92EA-F10A-40CB8DD6C6F0}"/>
              </a:ext>
            </a:extLst>
          </p:cNvPr>
          <p:cNvSpPr>
            <a:spLocks noChangeArrowheads="1"/>
          </p:cNvSpPr>
          <p:nvPr/>
        </p:nvSpPr>
        <p:spPr bwMode="auto">
          <a:xfrm>
            <a:off x="4238625" y="3411538"/>
            <a:ext cx="1492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ES" altLang="es-ES" sz="3600" i="0" u="sng"/>
          </a:p>
        </p:txBody>
      </p:sp>
      <p:sp>
        <p:nvSpPr>
          <p:cNvPr id="41067" name="Rectangle 106">
            <a:extLst>
              <a:ext uri="{FF2B5EF4-FFF2-40B4-BE49-F238E27FC236}">
                <a16:creationId xmlns:a16="http://schemas.microsoft.com/office/drawing/2014/main" id="{6ED29712-A42D-2767-0F55-D08AA57AA82F}"/>
              </a:ext>
            </a:extLst>
          </p:cNvPr>
          <p:cNvSpPr>
            <a:spLocks noChangeArrowheads="1"/>
          </p:cNvSpPr>
          <p:nvPr/>
        </p:nvSpPr>
        <p:spPr bwMode="auto">
          <a:xfrm>
            <a:off x="4238625" y="3649663"/>
            <a:ext cx="1492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ES" altLang="es-ES" sz="3600" i="0" u="sng"/>
          </a:p>
        </p:txBody>
      </p:sp>
      <p:sp>
        <p:nvSpPr>
          <p:cNvPr id="41068" name="Rectangle 107">
            <a:extLst>
              <a:ext uri="{FF2B5EF4-FFF2-40B4-BE49-F238E27FC236}">
                <a16:creationId xmlns:a16="http://schemas.microsoft.com/office/drawing/2014/main" id="{DA91A57E-A034-9B9B-5ABD-1A37EEE3B0B9}"/>
              </a:ext>
            </a:extLst>
          </p:cNvPr>
          <p:cNvSpPr>
            <a:spLocks noChangeArrowheads="1"/>
          </p:cNvSpPr>
          <p:nvPr/>
        </p:nvSpPr>
        <p:spPr bwMode="auto">
          <a:xfrm>
            <a:off x="3808413" y="3367088"/>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69" name="Line 108">
            <a:extLst>
              <a:ext uri="{FF2B5EF4-FFF2-40B4-BE49-F238E27FC236}">
                <a16:creationId xmlns:a16="http://schemas.microsoft.com/office/drawing/2014/main" id="{233998C4-864D-95C4-CA46-3DCDDC2E83F4}"/>
              </a:ext>
            </a:extLst>
          </p:cNvPr>
          <p:cNvSpPr>
            <a:spLocks noChangeShapeType="1"/>
          </p:cNvSpPr>
          <p:nvPr/>
        </p:nvSpPr>
        <p:spPr bwMode="auto">
          <a:xfrm>
            <a:off x="4441825" y="3392488"/>
            <a:ext cx="123825" cy="1587"/>
          </a:xfrm>
          <a:prstGeom prst="line">
            <a:avLst/>
          </a:prstGeom>
          <a:noFill/>
          <a:ln w="9525"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1070" name="Rectangle 109">
            <a:extLst>
              <a:ext uri="{FF2B5EF4-FFF2-40B4-BE49-F238E27FC236}">
                <a16:creationId xmlns:a16="http://schemas.microsoft.com/office/drawing/2014/main" id="{74B29558-F839-2FC5-089F-593B84878912}"/>
              </a:ext>
            </a:extLst>
          </p:cNvPr>
          <p:cNvSpPr>
            <a:spLocks noChangeArrowheads="1"/>
          </p:cNvSpPr>
          <p:nvPr/>
        </p:nvSpPr>
        <p:spPr bwMode="auto">
          <a:xfrm>
            <a:off x="3630613" y="3616325"/>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71" name="Rectangle 110">
            <a:extLst>
              <a:ext uri="{FF2B5EF4-FFF2-40B4-BE49-F238E27FC236}">
                <a16:creationId xmlns:a16="http://schemas.microsoft.com/office/drawing/2014/main" id="{ECE0167E-AF0D-DB47-B971-89AB9C063F7C}"/>
              </a:ext>
            </a:extLst>
          </p:cNvPr>
          <p:cNvSpPr>
            <a:spLocks noChangeArrowheads="1"/>
          </p:cNvSpPr>
          <p:nvPr/>
        </p:nvSpPr>
        <p:spPr bwMode="auto">
          <a:xfrm>
            <a:off x="4441825" y="3616325"/>
            <a:ext cx="212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1072" name="Rectangle 111">
            <a:extLst>
              <a:ext uri="{FF2B5EF4-FFF2-40B4-BE49-F238E27FC236}">
                <a16:creationId xmlns:a16="http://schemas.microsoft.com/office/drawing/2014/main" id="{86C45841-D253-A305-5C31-03A0F6770A80}"/>
              </a:ext>
            </a:extLst>
          </p:cNvPr>
          <p:cNvSpPr>
            <a:spLocks noChangeArrowheads="1"/>
          </p:cNvSpPr>
          <p:nvPr/>
        </p:nvSpPr>
        <p:spPr bwMode="auto">
          <a:xfrm>
            <a:off x="4249738" y="3600450"/>
            <a:ext cx="2698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73" name="Rectangle 112">
            <a:extLst>
              <a:ext uri="{FF2B5EF4-FFF2-40B4-BE49-F238E27FC236}">
                <a16:creationId xmlns:a16="http://schemas.microsoft.com/office/drawing/2014/main" id="{F45384A9-9F06-5AFE-E477-678E16EB1364}"/>
              </a:ext>
            </a:extLst>
          </p:cNvPr>
          <p:cNvSpPr>
            <a:spLocks noChangeArrowheads="1"/>
          </p:cNvSpPr>
          <p:nvPr/>
        </p:nvSpPr>
        <p:spPr bwMode="auto">
          <a:xfrm>
            <a:off x="3819525" y="3600450"/>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74" name="Rectangle 113">
            <a:extLst>
              <a:ext uri="{FF2B5EF4-FFF2-40B4-BE49-F238E27FC236}">
                <a16:creationId xmlns:a16="http://schemas.microsoft.com/office/drawing/2014/main" id="{A08F10C7-A4E7-3DF1-BABE-992DF131DB41}"/>
              </a:ext>
            </a:extLst>
          </p:cNvPr>
          <p:cNvSpPr>
            <a:spLocks noChangeArrowheads="1"/>
          </p:cNvSpPr>
          <p:nvPr/>
        </p:nvSpPr>
        <p:spPr bwMode="auto">
          <a:xfrm>
            <a:off x="3614738" y="3860800"/>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75" name="Rectangle 114">
            <a:extLst>
              <a:ext uri="{FF2B5EF4-FFF2-40B4-BE49-F238E27FC236}">
                <a16:creationId xmlns:a16="http://schemas.microsoft.com/office/drawing/2014/main" id="{12263F8A-7975-786F-6AE7-CE4D0D940AFC}"/>
              </a:ext>
            </a:extLst>
          </p:cNvPr>
          <p:cNvSpPr>
            <a:spLocks noChangeArrowheads="1"/>
          </p:cNvSpPr>
          <p:nvPr/>
        </p:nvSpPr>
        <p:spPr bwMode="auto">
          <a:xfrm>
            <a:off x="3803650" y="3844925"/>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76" name="Rectangle 115">
            <a:extLst>
              <a:ext uri="{FF2B5EF4-FFF2-40B4-BE49-F238E27FC236}">
                <a16:creationId xmlns:a16="http://schemas.microsoft.com/office/drawing/2014/main" id="{E705999D-EFC8-0D45-062F-5DC272592CA2}"/>
              </a:ext>
            </a:extLst>
          </p:cNvPr>
          <p:cNvSpPr>
            <a:spLocks noChangeArrowheads="1"/>
          </p:cNvSpPr>
          <p:nvPr/>
        </p:nvSpPr>
        <p:spPr bwMode="auto">
          <a:xfrm>
            <a:off x="3614738" y="4105275"/>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77" name="Rectangle 116">
            <a:extLst>
              <a:ext uri="{FF2B5EF4-FFF2-40B4-BE49-F238E27FC236}">
                <a16:creationId xmlns:a16="http://schemas.microsoft.com/office/drawing/2014/main" id="{823EFC08-9BE4-0FA9-A28B-B22BF226C76C}"/>
              </a:ext>
            </a:extLst>
          </p:cNvPr>
          <p:cNvSpPr>
            <a:spLocks noChangeArrowheads="1"/>
          </p:cNvSpPr>
          <p:nvPr/>
        </p:nvSpPr>
        <p:spPr bwMode="auto">
          <a:xfrm>
            <a:off x="4362450" y="4105275"/>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078" name="Rectangle 117">
            <a:extLst>
              <a:ext uri="{FF2B5EF4-FFF2-40B4-BE49-F238E27FC236}">
                <a16:creationId xmlns:a16="http://schemas.microsoft.com/office/drawing/2014/main" id="{E4A69187-4FB4-9D1D-4C9A-D9A034A9343F}"/>
              </a:ext>
            </a:extLst>
          </p:cNvPr>
          <p:cNvSpPr>
            <a:spLocks noChangeArrowheads="1"/>
          </p:cNvSpPr>
          <p:nvPr/>
        </p:nvSpPr>
        <p:spPr bwMode="auto">
          <a:xfrm>
            <a:off x="4217988" y="4089400"/>
            <a:ext cx="2317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Ù</a:t>
            </a:r>
            <a:endParaRPr lang="en-US" altLang="es-ES" sz="3600" i="0" u="sng"/>
          </a:p>
        </p:txBody>
      </p:sp>
      <p:sp>
        <p:nvSpPr>
          <p:cNvPr id="41079" name="Rectangle 118">
            <a:extLst>
              <a:ext uri="{FF2B5EF4-FFF2-40B4-BE49-F238E27FC236}">
                <a16:creationId xmlns:a16="http://schemas.microsoft.com/office/drawing/2014/main" id="{7B904073-0214-82AF-2948-A237B1C0CDF4}"/>
              </a:ext>
            </a:extLst>
          </p:cNvPr>
          <p:cNvSpPr>
            <a:spLocks noChangeArrowheads="1"/>
          </p:cNvSpPr>
          <p:nvPr/>
        </p:nvSpPr>
        <p:spPr bwMode="auto">
          <a:xfrm>
            <a:off x="3803650" y="4089400"/>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80" name="Rectangle 119">
            <a:extLst>
              <a:ext uri="{FF2B5EF4-FFF2-40B4-BE49-F238E27FC236}">
                <a16:creationId xmlns:a16="http://schemas.microsoft.com/office/drawing/2014/main" id="{D1C2DF9C-3D66-DD53-64B0-08A72835C757}"/>
              </a:ext>
            </a:extLst>
          </p:cNvPr>
          <p:cNvSpPr>
            <a:spLocks noChangeArrowheads="1"/>
          </p:cNvSpPr>
          <p:nvPr/>
        </p:nvSpPr>
        <p:spPr bwMode="auto">
          <a:xfrm>
            <a:off x="3614738" y="4349750"/>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81" name="Rectangle 120">
            <a:extLst>
              <a:ext uri="{FF2B5EF4-FFF2-40B4-BE49-F238E27FC236}">
                <a16:creationId xmlns:a16="http://schemas.microsoft.com/office/drawing/2014/main" id="{9CE8B6F0-0F3E-4F72-446F-6E0DFF71F110}"/>
              </a:ext>
            </a:extLst>
          </p:cNvPr>
          <p:cNvSpPr>
            <a:spLocks noChangeArrowheads="1"/>
          </p:cNvSpPr>
          <p:nvPr/>
        </p:nvSpPr>
        <p:spPr bwMode="auto">
          <a:xfrm>
            <a:off x="4362450" y="4349750"/>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082" name="Rectangle 121">
            <a:extLst>
              <a:ext uri="{FF2B5EF4-FFF2-40B4-BE49-F238E27FC236}">
                <a16:creationId xmlns:a16="http://schemas.microsoft.com/office/drawing/2014/main" id="{EC776497-91B2-6DD7-5AAB-E1544650860A}"/>
              </a:ext>
            </a:extLst>
          </p:cNvPr>
          <p:cNvSpPr>
            <a:spLocks noChangeArrowheads="1"/>
          </p:cNvSpPr>
          <p:nvPr/>
        </p:nvSpPr>
        <p:spPr bwMode="auto">
          <a:xfrm>
            <a:off x="4217988" y="4333875"/>
            <a:ext cx="2317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Ú</a:t>
            </a:r>
            <a:endParaRPr lang="en-US" altLang="es-ES" sz="3600" i="0" u="sng"/>
          </a:p>
        </p:txBody>
      </p:sp>
      <p:sp>
        <p:nvSpPr>
          <p:cNvPr id="41083" name="Rectangle 122">
            <a:extLst>
              <a:ext uri="{FF2B5EF4-FFF2-40B4-BE49-F238E27FC236}">
                <a16:creationId xmlns:a16="http://schemas.microsoft.com/office/drawing/2014/main" id="{CFC5F800-1479-CCC4-E998-8439D79C069F}"/>
              </a:ext>
            </a:extLst>
          </p:cNvPr>
          <p:cNvSpPr>
            <a:spLocks noChangeArrowheads="1"/>
          </p:cNvSpPr>
          <p:nvPr/>
        </p:nvSpPr>
        <p:spPr bwMode="auto">
          <a:xfrm>
            <a:off x="3803650" y="4333875"/>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84" name="Rectangle 123">
            <a:extLst>
              <a:ext uri="{FF2B5EF4-FFF2-40B4-BE49-F238E27FC236}">
                <a16:creationId xmlns:a16="http://schemas.microsoft.com/office/drawing/2014/main" id="{C40F9299-B48E-EEBC-3B5E-678A5A0FE18D}"/>
              </a:ext>
            </a:extLst>
          </p:cNvPr>
          <p:cNvSpPr>
            <a:spLocks noChangeArrowheads="1"/>
          </p:cNvSpPr>
          <p:nvPr/>
        </p:nvSpPr>
        <p:spPr bwMode="auto">
          <a:xfrm>
            <a:off x="3619500" y="4611688"/>
            <a:ext cx="587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1085" name="Rectangle 124">
            <a:extLst>
              <a:ext uri="{FF2B5EF4-FFF2-40B4-BE49-F238E27FC236}">
                <a16:creationId xmlns:a16="http://schemas.microsoft.com/office/drawing/2014/main" id="{57F0A3F5-D609-2635-CB4D-4F4B4F6AC331}"/>
              </a:ext>
            </a:extLst>
          </p:cNvPr>
          <p:cNvSpPr>
            <a:spLocks noChangeArrowheads="1"/>
          </p:cNvSpPr>
          <p:nvPr/>
        </p:nvSpPr>
        <p:spPr bwMode="auto">
          <a:xfrm>
            <a:off x="4413250" y="4624388"/>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086" name="Rectangle 125">
            <a:extLst>
              <a:ext uri="{FF2B5EF4-FFF2-40B4-BE49-F238E27FC236}">
                <a16:creationId xmlns:a16="http://schemas.microsoft.com/office/drawing/2014/main" id="{DA816878-C12D-5891-32B0-479297AE72C1}"/>
              </a:ext>
            </a:extLst>
          </p:cNvPr>
          <p:cNvSpPr>
            <a:spLocks noChangeArrowheads="1"/>
          </p:cNvSpPr>
          <p:nvPr/>
        </p:nvSpPr>
        <p:spPr bwMode="auto">
          <a:xfrm>
            <a:off x="4221163" y="4633913"/>
            <a:ext cx="1492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ES" altLang="es-ES" sz="3600" i="0" u="sng"/>
          </a:p>
        </p:txBody>
      </p:sp>
      <p:sp>
        <p:nvSpPr>
          <p:cNvPr id="41087" name="Rectangle 126">
            <a:extLst>
              <a:ext uri="{FF2B5EF4-FFF2-40B4-BE49-F238E27FC236}">
                <a16:creationId xmlns:a16="http://schemas.microsoft.com/office/drawing/2014/main" id="{B2AE8C81-3326-81C8-9E54-C54777123B7F}"/>
              </a:ext>
            </a:extLst>
          </p:cNvPr>
          <p:cNvSpPr>
            <a:spLocks noChangeArrowheads="1"/>
          </p:cNvSpPr>
          <p:nvPr/>
        </p:nvSpPr>
        <p:spPr bwMode="auto">
          <a:xfrm>
            <a:off x="3808413" y="4595813"/>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88" name="Rectangle 127">
            <a:extLst>
              <a:ext uri="{FF2B5EF4-FFF2-40B4-BE49-F238E27FC236}">
                <a16:creationId xmlns:a16="http://schemas.microsoft.com/office/drawing/2014/main" id="{AB3E5C60-68C2-0F77-448D-DA74C4DD0C11}"/>
              </a:ext>
            </a:extLst>
          </p:cNvPr>
          <p:cNvSpPr>
            <a:spLocks noChangeArrowheads="1"/>
          </p:cNvSpPr>
          <p:nvPr/>
        </p:nvSpPr>
        <p:spPr bwMode="auto">
          <a:xfrm>
            <a:off x="3597275" y="4892675"/>
            <a:ext cx="2349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a:t>
            </a:r>
            <a:endParaRPr lang="en-US" altLang="es-ES" sz="3600" i="0" u="sng"/>
          </a:p>
        </p:txBody>
      </p:sp>
      <p:sp>
        <p:nvSpPr>
          <p:cNvPr id="41089" name="Rectangle 128">
            <a:extLst>
              <a:ext uri="{FF2B5EF4-FFF2-40B4-BE49-F238E27FC236}">
                <a16:creationId xmlns:a16="http://schemas.microsoft.com/office/drawing/2014/main" id="{36D8D5AD-A392-E6E2-7651-EA7AFB5D7E8E}"/>
              </a:ext>
            </a:extLst>
          </p:cNvPr>
          <p:cNvSpPr>
            <a:spLocks noChangeArrowheads="1"/>
          </p:cNvSpPr>
          <p:nvPr/>
        </p:nvSpPr>
        <p:spPr bwMode="auto">
          <a:xfrm>
            <a:off x="4025900" y="4905375"/>
            <a:ext cx="2698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A</a:t>
            </a:r>
            <a:endParaRPr lang="en-US" altLang="es-ES" sz="3600" i="0" u="sng"/>
          </a:p>
        </p:txBody>
      </p:sp>
      <p:sp>
        <p:nvSpPr>
          <p:cNvPr id="41090" name="Rectangle 129">
            <a:extLst>
              <a:ext uri="{FF2B5EF4-FFF2-40B4-BE49-F238E27FC236}">
                <a16:creationId xmlns:a16="http://schemas.microsoft.com/office/drawing/2014/main" id="{8FC50A03-674C-3DD7-16AF-3322EC674346}"/>
              </a:ext>
            </a:extLst>
          </p:cNvPr>
          <p:cNvSpPr>
            <a:spLocks noChangeArrowheads="1"/>
          </p:cNvSpPr>
          <p:nvPr/>
        </p:nvSpPr>
        <p:spPr bwMode="auto">
          <a:xfrm>
            <a:off x="3792538" y="4889500"/>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91" name="Line 130">
            <a:extLst>
              <a:ext uri="{FF2B5EF4-FFF2-40B4-BE49-F238E27FC236}">
                <a16:creationId xmlns:a16="http://schemas.microsoft.com/office/drawing/2014/main" id="{6C373FB4-AB71-3506-94DA-44E4072E2BC9}"/>
              </a:ext>
            </a:extLst>
          </p:cNvPr>
          <p:cNvSpPr>
            <a:spLocks noChangeShapeType="1"/>
          </p:cNvSpPr>
          <p:nvPr/>
        </p:nvSpPr>
        <p:spPr bwMode="auto">
          <a:xfrm>
            <a:off x="4035425" y="4913313"/>
            <a:ext cx="136525" cy="1587"/>
          </a:xfrm>
          <a:prstGeom prst="line">
            <a:avLst/>
          </a:prstGeom>
          <a:noFill/>
          <a:ln w="9525"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41092" name="Rectangle 131">
            <a:extLst>
              <a:ext uri="{FF2B5EF4-FFF2-40B4-BE49-F238E27FC236}">
                <a16:creationId xmlns:a16="http://schemas.microsoft.com/office/drawing/2014/main" id="{F952C3C9-9596-4647-57B3-C94A9634F22F}"/>
              </a:ext>
            </a:extLst>
          </p:cNvPr>
          <p:cNvSpPr>
            <a:spLocks noChangeArrowheads="1"/>
          </p:cNvSpPr>
          <p:nvPr/>
        </p:nvSpPr>
        <p:spPr bwMode="auto">
          <a:xfrm>
            <a:off x="3614738" y="5100638"/>
            <a:ext cx="5746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B</a:t>
            </a:r>
            <a:endParaRPr lang="en-US" altLang="es-ES" sz="3600" i="0" u="sng"/>
          </a:p>
        </p:txBody>
      </p:sp>
      <p:sp>
        <p:nvSpPr>
          <p:cNvPr id="41093" name="Rectangle 132">
            <a:extLst>
              <a:ext uri="{FF2B5EF4-FFF2-40B4-BE49-F238E27FC236}">
                <a16:creationId xmlns:a16="http://schemas.microsoft.com/office/drawing/2014/main" id="{6BE3C357-CD7C-08DD-C307-A9C5B162D91D}"/>
              </a:ext>
            </a:extLst>
          </p:cNvPr>
          <p:cNvSpPr>
            <a:spLocks noChangeArrowheads="1"/>
          </p:cNvSpPr>
          <p:nvPr/>
        </p:nvSpPr>
        <p:spPr bwMode="auto">
          <a:xfrm>
            <a:off x="3803650" y="5084763"/>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94" name="Rectangle 133">
            <a:extLst>
              <a:ext uri="{FF2B5EF4-FFF2-40B4-BE49-F238E27FC236}">
                <a16:creationId xmlns:a16="http://schemas.microsoft.com/office/drawing/2014/main" id="{C4B41C41-7DCA-06C9-BEC1-0E753D2CA553}"/>
              </a:ext>
            </a:extLst>
          </p:cNvPr>
          <p:cNvSpPr>
            <a:spLocks noChangeArrowheads="1"/>
          </p:cNvSpPr>
          <p:nvPr/>
        </p:nvSpPr>
        <p:spPr bwMode="auto">
          <a:xfrm>
            <a:off x="3614738" y="5338763"/>
            <a:ext cx="2349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a:t>
            </a:r>
            <a:endParaRPr lang="en-US" altLang="es-ES" sz="3600" i="0" u="sng"/>
          </a:p>
        </p:txBody>
      </p:sp>
      <p:sp>
        <p:nvSpPr>
          <p:cNvPr id="41095" name="Rectangle 134">
            <a:extLst>
              <a:ext uri="{FF2B5EF4-FFF2-40B4-BE49-F238E27FC236}">
                <a16:creationId xmlns:a16="http://schemas.microsoft.com/office/drawing/2014/main" id="{FD1270A1-0FE4-DABA-6702-D40E743496F0}"/>
              </a:ext>
            </a:extLst>
          </p:cNvPr>
          <p:cNvSpPr>
            <a:spLocks noChangeArrowheads="1"/>
          </p:cNvSpPr>
          <p:nvPr/>
        </p:nvSpPr>
        <p:spPr bwMode="auto">
          <a:xfrm>
            <a:off x="4037013" y="5338763"/>
            <a:ext cx="2698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sr</a:t>
            </a:r>
            <a:endParaRPr lang="en-US" altLang="es-ES" sz="3600" i="0" u="sng"/>
          </a:p>
        </p:txBody>
      </p:sp>
      <p:sp>
        <p:nvSpPr>
          <p:cNvPr id="41096" name="Rectangle 135">
            <a:extLst>
              <a:ext uri="{FF2B5EF4-FFF2-40B4-BE49-F238E27FC236}">
                <a16:creationId xmlns:a16="http://schemas.microsoft.com/office/drawing/2014/main" id="{90B217A3-E125-B293-061C-8CABF26D0213}"/>
              </a:ext>
            </a:extLst>
          </p:cNvPr>
          <p:cNvSpPr>
            <a:spLocks noChangeArrowheads="1"/>
          </p:cNvSpPr>
          <p:nvPr/>
        </p:nvSpPr>
        <p:spPr bwMode="auto">
          <a:xfrm>
            <a:off x="4248150" y="5338763"/>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097" name="Rectangle 136">
            <a:extLst>
              <a:ext uri="{FF2B5EF4-FFF2-40B4-BE49-F238E27FC236}">
                <a16:creationId xmlns:a16="http://schemas.microsoft.com/office/drawing/2014/main" id="{21C6C23D-0CA5-DCA2-EDF0-8948A29948D4}"/>
              </a:ext>
            </a:extLst>
          </p:cNvPr>
          <p:cNvSpPr>
            <a:spLocks noChangeArrowheads="1"/>
          </p:cNvSpPr>
          <p:nvPr/>
        </p:nvSpPr>
        <p:spPr bwMode="auto">
          <a:xfrm>
            <a:off x="3803650" y="5322888"/>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098" name="Rectangle 137">
            <a:extLst>
              <a:ext uri="{FF2B5EF4-FFF2-40B4-BE49-F238E27FC236}">
                <a16:creationId xmlns:a16="http://schemas.microsoft.com/office/drawing/2014/main" id="{9F3878EB-494C-ACFC-9C58-DC763D9A1ADE}"/>
              </a:ext>
            </a:extLst>
          </p:cNvPr>
          <p:cNvSpPr>
            <a:spLocks noChangeArrowheads="1"/>
          </p:cNvSpPr>
          <p:nvPr/>
        </p:nvSpPr>
        <p:spPr bwMode="auto">
          <a:xfrm>
            <a:off x="3608388" y="5589588"/>
            <a:ext cx="2349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a:t>
            </a:r>
            <a:endParaRPr lang="en-US" altLang="es-ES" sz="3600" i="0" u="sng"/>
          </a:p>
        </p:txBody>
      </p:sp>
      <p:sp>
        <p:nvSpPr>
          <p:cNvPr id="41099" name="Rectangle 138">
            <a:extLst>
              <a:ext uri="{FF2B5EF4-FFF2-40B4-BE49-F238E27FC236}">
                <a16:creationId xmlns:a16="http://schemas.microsoft.com/office/drawing/2014/main" id="{CA0C5702-BB63-D024-C885-2483472CA6AA}"/>
              </a:ext>
            </a:extLst>
          </p:cNvPr>
          <p:cNvSpPr>
            <a:spLocks noChangeArrowheads="1"/>
          </p:cNvSpPr>
          <p:nvPr/>
        </p:nvSpPr>
        <p:spPr bwMode="auto">
          <a:xfrm>
            <a:off x="4030663" y="5589588"/>
            <a:ext cx="136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sl</a:t>
            </a:r>
            <a:endParaRPr lang="en-US" altLang="es-ES" sz="3600" i="0" u="sng"/>
          </a:p>
        </p:txBody>
      </p:sp>
      <p:sp>
        <p:nvSpPr>
          <p:cNvPr id="41100" name="Rectangle 139">
            <a:extLst>
              <a:ext uri="{FF2B5EF4-FFF2-40B4-BE49-F238E27FC236}">
                <a16:creationId xmlns:a16="http://schemas.microsoft.com/office/drawing/2014/main" id="{F348F38E-4F45-B5ED-F132-359650AD7260}"/>
              </a:ext>
            </a:extLst>
          </p:cNvPr>
          <p:cNvSpPr>
            <a:spLocks noChangeArrowheads="1"/>
          </p:cNvSpPr>
          <p:nvPr/>
        </p:nvSpPr>
        <p:spPr bwMode="auto">
          <a:xfrm>
            <a:off x="4219575" y="5589588"/>
            <a:ext cx="2571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1101" name="Rectangle 140">
            <a:extLst>
              <a:ext uri="{FF2B5EF4-FFF2-40B4-BE49-F238E27FC236}">
                <a16:creationId xmlns:a16="http://schemas.microsoft.com/office/drawing/2014/main" id="{FC629277-004C-7AAD-93B6-CF49AC0B8FEC}"/>
              </a:ext>
            </a:extLst>
          </p:cNvPr>
          <p:cNvSpPr>
            <a:spLocks noChangeArrowheads="1"/>
          </p:cNvSpPr>
          <p:nvPr/>
        </p:nvSpPr>
        <p:spPr bwMode="auto">
          <a:xfrm>
            <a:off x="3797300" y="5573713"/>
            <a:ext cx="3079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102" name="Rectangle 141">
            <a:extLst>
              <a:ext uri="{FF2B5EF4-FFF2-40B4-BE49-F238E27FC236}">
                <a16:creationId xmlns:a16="http://schemas.microsoft.com/office/drawing/2014/main" id="{003F99E0-AB31-EF3D-F566-A5E14453255F}"/>
              </a:ext>
            </a:extLst>
          </p:cNvPr>
          <p:cNvSpPr>
            <a:spLocks noChangeArrowheads="1"/>
          </p:cNvSpPr>
          <p:nvPr/>
        </p:nvSpPr>
        <p:spPr bwMode="auto">
          <a:xfrm>
            <a:off x="4240213" y="2406650"/>
            <a:ext cx="2190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103" name="Rectangle 142">
            <a:extLst>
              <a:ext uri="{FF2B5EF4-FFF2-40B4-BE49-F238E27FC236}">
                <a16:creationId xmlns:a16="http://schemas.microsoft.com/office/drawing/2014/main" id="{633CA87C-55F3-899D-C002-C601B37E68AE}"/>
              </a:ext>
            </a:extLst>
          </p:cNvPr>
          <p:cNvSpPr>
            <a:spLocks noChangeArrowheads="1"/>
          </p:cNvSpPr>
          <p:nvPr/>
        </p:nvSpPr>
        <p:spPr bwMode="auto">
          <a:xfrm>
            <a:off x="4240213" y="2863850"/>
            <a:ext cx="2190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104" name="Rectangle 143">
            <a:extLst>
              <a:ext uri="{FF2B5EF4-FFF2-40B4-BE49-F238E27FC236}">
                <a16:creationId xmlns:a16="http://schemas.microsoft.com/office/drawing/2014/main" id="{9EE949B5-23DD-1E5A-2864-717DCBF34E4B}"/>
              </a:ext>
            </a:extLst>
          </p:cNvPr>
          <p:cNvSpPr>
            <a:spLocks noChangeArrowheads="1"/>
          </p:cNvSpPr>
          <p:nvPr/>
        </p:nvSpPr>
        <p:spPr bwMode="auto">
          <a:xfrm>
            <a:off x="4633913" y="2863850"/>
            <a:ext cx="2190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105" name="Rectangle 144">
            <a:extLst>
              <a:ext uri="{FF2B5EF4-FFF2-40B4-BE49-F238E27FC236}">
                <a16:creationId xmlns:a16="http://schemas.microsoft.com/office/drawing/2014/main" id="{5089B023-3C39-4128-8D3E-64C7F20F4C42}"/>
              </a:ext>
            </a:extLst>
          </p:cNvPr>
          <p:cNvSpPr>
            <a:spLocks noChangeArrowheads="1"/>
          </p:cNvSpPr>
          <p:nvPr/>
        </p:nvSpPr>
        <p:spPr bwMode="auto">
          <a:xfrm>
            <a:off x="4244975" y="3100388"/>
            <a:ext cx="2190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106" name="Rectangle 145">
            <a:extLst>
              <a:ext uri="{FF2B5EF4-FFF2-40B4-BE49-F238E27FC236}">
                <a16:creationId xmlns:a16="http://schemas.microsoft.com/office/drawing/2014/main" id="{F804990E-60A4-2986-0BFD-C769BBEAE9A0}"/>
              </a:ext>
            </a:extLst>
          </p:cNvPr>
          <p:cNvSpPr>
            <a:spLocks noChangeArrowheads="1"/>
          </p:cNvSpPr>
          <p:nvPr/>
        </p:nvSpPr>
        <p:spPr bwMode="auto">
          <a:xfrm>
            <a:off x="4249738" y="3354388"/>
            <a:ext cx="2190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107" name="Rectangle 146">
            <a:extLst>
              <a:ext uri="{FF2B5EF4-FFF2-40B4-BE49-F238E27FC236}">
                <a16:creationId xmlns:a16="http://schemas.microsoft.com/office/drawing/2014/main" id="{5DE7ED58-0C92-7B33-920F-AF7D3277B504}"/>
              </a:ext>
            </a:extLst>
          </p:cNvPr>
          <p:cNvSpPr>
            <a:spLocks noChangeArrowheads="1"/>
          </p:cNvSpPr>
          <p:nvPr/>
        </p:nvSpPr>
        <p:spPr bwMode="auto">
          <a:xfrm>
            <a:off x="4625975" y="3346450"/>
            <a:ext cx="2190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1108" name="Rectangle 147">
            <a:extLst>
              <a:ext uri="{FF2B5EF4-FFF2-40B4-BE49-F238E27FC236}">
                <a16:creationId xmlns:a16="http://schemas.microsoft.com/office/drawing/2014/main" id="{AB3EED68-8EE6-0840-D095-C939A8A627F9}"/>
              </a:ext>
            </a:extLst>
          </p:cNvPr>
          <p:cNvSpPr>
            <a:spLocks noChangeArrowheads="1"/>
          </p:cNvSpPr>
          <p:nvPr/>
        </p:nvSpPr>
        <p:spPr bwMode="auto">
          <a:xfrm>
            <a:off x="4224338" y="4602163"/>
            <a:ext cx="2635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Å</a:t>
            </a:r>
            <a:endParaRPr lang="en-US" altLang="es-ES" sz="3600" i="0" u="sng"/>
          </a:p>
        </p:txBody>
      </p:sp>
      <p:sp>
        <p:nvSpPr>
          <p:cNvPr id="41109" name="Rectangle 148">
            <a:extLst>
              <a:ext uri="{FF2B5EF4-FFF2-40B4-BE49-F238E27FC236}">
                <a16:creationId xmlns:a16="http://schemas.microsoft.com/office/drawing/2014/main" id="{6B5ADB7D-29F0-B54D-189D-F0139E638CC2}"/>
              </a:ext>
            </a:extLst>
          </p:cNvPr>
          <p:cNvSpPr>
            <a:spLocks noGrp="1" noChangeArrowheads="1"/>
          </p:cNvSpPr>
          <p:nvPr>
            <p:ph type="title"/>
          </p:nvPr>
        </p:nvSpPr>
        <p:spPr>
          <a:xfrm>
            <a:off x="715963" y="38100"/>
            <a:ext cx="7772400" cy="1020763"/>
          </a:xfrm>
          <a:solidFill>
            <a:schemeClr val="bg1"/>
          </a:solidFill>
        </p:spPr>
        <p:txBody>
          <a:bodyPr/>
          <a:lstStyle/>
          <a:p>
            <a:r>
              <a:rPr lang="en-US" altLang="es-ES"/>
              <a:t>Control Word Encoding</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3 Marcador de número de diapositiva">
            <a:extLst>
              <a:ext uri="{FF2B5EF4-FFF2-40B4-BE49-F238E27FC236}">
                <a16:creationId xmlns:a16="http://schemas.microsoft.com/office/drawing/2014/main" id="{A8FB8EF7-193F-811B-64CA-B98E5B3B457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99C2F9A7-6B83-4E87-BDF8-FEEBDBFA481F}" type="slidenum">
              <a:rPr lang="en-US" altLang="es-ES" sz="1600" b="0" i="0" baseline="0"/>
              <a:pPr/>
              <a:t>37</a:t>
            </a:fld>
            <a:endParaRPr lang="en-US" altLang="es-ES" sz="1600" b="0" i="0" baseline="0"/>
          </a:p>
        </p:txBody>
      </p:sp>
      <p:sp>
        <p:nvSpPr>
          <p:cNvPr id="41987" name="Rectangle 2">
            <a:extLst>
              <a:ext uri="{FF2B5EF4-FFF2-40B4-BE49-F238E27FC236}">
                <a16:creationId xmlns:a16="http://schemas.microsoft.com/office/drawing/2014/main" id="{A023DF35-060E-AC35-A90A-4291B54B2ED6}"/>
              </a:ext>
            </a:extLst>
          </p:cNvPr>
          <p:cNvSpPr>
            <a:spLocks noGrp="1" noChangeArrowheads="1"/>
          </p:cNvSpPr>
          <p:nvPr>
            <p:ph type="title"/>
          </p:nvPr>
        </p:nvSpPr>
        <p:spPr>
          <a:solidFill>
            <a:schemeClr val="bg1"/>
          </a:solidFill>
        </p:spPr>
        <p:txBody>
          <a:bodyPr/>
          <a:lstStyle/>
          <a:p>
            <a:r>
              <a:rPr lang="en-US" altLang="es-ES" sz="3200"/>
              <a:t>Microoperations for the Datapath - Symbolic Representation</a:t>
            </a:r>
          </a:p>
        </p:txBody>
      </p:sp>
      <p:sp>
        <p:nvSpPr>
          <p:cNvPr id="41988" name="Rectangle 3">
            <a:extLst>
              <a:ext uri="{FF2B5EF4-FFF2-40B4-BE49-F238E27FC236}">
                <a16:creationId xmlns:a16="http://schemas.microsoft.com/office/drawing/2014/main" id="{EE4B9E81-7EAF-4F77-BFC1-70F8375D480A}"/>
              </a:ext>
            </a:extLst>
          </p:cNvPr>
          <p:cNvSpPr>
            <a:spLocks noChangeArrowheads="1"/>
          </p:cNvSpPr>
          <p:nvPr/>
        </p:nvSpPr>
        <p:spPr bwMode="auto">
          <a:xfrm>
            <a:off x="573088" y="1271588"/>
            <a:ext cx="365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Micr</a:t>
            </a:r>
            <a:endParaRPr lang="en-US" altLang="es-ES" sz="3600" i="0" u="sng"/>
          </a:p>
        </p:txBody>
      </p:sp>
      <p:sp>
        <p:nvSpPr>
          <p:cNvPr id="41989" name="Rectangle 4">
            <a:extLst>
              <a:ext uri="{FF2B5EF4-FFF2-40B4-BE49-F238E27FC236}">
                <a16:creationId xmlns:a16="http://schemas.microsoft.com/office/drawing/2014/main" id="{0E02B38E-A9FC-7FE7-F196-53BD1F0ADEED}"/>
              </a:ext>
            </a:extLst>
          </p:cNvPr>
          <p:cNvSpPr>
            <a:spLocks noChangeArrowheads="1"/>
          </p:cNvSpPr>
          <p:nvPr/>
        </p:nvSpPr>
        <p:spPr bwMode="auto">
          <a:xfrm>
            <a:off x="935038" y="1271588"/>
            <a:ext cx="2635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o-</a:t>
            </a:r>
            <a:endParaRPr lang="en-US" altLang="es-ES" sz="3600" i="0" u="sng"/>
          </a:p>
        </p:txBody>
      </p:sp>
      <p:sp>
        <p:nvSpPr>
          <p:cNvPr id="41990" name="Rectangle 5">
            <a:extLst>
              <a:ext uri="{FF2B5EF4-FFF2-40B4-BE49-F238E27FC236}">
                <a16:creationId xmlns:a16="http://schemas.microsoft.com/office/drawing/2014/main" id="{47F31CCB-98EA-0C3B-36D3-CA6929E7459D}"/>
              </a:ext>
            </a:extLst>
          </p:cNvPr>
          <p:cNvSpPr>
            <a:spLocks noChangeArrowheads="1"/>
          </p:cNvSpPr>
          <p:nvPr/>
        </p:nvSpPr>
        <p:spPr bwMode="auto">
          <a:xfrm>
            <a:off x="573088" y="1471613"/>
            <a:ext cx="3143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op</a:t>
            </a:r>
            <a:endParaRPr lang="en-US" altLang="es-ES" sz="3600" i="0" u="sng"/>
          </a:p>
        </p:txBody>
      </p:sp>
      <p:sp>
        <p:nvSpPr>
          <p:cNvPr id="41991" name="Rectangle 6">
            <a:extLst>
              <a:ext uri="{FF2B5EF4-FFF2-40B4-BE49-F238E27FC236}">
                <a16:creationId xmlns:a16="http://schemas.microsoft.com/office/drawing/2014/main" id="{A377188C-0938-3C28-09FF-69CECDE76995}"/>
              </a:ext>
            </a:extLst>
          </p:cNvPr>
          <p:cNvSpPr>
            <a:spLocks noChangeArrowheads="1"/>
          </p:cNvSpPr>
          <p:nvPr/>
        </p:nvSpPr>
        <p:spPr bwMode="auto">
          <a:xfrm>
            <a:off x="790575" y="1471613"/>
            <a:ext cx="482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eratio</a:t>
            </a:r>
            <a:endParaRPr lang="en-US" altLang="es-ES" sz="3600" i="0" u="sng"/>
          </a:p>
        </p:txBody>
      </p:sp>
      <p:sp>
        <p:nvSpPr>
          <p:cNvPr id="41992" name="Rectangle 7">
            <a:extLst>
              <a:ext uri="{FF2B5EF4-FFF2-40B4-BE49-F238E27FC236}">
                <a16:creationId xmlns:a16="http://schemas.microsoft.com/office/drawing/2014/main" id="{42D92670-424A-31AC-F047-95F606C5D604}"/>
              </a:ext>
            </a:extLst>
          </p:cNvPr>
          <p:cNvSpPr>
            <a:spLocks noChangeArrowheads="1"/>
          </p:cNvSpPr>
          <p:nvPr/>
        </p:nvSpPr>
        <p:spPr bwMode="auto">
          <a:xfrm>
            <a:off x="1274763" y="1471613"/>
            <a:ext cx="2063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n</a:t>
            </a:r>
            <a:endParaRPr lang="en-US" altLang="es-ES" sz="3600" i="0" u="sng"/>
          </a:p>
        </p:txBody>
      </p:sp>
      <p:sp>
        <p:nvSpPr>
          <p:cNvPr id="41993" name="Rectangle 8">
            <a:extLst>
              <a:ext uri="{FF2B5EF4-FFF2-40B4-BE49-F238E27FC236}">
                <a16:creationId xmlns:a16="http://schemas.microsoft.com/office/drawing/2014/main" id="{930F9BAE-52AD-8877-2B6F-BDC12BD0E2B8}"/>
              </a:ext>
            </a:extLst>
          </p:cNvPr>
          <p:cNvSpPr>
            <a:spLocks noChangeArrowheads="1"/>
          </p:cNvSpPr>
          <p:nvPr/>
        </p:nvSpPr>
        <p:spPr bwMode="auto">
          <a:xfrm>
            <a:off x="2482850"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D</a:t>
            </a:r>
            <a:endParaRPr lang="en-US" altLang="es-ES" sz="3600" i="0" u="sng"/>
          </a:p>
        </p:txBody>
      </p:sp>
      <p:sp>
        <p:nvSpPr>
          <p:cNvPr id="41994" name="Rectangle 9">
            <a:extLst>
              <a:ext uri="{FF2B5EF4-FFF2-40B4-BE49-F238E27FC236}">
                <a16:creationId xmlns:a16="http://schemas.microsoft.com/office/drawing/2014/main" id="{B30B0DD7-42EC-6525-FABD-30FF250B2D12}"/>
              </a:ext>
            </a:extLst>
          </p:cNvPr>
          <p:cNvSpPr>
            <a:spLocks noChangeArrowheads="1"/>
          </p:cNvSpPr>
          <p:nvPr/>
        </p:nvSpPr>
        <p:spPr bwMode="auto">
          <a:xfrm>
            <a:off x="2603500"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A</a:t>
            </a:r>
            <a:endParaRPr lang="en-US" altLang="es-ES" sz="3600" i="0" u="sng"/>
          </a:p>
        </p:txBody>
      </p:sp>
      <p:sp>
        <p:nvSpPr>
          <p:cNvPr id="41995" name="Rectangle 10">
            <a:extLst>
              <a:ext uri="{FF2B5EF4-FFF2-40B4-BE49-F238E27FC236}">
                <a16:creationId xmlns:a16="http://schemas.microsoft.com/office/drawing/2014/main" id="{FF028CEE-0FA3-EA22-7E74-CE52FE438CB3}"/>
              </a:ext>
            </a:extLst>
          </p:cNvPr>
          <p:cNvSpPr>
            <a:spLocks noChangeArrowheads="1"/>
          </p:cNvSpPr>
          <p:nvPr/>
        </p:nvSpPr>
        <p:spPr bwMode="auto">
          <a:xfrm>
            <a:off x="3027363"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A</a:t>
            </a:r>
            <a:endParaRPr lang="en-US" altLang="es-ES" sz="3600" i="0" u="sng"/>
          </a:p>
        </p:txBody>
      </p:sp>
      <p:sp>
        <p:nvSpPr>
          <p:cNvPr id="41996" name="Rectangle 11">
            <a:extLst>
              <a:ext uri="{FF2B5EF4-FFF2-40B4-BE49-F238E27FC236}">
                <a16:creationId xmlns:a16="http://schemas.microsoft.com/office/drawing/2014/main" id="{6FC91F19-404B-7167-284E-FF453BF6CFD2}"/>
              </a:ext>
            </a:extLst>
          </p:cNvPr>
          <p:cNvSpPr>
            <a:spLocks noChangeArrowheads="1"/>
          </p:cNvSpPr>
          <p:nvPr/>
        </p:nvSpPr>
        <p:spPr bwMode="auto">
          <a:xfrm>
            <a:off x="3155950"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A</a:t>
            </a:r>
            <a:endParaRPr lang="en-US" altLang="es-ES" sz="3600" i="0" u="sng"/>
          </a:p>
        </p:txBody>
      </p:sp>
      <p:sp>
        <p:nvSpPr>
          <p:cNvPr id="41997" name="Rectangle 12">
            <a:extLst>
              <a:ext uri="{FF2B5EF4-FFF2-40B4-BE49-F238E27FC236}">
                <a16:creationId xmlns:a16="http://schemas.microsoft.com/office/drawing/2014/main" id="{A8A3466B-BAC4-73C3-0678-0581E43E9775}"/>
              </a:ext>
            </a:extLst>
          </p:cNvPr>
          <p:cNvSpPr>
            <a:spLocks noChangeArrowheads="1"/>
          </p:cNvSpPr>
          <p:nvPr/>
        </p:nvSpPr>
        <p:spPr bwMode="auto">
          <a:xfrm>
            <a:off x="3573463"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B</a:t>
            </a:r>
            <a:endParaRPr lang="en-US" altLang="es-ES" sz="3600" i="0" u="sng"/>
          </a:p>
        </p:txBody>
      </p:sp>
      <p:sp>
        <p:nvSpPr>
          <p:cNvPr id="41998" name="Rectangle 13">
            <a:extLst>
              <a:ext uri="{FF2B5EF4-FFF2-40B4-BE49-F238E27FC236}">
                <a16:creationId xmlns:a16="http://schemas.microsoft.com/office/drawing/2014/main" id="{BFBA7EF6-E486-5440-5BA4-A6E5491185B1}"/>
              </a:ext>
            </a:extLst>
          </p:cNvPr>
          <p:cNvSpPr>
            <a:spLocks noChangeArrowheads="1"/>
          </p:cNvSpPr>
          <p:nvPr/>
        </p:nvSpPr>
        <p:spPr bwMode="auto">
          <a:xfrm>
            <a:off x="3695700"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A</a:t>
            </a:r>
            <a:endParaRPr lang="en-US" altLang="es-ES" sz="3600" i="0" u="sng"/>
          </a:p>
        </p:txBody>
      </p:sp>
      <p:sp>
        <p:nvSpPr>
          <p:cNvPr id="41999" name="Rectangle 14">
            <a:extLst>
              <a:ext uri="{FF2B5EF4-FFF2-40B4-BE49-F238E27FC236}">
                <a16:creationId xmlns:a16="http://schemas.microsoft.com/office/drawing/2014/main" id="{1D2EA6CF-A2FA-5723-856A-231BA31A55F3}"/>
              </a:ext>
            </a:extLst>
          </p:cNvPr>
          <p:cNvSpPr>
            <a:spLocks noChangeArrowheads="1"/>
          </p:cNvSpPr>
          <p:nvPr/>
        </p:nvSpPr>
        <p:spPr bwMode="auto">
          <a:xfrm>
            <a:off x="4117975" y="1471613"/>
            <a:ext cx="2444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M</a:t>
            </a:r>
            <a:endParaRPr lang="en-US" altLang="es-ES" sz="3600" i="0" u="sng"/>
          </a:p>
        </p:txBody>
      </p:sp>
      <p:sp>
        <p:nvSpPr>
          <p:cNvPr id="42000" name="Rectangle 15">
            <a:extLst>
              <a:ext uri="{FF2B5EF4-FFF2-40B4-BE49-F238E27FC236}">
                <a16:creationId xmlns:a16="http://schemas.microsoft.com/office/drawing/2014/main" id="{D96DCF3B-F6F1-7C7D-FCC7-1CF3A5722434}"/>
              </a:ext>
            </a:extLst>
          </p:cNvPr>
          <p:cNvSpPr>
            <a:spLocks noChangeArrowheads="1"/>
          </p:cNvSpPr>
          <p:nvPr/>
        </p:nvSpPr>
        <p:spPr bwMode="auto">
          <a:xfrm>
            <a:off x="4267200"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B</a:t>
            </a:r>
            <a:endParaRPr lang="en-US" altLang="es-ES" sz="3600" i="0" u="sng"/>
          </a:p>
        </p:txBody>
      </p:sp>
      <p:sp>
        <p:nvSpPr>
          <p:cNvPr id="42001" name="Rectangle 16">
            <a:extLst>
              <a:ext uri="{FF2B5EF4-FFF2-40B4-BE49-F238E27FC236}">
                <a16:creationId xmlns:a16="http://schemas.microsoft.com/office/drawing/2014/main" id="{9C6C5C57-3FA9-8EFD-FCFC-5D2CA20D94B7}"/>
              </a:ext>
            </a:extLst>
          </p:cNvPr>
          <p:cNvSpPr>
            <a:spLocks noChangeArrowheads="1"/>
          </p:cNvSpPr>
          <p:nvPr/>
        </p:nvSpPr>
        <p:spPr bwMode="auto">
          <a:xfrm>
            <a:off x="5118100" y="1471613"/>
            <a:ext cx="2063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F</a:t>
            </a:r>
            <a:endParaRPr lang="en-US" altLang="es-ES" sz="3600" i="0" u="sng"/>
          </a:p>
        </p:txBody>
      </p:sp>
      <p:sp>
        <p:nvSpPr>
          <p:cNvPr id="42002" name="Rectangle 17">
            <a:extLst>
              <a:ext uri="{FF2B5EF4-FFF2-40B4-BE49-F238E27FC236}">
                <a16:creationId xmlns:a16="http://schemas.microsoft.com/office/drawing/2014/main" id="{7DC02686-09F5-189B-6B39-40D6659006EA}"/>
              </a:ext>
            </a:extLst>
          </p:cNvPr>
          <p:cNvSpPr>
            <a:spLocks noChangeArrowheads="1"/>
          </p:cNvSpPr>
          <p:nvPr/>
        </p:nvSpPr>
        <p:spPr bwMode="auto">
          <a:xfrm>
            <a:off x="5227638" y="1471613"/>
            <a:ext cx="2159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S</a:t>
            </a:r>
            <a:endParaRPr lang="en-US" altLang="es-ES" sz="3600" i="0" u="sng"/>
          </a:p>
        </p:txBody>
      </p:sp>
      <p:sp>
        <p:nvSpPr>
          <p:cNvPr id="42003" name="Rectangle 18">
            <a:extLst>
              <a:ext uri="{FF2B5EF4-FFF2-40B4-BE49-F238E27FC236}">
                <a16:creationId xmlns:a16="http://schemas.microsoft.com/office/drawing/2014/main" id="{1054C01C-6467-AEED-8110-59244C61CD0A}"/>
              </a:ext>
            </a:extLst>
          </p:cNvPr>
          <p:cNvSpPr>
            <a:spLocks noChangeArrowheads="1"/>
          </p:cNvSpPr>
          <p:nvPr/>
        </p:nvSpPr>
        <p:spPr bwMode="auto">
          <a:xfrm>
            <a:off x="6710363" y="1471613"/>
            <a:ext cx="2444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M</a:t>
            </a:r>
            <a:endParaRPr lang="en-US" altLang="es-ES" sz="3600" i="0" u="sng"/>
          </a:p>
        </p:txBody>
      </p:sp>
      <p:sp>
        <p:nvSpPr>
          <p:cNvPr id="42004" name="Rectangle 19">
            <a:extLst>
              <a:ext uri="{FF2B5EF4-FFF2-40B4-BE49-F238E27FC236}">
                <a16:creationId xmlns:a16="http://schemas.microsoft.com/office/drawing/2014/main" id="{EB718984-A8F1-7550-A505-3652E93BE649}"/>
              </a:ext>
            </a:extLst>
          </p:cNvPr>
          <p:cNvSpPr>
            <a:spLocks noChangeArrowheads="1"/>
          </p:cNvSpPr>
          <p:nvPr/>
        </p:nvSpPr>
        <p:spPr bwMode="auto">
          <a:xfrm>
            <a:off x="6858000"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D</a:t>
            </a:r>
            <a:endParaRPr lang="en-US" altLang="es-ES" sz="3600" i="0" u="sng"/>
          </a:p>
        </p:txBody>
      </p:sp>
      <p:sp>
        <p:nvSpPr>
          <p:cNvPr id="42005" name="Rectangle 20">
            <a:extLst>
              <a:ext uri="{FF2B5EF4-FFF2-40B4-BE49-F238E27FC236}">
                <a16:creationId xmlns:a16="http://schemas.microsoft.com/office/drawing/2014/main" id="{706D84EB-418D-AAFA-BB84-D2BDA68E11DF}"/>
              </a:ext>
            </a:extLst>
          </p:cNvPr>
          <p:cNvSpPr>
            <a:spLocks noChangeArrowheads="1"/>
          </p:cNvSpPr>
          <p:nvPr/>
        </p:nvSpPr>
        <p:spPr bwMode="auto">
          <a:xfrm>
            <a:off x="7710488" y="1471613"/>
            <a:ext cx="2254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R</a:t>
            </a:r>
            <a:endParaRPr lang="en-US" altLang="es-ES" sz="3600" i="0" u="sng"/>
          </a:p>
        </p:txBody>
      </p:sp>
      <p:sp>
        <p:nvSpPr>
          <p:cNvPr id="42006" name="Rectangle 21">
            <a:extLst>
              <a:ext uri="{FF2B5EF4-FFF2-40B4-BE49-F238E27FC236}">
                <a16:creationId xmlns:a16="http://schemas.microsoft.com/office/drawing/2014/main" id="{3E4FB9BF-4472-F676-738A-982A467F3A18}"/>
              </a:ext>
            </a:extLst>
          </p:cNvPr>
          <p:cNvSpPr>
            <a:spLocks noChangeArrowheads="1"/>
          </p:cNvSpPr>
          <p:nvPr/>
        </p:nvSpPr>
        <p:spPr bwMode="auto">
          <a:xfrm>
            <a:off x="7831138" y="1471613"/>
            <a:ext cx="266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400" i="0" baseline="0">
                <a:solidFill>
                  <a:srgbClr val="000000"/>
                </a:solidFill>
                <a:latin typeface="Helvetica" panose="020B0604020202020204" pitchFamily="34" charset="0"/>
              </a:rPr>
              <a:t>W</a:t>
            </a:r>
            <a:endParaRPr lang="en-US" altLang="es-ES" sz="3600" i="0" u="sng"/>
          </a:p>
        </p:txBody>
      </p:sp>
      <p:sp>
        <p:nvSpPr>
          <p:cNvPr id="42007" name="Rectangle 22">
            <a:extLst>
              <a:ext uri="{FF2B5EF4-FFF2-40B4-BE49-F238E27FC236}">
                <a16:creationId xmlns:a16="http://schemas.microsoft.com/office/drawing/2014/main" id="{69CE1763-B3F1-4619-A756-B202615A98CC}"/>
              </a:ext>
            </a:extLst>
          </p:cNvPr>
          <p:cNvSpPr>
            <a:spLocks noChangeArrowheads="1"/>
          </p:cNvSpPr>
          <p:nvPr/>
        </p:nvSpPr>
        <p:spPr bwMode="auto">
          <a:xfrm>
            <a:off x="2482850" y="19558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08" name="Rectangle 23">
            <a:extLst>
              <a:ext uri="{FF2B5EF4-FFF2-40B4-BE49-F238E27FC236}">
                <a16:creationId xmlns:a16="http://schemas.microsoft.com/office/drawing/2014/main" id="{517C4E93-27B6-B72D-6D7F-B0D22D66E900}"/>
              </a:ext>
            </a:extLst>
          </p:cNvPr>
          <p:cNvSpPr>
            <a:spLocks noChangeArrowheads="1"/>
          </p:cNvSpPr>
          <p:nvPr/>
        </p:nvSpPr>
        <p:spPr bwMode="auto">
          <a:xfrm>
            <a:off x="2627313"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2009" name="Rectangle 24">
            <a:extLst>
              <a:ext uri="{FF2B5EF4-FFF2-40B4-BE49-F238E27FC236}">
                <a16:creationId xmlns:a16="http://schemas.microsoft.com/office/drawing/2014/main" id="{04FF5C85-F185-AD65-D005-18A4C95B2220}"/>
              </a:ext>
            </a:extLst>
          </p:cNvPr>
          <p:cNvSpPr>
            <a:spLocks noChangeArrowheads="1"/>
          </p:cNvSpPr>
          <p:nvPr/>
        </p:nvSpPr>
        <p:spPr bwMode="auto">
          <a:xfrm>
            <a:off x="3028950" y="19558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10" name="Rectangle 25">
            <a:extLst>
              <a:ext uri="{FF2B5EF4-FFF2-40B4-BE49-F238E27FC236}">
                <a16:creationId xmlns:a16="http://schemas.microsoft.com/office/drawing/2014/main" id="{7F5A8780-9115-90B8-5DE5-9662383FE3F5}"/>
              </a:ext>
            </a:extLst>
          </p:cNvPr>
          <p:cNvSpPr>
            <a:spLocks noChangeArrowheads="1"/>
          </p:cNvSpPr>
          <p:nvPr/>
        </p:nvSpPr>
        <p:spPr bwMode="auto">
          <a:xfrm>
            <a:off x="3171825"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2</a:t>
            </a:r>
            <a:endParaRPr lang="en-US" altLang="es-ES" sz="3600" i="0" u="sng"/>
          </a:p>
        </p:txBody>
      </p:sp>
      <p:sp>
        <p:nvSpPr>
          <p:cNvPr id="42011" name="Rectangle 26">
            <a:extLst>
              <a:ext uri="{FF2B5EF4-FFF2-40B4-BE49-F238E27FC236}">
                <a16:creationId xmlns:a16="http://schemas.microsoft.com/office/drawing/2014/main" id="{ED4EC4B5-1C7C-C7A3-7AA7-A2E7FB8DA3DA}"/>
              </a:ext>
            </a:extLst>
          </p:cNvPr>
          <p:cNvSpPr>
            <a:spLocks noChangeArrowheads="1"/>
          </p:cNvSpPr>
          <p:nvPr/>
        </p:nvSpPr>
        <p:spPr bwMode="auto">
          <a:xfrm>
            <a:off x="3573463" y="19558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12" name="Rectangle 27">
            <a:extLst>
              <a:ext uri="{FF2B5EF4-FFF2-40B4-BE49-F238E27FC236}">
                <a16:creationId xmlns:a16="http://schemas.microsoft.com/office/drawing/2014/main" id="{7DE6328D-2237-5CD0-8C73-09671ADDFCDF}"/>
              </a:ext>
            </a:extLst>
          </p:cNvPr>
          <p:cNvSpPr>
            <a:spLocks noChangeArrowheads="1"/>
          </p:cNvSpPr>
          <p:nvPr/>
        </p:nvSpPr>
        <p:spPr bwMode="auto">
          <a:xfrm>
            <a:off x="3717925"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3</a:t>
            </a:r>
            <a:endParaRPr lang="en-US" altLang="es-ES" sz="3600" i="0" u="sng"/>
          </a:p>
        </p:txBody>
      </p:sp>
      <p:sp>
        <p:nvSpPr>
          <p:cNvPr id="42013" name="Rectangle 28">
            <a:extLst>
              <a:ext uri="{FF2B5EF4-FFF2-40B4-BE49-F238E27FC236}">
                <a16:creationId xmlns:a16="http://schemas.microsoft.com/office/drawing/2014/main" id="{EDDDFE2A-28DD-C9AC-A171-D0A3E3554587}"/>
              </a:ext>
            </a:extLst>
          </p:cNvPr>
          <p:cNvSpPr>
            <a:spLocks noChangeArrowheads="1"/>
          </p:cNvSpPr>
          <p:nvPr/>
        </p:nvSpPr>
        <p:spPr bwMode="auto">
          <a:xfrm>
            <a:off x="4119563" y="1955800"/>
            <a:ext cx="2698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R</a:t>
            </a:r>
            <a:endParaRPr lang="en-US" altLang="es-ES" sz="3600" i="0" u="sng"/>
          </a:p>
        </p:txBody>
      </p:sp>
      <p:sp>
        <p:nvSpPr>
          <p:cNvPr id="42014" name="Rectangle 29">
            <a:extLst>
              <a:ext uri="{FF2B5EF4-FFF2-40B4-BE49-F238E27FC236}">
                <a16:creationId xmlns:a16="http://schemas.microsoft.com/office/drawing/2014/main" id="{BBDF1DEC-04E1-DD33-9A65-77BED22A8386}"/>
              </a:ext>
            </a:extLst>
          </p:cNvPr>
          <p:cNvSpPr>
            <a:spLocks noChangeArrowheads="1"/>
          </p:cNvSpPr>
          <p:nvPr/>
        </p:nvSpPr>
        <p:spPr bwMode="auto">
          <a:xfrm>
            <a:off x="4275138"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e</a:t>
            </a:r>
            <a:endParaRPr lang="en-US" altLang="es-ES" sz="3600" i="0" u="sng"/>
          </a:p>
        </p:txBody>
      </p:sp>
      <p:sp>
        <p:nvSpPr>
          <p:cNvPr id="42015" name="Rectangle 30">
            <a:extLst>
              <a:ext uri="{FF2B5EF4-FFF2-40B4-BE49-F238E27FC236}">
                <a16:creationId xmlns:a16="http://schemas.microsoft.com/office/drawing/2014/main" id="{FB39FADD-89A2-D258-86C9-CFED8E8B4C8E}"/>
              </a:ext>
            </a:extLst>
          </p:cNvPr>
          <p:cNvSpPr>
            <a:spLocks noChangeArrowheads="1"/>
          </p:cNvSpPr>
          <p:nvPr/>
        </p:nvSpPr>
        <p:spPr bwMode="auto">
          <a:xfrm>
            <a:off x="4373563"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g</a:t>
            </a:r>
            <a:endParaRPr lang="en-US" altLang="es-ES" sz="3600" i="0" u="sng"/>
          </a:p>
        </p:txBody>
      </p:sp>
      <p:sp>
        <p:nvSpPr>
          <p:cNvPr id="42016" name="Rectangle 31">
            <a:extLst>
              <a:ext uri="{FF2B5EF4-FFF2-40B4-BE49-F238E27FC236}">
                <a16:creationId xmlns:a16="http://schemas.microsoft.com/office/drawing/2014/main" id="{678FB733-9484-871D-25DA-91E4AD4131FE}"/>
              </a:ext>
            </a:extLst>
          </p:cNvPr>
          <p:cNvSpPr>
            <a:spLocks noChangeArrowheads="1"/>
          </p:cNvSpPr>
          <p:nvPr/>
        </p:nvSpPr>
        <p:spPr bwMode="auto">
          <a:xfrm>
            <a:off x="4473575" y="1955800"/>
            <a:ext cx="3857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ister</a:t>
            </a:r>
            <a:endParaRPr lang="en-US" altLang="es-ES" sz="3600" i="0" u="sng"/>
          </a:p>
        </p:txBody>
      </p:sp>
      <p:sp>
        <p:nvSpPr>
          <p:cNvPr id="42017" name="Rectangle 32">
            <a:extLst>
              <a:ext uri="{FF2B5EF4-FFF2-40B4-BE49-F238E27FC236}">
                <a16:creationId xmlns:a16="http://schemas.microsoft.com/office/drawing/2014/main" id="{73BF4C04-D1E5-4941-1673-79E6646E8240}"/>
              </a:ext>
            </a:extLst>
          </p:cNvPr>
          <p:cNvSpPr>
            <a:spLocks noChangeArrowheads="1"/>
          </p:cNvSpPr>
          <p:nvPr/>
        </p:nvSpPr>
        <p:spPr bwMode="auto">
          <a:xfrm>
            <a:off x="6710363" y="1955800"/>
            <a:ext cx="2349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F</a:t>
            </a:r>
            <a:endParaRPr lang="en-US" altLang="es-ES" sz="3600" i="0" u="sng"/>
          </a:p>
        </p:txBody>
      </p:sp>
      <p:sp>
        <p:nvSpPr>
          <p:cNvPr id="42018" name="Rectangle 33">
            <a:extLst>
              <a:ext uri="{FF2B5EF4-FFF2-40B4-BE49-F238E27FC236}">
                <a16:creationId xmlns:a16="http://schemas.microsoft.com/office/drawing/2014/main" id="{476A0551-2113-3819-BFBA-128C927F25D8}"/>
              </a:ext>
            </a:extLst>
          </p:cNvPr>
          <p:cNvSpPr>
            <a:spLocks noChangeArrowheads="1"/>
          </p:cNvSpPr>
          <p:nvPr/>
        </p:nvSpPr>
        <p:spPr bwMode="auto">
          <a:xfrm>
            <a:off x="6832600" y="1955800"/>
            <a:ext cx="7778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unction</a:t>
            </a:r>
            <a:endParaRPr lang="en-US" altLang="es-ES" sz="3600" i="0" u="sng"/>
          </a:p>
        </p:txBody>
      </p:sp>
      <p:sp>
        <p:nvSpPr>
          <p:cNvPr id="42019" name="Rectangle 34">
            <a:extLst>
              <a:ext uri="{FF2B5EF4-FFF2-40B4-BE49-F238E27FC236}">
                <a16:creationId xmlns:a16="http://schemas.microsoft.com/office/drawing/2014/main" id="{6E1473CF-43C3-4952-78E4-0380F80C2845}"/>
              </a:ext>
            </a:extLst>
          </p:cNvPr>
          <p:cNvSpPr>
            <a:spLocks noChangeArrowheads="1"/>
          </p:cNvSpPr>
          <p:nvPr/>
        </p:nvSpPr>
        <p:spPr bwMode="auto">
          <a:xfrm>
            <a:off x="7710488" y="1955800"/>
            <a:ext cx="6191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Write</a:t>
            </a:r>
            <a:endParaRPr lang="en-US" altLang="es-ES" sz="3600" i="0" u="sng"/>
          </a:p>
        </p:txBody>
      </p:sp>
      <p:sp>
        <p:nvSpPr>
          <p:cNvPr id="42020" name="Rectangle 35">
            <a:extLst>
              <a:ext uri="{FF2B5EF4-FFF2-40B4-BE49-F238E27FC236}">
                <a16:creationId xmlns:a16="http://schemas.microsoft.com/office/drawing/2014/main" id="{64C42700-9B37-D1E1-CF3A-3EF2B27BF6A0}"/>
              </a:ext>
            </a:extLst>
          </p:cNvPr>
          <p:cNvSpPr>
            <a:spLocks noChangeArrowheads="1"/>
          </p:cNvSpPr>
          <p:nvPr/>
        </p:nvSpPr>
        <p:spPr bwMode="auto">
          <a:xfrm>
            <a:off x="2482850" y="22225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21" name="Rectangle 36">
            <a:extLst>
              <a:ext uri="{FF2B5EF4-FFF2-40B4-BE49-F238E27FC236}">
                <a16:creationId xmlns:a16="http://schemas.microsoft.com/office/drawing/2014/main" id="{49F25A7B-3424-D44E-8AB0-73DE4D63C0A1}"/>
              </a:ext>
            </a:extLst>
          </p:cNvPr>
          <p:cNvSpPr>
            <a:spLocks noChangeArrowheads="1"/>
          </p:cNvSpPr>
          <p:nvPr/>
        </p:nvSpPr>
        <p:spPr bwMode="auto">
          <a:xfrm>
            <a:off x="2627313" y="22225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4</a:t>
            </a:r>
            <a:endParaRPr lang="en-US" altLang="es-ES" sz="3600" i="0" u="sng"/>
          </a:p>
        </p:txBody>
      </p:sp>
      <p:sp>
        <p:nvSpPr>
          <p:cNvPr id="42022" name="Rectangle 37">
            <a:extLst>
              <a:ext uri="{FF2B5EF4-FFF2-40B4-BE49-F238E27FC236}">
                <a16:creationId xmlns:a16="http://schemas.microsoft.com/office/drawing/2014/main" id="{28F6F131-A92A-8EF6-80FE-44B251D15B5E}"/>
              </a:ext>
            </a:extLst>
          </p:cNvPr>
          <p:cNvSpPr>
            <a:spLocks noChangeArrowheads="1"/>
          </p:cNvSpPr>
          <p:nvPr/>
        </p:nvSpPr>
        <p:spPr bwMode="auto">
          <a:xfrm>
            <a:off x="3028950" y="2222500"/>
            <a:ext cx="3143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a:t>
            </a:r>
            <a:endParaRPr lang="en-US" altLang="es-ES" sz="3600" i="0" u="sng"/>
          </a:p>
        </p:txBody>
      </p:sp>
      <p:sp>
        <p:nvSpPr>
          <p:cNvPr id="42023" name="Rectangle 38">
            <a:extLst>
              <a:ext uri="{FF2B5EF4-FFF2-40B4-BE49-F238E27FC236}">
                <a16:creationId xmlns:a16="http://schemas.microsoft.com/office/drawing/2014/main" id="{406A912A-C60F-4A76-9F54-6F98BE8068F5}"/>
              </a:ext>
            </a:extLst>
          </p:cNvPr>
          <p:cNvSpPr>
            <a:spLocks noChangeArrowheads="1"/>
          </p:cNvSpPr>
          <p:nvPr/>
        </p:nvSpPr>
        <p:spPr bwMode="auto">
          <a:xfrm>
            <a:off x="3573463" y="22225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24" name="Rectangle 39">
            <a:extLst>
              <a:ext uri="{FF2B5EF4-FFF2-40B4-BE49-F238E27FC236}">
                <a16:creationId xmlns:a16="http://schemas.microsoft.com/office/drawing/2014/main" id="{B1CAB7CF-F818-45B7-DB0F-C0076CF91076}"/>
              </a:ext>
            </a:extLst>
          </p:cNvPr>
          <p:cNvSpPr>
            <a:spLocks noChangeArrowheads="1"/>
          </p:cNvSpPr>
          <p:nvPr/>
        </p:nvSpPr>
        <p:spPr bwMode="auto">
          <a:xfrm>
            <a:off x="3717925" y="22225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6</a:t>
            </a:r>
            <a:endParaRPr lang="en-US" altLang="es-ES" sz="3600" i="0" u="sng"/>
          </a:p>
        </p:txBody>
      </p:sp>
      <p:sp>
        <p:nvSpPr>
          <p:cNvPr id="42025" name="Rectangle 40">
            <a:extLst>
              <a:ext uri="{FF2B5EF4-FFF2-40B4-BE49-F238E27FC236}">
                <a16:creationId xmlns:a16="http://schemas.microsoft.com/office/drawing/2014/main" id="{94F516B3-2F98-6AC6-34F9-EC44E00F03F4}"/>
              </a:ext>
            </a:extLst>
          </p:cNvPr>
          <p:cNvSpPr>
            <a:spLocks noChangeArrowheads="1"/>
          </p:cNvSpPr>
          <p:nvPr/>
        </p:nvSpPr>
        <p:spPr bwMode="auto">
          <a:xfrm>
            <a:off x="4119563" y="2222500"/>
            <a:ext cx="2698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R</a:t>
            </a:r>
            <a:endParaRPr lang="en-US" altLang="es-ES" sz="3600" i="0" u="sng"/>
          </a:p>
        </p:txBody>
      </p:sp>
      <p:sp>
        <p:nvSpPr>
          <p:cNvPr id="42026" name="Rectangle 41">
            <a:extLst>
              <a:ext uri="{FF2B5EF4-FFF2-40B4-BE49-F238E27FC236}">
                <a16:creationId xmlns:a16="http://schemas.microsoft.com/office/drawing/2014/main" id="{F4734195-7328-E322-9517-36993C15225C}"/>
              </a:ext>
            </a:extLst>
          </p:cNvPr>
          <p:cNvSpPr>
            <a:spLocks noChangeArrowheads="1"/>
          </p:cNvSpPr>
          <p:nvPr/>
        </p:nvSpPr>
        <p:spPr bwMode="auto">
          <a:xfrm>
            <a:off x="4275138" y="22225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e</a:t>
            </a:r>
            <a:endParaRPr lang="en-US" altLang="es-ES" sz="3600" i="0" u="sng"/>
          </a:p>
        </p:txBody>
      </p:sp>
      <p:sp>
        <p:nvSpPr>
          <p:cNvPr id="42027" name="Rectangle 42">
            <a:extLst>
              <a:ext uri="{FF2B5EF4-FFF2-40B4-BE49-F238E27FC236}">
                <a16:creationId xmlns:a16="http://schemas.microsoft.com/office/drawing/2014/main" id="{67595915-2AA4-7045-0598-EB578C5E18D5}"/>
              </a:ext>
            </a:extLst>
          </p:cNvPr>
          <p:cNvSpPr>
            <a:spLocks noChangeArrowheads="1"/>
          </p:cNvSpPr>
          <p:nvPr/>
        </p:nvSpPr>
        <p:spPr bwMode="auto">
          <a:xfrm>
            <a:off x="4373563" y="22225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g</a:t>
            </a:r>
            <a:endParaRPr lang="en-US" altLang="es-ES" sz="3600" i="0" u="sng"/>
          </a:p>
        </p:txBody>
      </p:sp>
      <p:sp>
        <p:nvSpPr>
          <p:cNvPr id="42028" name="Rectangle 43">
            <a:extLst>
              <a:ext uri="{FF2B5EF4-FFF2-40B4-BE49-F238E27FC236}">
                <a16:creationId xmlns:a16="http://schemas.microsoft.com/office/drawing/2014/main" id="{063842C5-7299-0BD8-6A37-915D15B438DF}"/>
              </a:ext>
            </a:extLst>
          </p:cNvPr>
          <p:cNvSpPr>
            <a:spLocks noChangeArrowheads="1"/>
          </p:cNvSpPr>
          <p:nvPr/>
        </p:nvSpPr>
        <p:spPr bwMode="auto">
          <a:xfrm>
            <a:off x="4473575" y="2222500"/>
            <a:ext cx="3857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ister</a:t>
            </a:r>
            <a:endParaRPr lang="en-US" altLang="es-ES" sz="3600" i="0" u="sng"/>
          </a:p>
        </p:txBody>
      </p:sp>
      <p:sp>
        <p:nvSpPr>
          <p:cNvPr id="42029" name="Rectangle 44">
            <a:extLst>
              <a:ext uri="{FF2B5EF4-FFF2-40B4-BE49-F238E27FC236}">
                <a16:creationId xmlns:a16="http://schemas.microsoft.com/office/drawing/2014/main" id="{2ACAC73C-E447-1A6B-BF18-6FFE5694498B}"/>
              </a:ext>
            </a:extLst>
          </p:cNvPr>
          <p:cNvSpPr>
            <a:spLocks noChangeArrowheads="1"/>
          </p:cNvSpPr>
          <p:nvPr/>
        </p:nvSpPr>
        <p:spPr bwMode="auto">
          <a:xfrm>
            <a:off x="6710363" y="2222500"/>
            <a:ext cx="2349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F</a:t>
            </a:r>
            <a:endParaRPr lang="en-US" altLang="es-ES" sz="3600" i="0" u="sng"/>
          </a:p>
        </p:txBody>
      </p:sp>
      <p:sp>
        <p:nvSpPr>
          <p:cNvPr id="42030" name="Rectangle 45">
            <a:extLst>
              <a:ext uri="{FF2B5EF4-FFF2-40B4-BE49-F238E27FC236}">
                <a16:creationId xmlns:a16="http://schemas.microsoft.com/office/drawing/2014/main" id="{45669D8C-5BEA-E9FC-84C4-DB4DE6BCC6BD}"/>
              </a:ext>
            </a:extLst>
          </p:cNvPr>
          <p:cNvSpPr>
            <a:spLocks noChangeArrowheads="1"/>
          </p:cNvSpPr>
          <p:nvPr/>
        </p:nvSpPr>
        <p:spPr bwMode="auto">
          <a:xfrm>
            <a:off x="6832600" y="2222500"/>
            <a:ext cx="7778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unction</a:t>
            </a:r>
            <a:endParaRPr lang="en-US" altLang="es-ES" sz="3600" i="0" u="sng"/>
          </a:p>
        </p:txBody>
      </p:sp>
      <p:sp>
        <p:nvSpPr>
          <p:cNvPr id="42031" name="Rectangle 46">
            <a:extLst>
              <a:ext uri="{FF2B5EF4-FFF2-40B4-BE49-F238E27FC236}">
                <a16:creationId xmlns:a16="http://schemas.microsoft.com/office/drawing/2014/main" id="{269A9C30-03E5-6AE0-9B37-CFBC41D00A57}"/>
              </a:ext>
            </a:extLst>
          </p:cNvPr>
          <p:cNvSpPr>
            <a:spLocks noChangeArrowheads="1"/>
          </p:cNvSpPr>
          <p:nvPr/>
        </p:nvSpPr>
        <p:spPr bwMode="auto">
          <a:xfrm>
            <a:off x="7710488" y="2222500"/>
            <a:ext cx="6191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Write</a:t>
            </a:r>
            <a:endParaRPr lang="en-US" altLang="es-ES" sz="3600" i="0" u="sng"/>
          </a:p>
        </p:txBody>
      </p:sp>
      <p:sp>
        <p:nvSpPr>
          <p:cNvPr id="42032" name="Rectangle 47">
            <a:extLst>
              <a:ext uri="{FF2B5EF4-FFF2-40B4-BE49-F238E27FC236}">
                <a16:creationId xmlns:a16="http://schemas.microsoft.com/office/drawing/2014/main" id="{F6E8D1DE-2EFE-E542-C23E-772489CCBD7A}"/>
              </a:ext>
            </a:extLst>
          </p:cNvPr>
          <p:cNvSpPr>
            <a:spLocks noChangeArrowheads="1"/>
          </p:cNvSpPr>
          <p:nvPr/>
        </p:nvSpPr>
        <p:spPr bwMode="auto">
          <a:xfrm>
            <a:off x="2482850" y="24892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33" name="Rectangle 48">
            <a:extLst>
              <a:ext uri="{FF2B5EF4-FFF2-40B4-BE49-F238E27FC236}">
                <a16:creationId xmlns:a16="http://schemas.microsoft.com/office/drawing/2014/main" id="{6435815F-965E-DEB7-D8BD-0D8384D6208C}"/>
              </a:ext>
            </a:extLst>
          </p:cNvPr>
          <p:cNvSpPr>
            <a:spLocks noChangeArrowheads="1"/>
          </p:cNvSpPr>
          <p:nvPr/>
        </p:nvSpPr>
        <p:spPr bwMode="auto">
          <a:xfrm>
            <a:off x="2627313" y="24892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7</a:t>
            </a:r>
            <a:endParaRPr lang="en-US" altLang="es-ES" sz="3600" i="0" u="sng"/>
          </a:p>
        </p:txBody>
      </p:sp>
      <p:sp>
        <p:nvSpPr>
          <p:cNvPr id="42034" name="Rectangle 49">
            <a:extLst>
              <a:ext uri="{FF2B5EF4-FFF2-40B4-BE49-F238E27FC236}">
                <a16:creationId xmlns:a16="http://schemas.microsoft.com/office/drawing/2014/main" id="{2F7DCDCE-0CBD-971E-1AFD-F732F0E80A83}"/>
              </a:ext>
            </a:extLst>
          </p:cNvPr>
          <p:cNvSpPr>
            <a:spLocks noChangeArrowheads="1"/>
          </p:cNvSpPr>
          <p:nvPr/>
        </p:nvSpPr>
        <p:spPr bwMode="auto">
          <a:xfrm>
            <a:off x="3028950" y="24892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35" name="Rectangle 50">
            <a:extLst>
              <a:ext uri="{FF2B5EF4-FFF2-40B4-BE49-F238E27FC236}">
                <a16:creationId xmlns:a16="http://schemas.microsoft.com/office/drawing/2014/main" id="{85572693-FB12-02BC-3499-01E86BC9E386}"/>
              </a:ext>
            </a:extLst>
          </p:cNvPr>
          <p:cNvSpPr>
            <a:spLocks noChangeArrowheads="1"/>
          </p:cNvSpPr>
          <p:nvPr/>
        </p:nvSpPr>
        <p:spPr bwMode="auto">
          <a:xfrm>
            <a:off x="3171825" y="24892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7</a:t>
            </a:r>
            <a:endParaRPr lang="en-US" altLang="es-ES" sz="3600" i="0" u="sng"/>
          </a:p>
        </p:txBody>
      </p:sp>
      <p:sp>
        <p:nvSpPr>
          <p:cNvPr id="42036" name="Rectangle 51">
            <a:extLst>
              <a:ext uri="{FF2B5EF4-FFF2-40B4-BE49-F238E27FC236}">
                <a16:creationId xmlns:a16="http://schemas.microsoft.com/office/drawing/2014/main" id="{20D5B0B2-4894-E455-4245-AE52A87CB96A}"/>
              </a:ext>
            </a:extLst>
          </p:cNvPr>
          <p:cNvSpPr>
            <a:spLocks noChangeArrowheads="1"/>
          </p:cNvSpPr>
          <p:nvPr/>
        </p:nvSpPr>
        <p:spPr bwMode="auto">
          <a:xfrm>
            <a:off x="3573463" y="2489200"/>
            <a:ext cx="3143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a:t>
            </a:r>
            <a:endParaRPr lang="en-US" altLang="es-ES" sz="3600" i="0" u="sng"/>
          </a:p>
        </p:txBody>
      </p:sp>
      <p:sp>
        <p:nvSpPr>
          <p:cNvPr id="42037" name="Rectangle 52">
            <a:extLst>
              <a:ext uri="{FF2B5EF4-FFF2-40B4-BE49-F238E27FC236}">
                <a16:creationId xmlns:a16="http://schemas.microsoft.com/office/drawing/2014/main" id="{DC3879FD-6169-C2B4-BF2E-F004C306907D}"/>
              </a:ext>
            </a:extLst>
          </p:cNvPr>
          <p:cNvSpPr>
            <a:spLocks noChangeArrowheads="1"/>
          </p:cNvSpPr>
          <p:nvPr/>
        </p:nvSpPr>
        <p:spPr bwMode="auto">
          <a:xfrm>
            <a:off x="4119563" y="2489200"/>
            <a:ext cx="3714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Re</a:t>
            </a:r>
            <a:endParaRPr lang="en-US" altLang="es-ES" sz="3600" i="0" u="sng"/>
          </a:p>
        </p:txBody>
      </p:sp>
      <p:sp>
        <p:nvSpPr>
          <p:cNvPr id="42038" name="Rectangle 53">
            <a:extLst>
              <a:ext uri="{FF2B5EF4-FFF2-40B4-BE49-F238E27FC236}">
                <a16:creationId xmlns:a16="http://schemas.microsoft.com/office/drawing/2014/main" id="{004D1358-BCC9-C517-3D2B-1756863CB5CF}"/>
              </a:ext>
            </a:extLst>
          </p:cNvPr>
          <p:cNvSpPr>
            <a:spLocks noChangeArrowheads="1"/>
          </p:cNvSpPr>
          <p:nvPr/>
        </p:nvSpPr>
        <p:spPr bwMode="auto">
          <a:xfrm>
            <a:off x="4373563" y="2489200"/>
            <a:ext cx="4873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gister</a:t>
            </a:r>
            <a:endParaRPr lang="en-US" altLang="es-ES" sz="3600" i="0" u="sng"/>
          </a:p>
        </p:txBody>
      </p:sp>
      <p:sp>
        <p:nvSpPr>
          <p:cNvPr id="42039" name="Rectangle 54">
            <a:extLst>
              <a:ext uri="{FF2B5EF4-FFF2-40B4-BE49-F238E27FC236}">
                <a16:creationId xmlns:a16="http://schemas.microsoft.com/office/drawing/2014/main" id="{314043EA-2F4E-6E41-3488-83DD053159EA}"/>
              </a:ext>
            </a:extLst>
          </p:cNvPr>
          <p:cNvSpPr>
            <a:spLocks noChangeArrowheads="1"/>
          </p:cNvSpPr>
          <p:nvPr/>
        </p:nvSpPr>
        <p:spPr bwMode="auto">
          <a:xfrm>
            <a:off x="6710363" y="2489200"/>
            <a:ext cx="9017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Function</a:t>
            </a:r>
            <a:endParaRPr lang="en-US" altLang="es-ES" sz="3600" i="0" u="sng"/>
          </a:p>
        </p:txBody>
      </p:sp>
      <p:sp>
        <p:nvSpPr>
          <p:cNvPr id="42040" name="Rectangle 55">
            <a:extLst>
              <a:ext uri="{FF2B5EF4-FFF2-40B4-BE49-F238E27FC236}">
                <a16:creationId xmlns:a16="http://schemas.microsoft.com/office/drawing/2014/main" id="{53D0F1B0-B887-F197-E712-B35516863EC3}"/>
              </a:ext>
            </a:extLst>
          </p:cNvPr>
          <p:cNvSpPr>
            <a:spLocks noChangeArrowheads="1"/>
          </p:cNvSpPr>
          <p:nvPr/>
        </p:nvSpPr>
        <p:spPr bwMode="auto">
          <a:xfrm>
            <a:off x="7710488" y="2489200"/>
            <a:ext cx="6191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Write</a:t>
            </a:r>
            <a:endParaRPr lang="en-US" altLang="es-ES" sz="3600" i="0" u="sng"/>
          </a:p>
        </p:txBody>
      </p:sp>
      <p:sp>
        <p:nvSpPr>
          <p:cNvPr id="42041" name="Rectangle 56">
            <a:extLst>
              <a:ext uri="{FF2B5EF4-FFF2-40B4-BE49-F238E27FC236}">
                <a16:creationId xmlns:a16="http://schemas.microsoft.com/office/drawing/2014/main" id="{A8B724E8-8B5B-87D9-5C87-E04616AA0545}"/>
              </a:ext>
            </a:extLst>
          </p:cNvPr>
          <p:cNvSpPr>
            <a:spLocks noChangeArrowheads="1"/>
          </p:cNvSpPr>
          <p:nvPr/>
        </p:nvSpPr>
        <p:spPr bwMode="auto">
          <a:xfrm>
            <a:off x="2482850" y="27559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42" name="Rectangle 57">
            <a:extLst>
              <a:ext uri="{FF2B5EF4-FFF2-40B4-BE49-F238E27FC236}">
                <a16:creationId xmlns:a16="http://schemas.microsoft.com/office/drawing/2014/main" id="{1F5D8369-E44E-B836-7E09-7FDAC7EBCCA5}"/>
              </a:ext>
            </a:extLst>
          </p:cNvPr>
          <p:cNvSpPr>
            <a:spLocks noChangeArrowheads="1"/>
          </p:cNvSpPr>
          <p:nvPr/>
        </p:nvSpPr>
        <p:spPr bwMode="auto">
          <a:xfrm>
            <a:off x="2627313" y="27559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2043" name="Rectangle 58">
            <a:extLst>
              <a:ext uri="{FF2B5EF4-FFF2-40B4-BE49-F238E27FC236}">
                <a16:creationId xmlns:a16="http://schemas.microsoft.com/office/drawing/2014/main" id="{11FD07AA-A13A-803F-45BB-9BEB20D13F3A}"/>
              </a:ext>
            </a:extLst>
          </p:cNvPr>
          <p:cNvSpPr>
            <a:spLocks noChangeArrowheads="1"/>
          </p:cNvSpPr>
          <p:nvPr/>
        </p:nvSpPr>
        <p:spPr bwMode="auto">
          <a:xfrm>
            <a:off x="3028950" y="27559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44" name="Rectangle 59">
            <a:extLst>
              <a:ext uri="{FF2B5EF4-FFF2-40B4-BE49-F238E27FC236}">
                <a16:creationId xmlns:a16="http://schemas.microsoft.com/office/drawing/2014/main" id="{9E6E70FE-B80F-B7FA-E391-4B513E93A89C}"/>
              </a:ext>
            </a:extLst>
          </p:cNvPr>
          <p:cNvSpPr>
            <a:spLocks noChangeArrowheads="1"/>
          </p:cNvSpPr>
          <p:nvPr/>
        </p:nvSpPr>
        <p:spPr bwMode="auto">
          <a:xfrm>
            <a:off x="3171825" y="27559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a:t>
            </a:r>
            <a:endParaRPr lang="en-US" altLang="es-ES" sz="3600" i="0" u="sng"/>
          </a:p>
        </p:txBody>
      </p:sp>
      <p:sp>
        <p:nvSpPr>
          <p:cNvPr id="42045" name="Rectangle 60">
            <a:extLst>
              <a:ext uri="{FF2B5EF4-FFF2-40B4-BE49-F238E27FC236}">
                <a16:creationId xmlns:a16="http://schemas.microsoft.com/office/drawing/2014/main" id="{EB857007-C525-FE0E-CF29-3FF0F4292550}"/>
              </a:ext>
            </a:extLst>
          </p:cNvPr>
          <p:cNvSpPr>
            <a:spLocks noChangeArrowheads="1"/>
          </p:cNvSpPr>
          <p:nvPr/>
        </p:nvSpPr>
        <p:spPr bwMode="auto">
          <a:xfrm>
            <a:off x="3573463" y="2755900"/>
            <a:ext cx="3143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a:t>
            </a:r>
            <a:endParaRPr lang="en-US" altLang="es-ES" sz="3600" i="0" u="sng"/>
          </a:p>
        </p:txBody>
      </p:sp>
      <p:sp>
        <p:nvSpPr>
          <p:cNvPr id="42046" name="Rectangle 61">
            <a:extLst>
              <a:ext uri="{FF2B5EF4-FFF2-40B4-BE49-F238E27FC236}">
                <a16:creationId xmlns:a16="http://schemas.microsoft.com/office/drawing/2014/main" id="{B9C2C824-89F1-7565-3318-11F42BC882AB}"/>
              </a:ext>
            </a:extLst>
          </p:cNvPr>
          <p:cNvSpPr>
            <a:spLocks noChangeArrowheads="1"/>
          </p:cNvSpPr>
          <p:nvPr/>
        </p:nvSpPr>
        <p:spPr bwMode="auto">
          <a:xfrm>
            <a:off x="4119563" y="2755900"/>
            <a:ext cx="4826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Con</a:t>
            </a:r>
            <a:endParaRPr lang="en-US" altLang="es-ES" sz="3600" i="0" u="sng"/>
          </a:p>
        </p:txBody>
      </p:sp>
      <p:sp>
        <p:nvSpPr>
          <p:cNvPr id="42047" name="Rectangle 62">
            <a:extLst>
              <a:ext uri="{FF2B5EF4-FFF2-40B4-BE49-F238E27FC236}">
                <a16:creationId xmlns:a16="http://schemas.microsoft.com/office/drawing/2014/main" id="{BF5345F7-9DA2-4971-D674-FC99B70FE16D}"/>
              </a:ext>
            </a:extLst>
          </p:cNvPr>
          <p:cNvSpPr>
            <a:spLocks noChangeArrowheads="1"/>
          </p:cNvSpPr>
          <p:nvPr/>
        </p:nvSpPr>
        <p:spPr bwMode="auto">
          <a:xfrm>
            <a:off x="4486275" y="2755900"/>
            <a:ext cx="1905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s</a:t>
            </a:r>
            <a:endParaRPr lang="en-US" altLang="es-ES" sz="3600" i="0" u="sng"/>
          </a:p>
        </p:txBody>
      </p:sp>
      <p:sp>
        <p:nvSpPr>
          <p:cNvPr id="42048" name="Rectangle 63">
            <a:extLst>
              <a:ext uri="{FF2B5EF4-FFF2-40B4-BE49-F238E27FC236}">
                <a16:creationId xmlns:a16="http://schemas.microsoft.com/office/drawing/2014/main" id="{6B449CD8-B0DF-AF0E-9722-7D54934778A6}"/>
              </a:ext>
            </a:extLst>
          </p:cNvPr>
          <p:cNvSpPr>
            <a:spLocks noChangeArrowheads="1"/>
          </p:cNvSpPr>
          <p:nvPr/>
        </p:nvSpPr>
        <p:spPr bwMode="auto">
          <a:xfrm>
            <a:off x="4564063" y="2755900"/>
            <a:ext cx="3508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tant</a:t>
            </a:r>
            <a:endParaRPr lang="en-US" altLang="es-ES" sz="3600" i="0" u="sng"/>
          </a:p>
        </p:txBody>
      </p:sp>
      <p:sp>
        <p:nvSpPr>
          <p:cNvPr id="42049" name="Rectangle 64">
            <a:extLst>
              <a:ext uri="{FF2B5EF4-FFF2-40B4-BE49-F238E27FC236}">
                <a16:creationId xmlns:a16="http://schemas.microsoft.com/office/drawing/2014/main" id="{A1B9B4D8-2E71-CA3B-3A6F-C374A7F03643}"/>
              </a:ext>
            </a:extLst>
          </p:cNvPr>
          <p:cNvSpPr>
            <a:spLocks noChangeArrowheads="1"/>
          </p:cNvSpPr>
          <p:nvPr/>
        </p:nvSpPr>
        <p:spPr bwMode="auto">
          <a:xfrm>
            <a:off x="6710363" y="2755900"/>
            <a:ext cx="5492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Func</a:t>
            </a:r>
            <a:endParaRPr lang="en-US" altLang="es-ES" sz="3600" i="0" u="sng"/>
          </a:p>
        </p:txBody>
      </p:sp>
      <p:sp>
        <p:nvSpPr>
          <p:cNvPr id="42050" name="Rectangle 65">
            <a:extLst>
              <a:ext uri="{FF2B5EF4-FFF2-40B4-BE49-F238E27FC236}">
                <a16:creationId xmlns:a16="http://schemas.microsoft.com/office/drawing/2014/main" id="{731B170D-B03D-0FD8-0B63-674566352C98}"/>
              </a:ext>
            </a:extLst>
          </p:cNvPr>
          <p:cNvSpPr>
            <a:spLocks noChangeArrowheads="1"/>
          </p:cNvSpPr>
          <p:nvPr/>
        </p:nvSpPr>
        <p:spPr bwMode="auto">
          <a:xfrm>
            <a:off x="7143750" y="2755900"/>
            <a:ext cx="2381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tio</a:t>
            </a:r>
            <a:endParaRPr lang="en-US" altLang="es-ES" sz="3600" i="0" u="sng"/>
          </a:p>
        </p:txBody>
      </p:sp>
      <p:sp>
        <p:nvSpPr>
          <p:cNvPr id="42051" name="Rectangle 66">
            <a:extLst>
              <a:ext uri="{FF2B5EF4-FFF2-40B4-BE49-F238E27FC236}">
                <a16:creationId xmlns:a16="http://schemas.microsoft.com/office/drawing/2014/main" id="{6FB9AA38-CF73-CA9E-B568-A06F50AFADE5}"/>
              </a:ext>
            </a:extLst>
          </p:cNvPr>
          <p:cNvSpPr>
            <a:spLocks noChangeArrowheads="1"/>
          </p:cNvSpPr>
          <p:nvPr/>
        </p:nvSpPr>
        <p:spPr bwMode="auto">
          <a:xfrm>
            <a:off x="7377113" y="2755900"/>
            <a:ext cx="2222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n</a:t>
            </a:r>
            <a:endParaRPr lang="en-US" altLang="es-ES" sz="3600" i="0" u="sng"/>
          </a:p>
        </p:txBody>
      </p:sp>
      <p:sp>
        <p:nvSpPr>
          <p:cNvPr id="42052" name="Rectangle 67">
            <a:extLst>
              <a:ext uri="{FF2B5EF4-FFF2-40B4-BE49-F238E27FC236}">
                <a16:creationId xmlns:a16="http://schemas.microsoft.com/office/drawing/2014/main" id="{1903B7CC-89E0-3325-4E5B-BC4C4FCA5239}"/>
              </a:ext>
            </a:extLst>
          </p:cNvPr>
          <p:cNvSpPr>
            <a:spLocks noChangeArrowheads="1"/>
          </p:cNvSpPr>
          <p:nvPr/>
        </p:nvSpPr>
        <p:spPr bwMode="auto">
          <a:xfrm>
            <a:off x="7710488" y="2755900"/>
            <a:ext cx="6191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Write</a:t>
            </a:r>
            <a:endParaRPr lang="en-US" altLang="es-ES" sz="3600" i="0" u="sng"/>
          </a:p>
        </p:txBody>
      </p:sp>
      <p:sp>
        <p:nvSpPr>
          <p:cNvPr id="42053" name="Rectangle 68">
            <a:extLst>
              <a:ext uri="{FF2B5EF4-FFF2-40B4-BE49-F238E27FC236}">
                <a16:creationId xmlns:a16="http://schemas.microsoft.com/office/drawing/2014/main" id="{503F18CF-BAA9-6E1B-B395-D4B36F00B0E3}"/>
              </a:ext>
            </a:extLst>
          </p:cNvPr>
          <p:cNvSpPr>
            <a:spLocks noChangeArrowheads="1"/>
          </p:cNvSpPr>
          <p:nvPr/>
        </p:nvSpPr>
        <p:spPr bwMode="auto">
          <a:xfrm>
            <a:off x="2482850" y="3022600"/>
            <a:ext cx="5175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a:t>
            </a:r>
            <a:endParaRPr lang="en-US" altLang="es-ES" sz="3600" i="0" u="sng"/>
          </a:p>
        </p:txBody>
      </p:sp>
      <p:sp>
        <p:nvSpPr>
          <p:cNvPr id="42054" name="Rectangle 69">
            <a:extLst>
              <a:ext uri="{FF2B5EF4-FFF2-40B4-BE49-F238E27FC236}">
                <a16:creationId xmlns:a16="http://schemas.microsoft.com/office/drawing/2014/main" id="{63AB9925-CD72-0D07-497B-DFD2BD15361B}"/>
              </a:ext>
            </a:extLst>
          </p:cNvPr>
          <p:cNvSpPr>
            <a:spLocks noChangeArrowheads="1"/>
          </p:cNvSpPr>
          <p:nvPr/>
        </p:nvSpPr>
        <p:spPr bwMode="auto">
          <a:xfrm>
            <a:off x="3573463" y="30226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55" name="Rectangle 70">
            <a:extLst>
              <a:ext uri="{FF2B5EF4-FFF2-40B4-BE49-F238E27FC236}">
                <a16:creationId xmlns:a16="http://schemas.microsoft.com/office/drawing/2014/main" id="{BBDFD96D-D625-99C0-D90B-924B13385454}"/>
              </a:ext>
            </a:extLst>
          </p:cNvPr>
          <p:cNvSpPr>
            <a:spLocks noChangeArrowheads="1"/>
          </p:cNvSpPr>
          <p:nvPr/>
        </p:nvSpPr>
        <p:spPr bwMode="auto">
          <a:xfrm>
            <a:off x="3717925" y="30226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3</a:t>
            </a:r>
            <a:endParaRPr lang="en-US" altLang="es-ES" sz="3600" i="0" u="sng"/>
          </a:p>
        </p:txBody>
      </p:sp>
      <p:sp>
        <p:nvSpPr>
          <p:cNvPr id="42056" name="Rectangle 71">
            <a:extLst>
              <a:ext uri="{FF2B5EF4-FFF2-40B4-BE49-F238E27FC236}">
                <a16:creationId xmlns:a16="http://schemas.microsoft.com/office/drawing/2014/main" id="{EAC17CC1-C3BA-4A6E-FB4E-09B55DB1C8E0}"/>
              </a:ext>
            </a:extLst>
          </p:cNvPr>
          <p:cNvSpPr>
            <a:spLocks noChangeArrowheads="1"/>
          </p:cNvSpPr>
          <p:nvPr/>
        </p:nvSpPr>
        <p:spPr bwMode="auto">
          <a:xfrm>
            <a:off x="4119563" y="3022600"/>
            <a:ext cx="2698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R</a:t>
            </a:r>
            <a:endParaRPr lang="en-US" altLang="es-ES" sz="3600" i="0" u="sng"/>
          </a:p>
        </p:txBody>
      </p:sp>
      <p:sp>
        <p:nvSpPr>
          <p:cNvPr id="42057" name="Rectangle 72">
            <a:extLst>
              <a:ext uri="{FF2B5EF4-FFF2-40B4-BE49-F238E27FC236}">
                <a16:creationId xmlns:a16="http://schemas.microsoft.com/office/drawing/2014/main" id="{ACF77C6E-1E9D-439D-3880-23D979F92CD4}"/>
              </a:ext>
            </a:extLst>
          </p:cNvPr>
          <p:cNvSpPr>
            <a:spLocks noChangeArrowheads="1"/>
          </p:cNvSpPr>
          <p:nvPr/>
        </p:nvSpPr>
        <p:spPr bwMode="auto">
          <a:xfrm>
            <a:off x="4275138" y="3022600"/>
            <a:ext cx="203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eg</a:t>
            </a:r>
            <a:endParaRPr lang="en-US" altLang="es-ES" sz="3600" i="0" u="sng"/>
          </a:p>
        </p:txBody>
      </p:sp>
      <p:sp>
        <p:nvSpPr>
          <p:cNvPr id="42058" name="Rectangle 73">
            <a:extLst>
              <a:ext uri="{FF2B5EF4-FFF2-40B4-BE49-F238E27FC236}">
                <a16:creationId xmlns:a16="http://schemas.microsoft.com/office/drawing/2014/main" id="{30325FBB-9628-B8BB-991E-EA341BD60057}"/>
              </a:ext>
            </a:extLst>
          </p:cNvPr>
          <p:cNvSpPr>
            <a:spLocks noChangeArrowheads="1"/>
          </p:cNvSpPr>
          <p:nvPr/>
        </p:nvSpPr>
        <p:spPr bwMode="auto">
          <a:xfrm>
            <a:off x="4473575" y="3022600"/>
            <a:ext cx="1682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i</a:t>
            </a:r>
            <a:endParaRPr lang="en-US" altLang="es-ES" sz="3600" i="0" u="sng"/>
          </a:p>
        </p:txBody>
      </p:sp>
      <p:sp>
        <p:nvSpPr>
          <p:cNvPr id="42059" name="Rectangle 74">
            <a:extLst>
              <a:ext uri="{FF2B5EF4-FFF2-40B4-BE49-F238E27FC236}">
                <a16:creationId xmlns:a16="http://schemas.microsoft.com/office/drawing/2014/main" id="{6D4C82F2-49F3-C269-BD2F-131FCAE8E3F8}"/>
              </a:ext>
            </a:extLst>
          </p:cNvPr>
          <p:cNvSpPr>
            <a:spLocks noChangeArrowheads="1"/>
          </p:cNvSpPr>
          <p:nvPr/>
        </p:nvSpPr>
        <p:spPr bwMode="auto">
          <a:xfrm>
            <a:off x="4530725" y="3022600"/>
            <a:ext cx="1905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s</a:t>
            </a:r>
            <a:endParaRPr lang="en-US" altLang="es-ES" sz="3600" i="0" u="sng"/>
          </a:p>
        </p:txBody>
      </p:sp>
      <p:sp>
        <p:nvSpPr>
          <p:cNvPr id="42060" name="Rectangle 75">
            <a:extLst>
              <a:ext uri="{FF2B5EF4-FFF2-40B4-BE49-F238E27FC236}">
                <a16:creationId xmlns:a16="http://schemas.microsoft.com/office/drawing/2014/main" id="{4E7DEAD7-261B-9BF2-86CE-E9109A490AA8}"/>
              </a:ext>
            </a:extLst>
          </p:cNvPr>
          <p:cNvSpPr>
            <a:spLocks noChangeArrowheads="1"/>
          </p:cNvSpPr>
          <p:nvPr/>
        </p:nvSpPr>
        <p:spPr bwMode="auto">
          <a:xfrm>
            <a:off x="4606925" y="3022600"/>
            <a:ext cx="1778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t</a:t>
            </a:r>
            <a:endParaRPr lang="en-US" altLang="es-ES" sz="3600" i="0" u="sng"/>
          </a:p>
        </p:txBody>
      </p:sp>
      <p:sp>
        <p:nvSpPr>
          <p:cNvPr id="42061" name="Rectangle 76">
            <a:extLst>
              <a:ext uri="{FF2B5EF4-FFF2-40B4-BE49-F238E27FC236}">
                <a16:creationId xmlns:a16="http://schemas.microsoft.com/office/drawing/2014/main" id="{CC02B71D-87C6-CE6A-5F8B-4527F45B5C88}"/>
              </a:ext>
            </a:extLst>
          </p:cNvPr>
          <p:cNvSpPr>
            <a:spLocks noChangeArrowheads="1"/>
          </p:cNvSpPr>
          <p:nvPr/>
        </p:nvSpPr>
        <p:spPr bwMode="auto">
          <a:xfrm>
            <a:off x="4673600" y="30226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e</a:t>
            </a:r>
            <a:endParaRPr lang="en-US" altLang="es-ES" sz="3600" i="0" u="sng"/>
          </a:p>
        </p:txBody>
      </p:sp>
      <p:sp>
        <p:nvSpPr>
          <p:cNvPr id="42062" name="Rectangle 77">
            <a:extLst>
              <a:ext uri="{FF2B5EF4-FFF2-40B4-BE49-F238E27FC236}">
                <a16:creationId xmlns:a16="http://schemas.microsoft.com/office/drawing/2014/main" id="{825D0350-73D3-0685-68FE-0B9242581F98}"/>
              </a:ext>
            </a:extLst>
          </p:cNvPr>
          <p:cNvSpPr>
            <a:spLocks noChangeArrowheads="1"/>
          </p:cNvSpPr>
          <p:nvPr/>
        </p:nvSpPr>
        <p:spPr bwMode="auto">
          <a:xfrm>
            <a:off x="4773613" y="3022600"/>
            <a:ext cx="1905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r</a:t>
            </a:r>
            <a:endParaRPr lang="en-US" altLang="es-ES" sz="3600" i="0" u="sng"/>
          </a:p>
        </p:txBody>
      </p:sp>
      <p:sp>
        <p:nvSpPr>
          <p:cNvPr id="42063" name="Rectangle 78">
            <a:extLst>
              <a:ext uri="{FF2B5EF4-FFF2-40B4-BE49-F238E27FC236}">
                <a16:creationId xmlns:a16="http://schemas.microsoft.com/office/drawing/2014/main" id="{620FDD02-9A76-D39B-45D0-AEEBD5A0BDF8}"/>
              </a:ext>
            </a:extLst>
          </p:cNvPr>
          <p:cNvSpPr>
            <a:spLocks noChangeArrowheads="1"/>
          </p:cNvSpPr>
          <p:nvPr/>
        </p:nvSpPr>
        <p:spPr bwMode="auto">
          <a:xfrm>
            <a:off x="5119688" y="3022600"/>
            <a:ext cx="3143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a:t>
            </a:r>
            <a:endParaRPr lang="en-US" altLang="es-ES" sz="3600" i="0" u="sng"/>
          </a:p>
        </p:txBody>
      </p:sp>
      <p:sp>
        <p:nvSpPr>
          <p:cNvPr id="42064" name="Rectangle 79">
            <a:extLst>
              <a:ext uri="{FF2B5EF4-FFF2-40B4-BE49-F238E27FC236}">
                <a16:creationId xmlns:a16="http://schemas.microsoft.com/office/drawing/2014/main" id="{471E4C55-79DB-649E-E7EF-A157947F4379}"/>
              </a:ext>
            </a:extLst>
          </p:cNvPr>
          <p:cNvSpPr>
            <a:spLocks noChangeArrowheads="1"/>
          </p:cNvSpPr>
          <p:nvPr/>
        </p:nvSpPr>
        <p:spPr bwMode="auto">
          <a:xfrm>
            <a:off x="6710363" y="3022600"/>
            <a:ext cx="3143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a:t>
            </a:r>
            <a:endParaRPr lang="en-US" altLang="es-ES" sz="3600" i="0" u="sng"/>
          </a:p>
        </p:txBody>
      </p:sp>
      <p:sp>
        <p:nvSpPr>
          <p:cNvPr id="42065" name="Rectangle 80">
            <a:extLst>
              <a:ext uri="{FF2B5EF4-FFF2-40B4-BE49-F238E27FC236}">
                <a16:creationId xmlns:a16="http://schemas.microsoft.com/office/drawing/2014/main" id="{8079991D-510B-6D39-2C3B-A51EF9F49912}"/>
              </a:ext>
            </a:extLst>
          </p:cNvPr>
          <p:cNvSpPr>
            <a:spLocks noChangeArrowheads="1"/>
          </p:cNvSpPr>
          <p:nvPr/>
        </p:nvSpPr>
        <p:spPr bwMode="auto">
          <a:xfrm>
            <a:off x="7710488" y="3022600"/>
            <a:ext cx="2698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N</a:t>
            </a:r>
            <a:endParaRPr lang="en-US" altLang="es-ES" sz="3600" i="0" u="sng"/>
          </a:p>
        </p:txBody>
      </p:sp>
      <p:sp>
        <p:nvSpPr>
          <p:cNvPr id="42066" name="Rectangle 81">
            <a:extLst>
              <a:ext uri="{FF2B5EF4-FFF2-40B4-BE49-F238E27FC236}">
                <a16:creationId xmlns:a16="http://schemas.microsoft.com/office/drawing/2014/main" id="{4361C46F-5FFB-B60B-49B0-23DBA74787EB}"/>
              </a:ext>
            </a:extLst>
          </p:cNvPr>
          <p:cNvSpPr>
            <a:spLocks noChangeArrowheads="1"/>
          </p:cNvSpPr>
          <p:nvPr/>
        </p:nvSpPr>
        <p:spPr bwMode="auto">
          <a:xfrm>
            <a:off x="7866063" y="3022600"/>
            <a:ext cx="4460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o Wr</a:t>
            </a:r>
            <a:endParaRPr lang="en-US" altLang="es-ES" sz="3600" i="0" u="sng"/>
          </a:p>
        </p:txBody>
      </p:sp>
      <p:sp>
        <p:nvSpPr>
          <p:cNvPr id="42067" name="Rectangle 82">
            <a:extLst>
              <a:ext uri="{FF2B5EF4-FFF2-40B4-BE49-F238E27FC236}">
                <a16:creationId xmlns:a16="http://schemas.microsoft.com/office/drawing/2014/main" id="{5C89C991-AC75-CB69-1711-94406F62B093}"/>
              </a:ext>
            </a:extLst>
          </p:cNvPr>
          <p:cNvSpPr>
            <a:spLocks noChangeArrowheads="1"/>
          </p:cNvSpPr>
          <p:nvPr/>
        </p:nvSpPr>
        <p:spPr bwMode="auto">
          <a:xfrm>
            <a:off x="8304213" y="3022600"/>
            <a:ext cx="2349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it</a:t>
            </a:r>
            <a:endParaRPr lang="en-US" altLang="es-ES" sz="3600" i="0" u="sng"/>
          </a:p>
        </p:txBody>
      </p:sp>
      <p:sp>
        <p:nvSpPr>
          <p:cNvPr id="42068" name="Rectangle 83">
            <a:extLst>
              <a:ext uri="{FF2B5EF4-FFF2-40B4-BE49-F238E27FC236}">
                <a16:creationId xmlns:a16="http://schemas.microsoft.com/office/drawing/2014/main" id="{DA9132B7-FA17-7C9C-3B06-D0238CB26CF6}"/>
              </a:ext>
            </a:extLst>
          </p:cNvPr>
          <p:cNvSpPr>
            <a:spLocks noChangeArrowheads="1"/>
          </p:cNvSpPr>
          <p:nvPr/>
        </p:nvSpPr>
        <p:spPr bwMode="auto">
          <a:xfrm>
            <a:off x="8426450" y="30226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e</a:t>
            </a:r>
            <a:endParaRPr lang="en-US" altLang="es-ES" sz="3600" i="0" u="sng"/>
          </a:p>
        </p:txBody>
      </p:sp>
      <p:sp>
        <p:nvSpPr>
          <p:cNvPr id="42069" name="Rectangle 84">
            <a:extLst>
              <a:ext uri="{FF2B5EF4-FFF2-40B4-BE49-F238E27FC236}">
                <a16:creationId xmlns:a16="http://schemas.microsoft.com/office/drawing/2014/main" id="{1E99844B-7128-4F45-8B79-7A61AD614D36}"/>
              </a:ext>
            </a:extLst>
          </p:cNvPr>
          <p:cNvSpPr>
            <a:spLocks noChangeArrowheads="1"/>
          </p:cNvSpPr>
          <p:nvPr/>
        </p:nvSpPr>
        <p:spPr bwMode="auto">
          <a:xfrm>
            <a:off x="2482850" y="32893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70" name="Rectangle 85">
            <a:extLst>
              <a:ext uri="{FF2B5EF4-FFF2-40B4-BE49-F238E27FC236}">
                <a16:creationId xmlns:a16="http://schemas.microsoft.com/office/drawing/2014/main" id="{380DC072-E786-2C39-6AB3-822413A901C2}"/>
              </a:ext>
            </a:extLst>
          </p:cNvPr>
          <p:cNvSpPr>
            <a:spLocks noChangeArrowheads="1"/>
          </p:cNvSpPr>
          <p:nvPr/>
        </p:nvSpPr>
        <p:spPr bwMode="auto">
          <a:xfrm>
            <a:off x="2627313" y="32893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4</a:t>
            </a:r>
            <a:endParaRPr lang="en-US" altLang="es-ES" sz="3600" i="0" u="sng"/>
          </a:p>
        </p:txBody>
      </p:sp>
      <p:sp>
        <p:nvSpPr>
          <p:cNvPr id="42071" name="Rectangle 86">
            <a:extLst>
              <a:ext uri="{FF2B5EF4-FFF2-40B4-BE49-F238E27FC236}">
                <a16:creationId xmlns:a16="http://schemas.microsoft.com/office/drawing/2014/main" id="{5AA6F7DF-515A-22A2-2021-E95C642C2115}"/>
              </a:ext>
            </a:extLst>
          </p:cNvPr>
          <p:cNvSpPr>
            <a:spLocks noChangeArrowheads="1"/>
          </p:cNvSpPr>
          <p:nvPr/>
        </p:nvSpPr>
        <p:spPr bwMode="auto">
          <a:xfrm>
            <a:off x="3028950" y="3289300"/>
            <a:ext cx="5175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a:t>
            </a:r>
            <a:endParaRPr lang="en-US" altLang="es-ES" sz="3600" i="0" u="sng"/>
          </a:p>
        </p:txBody>
      </p:sp>
      <p:sp>
        <p:nvSpPr>
          <p:cNvPr id="42072" name="Rectangle 87">
            <a:extLst>
              <a:ext uri="{FF2B5EF4-FFF2-40B4-BE49-F238E27FC236}">
                <a16:creationId xmlns:a16="http://schemas.microsoft.com/office/drawing/2014/main" id="{EF17147F-19F2-A208-14AB-D7D9E41CC8DF}"/>
              </a:ext>
            </a:extLst>
          </p:cNvPr>
          <p:cNvSpPr>
            <a:spLocks noChangeArrowheads="1"/>
          </p:cNvSpPr>
          <p:nvPr/>
        </p:nvSpPr>
        <p:spPr bwMode="auto">
          <a:xfrm>
            <a:off x="4119563" y="3289300"/>
            <a:ext cx="3143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a:t>
            </a:r>
            <a:endParaRPr lang="en-US" altLang="es-ES" sz="3600" i="0" u="sng"/>
          </a:p>
        </p:txBody>
      </p:sp>
      <p:sp>
        <p:nvSpPr>
          <p:cNvPr id="42073" name="Rectangle 88">
            <a:extLst>
              <a:ext uri="{FF2B5EF4-FFF2-40B4-BE49-F238E27FC236}">
                <a16:creationId xmlns:a16="http://schemas.microsoft.com/office/drawing/2014/main" id="{203127FC-B572-CEFD-4EBE-41EBB155052A}"/>
              </a:ext>
            </a:extLst>
          </p:cNvPr>
          <p:cNvSpPr>
            <a:spLocks noChangeArrowheads="1"/>
          </p:cNvSpPr>
          <p:nvPr/>
        </p:nvSpPr>
        <p:spPr bwMode="auto">
          <a:xfrm>
            <a:off x="5119688" y="3289300"/>
            <a:ext cx="3143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a:t>
            </a:r>
            <a:endParaRPr lang="en-US" altLang="es-ES" sz="3600" i="0" u="sng"/>
          </a:p>
        </p:txBody>
      </p:sp>
      <p:sp>
        <p:nvSpPr>
          <p:cNvPr id="42074" name="Rectangle 89">
            <a:extLst>
              <a:ext uri="{FF2B5EF4-FFF2-40B4-BE49-F238E27FC236}">
                <a16:creationId xmlns:a16="http://schemas.microsoft.com/office/drawing/2014/main" id="{88C2D69D-CA2D-189E-2691-1247D94F9451}"/>
              </a:ext>
            </a:extLst>
          </p:cNvPr>
          <p:cNvSpPr>
            <a:spLocks noChangeArrowheads="1"/>
          </p:cNvSpPr>
          <p:nvPr/>
        </p:nvSpPr>
        <p:spPr bwMode="auto">
          <a:xfrm>
            <a:off x="6710363" y="3289300"/>
            <a:ext cx="7715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Data in</a:t>
            </a:r>
            <a:endParaRPr lang="en-US" altLang="es-ES" sz="3600" i="0" u="sng"/>
          </a:p>
        </p:txBody>
      </p:sp>
      <p:sp>
        <p:nvSpPr>
          <p:cNvPr id="42075" name="Rectangle 90">
            <a:extLst>
              <a:ext uri="{FF2B5EF4-FFF2-40B4-BE49-F238E27FC236}">
                <a16:creationId xmlns:a16="http://schemas.microsoft.com/office/drawing/2014/main" id="{E9628B12-D48D-675B-FE81-1147FA667332}"/>
              </a:ext>
            </a:extLst>
          </p:cNvPr>
          <p:cNvSpPr>
            <a:spLocks noChangeArrowheads="1"/>
          </p:cNvSpPr>
          <p:nvPr/>
        </p:nvSpPr>
        <p:spPr bwMode="auto">
          <a:xfrm>
            <a:off x="7710488" y="3289300"/>
            <a:ext cx="6191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Write</a:t>
            </a:r>
            <a:endParaRPr lang="en-US" altLang="es-ES" sz="3600" i="0" u="sng"/>
          </a:p>
        </p:txBody>
      </p:sp>
      <p:sp>
        <p:nvSpPr>
          <p:cNvPr id="42076" name="Rectangle 91">
            <a:extLst>
              <a:ext uri="{FF2B5EF4-FFF2-40B4-BE49-F238E27FC236}">
                <a16:creationId xmlns:a16="http://schemas.microsoft.com/office/drawing/2014/main" id="{5FA747A7-2020-70AC-17CA-3EF8B10CA1FB}"/>
              </a:ext>
            </a:extLst>
          </p:cNvPr>
          <p:cNvSpPr>
            <a:spLocks noChangeArrowheads="1"/>
          </p:cNvSpPr>
          <p:nvPr/>
        </p:nvSpPr>
        <p:spPr bwMode="auto">
          <a:xfrm>
            <a:off x="2482850" y="35560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77" name="Rectangle 92">
            <a:extLst>
              <a:ext uri="{FF2B5EF4-FFF2-40B4-BE49-F238E27FC236}">
                <a16:creationId xmlns:a16="http://schemas.microsoft.com/office/drawing/2014/main" id="{CFB64B01-8AE6-2EF3-57AD-6CC6DE23ECD0}"/>
              </a:ext>
            </a:extLst>
          </p:cNvPr>
          <p:cNvSpPr>
            <a:spLocks noChangeArrowheads="1"/>
          </p:cNvSpPr>
          <p:nvPr/>
        </p:nvSpPr>
        <p:spPr bwMode="auto">
          <a:xfrm>
            <a:off x="2627313" y="35560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5</a:t>
            </a:r>
            <a:endParaRPr lang="en-US" altLang="es-ES" sz="3600" i="0" u="sng"/>
          </a:p>
        </p:txBody>
      </p:sp>
      <p:sp>
        <p:nvSpPr>
          <p:cNvPr id="42078" name="Rectangle 93">
            <a:extLst>
              <a:ext uri="{FF2B5EF4-FFF2-40B4-BE49-F238E27FC236}">
                <a16:creationId xmlns:a16="http://schemas.microsoft.com/office/drawing/2014/main" id="{EA9584E1-B15C-6FC4-8144-751984B423FB}"/>
              </a:ext>
            </a:extLst>
          </p:cNvPr>
          <p:cNvSpPr>
            <a:spLocks noChangeArrowheads="1"/>
          </p:cNvSpPr>
          <p:nvPr/>
        </p:nvSpPr>
        <p:spPr bwMode="auto">
          <a:xfrm>
            <a:off x="3028950" y="35560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79" name="Rectangle 94">
            <a:extLst>
              <a:ext uri="{FF2B5EF4-FFF2-40B4-BE49-F238E27FC236}">
                <a16:creationId xmlns:a16="http://schemas.microsoft.com/office/drawing/2014/main" id="{6BBFFB33-6321-063B-176D-C3C8206D3B81}"/>
              </a:ext>
            </a:extLst>
          </p:cNvPr>
          <p:cNvSpPr>
            <a:spLocks noChangeArrowheads="1"/>
          </p:cNvSpPr>
          <p:nvPr/>
        </p:nvSpPr>
        <p:spPr bwMode="auto">
          <a:xfrm>
            <a:off x="3171825" y="35560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a:t>
            </a:r>
            <a:endParaRPr lang="en-US" altLang="es-ES" sz="3600" i="0" u="sng"/>
          </a:p>
        </p:txBody>
      </p:sp>
      <p:sp>
        <p:nvSpPr>
          <p:cNvPr id="42080" name="Rectangle 95">
            <a:extLst>
              <a:ext uri="{FF2B5EF4-FFF2-40B4-BE49-F238E27FC236}">
                <a16:creationId xmlns:a16="http://schemas.microsoft.com/office/drawing/2014/main" id="{789ABA7E-4820-305B-3B70-C47D25B303FC}"/>
              </a:ext>
            </a:extLst>
          </p:cNvPr>
          <p:cNvSpPr>
            <a:spLocks noChangeArrowheads="1"/>
          </p:cNvSpPr>
          <p:nvPr/>
        </p:nvSpPr>
        <p:spPr bwMode="auto">
          <a:xfrm>
            <a:off x="3573463" y="35560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81" name="Rectangle 96">
            <a:extLst>
              <a:ext uri="{FF2B5EF4-FFF2-40B4-BE49-F238E27FC236}">
                <a16:creationId xmlns:a16="http://schemas.microsoft.com/office/drawing/2014/main" id="{4D1B3306-20AE-EB1E-62FC-33366449B50E}"/>
              </a:ext>
            </a:extLst>
          </p:cNvPr>
          <p:cNvSpPr>
            <a:spLocks noChangeArrowheads="1"/>
          </p:cNvSpPr>
          <p:nvPr/>
        </p:nvSpPr>
        <p:spPr bwMode="auto">
          <a:xfrm>
            <a:off x="3717925" y="35560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a:t>
            </a:r>
            <a:endParaRPr lang="en-US" altLang="es-ES" sz="3600" i="0" u="sng"/>
          </a:p>
        </p:txBody>
      </p:sp>
      <p:sp>
        <p:nvSpPr>
          <p:cNvPr id="42082" name="Rectangle 97">
            <a:extLst>
              <a:ext uri="{FF2B5EF4-FFF2-40B4-BE49-F238E27FC236}">
                <a16:creationId xmlns:a16="http://schemas.microsoft.com/office/drawing/2014/main" id="{560BBE26-B6D1-C42E-33E0-5ED1F03BC77E}"/>
              </a:ext>
            </a:extLst>
          </p:cNvPr>
          <p:cNvSpPr>
            <a:spLocks noChangeArrowheads="1"/>
          </p:cNvSpPr>
          <p:nvPr/>
        </p:nvSpPr>
        <p:spPr bwMode="auto">
          <a:xfrm>
            <a:off x="4119563" y="3556000"/>
            <a:ext cx="2698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R</a:t>
            </a:r>
            <a:endParaRPr lang="en-US" altLang="es-ES" sz="3600" i="0" u="sng"/>
          </a:p>
        </p:txBody>
      </p:sp>
      <p:sp>
        <p:nvSpPr>
          <p:cNvPr id="42083" name="Rectangle 98">
            <a:extLst>
              <a:ext uri="{FF2B5EF4-FFF2-40B4-BE49-F238E27FC236}">
                <a16:creationId xmlns:a16="http://schemas.microsoft.com/office/drawing/2014/main" id="{2242F663-D36C-300F-5B3E-C71819048E9F}"/>
              </a:ext>
            </a:extLst>
          </p:cNvPr>
          <p:cNvSpPr>
            <a:spLocks noChangeArrowheads="1"/>
          </p:cNvSpPr>
          <p:nvPr/>
        </p:nvSpPr>
        <p:spPr bwMode="auto">
          <a:xfrm>
            <a:off x="4275138" y="35560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e</a:t>
            </a:r>
            <a:endParaRPr lang="en-US" altLang="es-ES" sz="3600" i="0" u="sng"/>
          </a:p>
        </p:txBody>
      </p:sp>
      <p:sp>
        <p:nvSpPr>
          <p:cNvPr id="42084" name="Rectangle 99">
            <a:extLst>
              <a:ext uri="{FF2B5EF4-FFF2-40B4-BE49-F238E27FC236}">
                <a16:creationId xmlns:a16="http://schemas.microsoft.com/office/drawing/2014/main" id="{08812109-7C1E-83F1-FF1E-6073B0ED10FB}"/>
              </a:ext>
            </a:extLst>
          </p:cNvPr>
          <p:cNvSpPr>
            <a:spLocks noChangeArrowheads="1"/>
          </p:cNvSpPr>
          <p:nvPr/>
        </p:nvSpPr>
        <p:spPr bwMode="auto">
          <a:xfrm>
            <a:off x="4373563" y="35560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g</a:t>
            </a:r>
            <a:endParaRPr lang="en-US" altLang="es-ES" sz="3600" i="0" u="sng"/>
          </a:p>
        </p:txBody>
      </p:sp>
      <p:sp>
        <p:nvSpPr>
          <p:cNvPr id="42085" name="Rectangle 100">
            <a:extLst>
              <a:ext uri="{FF2B5EF4-FFF2-40B4-BE49-F238E27FC236}">
                <a16:creationId xmlns:a16="http://schemas.microsoft.com/office/drawing/2014/main" id="{C09B604A-300B-7A3C-DC5D-6B9982839C63}"/>
              </a:ext>
            </a:extLst>
          </p:cNvPr>
          <p:cNvSpPr>
            <a:spLocks noChangeArrowheads="1"/>
          </p:cNvSpPr>
          <p:nvPr/>
        </p:nvSpPr>
        <p:spPr bwMode="auto">
          <a:xfrm>
            <a:off x="4473575" y="3556000"/>
            <a:ext cx="3857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ister</a:t>
            </a:r>
            <a:endParaRPr lang="en-US" altLang="es-ES" sz="3600" i="0" u="sng"/>
          </a:p>
        </p:txBody>
      </p:sp>
      <p:sp>
        <p:nvSpPr>
          <p:cNvPr id="42086" name="Rectangle 101">
            <a:extLst>
              <a:ext uri="{FF2B5EF4-FFF2-40B4-BE49-F238E27FC236}">
                <a16:creationId xmlns:a16="http://schemas.microsoft.com/office/drawing/2014/main" id="{BAF71DE1-981B-E298-C904-FDF997B003B1}"/>
              </a:ext>
            </a:extLst>
          </p:cNvPr>
          <p:cNvSpPr>
            <a:spLocks noChangeArrowheads="1"/>
          </p:cNvSpPr>
          <p:nvPr/>
        </p:nvSpPr>
        <p:spPr bwMode="auto">
          <a:xfrm>
            <a:off x="6710363" y="3556000"/>
            <a:ext cx="2349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F</a:t>
            </a:r>
            <a:endParaRPr lang="en-US" altLang="es-ES" sz="3600" i="0" u="sng"/>
          </a:p>
        </p:txBody>
      </p:sp>
      <p:sp>
        <p:nvSpPr>
          <p:cNvPr id="42087" name="Rectangle 102">
            <a:extLst>
              <a:ext uri="{FF2B5EF4-FFF2-40B4-BE49-F238E27FC236}">
                <a16:creationId xmlns:a16="http://schemas.microsoft.com/office/drawing/2014/main" id="{B440F6AA-4E6D-E773-D6B6-4C18EE49E98A}"/>
              </a:ext>
            </a:extLst>
          </p:cNvPr>
          <p:cNvSpPr>
            <a:spLocks noChangeArrowheads="1"/>
          </p:cNvSpPr>
          <p:nvPr/>
        </p:nvSpPr>
        <p:spPr bwMode="auto">
          <a:xfrm>
            <a:off x="6832600" y="3556000"/>
            <a:ext cx="7778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unction</a:t>
            </a:r>
            <a:endParaRPr lang="en-US" altLang="es-ES" sz="3600" i="0" u="sng"/>
          </a:p>
        </p:txBody>
      </p:sp>
      <p:sp>
        <p:nvSpPr>
          <p:cNvPr id="42088" name="Rectangle 103">
            <a:extLst>
              <a:ext uri="{FF2B5EF4-FFF2-40B4-BE49-F238E27FC236}">
                <a16:creationId xmlns:a16="http://schemas.microsoft.com/office/drawing/2014/main" id="{1C404B65-4117-C618-88FD-9D8D440691C8}"/>
              </a:ext>
            </a:extLst>
          </p:cNvPr>
          <p:cNvSpPr>
            <a:spLocks noChangeArrowheads="1"/>
          </p:cNvSpPr>
          <p:nvPr/>
        </p:nvSpPr>
        <p:spPr bwMode="auto">
          <a:xfrm>
            <a:off x="7710488" y="3556000"/>
            <a:ext cx="6191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Write</a:t>
            </a:r>
            <a:endParaRPr lang="en-US" altLang="es-ES" sz="3600" i="0" u="sng"/>
          </a:p>
        </p:txBody>
      </p:sp>
      <p:sp>
        <p:nvSpPr>
          <p:cNvPr id="42089" name="Rectangle 104">
            <a:extLst>
              <a:ext uri="{FF2B5EF4-FFF2-40B4-BE49-F238E27FC236}">
                <a16:creationId xmlns:a16="http://schemas.microsoft.com/office/drawing/2014/main" id="{0BBFEFC6-A5B0-7211-6142-1F19A87CAA35}"/>
              </a:ext>
            </a:extLst>
          </p:cNvPr>
          <p:cNvSpPr>
            <a:spLocks noChangeArrowheads="1"/>
          </p:cNvSpPr>
          <p:nvPr/>
        </p:nvSpPr>
        <p:spPr bwMode="auto">
          <a:xfrm>
            <a:off x="573088" y="1781175"/>
            <a:ext cx="8001000" cy="22225"/>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2090" name="Rectangle 105">
            <a:extLst>
              <a:ext uri="{FF2B5EF4-FFF2-40B4-BE49-F238E27FC236}">
                <a16:creationId xmlns:a16="http://schemas.microsoft.com/office/drawing/2014/main" id="{D89DB11D-1AF0-6FCB-0C49-3897D89D571A}"/>
              </a:ext>
            </a:extLst>
          </p:cNvPr>
          <p:cNvSpPr>
            <a:spLocks noChangeArrowheads="1"/>
          </p:cNvSpPr>
          <p:nvPr/>
        </p:nvSpPr>
        <p:spPr bwMode="auto">
          <a:xfrm>
            <a:off x="573088" y="3937000"/>
            <a:ext cx="8001000" cy="22225"/>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2091" name="Rectangle 106">
            <a:extLst>
              <a:ext uri="{FF2B5EF4-FFF2-40B4-BE49-F238E27FC236}">
                <a16:creationId xmlns:a16="http://schemas.microsoft.com/office/drawing/2014/main" id="{24A6561E-AFBB-84A3-BBB2-A237A7D063CA}"/>
              </a:ext>
            </a:extLst>
          </p:cNvPr>
          <p:cNvSpPr>
            <a:spLocks noChangeArrowheads="1"/>
          </p:cNvSpPr>
          <p:nvPr/>
        </p:nvSpPr>
        <p:spPr bwMode="auto">
          <a:xfrm>
            <a:off x="595313" y="19558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92" name="Rectangle 107">
            <a:extLst>
              <a:ext uri="{FF2B5EF4-FFF2-40B4-BE49-F238E27FC236}">
                <a16:creationId xmlns:a16="http://schemas.microsoft.com/office/drawing/2014/main" id="{484AC8C7-696E-EAD4-AA2C-F6432B01B016}"/>
              </a:ext>
            </a:extLst>
          </p:cNvPr>
          <p:cNvSpPr>
            <a:spLocks noChangeArrowheads="1"/>
          </p:cNvSpPr>
          <p:nvPr/>
        </p:nvSpPr>
        <p:spPr bwMode="auto">
          <a:xfrm>
            <a:off x="744538"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2093" name="Rectangle 108">
            <a:extLst>
              <a:ext uri="{FF2B5EF4-FFF2-40B4-BE49-F238E27FC236}">
                <a16:creationId xmlns:a16="http://schemas.microsoft.com/office/drawing/2014/main" id="{810160FC-7AB8-B0B4-DB66-D58BA010D3CA}"/>
              </a:ext>
            </a:extLst>
          </p:cNvPr>
          <p:cNvSpPr>
            <a:spLocks noChangeArrowheads="1"/>
          </p:cNvSpPr>
          <p:nvPr/>
        </p:nvSpPr>
        <p:spPr bwMode="auto">
          <a:xfrm>
            <a:off x="1092200" y="19558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94" name="Rectangle 109">
            <a:extLst>
              <a:ext uri="{FF2B5EF4-FFF2-40B4-BE49-F238E27FC236}">
                <a16:creationId xmlns:a16="http://schemas.microsoft.com/office/drawing/2014/main" id="{640EFF84-9DD5-160C-57B2-6795430C50C7}"/>
              </a:ext>
            </a:extLst>
          </p:cNvPr>
          <p:cNvSpPr>
            <a:spLocks noChangeArrowheads="1"/>
          </p:cNvSpPr>
          <p:nvPr/>
        </p:nvSpPr>
        <p:spPr bwMode="auto">
          <a:xfrm>
            <a:off x="1243013"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2</a:t>
            </a:r>
            <a:endParaRPr lang="en-US" altLang="es-ES" sz="3600" i="0" u="sng"/>
          </a:p>
        </p:txBody>
      </p:sp>
      <p:sp>
        <p:nvSpPr>
          <p:cNvPr id="42095" name="Rectangle 110">
            <a:extLst>
              <a:ext uri="{FF2B5EF4-FFF2-40B4-BE49-F238E27FC236}">
                <a16:creationId xmlns:a16="http://schemas.microsoft.com/office/drawing/2014/main" id="{20FDDD29-72B8-98C2-3531-C73DA7597C17}"/>
              </a:ext>
            </a:extLst>
          </p:cNvPr>
          <p:cNvSpPr>
            <a:spLocks noChangeArrowheads="1"/>
          </p:cNvSpPr>
          <p:nvPr/>
        </p:nvSpPr>
        <p:spPr bwMode="auto">
          <a:xfrm>
            <a:off x="1508125" y="19558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096" name="Rectangle 111">
            <a:extLst>
              <a:ext uri="{FF2B5EF4-FFF2-40B4-BE49-F238E27FC236}">
                <a16:creationId xmlns:a16="http://schemas.microsoft.com/office/drawing/2014/main" id="{D3F9C1D5-8C09-731F-B101-5EF2E7CB0B59}"/>
              </a:ext>
            </a:extLst>
          </p:cNvPr>
          <p:cNvSpPr>
            <a:spLocks noChangeArrowheads="1"/>
          </p:cNvSpPr>
          <p:nvPr/>
        </p:nvSpPr>
        <p:spPr bwMode="auto">
          <a:xfrm>
            <a:off x="1658938"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3</a:t>
            </a:r>
            <a:endParaRPr lang="en-US" altLang="es-ES" sz="3600" i="0" u="sng"/>
          </a:p>
        </p:txBody>
      </p:sp>
      <p:sp>
        <p:nvSpPr>
          <p:cNvPr id="42097" name="Rectangle 112">
            <a:extLst>
              <a:ext uri="{FF2B5EF4-FFF2-40B4-BE49-F238E27FC236}">
                <a16:creationId xmlns:a16="http://schemas.microsoft.com/office/drawing/2014/main" id="{30BB9B31-7A98-0EA8-535D-8CC4959E8D32}"/>
              </a:ext>
            </a:extLst>
          </p:cNvPr>
          <p:cNvSpPr>
            <a:spLocks noChangeArrowheads="1"/>
          </p:cNvSpPr>
          <p:nvPr/>
        </p:nvSpPr>
        <p:spPr bwMode="auto">
          <a:xfrm>
            <a:off x="1384300" y="1965325"/>
            <a:ext cx="1841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098" name="Rectangle 113">
            <a:extLst>
              <a:ext uri="{FF2B5EF4-FFF2-40B4-BE49-F238E27FC236}">
                <a16:creationId xmlns:a16="http://schemas.microsoft.com/office/drawing/2014/main" id="{432D916E-1B8E-1EAC-9D0C-1B71143D0A1A}"/>
              </a:ext>
            </a:extLst>
          </p:cNvPr>
          <p:cNvSpPr>
            <a:spLocks noChangeArrowheads="1"/>
          </p:cNvSpPr>
          <p:nvPr/>
        </p:nvSpPr>
        <p:spPr bwMode="auto">
          <a:xfrm>
            <a:off x="869950" y="1939925"/>
            <a:ext cx="3079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2099" name="Rectangle 114">
            <a:extLst>
              <a:ext uri="{FF2B5EF4-FFF2-40B4-BE49-F238E27FC236}">
                <a16:creationId xmlns:a16="http://schemas.microsoft.com/office/drawing/2014/main" id="{2662E619-7A50-5745-158A-97EC26DFE9A0}"/>
              </a:ext>
            </a:extLst>
          </p:cNvPr>
          <p:cNvSpPr>
            <a:spLocks noChangeArrowheads="1"/>
          </p:cNvSpPr>
          <p:nvPr/>
        </p:nvSpPr>
        <p:spPr bwMode="auto">
          <a:xfrm>
            <a:off x="5213350" y="1955800"/>
            <a:ext cx="5365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2100" name="Rectangle 115">
            <a:extLst>
              <a:ext uri="{FF2B5EF4-FFF2-40B4-BE49-F238E27FC236}">
                <a16:creationId xmlns:a16="http://schemas.microsoft.com/office/drawing/2014/main" id="{6247E16C-0AF1-E24F-FF71-6D45A7BDCFE8}"/>
              </a:ext>
            </a:extLst>
          </p:cNvPr>
          <p:cNvSpPr>
            <a:spLocks noChangeArrowheads="1"/>
          </p:cNvSpPr>
          <p:nvPr/>
        </p:nvSpPr>
        <p:spPr bwMode="auto">
          <a:xfrm>
            <a:off x="5915025" y="19558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2101" name="Rectangle 116">
            <a:extLst>
              <a:ext uri="{FF2B5EF4-FFF2-40B4-BE49-F238E27FC236}">
                <a16:creationId xmlns:a16="http://schemas.microsoft.com/office/drawing/2014/main" id="{8B912679-7FAD-4FE2-0CA9-C15CBA9B90F5}"/>
              </a:ext>
            </a:extLst>
          </p:cNvPr>
          <p:cNvSpPr>
            <a:spLocks noChangeArrowheads="1"/>
          </p:cNvSpPr>
          <p:nvPr/>
        </p:nvSpPr>
        <p:spPr bwMode="auto">
          <a:xfrm>
            <a:off x="6238875" y="19558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2102" name="Rectangle 117">
            <a:extLst>
              <a:ext uri="{FF2B5EF4-FFF2-40B4-BE49-F238E27FC236}">
                <a16:creationId xmlns:a16="http://schemas.microsoft.com/office/drawing/2014/main" id="{ED154E6A-939B-F4F9-2ECE-7E2E91AF0772}"/>
              </a:ext>
            </a:extLst>
          </p:cNvPr>
          <p:cNvSpPr>
            <a:spLocks noChangeArrowheads="1"/>
          </p:cNvSpPr>
          <p:nvPr/>
        </p:nvSpPr>
        <p:spPr bwMode="auto">
          <a:xfrm>
            <a:off x="5778500" y="1965325"/>
            <a:ext cx="431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    +</a:t>
            </a:r>
            <a:endParaRPr lang="en-US" altLang="es-ES" sz="3600" i="0" u="sng"/>
          </a:p>
        </p:txBody>
      </p:sp>
      <p:sp>
        <p:nvSpPr>
          <p:cNvPr id="42103" name="Rectangle 118">
            <a:extLst>
              <a:ext uri="{FF2B5EF4-FFF2-40B4-BE49-F238E27FC236}">
                <a16:creationId xmlns:a16="http://schemas.microsoft.com/office/drawing/2014/main" id="{D9934525-A8A0-8F2C-CEE5-4CD7071B76C9}"/>
              </a:ext>
            </a:extLst>
          </p:cNvPr>
          <p:cNvSpPr>
            <a:spLocks noChangeArrowheads="1"/>
          </p:cNvSpPr>
          <p:nvPr/>
        </p:nvSpPr>
        <p:spPr bwMode="auto">
          <a:xfrm>
            <a:off x="5402263" y="1965325"/>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104" name="Rectangle 119">
            <a:extLst>
              <a:ext uri="{FF2B5EF4-FFF2-40B4-BE49-F238E27FC236}">
                <a16:creationId xmlns:a16="http://schemas.microsoft.com/office/drawing/2014/main" id="{B76681DD-3624-0F4B-239E-49A5E6E78866}"/>
              </a:ext>
            </a:extLst>
          </p:cNvPr>
          <p:cNvSpPr>
            <a:spLocks noChangeArrowheads="1"/>
          </p:cNvSpPr>
          <p:nvPr/>
        </p:nvSpPr>
        <p:spPr bwMode="auto">
          <a:xfrm>
            <a:off x="5922963" y="1965325"/>
            <a:ext cx="1301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2105" name="Rectangle 120">
            <a:extLst>
              <a:ext uri="{FF2B5EF4-FFF2-40B4-BE49-F238E27FC236}">
                <a16:creationId xmlns:a16="http://schemas.microsoft.com/office/drawing/2014/main" id="{ADA94470-E1A5-D9E6-43A8-D02E5BDDDECB}"/>
              </a:ext>
            </a:extLst>
          </p:cNvPr>
          <p:cNvSpPr>
            <a:spLocks noChangeArrowheads="1"/>
          </p:cNvSpPr>
          <p:nvPr/>
        </p:nvSpPr>
        <p:spPr bwMode="auto">
          <a:xfrm>
            <a:off x="595313" y="22225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106" name="Rectangle 121">
            <a:extLst>
              <a:ext uri="{FF2B5EF4-FFF2-40B4-BE49-F238E27FC236}">
                <a16:creationId xmlns:a16="http://schemas.microsoft.com/office/drawing/2014/main" id="{3AF9F592-9B1B-20ED-D7FD-E94FBA53AD09}"/>
              </a:ext>
            </a:extLst>
          </p:cNvPr>
          <p:cNvSpPr>
            <a:spLocks noChangeArrowheads="1"/>
          </p:cNvSpPr>
          <p:nvPr/>
        </p:nvSpPr>
        <p:spPr bwMode="auto">
          <a:xfrm>
            <a:off x="744538" y="22225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4</a:t>
            </a:r>
            <a:endParaRPr lang="en-US" altLang="es-ES" sz="3600" i="0" u="sng"/>
          </a:p>
        </p:txBody>
      </p:sp>
      <p:sp>
        <p:nvSpPr>
          <p:cNvPr id="42107" name="Rectangle 122">
            <a:extLst>
              <a:ext uri="{FF2B5EF4-FFF2-40B4-BE49-F238E27FC236}">
                <a16:creationId xmlns:a16="http://schemas.microsoft.com/office/drawing/2014/main" id="{F50FC11E-16BF-BB9D-ED20-8B8482EC4699}"/>
              </a:ext>
            </a:extLst>
          </p:cNvPr>
          <p:cNvSpPr>
            <a:spLocks noChangeArrowheads="1"/>
          </p:cNvSpPr>
          <p:nvPr/>
        </p:nvSpPr>
        <p:spPr bwMode="auto">
          <a:xfrm>
            <a:off x="1092200" y="2222500"/>
            <a:ext cx="1905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s</a:t>
            </a:r>
            <a:endParaRPr lang="en-US" altLang="es-ES" sz="3600" i="0" u="sng"/>
          </a:p>
        </p:txBody>
      </p:sp>
      <p:sp>
        <p:nvSpPr>
          <p:cNvPr id="42108" name="Rectangle 123">
            <a:extLst>
              <a:ext uri="{FF2B5EF4-FFF2-40B4-BE49-F238E27FC236}">
                <a16:creationId xmlns:a16="http://schemas.microsoft.com/office/drawing/2014/main" id="{E14B07B7-1733-BB0F-5BDC-B52F11132D3B}"/>
              </a:ext>
            </a:extLst>
          </p:cNvPr>
          <p:cNvSpPr>
            <a:spLocks noChangeArrowheads="1"/>
          </p:cNvSpPr>
          <p:nvPr/>
        </p:nvSpPr>
        <p:spPr bwMode="auto">
          <a:xfrm>
            <a:off x="1169988" y="2222500"/>
            <a:ext cx="479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l R6</a:t>
            </a:r>
            <a:endParaRPr lang="en-US" altLang="es-ES" sz="3600" i="0" u="sng"/>
          </a:p>
        </p:txBody>
      </p:sp>
      <p:sp>
        <p:nvSpPr>
          <p:cNvPr id="42109" name="Rectangle 124">
            <a:extLst>
              <a:ext uri="{FF2B5EF4-FFF2-40B4-BE49-F238E27FC236}">
                <a16:creationId xmlns:a16="http://schemas.microsoft.com/office/drawing/2014/main" id="{093ECF5B-DD17-9329-3896-87F87486884C}"/>
              </a:ext>
            </a:extLst>
          </p:cNvPr>
          <p:cNvSpPr>
            <a:spLocks noChangeArrowheads="1"/>
          </p:cNvSpPr>
          <p:nvPr/>
        </p:nvSpPr>
        <p:spPr bwMode="auto">
          <a:xfrm>
            <a:off x="869950" y="2206625"/>
            <a:ext cx="3079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2110" name="Rectangle 125">
            <a:extLst>
              <a:ext uri="{FF2B5EF4-FFF2-40B4-BE49-F238E27FC236}">
                <a16:creationId xmlns:a16="http://schemas.microsoft.com/office/drawing/2014/main" id="{00A466DA-01B6-BDE7-9DF3-191F9684A50F}"/>
              </a:ext>
            </a:extLst>
          </p:cNvPr>
          <p:cNvSpPr>
            <a:spLocks noChangeArrowheads="1"/>
          </p:cNvSpPr>
          <p:nvPr/>
        </p:nvSpPr>
        <p:spPr bwMode="auto">
          <a:xfrm>
            <a:off x="5168900" y="2222500"/>
            <a:ext cx="2349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a:t>
            </a:r>
            <a:endParaRPr lang="en-US" altLang="es-ES" sz="3600" i="0" u="sng"/>
          </a:p>
        </p:txBody>
      </p:sp>
      <p:sp>
        <p:nvSpPr>
          <p:cNvPr id="42111" name="Rectangle 126">
            <a:extLst>
              <a:ext uri="{FF2B5EF4-FFF2-40B4-BE49-F238E27FC236}">
                <a16:creationId xmlns:a16="http://schemas.microsoft.com/office/drawing/2014/main" id="{8092E703-DD7D-3F90-90FD-8A873B5B454F}"/>
              </a:ext>
            </a:extLst>
          </p:cNvPr>
          <p:cNvSpPr>
            <a:spLocks noChangeArrowheads="1"/>
          </p:cNvSpPr>
          <p:nvPr/>
        </p:nvSpPr>
        <p:spPr bwMode="auto">
          <a:xfrm>
            <a:off x="5537200" y="2222500"/>
            <a:ext cx="136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sl</a:t>
            </a:r>
            <a:endParaRPr lang="en-US" altLang="es-ES" sz="3600" i="0" u="sng"/>
          </a:p>
        </p:txBody>
      </p:sp>
      <p:sp>
        <p:nvSpPr>
          <p:cNvPr id="42112" name="Rectangle 127">
            <a:extLst>
              <a:ext uri="{FF2B5EF4-FFF2-40B4-BE49-F238E27FC236}">
                <a16:creationId xmlns:a16="http://schemas.microsoft.com/office/drawing/2014/main" id="{BEE2A55B-0349-612F-0240-5044712E15F8}"/>
              </a:ext>
            </a:extLst>
          </p:cNvPr>
          <p:cNvSpPr>
            <a:spLocks noChangeArrowheads="1"/>
          </p:cNvSpPr>
          <p:nvPr/>
        </p:nvSpPr>
        <p:spPr bwMode="auto">
          <a:xfrm>
            <a:off x="5726113" y="22225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2113" name="Rectangle 128">
            <a:extLst>
              <a:ext uri="{FF2B5EF4-FFF2-40B4-BE49-F238E27FC236}">
                <a16:creationId xmlns:a16="http://schemas.microsoft.com/office/drawing/2014/main" id="{ADE17B7B-141C-19F6-02F8-C9A126A366CB}"/>
              </a:ext>
            </a:extLst>
          </p:cNvPr>
          <p:cNvSpPr>
            <a:spLocks noChangeArrowheads="1"/>
          </p:cNvSpPr>
          <p:nvPr/>
        </p:nvSpPr>
        <p:spPr bwMode="auto">
          <a:xfrm>
            <a:off x="5357813" y="2232025"/>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114" name="Rectangle 129">
            <a:extLst>
              <a:ext uri="{FF2B5EF4-FFF2-40B4-BE49-F238E27FC236}">
                <a16:creationId xmlns:a16="http://schemas.microsoft.com/office/drawing/2014/main" id="{D905CEB1-ADBA-5A12-97DC-7AB474718DB2}"/>
              </a:ext>
            </a:extLst>
          </p:cNvPr>
          <p:cNvSpPr>
            <a:spLocks noChangeArrowheads="1"/>
          </p:cNvSpPr>
          <p:nvPr/>
        </p:nvSpPr>
        <p:spPr bwMode="auto">
          <a:xfrm>
            <a:off x="595313" y="24892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115" name="Rectangle 130">
            <a:extLst>
              <a:ext uri="{FF2B5EF4-FFF2-40B4-BE49-F238E27FC236}">
                <a16:creationId xmlns:a16="http://schemas.microsoft.com/office/drawing/2014/main" id="{0A947422-EF16-A7DF-F04F-493ECA97CF00}"/>
              </a:ext>
            </a:extLst>
          </p:cNvPr>
          <p:cNvSpPr>
            <a:spLocks noChangeArrowheads="1"/>
          </p:cNvSpPr>
          <p:nvPr/>
        </p:nvSpPr>
        <p:spPr bwMode="auto">
          <a:xfrm>
            <a:off x="744538" y="24892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7</a:t>
            </a:r>
            <a:endParaRPr lang="en-US" altLang="es-ES" sz="3600" i="0" u="sng"/>
          </a:p>
        </p:txBody>
      </p:sp>
      <p:sp>
        <p:nvSpPr>
          <p:cNvPr id="42116" name="Rectangle 131">
            <a:extLst>
              <a:ext uri="{FF2B5EF4-FFF2-40B4-BE49-F238E27FC236}">
                <a16:creationId xmlns:a16="http://schemas.microsoft.com/office/drawing/2014/main" id="{BCC1B07D-4B75-8215-D5EB-8A7BAEFFE398}"/>
              </a:ext>
            </a:extLst>
          </p:cNvPr>
          <p:cNvSpPr>
            <a:spLocks noChangeArrowheads="1"/>
          </p:cNvSpPr>
          <p:nvPr/>
        </p:nvSpPr>
        <p:spPr bwMode="auto">
          <a:xfrm>
            <a:off x="1092200" y="24892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117" name="Rectangle 132">
            <a:extLst>
              <a:ext uri="{FF2B5EF4-FFF2-40B4-BE49-F238E27FC236}">
                <a16:creationId xmlns:a16="http://schemas.microsoft.com/office/drawing/2014/main" id="{A7EF2831-08E6-09C5-D901-3AB63D1B4AF7}"/>
              </a:ext>
            </a:extLst>
          </p:cNvPr>
          <p:cNvSpPr>
            <a:spLocks noChangeArrowheads="1"/>
          </p:cNvSpPr>
          <p:nvPr/>
        </p:nvSpPr>
        <p:spPr bwMode="auto">
          <a:xfrm>
            <a:off x="1243013" y="2489200"/>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7    1</a:t>
            </a:r>
            <a:endParaRPr lang="en-US" altLang="es-ES" sz="3600" i="0" u="sng"/>
          </a:p>
        </p:txBody>
      </p:sp>
      <p:sp>
        <p:nvSpPr>
          <p:cNvPr id="42118" name="Rectangle 133">
            <a:extLst>
              <a:ext uri="{FF2B5EF4-FFF2-40B4-BE49-F238E27FC236}">
                <a16:creationId xmlns:a16="http://schemas.microsoft.com/office/drawing/2014/main" id="{0EECB205-3B90-A671-9F6E-E13F994E0DAE}"/>
              </a:ext>
            </a:extLst>
          </p:cNvPr>
          <p:cNvSpPr>
            <a:spLocks noChangeArrowheads="1"/>
          </p:cNvSpPr>
          <p:nvPr/>
        </p:nvSpPr>
        <p:spPr bwMode="auto">
          <a:xfrm>
            <a:off x="1384300" y="2498725"/>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119" name="Rectangle 134">
            <a:extLst>
              <a:ext uri="{FF2B5EF4-FFF2-40B4-BE49-F238E27FC236}">
                <a16:creationId xmlns:a16="http://schemas.microsoft.com/office/drawing/2014/main" id="{A1E2260B-E41A-1ED9-9F40-B96AF62FDD75}"/>
              </a:ext>
            </a:extLst>
          </p:cNvPr>
          <p:cNvSpPr>
            <a:spLocks noChangeArrowheads="1"/>
          </p:cNvSpPr>
          <p:nvPr/>
        </p:nvSpPr>
        <p:spPr bwMode="auto">
          <a:xfrm>
            <a:off x="869950" y="2473325"/>
            <a:ext cx="3079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2120" name="Rectangle 135">
            <a:extLst>
              <a:ext uri="{FF2B5EF4-FFF2-40B4-BE49-F238E27FC236}">
                <a16:creationId xmlns:a16="http://schemas.microsoft.com/office/drawing/2014/main" id="{C9C6505B-2BDB-3564-F123-7504E9DC9D45}"/>
              </a:ext>
            </a:extLst>
          </p:cNvPr>
          <p:cNvSpPr>
            <a:spLocks noChangeArrowheads="1"/>
          </p:cNvSpPr>
          <p:nvPr/>
        </p:nvSpPr>
        <p:spPr bwMode="auto">
          <a:xfrm>
            <a:off x="5186363" y="2495550"/>
            <a:ext cx="5365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2121" name="Rectangle 136">
            <a:extLst>
              <a:ext uri="{FF2B5EF4-FFF2-40B4-BE49-F238E27FC236}">
                <a16:creationId xmlns:a16="http://schemas.microsoft.com/office/drawing/2014/main" id="{30A4C231-3F4F-4517-E98C-D0C52F40861F}"/>
              </a:ext>
            </a:extLst>
          </p:cNvPr>
          <p:cNvSpPr>
            <a:spLocks noChangeArrowheads="1"/>
          </p:cNvSpPr>
          <p:nvPr/>
        </p:nvSpPr>
        <p:spPr bwMode="auto">
          <a:xfrm>
            <a:off x="5888038" y="249555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2122" name="Rectangle 137">
            <a:extLst>
              <a:ext uri="{FF2B5EF4-FFF2-40B4-BE49-F238E27FC236}">
                <a16:creationId xmlns:a16="http://schemas.microsoft.com/office/drawing/2014/main" id="{C7D2B8CD-E484-3CD1-8327-70AFD9A1F96B}"/>
              </a:ext>
            </a:extLst>
          </p:cNvPr>
          <p:cNvSpPr>
            <a:spLocks noChangeArrowheads="1"/>
          </p:cNvSpPr>
          <p:nvPr/>
        </p:nvSpPr>
        <p:spPr bwMode="auto">
          <a:xfrm>
            <a:off x="5751513" y="2505075"/>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123" name="Rectangle 138">
            <a:extLst>
              <a:ext uri="{FF2B5EF4-FFF2-40B4-BE49-F238E27FC236}">
                <a16:creationId xmlns:a16="http://schemas.microsoft.com/office/drawing/2014/main" id="{8198902A-C66C-7F8F-91BD-16F8CC9E51D2}"/>
              </a:ext>
            </a:extLst>
          </p:cNvPr>
          <p:cNvSpPr>
            <a:spLocks noChangeArrowheads="1"/>
          </p:cNvSpPr>
          <p:nvPr/>
        </p:nvSpPr>
        <p:spPr bwMode="auto">
          <a:xfrm>
            <a:off x="5375275" y="2505075"/>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124" name="Rectangle 139">
            <a:extLst>
              <a:ext uri="{FF2B5EF4-FFF2-40B4-BE49-F238E27FC236}">
                <a16:creationId xmlns:a16="http://schemas.microsoft.com/office/drawing/2014/main" id="{49992981-DC5C-DC06-0B82-B938A780BBFE}"/>
              </a:ext>
            </a:extLst>
          </p:cNvPr>
          <p:cNvSpPr>
            <a:spLocks noChangeArrowheads="1"/>
          </p:cNvSpPr>
          <p:nvPr/>
        </p:nvSpPr>
        <p:spPr bwMode="auto">
          <a:xfrm>
            <a:off x="595313" y="27559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125" name="Rectangle 140">
            <a:extLst>
              <a:ext uri="{FF2B5EF4-FFF2-40B4-BE49-F238E27FC236}">
                <a16:creationId xmlns:a16="http://schemas.microsoft.com/office/drawing/2014/main" id="{7DB70FB0-A01A-4153-42DE-3CE6006EEF48}"/>
              </a:ext>
            </a:extLst>
          </p:cNvPr>
          <p:cNvSpPr>
            <a:spLocks noChangeArrowheads="1"/>
          </p:cNvSpPr>
          <p:nvPr/>
        </p:nvSpPr>
        <p:spPr bwMode="auto">
          <a:xfrm>
            <a:off x="744538" y="27559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1</a:t>
            </a:r>
            <a:endParaRPr lang="en-US" altLang="es-ES" sz="3600" i="0" u="sng"/>
          </a:p>
        </p:txBody>
      </p:sp>
      <p:sp>
        <p:nvSpPr>
          <p:cNvPr id="42126" name="Rectangle 141">
            <a:extLst>
              <a:ext uri="{FF2B5EF4-FFF2-40B4-BE49-F238E27FC236}">
                <a16:creationId xmlns:a16="http://schemas.microsoft.com/office/drawing/2014/main" id="{EDD5C94C-A38F-FA2C-071C-C8B7C7DF6985}"/>
              </a:ext>
            </a:extLst>
          </p:cNvPr>
          <p:cNvSpPr>
            <a:spLocks noChangeArrowheads="1"/>
          </p:cNvSpPr>
          <p:nvPr/>
        </p:nvSpPr>
        <p:spPr bwMode="auto">
          <a:xfrm>
            <a:off x="1092200" y="27559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127" name="Rectangle 142">
            <a:extLst>
              <a:ext uri="{FF2B5EF4-FFF2-40B4-BE49-F238E27FC236}">
                <a16:creationId xmlns:a16="http://schemas.microsoft.com/office/drawing/2014/main" id="{2049C50D-3C01-B370-59B7-704EE3CBC5B1}"/>
              </a:ext>
            </a:extLst>
          </p:cNvPr>
          <p:cNvSpPr>
            <a:spLocks noChangeArrowheads="1"/>
          </p:cNvSpPr>
          <p:nvPr/>
        </p:nvSpPr>
        <p:spPr bwMode="auto">
          <a:xfrm>
            <a:off x="1243013" y="2755900"/>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0    2</a:t>
            </a:r>
            <a:endParaRPr lang="en-US" altLang="es-ES" sz="3600" i="0" u="sng"/>
          </a:p>
        </p:txBody>
      </p:sp>
      <p:sp>
        <p:nvSpPr>
          <p:cNvPr id="42128" name="Rectangle 143">
            <a:extLst>
              <a:ext uri="{FF2B5EF4-FFF2-40B4-BE49-F238E27FC236}">
                <a16:creationId xmlns:a16="http://schemas.microsoft.com/office/drawing/2014/main" id="{A0BE619A-0785-87BF-990E-5B8F2BC45E0E}"/>
              </a:ext>
            </a:extLst>
          </p:cNvPr>
          <p:cNvSpPr>
            <a:spLocks noChangeArrowheads="1"/>
          </p:cNvSpPr>
          <p:nvPr/>
        </p:nvSpPr>
        <p:spPr bwMode="auto">
          <a:xfrm>
            <a:off x="1384300" y="2765425"/>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129" name="Rectangle 144">
            <a:extLst>
              <a:ext uri="{FF2B5EF4-FFF2-40B4-BE49-F238E27FC236}">
                <a16:creationId xmlns:a16="http://schemas.microsoft.com/office/drawing/2014/main" id="{29F789FD-3E86-C8E8-DA8C-17D1FEE1DFA3}"/>
              </a:ext>
            </a:extLst>
          </p:cNvPr>
          <p:cNvSpPr>
            <a:spLocks noChangeArrowheads="1"/>
          </p:cNvSpPr>
          <p:nvPr/>
        </p:nvSpPr>
        <p:spPr bwMode="auto">
          <a:xfrm>
            <a:off x="869950" y="2740025"/>
            <a:ext cx="3079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2130" name="Rectangle 145">
            <a:extLst>
              <a:ext uri="{FF2B5EF4-FFF2-40B4-BE49-F238E27FC236}">
                <a16:creationId xmlns:a16="http://schemas.microsoft.com/office/drawing/2014/main" id="{B94DEA7F-917B-E140-4EA1-DBE884456933}"/>
              </a:ext>
            </a:extLst>
          </p:cNvPr>
          <p:cNvSpPr>
            <a:spLocks noChangeArrowheads="1"/>
          </p:cNvSpPr>
          <p:nvPr/>
        </p:nvSpPr>
        <p:spPr bwMode="auto">
          <a:xfrm>
            <a:off x="5186363" y="2767013"/>
            <a:ext cx="5365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2131" name="Rectangle 146">
            <a:extLst>
              <a:ext uri="{FF2B5EF4-FFF2-40B4-BE49-F238E27FC236}">
                <a16:creationId xmlns:a16="http://schemas.microsoft.com/office/drawing/2014/main" id="{0A857ECF-A07D-CFD9-5E7B-84B797E080CB}"/>
              </a:ext>
            </a:extLst>
          </p:cNvPr>
          <p:cNvSpPr>
            <a:spLocks noChangeArrowheads="1"/>
          </p:cNvSpPr>
          <p:nvPr/>
        </p:nvSpPr>
        <p:spPr bwMode="auto">
          <a:xfrm>
            <a:off x="5886450" y="2767013"/>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2132" name="Rectangle 147">
            <a:extLst>
              <a:ext uri="{FF2B5EF4-FFF2-40B4-BE49-F238E27FC236}">
                <a16:creationId xmlns:a16="http://schemas.microsoft.com/office/drawing/2014/main" id="{DABA51F1-F939-B3E1-E2ED-BF8B6756DF9E}"/>
              </a:ext>
            </a:extLst>
          </p:cNvPr>
          <p:cNvSpPr>
            <a:spLocks noChangeArrowheads="1"/>
          </p:cNvSpPr>
          <p:nvPr/>
        </p:nvSpPr>
        <p:spPr bwMode="auto">
          <a:xfrm>
            <a:off x="5751513" y="2776538"/>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133" name="Rectangle 148">
            <a:extLst>
              <a:ext uri="{FF2B5EF4-FFF2-40B4-BE49-F238E27FC236}">
                <a16:creationId xmlns:a16="http://schemas.microsoft.com/office/drawing/2014/main" id="{1EB4655E-20C5-C469-7FA3-53A1DBCC3C32}"/>
              </a:ext>
            </a:extLst>
          </p:cNvPr>
          <p:cNvSpPr>
            <a:spLocks noChangeArrowheads="1"/>
          </p:cNvSpPr>
          <p:nvPr/>
        </p:nvSpPr>
        <p:spPr bwMode="auto">
          <a:xfrm>
            <a:off x="5375275" y="2776538"/>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
        <p:nvSpPr>
          <p:cNvPr id="42134" name="Rectangle 149">
            <a:extLst>
              <a:ext uri="{FF2B5EF4-FFF2-40B4-BE49-F238E27FC236}">
                <a16:creationId xmlns:a16="http://schemas.microsoft.com/office/drawing/2014/main" id="{F4E9C442-EC87-B752-9505-A3B8799CB0DF}"/>
              </a:ext>
            </a:extLst>
          </p:cNvPr>
          <p:cNvSpPr>
            <a:spLocks noChangeArrowheads="1"/>
          </p:cNvSpPr>
          <p:nvPr/>
        </p:nvSpPr>
        <p:spPr bwMode="auto">
          <a:xfrm>
            <a:off x="595313" y="3022600"/>
            <a:ext cx="8953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Data out</a:t>
            </a:r>
            <a:endParaRPr lang="en-US" altLang="es-ES" sz="3600" i="0" u="sng"/>
          </a:p>
        </p:txBody>
      </p:sp>
      <p:sp>
        <p:nvSpPr>
          <p:cNvPr id="42135" name="Rectangle 150">
            <a:extLst>
              <a:ext uri="{FF2B5EF4-FFF2-40B4-BE49-F238E27FC236}">
                <a16:creationId xmlns:a16="http://schemas.microsoft.com/office/drawing/2014/main" id="{42295B35-F31C-87DD-9AC4-B2795B456E07}"/>
              </a:ext>
            </a:extLst>
          </p:cNvPr>
          <p:cNvSpPr>
            <a:spLocks noChangeArrowheads="1"/>
          </p:cNvSpPr>
          <p:nvPr/>
        </p:nvSpPr>
        <p:spPr bwMode="auto">
          <a:xfrm>
            <a:off x="1612900" y="30226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136" name="Rectangle 151">
            <a:extLst>
              <a:ext uri="{FF2B5EF4-FFF2-40B4-BE49-F238E27FC236}">
                <a16:creationId xmlns:a16="http://schemas.microsoft.com/office/drawing/2014/main" id="{97ADBF53-EE0A-425B-863F-8DABE2040751}"/>
              </a:ext>
            </a:extLst>
          </p:cNvPr>
          <p:cNvSpPr>
            <a:spLocks noChangeArrowheads="1"/>
          </p:cNvSpPr>
          <p:nvPr/>
        </p:nvSpPr>
        <p:spPr bwMode="auto">
          <a:xfrm>
            <a:off x="1763713" y="30226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3</a:t>
            </a:r>
            <a:endParaRPr lang="en-US" altLang="es-ES" sz="3600" i="0" u="sng"/>
          </a:p>
        </p:txBody>
      </p:sp>
      <p:sp>
        <p:nvSpPr>
          <p:cNvPr id="42137" name="Rectangle 152">
            <a:extLst>
              <a:ext uri="{FF2B5EF4-FFF2-40B4-BE49-F238E27FC236}">
                <a16:creationId xmlns:a16="http://schemas.microsoft.com/office/drawing/2014/main" id="{C7B0EA05-F604-4031-8C31-8FC49067D9CD}"/>
              </a:ext>
            </a:extLst>
          </p:cNvPr>
          <p:cNvSpPr>
            <a:spLocks noChangeArrowheads="1"/>
          </p:cNvSpPr>
          <p:nvPr/>
        </p:nvSpPr>
        <p:spPr bwMode="auto">
          <a:xfrm>
            <a:off x="1392238" y="3006725"/>
            <a:ext cx="3079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2138" name="Rectangle 153">
            <a:extLst>
              <a:ext uri="{FF2B5EF4-FFF2-40B4-BE49-F238E27FC236}">
                <a16:creationId xmlns:a16="http://schemas.microsoft.com/office/drawing/2014/main" id="{2097210C-21B8-986E-C88B-9033AF08EFE9}"/>
              </a:ext>
            </a:extLst>
          </p:cNvPr>
          <p:cNvSpPr>
            <a:spLocks noChangeArrowheads="1"/>
          </p:cNvSpPr>
          <p:nvPr/>
        </p:nvSpPr>
        <p:spPr bwMode="auto">
          <a:xfrm>
            <a:off x="595313" y="32893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139" name="Rectangle 154">
            <a:extLst>
              <a:ext uri="{FF2B5EF4-FFF2-40B4-BE49-F238E27FC236}">
                <a16:creationId xmlns:a16="http://schemas.microsoft.com/office/drawing/2014/main" id="{50D9C123-5641-E7E7-71CD-F84C12D1AF16}"/>
              </a:ext>
            </a:extLst>
          </p:cNvPr>
          <p:cNvSpPr>
            <a:spLocks noChangeArrowheads="1"/>
          </p:cNvSpPr>
          <p:nvPr/>
        </p:nvSpPr>
        <p:spPr bwMode="auto">
          <a:xfrm>
            <a:off x="744538" y="3289300"/>
            <a:ext cx="2127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4</a:t>
            </a:r>
            <a:endParaRPr lang="en-US" altLang="es-ES" sz="3600" i="0" u="sng"/>
          </a:p>
        </p:txBody>
      </p:sp>
      <p:sp>
        <p:nvSpPr>
          <p:cNvPr id="42140" name="Rectangle 155">
            <a:extLst>
              <a:ext uri="{FF2B5EF4-FFF2-40B4-BE49-F238E27FC236}">
                <a16:creationId xmlns:a16="http://schemas.microsoft.com/office/drawing/2014/main" id="{146C172F-E16A-A239-E798-0EB514FCF66C}"/>
              </a:ext>
            </a:extLst>
          </p:cNvPr>
          <p:cNvSpPr>
            <a:spLocks noChangeArrowheads="1"/>
          </p:cNvSpPr>
          <p:nvPr/>
        </p:nvSpPr>
        <p:spPr bwMode="auto">
          <a:xfrm>
            <a:off x="1092200" y="3289300"/>
            <a:ext cx="2794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D</a:t>
            </a:r>
            <a:endParaRPr lang="en-US" altLang="es-ES" sz="3600" i="0" u="sng"/>
          </a:p>
        </p:txBody>
      </p:sp>
      <p:sp>
        <p:nvSpPr>
          <p:cNvPr id="42141" name="Rectangle 156">
            <a:extLst>
              <a:ext uri="{FF2B5EF4-FFF2-40B4-BE49-F238E27FC236}">
                <a16:creationId xmlns:a16="http://schemas.microsoft.com/office/drawing/2014/main" id="{8EFAFFC1-BC68-0593-B51E-1950719563F0}"/>
              </a:ext>
            </a:extLst>
          </p:cNvPr>
          <p:cNvSpPr>
            <a:spLocks noChangeArrowheads="1"/>
          </p:cNvSpPr>
          <p:nvPr/>
        </p:nvSpPr>
        <p:spPr bwMode="auto">
          <a:xfrm>
            <a:off x="1258888" y="3289300"/>
            <a:ext cx="4921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ata in</a:t>
            </a:r>
            <a:endParaRPr lang="en-US" altLang="es-ES" sz="3600" i="0" u="sng"/>
          </a:p>
        </p:txBody>
      </p:sp>
      <p:sp>
        <p:nvSpPr>
          <p:cNvPr id="42142" name="Rectangle 157">
            <a:extLst>
              <a:ext uri="{FF2B5EF4-FFF2-40B4-BE49-F238E27FC236}">
                <a16:creationId xmlns:a16="http://schemas.microsoft.com/office/drawing/2014/main" id="{D8E851EC-E41D-BA45-550D-FCBF11517113}"/>
              </a:ext>
            </a:extLst>
          </p:cNvPr>
          <p:cNvSpPr>
            <a:spLocks noChangeArrowheads="1"/>
          </p:cNvSpPr>
          <p:nvPr/>
        </p:nvSpPr>
        <p:spPr bwMode="auto">
          <a:xfrm>
            <a:off x="869950" y="3273425"/>
            <a:ext cx="3079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a:t>
            </a:r>
            <a:endParaRPr lang="en-US" altLang="es-ES" sz="3600" i="0" u="sng"/>
          </a:p>
        </p:txBody>
      </p:sp>
      <p:sp>
        <p:nvSpPr>
          <p:cNvPr id="42143" name="Rectangle 158">
            <a:extLst>
              <a:ext uri="{FF2B5EF4-FFF2-40B4-BE49-F238E27FC236}">
                <a16:creationId xmlns:a16="http://schemas.microsoft.com/office/drawing/2014/main" id="{DC142E29-63FE-C36D-3EF5-C35285E8C126}"/>
              </a:ext>
            </a:extLst>
          </p:cNvPr>
          <p:cNvSpPr>
            <a:spLocks noChangeArrowheads="1"/>
          </p:cNvSpPr>
          <p:nvPr/>
        </p:nvSpPr>
        <p:spPr bwMode="auto">
          <a:xfrm>
            <a:off x="595313" y="35560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R</a:t>
            </a:r>
            <a:endParaRPr lang="en-US" altLang="es-ES" sz="3600" i="0" u="sng"/>
          </a:p>
        </p:txBody>
      </p:sp>
      <p:sp>
        <p:nvSpPr>
          <p:cNvPr id="42144" name="Rectangle 159">
            <a:extLst>
              <a:ext uri="{FF2B5EF4-FFF2-40B4-BE49-F238E27FC236}">
                <a16:creationId xmlns:a16="http://schemas.microsoft.com/office/drawing/2014/main" id="{B8D853DB-2275-9F81-BD28-AC78E26E5DDF}"/>
              </a:ext>
            </a:extLst>
          </p:cNvPr>
          <p:cNvSpPr>
            <a:spLocks noChangeArrowheads="1"/>
          </p:cNvSpPr>
          <p:nvPr/>
        </p:nvSpPr>
        <p:spPr bwMode="auto">
          <a:xfrm>
            <a:off x="744538" y="3556000"/>
            <a:ext cx="457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Ten" pitchFamily="18" charset="0"/>
              </a:rPr>
              <a:t>5     0</a:t>
            </a:r>
            <a:endParaRPr lang="en-US" altLang="es-ES" sz="3600" i="0" u="sng"/>
          </a:p>
        </p:txBody>
      </p:sp>
      <p:sp>
        <p:nvSpPr>
          <p:cNvPr id="42145" name="Rectangle 160">
            <a:extLst>
              <a:ext uri="{FF2B5EF4-FFF2-40B4-BE49-F238E27FC236}">
                <a16:creationId xmlns:a16="http://schemas.microsoft.com/office/drawing/2014/main" id="{8D84FD8F-0640-DCDC-53D2-6F7197975DFC}"/>
              </a:ext>
            </a:extLst>
          </p:cNvPr>
          <p:cNvSpPr>
            <a:spLocks noChangeArrowheads="1"/>
          </p:cNvSpPr>
          <p:nvPr/>
        </p:nvSpPr>
        <p:spPr bwMode="auto">
          <a:xfrm>
            <a:off x="869950" y="3540125"/>
            <a:ext cx="2508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 </a:t>
            </a:r>
            <a:endParaRPr lang="en-US" altLang="es-ES" sz="3600" i="0" u="sng"/>
          </a:p>
        </p:txBody>
      </p:sp>
      <p:sp>
        <p:nvSpPr>
          <p:cNvPr id="42146" name="Rectangle 161">
            <a:extLst>
              <a:ext uri="{FF2B5EF4-FFF2-40B4-BE49-F238E27FC236}">
                <a16:creationId xmlns:a16="http://schemas.microsoft.com/office/drawing/2014/main" id="{33618D38-6F09-F39A-3E91-FAA4A739884F}"/>
              </a:ext>
            </a:extLst>
          </p:cNvPr>
          <p:cNvSpPr>
            <a:spLocks noChangeArrowheads="1"/>
          </p:cNvSpPr>
          <p:nvPr/>
        </p:nvSpPr>
        <p:spPr bwMode="auto">
          <a:xfrm>
            <a:off x="5141913" y="3556000"/>
            <a:ext cx="5365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F     A</a:t>
            </a:r>
            <a:endParaRPr lang="en-US" altLang="es-ES" sz="3600" i="0" u="sng"/>
          </a:p>
        </p:txBody>
      </p:sp>
      <p:sp>
        <p:nvSpPr>
          <p:cNvPr id="42147" name="Rectangle 162">
            <a:extLst>
              <a:ext uri="{FF2B5EF4-FFF2-40B4-BE49-F238E27FC236}">
                <a16:creationId xmlns:a16="http://schemas.microsoft.com/office/drawing/2014/main" id="{C89526F8-68DC-F5B9-76CE-14B31F7BCF59}"/>
              </a:ext>
            </a:extLst>
          </p:cNvPr>
          <p:cNvSpPr>
            <a:spLocks noChangeArrowheads="1"/>
          </p:cNvSpPr>
          <p:nvPr/>
        </p:nvSpPr>
        <p:spPr bwMode="auto">
          <a:xfrm>
            <a:off x="5868988" y="3556000"/>
            <a:ext cx="2571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baseline="0">
                <a:solidFill>
                  <a:srgbClr val="000000"/>
                </a:solidFill>
                <a:latin typeface="TimesTen" pitchFamily="18" charset="0"/>
              </a:rPr>
              <a:t>B</a:t>
            </a:r>
            <a:endParaRPr lang="en-US" altLang="es-ES" sz="3600" i="0" u="sng"/>
          </a:p>
        </p:txBody>
      </p:sp>
      <p:sp>
        <p:nvSpPr>
          <p:cNvPr id="42148" name="Rectangle 163">
            <a:extLst>
              <a:ext uri="{FF2B5EF4-FFF2-40B4-BE49-F238E27FC236}">
                <a16:creationId xmlns:a16="http://schemas.microsoft.com/office/drawing/2014/main" id="{E4D947DB-88ED-AEFF-C0ED-4E1F2D9F294E}"/>
              </a:ext>
            </a:extLst>
          </p:cNvPr>
          <p:cNvSpPr>
            <a:spLocks noChangeArrowheads="1"/>
          </p:cNvSpPr>
          <p:nvPr/>
        </p:nvSpPr>
        <p:spPr bwMode="auto">
          <a:xfrm>
            <a:off x="5689600" y="3540125"/>
            <a:ext cx="26352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Symbol" panose="05050102010706020507" pitchFamily="18" charset="2"/>
              </a:rPr>
              <a:t>Å</a:t>
            </a:r>
            <a:endParaRPr lang="en-US" altLang="es-ES" sz="3600" i="0" u="sng"/>
          </a:p>
        </p:txBody>
      </p:sp>
      <p:sp>
        <p:nvSpPr>
          <p:cNvPr id="42149" name="Rectangle 164">
            <a:extLst>
              <a:ext uri="{FF2B5EF4-FFF2-40B4-BE49-F238E27FC236}">
                <a16:creationId xmlns:a16="http://schemas.microsoft.com/office/drawing/2014/main" id="{1BA564DD-E0AE-F06D-9187-478050D11FF8}"/>
              </a:ext>
            </a:extLst>
          </p:cNvPr>
          <p:cNvSpPr>
            <a:spLocks noChangeArrowheads="1"/>
          </p:cNvSpPr>
          <p:nvPr/>
        </p:nvSpPr>
        <p:spPr bwMode="auto">
          <a:xfrm>
            <a:off x="5329238" y="3565525"/>
            <a:ext cx="1968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Times" panose="02020603050405020304" pitchFamily="18" charset="0"/>
              </a:rPr>
              <a:t>=</a:t>
            </a:r>
            <a:endParaRPr lang="en-US" altLang="es-ES" sz="3600" i="0" u="sng"/>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3 Marcador de número de diapositiva">
            <a:extLst>
              <a:ext uri="{FF2B5EF4-FFF2-40B4-BE49-F238E27FC236}">
                <a16:creationId xmlns:a16="http://schemas.microsoft.com/office/drawing/2014/main" id="{B9A22DDE-98F2-0B7D-2F31-6A4B9963D8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44619ECB-191D-4BFC-AAE1-E2F0CF72F6BE}" type="slidenum">
              <a:rPr lang="en-US" altLang="es-ES" sz="1600" b="0" i="0" baseline="0"/>
              <a:pPr/>
              <a:t>38</a:t>
            </a:fld>
            <a:endParaRPr lang="en-US" altLang="es-ES" sz="1600" b="0" i="0" baseline="0"/>
          </a:p>
        </p:txBody>
      </p:sp>
      <p:sp>
        <p:nvSpPr>
          <p:cNvPr id="43011" name="Rectangle 2">
            <a:extLst>
              <a:ext uri="{FF2B5EF4-FFF2-40B4-BE49-F238E27FC236}">
                <a16:creationId xmlns:a16="http://schemas.microsoft.com/office/drawing/2014/main" id="{CA193B25-1FE4-AC6E-C480-30069E007876}"/>
              </a:ext>
            </a:extLst>
          </p:cNvPr>
          <p:cNvSpPr>
            <a:spLocks noChangeArrowheads="1"/>
          </p:cNvSpPr>
          <p:nvPr/>
        </p:nvSpPr>
        <p:spPr bwMode="auto">
          <a:xfrm>
            <a:off x="1249363" y="731838"/>
            <a:ext cx="319087"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latin typeface="TimesTen" pitchFamily="18" charset="0"/>
              </a:rPr>
              <a:t>m</a:t>
            </a:r>
            <a:endParaRPr lang="en-US" altLang="es-ES" sz="3600" i="0" u="sng"/>
          </a:p>
        </p:txBody>
      </p:sp>
      <p:sp>
        <p:nvSpPr>
          <p:cNvPr id="43012" name="Rectangle 3">
            <a:extLst>
              <a:ext uri="{FF2B5EF4-FFF2-40B4-BE49-F238E27FC236}">
                <a16:creationId xmlns:a16="http://schemas.microsoft.com/office/drawing/2014/main" id="{48B9D3B9-CF8F-949D-2A77-B12016BFD4BA}"/>
              </a:ext>
            </a:extLst>
          </p:cNvPr>
          <p:cNvSpPr>
            <a:spLocks noChangeArrowheads="1"/>
          </p:cNvSpPr>
          <p:nvPr/>
        </p:nvSpPr>
        <p:spPr bwMode="auto">
          <a:xfrm>
            <a:off x="2154238" y="731838"/>
            <a:ext cx="2544762"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latin typeface="TimesTen" pitchFamily="18" charset="0"/>
              </a:rPr>
              <a:t>Microoperations from T</a:t>
            </a:r>
            <a:endParaRPr lang="en-US" altLang="es-ES" sz="3600" i="0" u="sng"/>
          </a:p>
        </p:txBody>
      </p:sp>
      <p:sp>
        <p:nvSpPr>
          <p:cNvPr id="43013" name="Rectangle 4">
            <a:extLst>
              <a:ext uri="{FF2B5EF4-FFF2-40B4-BE49-F238E27FC236}">
                <a16:creationId xmlns:a16="http://schemas.microsoft.com/office/drawing/2014/main" id="{6443A639-8341-892E-D2C4-52BFC8879941}"/>
              </a:ext>
            </a:extLst>
          </p:cNvPr>
          <p:cNvSpPr>
            <a:spLocks noChangeArrowheads="1"/>
          </p:cNvSpPr>
          <p:nvPr/>
        </p:nvSpPr>
        <p:spPr bwMode="auto">
          <a:xfrm>
            <a:off x="4527550" y="731838"/>
            <a:ext cx="24447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latin typeface="TimesTen" pitchFamily="18" charset="0"/>
              </a:rPr>
              <a:t>a</a:t>
            </a:r>
            <a:endParaRPr lang="en-US" altLang="es-ES" sz="3600" i="0" u="sng"/>
          </a:p>
        </p:txBody>
      </p:sp>
      <p:sp>
        <p:nvSpPr>
          <p:cNvPr id="43014" name="Rectangle 5">
            <a:extLst>
              <a:ext uri="{FF2B5EF4-FFF2-40B4-BE49-F238E27FC236}">
                <a16:creationId xmlns:a16="http://schemas.microsoft.com/office/drawing/2014/main" id="{70BF4D80-DDFA-385B-C94F-35C790FF54B0}"/>
              </a:ext>
            </a:extLst>
          </p:cNvPr>
          <p:cNvSpPr>
            <a:spLocks noChangeArrowheads="1"/>
          </p:cNvSpPr>
          <p:nvPr/>
        </p:nvSpPr>
        <p:spPr bwMode="auto">
          <a:xfrm>
            <a:off x="6121400" y="731838"/>
            <a:ext cx="10890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latin typeface="TimesTen" pitchFamily="18" charset="0"/>
              </a:rPr>
              <a:t> Binary C</a:t>
            </a:r>
            <a:endParaRPr lang="en-US" altLang="es-ES" sz="3600" i="0" u="sng"/>
          </a:p>
        </p:txBody>
      </p:sp>
      <p:sp>
        <p:nvSpPr>
          <p:cNvPr id="43015" name="Rectangle 6">
            <a:extLst>
              <a:ext uri="{FF2B5EF4-FFF2-40B4-BE49-F238E27FC236}">
                <a16:creationId xmlns:a16="http://schemas.microsoft.com/office/drawing/2014/main" id="{831F3845-4C16-AE54-27C1-50BE820E4B00}"/>
              </a:ext>
            </a:extLst>
          </p:cNvPr>
          <p:cNvSpPr>
            <a:spLocks noChangeArrowheads="1"/>
          </p:cNvSpPr>
          <p:nvPr/>
        </p:nvSpPr>
        <p:spPr bwMode="auto">
          <a:xfrm>
            <a:off x="7077075" y="731838"/>
            <a:ext cx="25717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latin typeface="TimesTen" pitchFamily="18" charset="0"/>
              </a:rPr>
              <a:t>o</a:t>
            </a:r>
            <a:endParaRPr lang="en-US" altLang="es-ES" sz="3600" i="0" u="sng"/>
          </a:p>
        </p:txBody>
      </p:sp>
      <p:sp>
        <p:nvSpPr>
          <p:cNvPr id="43016" name="Rectangle 7">
            <a:extLst>
              <a:ext uri="{FF2B5EF4-FFF2-40B4-BE49-F238E27FC236}">
                <a16:creationId xmlns:a16="http://schemas.microsoft.com/office/drawing/2014/main" id="{3145B3B8-B416-293C-98B5-F3A4BDDE4294}"/>
              </a:ext>
            </a:extLst>
          </p:cNvPr>
          <p:cNvSpPr>
            <a:spLocks noChangeArrowheads="1"/>
          </p:cNvSpPr>
          <p:nvPr/>
        </p:nvSpPr>
        <p:spPr bwMode="auto">
          <a:xfrm>
            <a:off x="7953375" y="731838"/>
            <a:ext cx="25717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800" i="0" baseline="0">
                <a:solidFill>
                  <a:srgbClr val="000000"/>
                </a:solidFill>
                <a:latin typeface="TimesTen" pitchFamily="18" charset="0"/>
              </a:rPr>
              <a:t>o</a:t>
            </a:r>
            <a:endParaRPr lang="en-US" altLang="es-ES" sz="3600" i="0" u="sng"/>
          </a:p>
        </p:txBody>
      </p:sp>
      <p:sp>
        <p:nvSpPr>
          <p:cNvPr id="43017" name="Rectangle 8">
            <a:extLst>
              <a:ext uri="{FF2B5EF4-FFF2-40B4-BE49-F238E27FC236}">
                <a16:creationId xmlns:a16="http://schemas.microsoft.com/office/drawing/2014/main" id="{DBCD0C3C-43B8-9995-2450-B8DD9E79795E}"/>
              </a:ext>
            </a:extLst>
          </p:cNvPr>
          <p:cNvSpPr>
            <a:spLocks noGrp="1" noChangeArrowheads="1"/>
          </p:cNvSpPr>
          <p:nvPr>
            <p:ph type="body" idx="1"/>
          </p:nvPr>
        </p:nvSpPr>
        <p:spPr>
          <a:xfrm>
            <a:off x="439738" y="1212850"/>
            <a:ext cx="7772400" cy="5027613"/>
          </a:xfrm>
        </p:spPr>
        <p:txBody>
          <a:bodyPr/>
          <a:lstStyle/>
          <a:p>
            <a:endParaRPr lang="en-US" altLang="es-ES"/>
          </a:p>
          <a:p>
            <a:endParaRPr lang="en-US" altLang="es-ES"/>
          </a:p>
          <a:p>
            <a:endParaRPr lang="en-US" altLang="es-ES"/>
          </a:p>
          <a:p>
            <a:endParaRPr lang="en-US" altLang="es-ES"/>
          </a:p>
          <a:p>
            <a:endParaRPr lang="en-US" altLang="es-ES"/>
          </a:p>
          <a:p>
            <a:r>
              <a:rPr lang="en-US" altLang="es-ES"/>
              <a:t>Results of simulation of the above on the next slide</a:t>
            </a:r>
          </a:p>
        </p:txBody>
      </p:sp>
      <p:sp>
        <p:nvSpPr>
          <p:cNvPr id="43018" name="Rectangle 9">
            <a:extLst>
              <a:ext uri="{FF2B5EF4-FFF2-40B4-BE49-F238E27FC236}">
                <a16:creationId xmlns:a16="http://schemas.microsoft.com/office/drawing/2014/main" id="{BD241429-1170-E714-2638-EB42BA3DB9BB}"/>
              </a:ext>
            </a:extLst>
          </p:cNvPr>
          <p:cNvSpPr>
            <a:spLocks noGrp="1" noChangeArrowheads="1"/>
          </p:cNvSpPr>
          <p:nvPr>
            <p:ph type="title"/>
          </p:nvPr>
        </p:nvSpPr>
        <p:spPr>
          <a:solidFill>
            <a:schemeClr val="bg1"/>
          </a:solidFill>
        </p:spPr>
        <p:txBody>
          <a:bodyPr/>
          <a:lstStyle/>
          <a:p>
            <a:r>
              <a:rPr lang="en-US" altLang="es-ES"/>
              <a:t>Microoperations for the Datapath - Binary Representation</a:t>
            </a:r>
          </a:p>
        </p:txBody>
      </p:sp>
      <p:grpSp>
        <p:nvGrpSpPr>
          <p:cNvPr id="43019" name="Group 10">
            <a:extLst>
              <a:ext uri="{FF2B5EF4-FFF2-40B4-BE49-F238E27FC236}">
                <a16:creationId xmlns:a16="http://schemas.microsoft.com/office/drawing/2014/main" id="{08D35408-C608-9C4C-BF22-AFBC7D282522}"/>
              </a:ext>
            </a:extLst>
          </p:cNvPr>
          <p:cNvGrpSpPr>
            <a:grpSpLocks/>
          </p:cNvGrpSpPr>
          <p:nvPr/>
        </p:nvGrpSpPr>
        <p:grpSpPr bwMode="auto">
          <a:xfrm>
            <a:off x="571500" y="1298575"/>
            <a:ext cx="7923213" cy="2889250"/>
            <a:chOff x="360" y="818"/>
            <a:chExt cx="4991" cy="1820"/>
          </a:xfrm>
        </p:grpSpPr>
        <p:sp>
          <p:nvSpPr>
            <p:cNvPr id="43020" name="Rectangle 11">
              <a:extLst>
                <a:ext uri="{FF2B5EF4-FFF2-40B4-BE49-F238E27FC236}">
                  <a16:creationId xmlns:a16="http://schemas.microsoft.com/office/drawing/2014/main" id="{E8C23351-33AD-D109-46C9-ED6810F6D18A}"/>
                </a:ext>
              </a:extLst>
            </p:cNvPr>
            <p:cNvSpPr>
              <a:spLocks noChangeArrowheads="1"/>
            </p:cNvSpPr>
            <p:nvPr/>
          </p:nvSpPr>
          <p:spPr bwMode="auto">
            <a:xfrm>
              <a:off x="376" y="818"/>
              <a:ext cx="2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Micr</a:t>
              </a:r>
              <a:endParaRPr lang="en-US" altLang="es-ES" sz="3600" i="0" u="sng"/>
            </a:p>
          </p:txBody>
        </p:sp>
        <p:sp>
          <p:nvSpPr>
            <p:cNvPr id="43021" name="Rectangle 12">
              <a:extLst>
                <a:ext uri="{FF2B5EF4-FFF2-40B4-BE49-F238E27FC236}">
                  <a16:creationId xmlns:a16="http://schemas.microsoft.com/office/drawing/2014/main" id="{DC5C3C75-5444-16D6-AF90-01485F0F2FAF}"/>
                </a:ext>
              </a:extLst>
            </p:cNvPr>
            <p:cNvSpPr>
              <a:spLocks noChangeArrowheads="1"/>
            </p:cNvSpPr>
            <p:nvPr/>
          </p:nvSpPr>
          <p:spPr bwMode="auto">
            <a:xfrm>
              <a:off x="605" y="818"/>
              <a:ext cx="1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o-</a:t>
              </a:r>
              <a:endParaRPr lang="en-US" altLang="es-ES" sz="3600" i="0" u="sng"/>
            </a:p>
          </p:txBody>
        </p:sp>
        <p:sp>
          <p:nvSpPr>
            <p:cNvPr id="43022" name="Rectangle 13">
              <a:extLst>
                <a:ext uri="{FF2B5EF4-FFF2-40B4-BE49-F238E27FC236}">
                  <a16:creationId xmlns:a16="http://schemas.microsoft.com/office/drawing/2014/main" id="{9105323D-C15F-E0B9-6A3F-E94EE396CB79}"/>
                </a:ext>
              </a:extLst>
            </p:cNvPr>
            <p:cNvSpPr>
              <a:spLocks noChangeArrowheads="1"/>
            </p:cNvSpPr>
            <p:nvPr/>
          </p:nvSpPr>
          <p:spPr bwMode="auto">
            <a:xfrm>
              <a:off x="360" y="955"/>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o</a:t>
              </a:r>
              <a:endParaRPr lang="en-US" altLang="es-ES" sz="3600" i="0" u="sng"/>
            </a:p>
          </p:txBody>
        </p:sp>
        <p:sp>
          <p:nvSpPr>
            <p:cNvPr id="43023" name="Rectangle 14">
              <a:extLst>
                <a:ext uri="{FF2B5EF4-FFF2-40B4-BE49-F238E27FC236}">
                  <a16:creationId xmlns:a16="http://schemas.microsoft.com/office/drawing/2014/main" id="{385164C3-64BC-AD1B-8CDC-BA2A4DE79089}"/>
                </a:ext>
              </a:extLst>
            </p:cNvPr>
            <p:cNvSpPr>
              <a:spLocks noChangeArrowheads="1"/>
            </p:cNvSpPr>
            <p:nvPr/>
          </p:nvSpPr>
          <p:spPr bwMode="auto">
            <a:xfrm>
              <a:off x="434" y="955"/>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p</a:t>
              </a:r>
              <a:endParaRPr lang="en-US" altLang="es-ES" sz="3600" i="0" u="sng"/>
            </a:p>
          </p:txBody>
        </p:sp>
        <p:sp>
          <p:nvSpPr>
            <p:cNvPr id="43024" name="Rectangle 15">
              <a:extLst>
                <a:ext uri="{FF2B5EF4-FFF2-40B4-BE49-F238E27FC236}">
                  <a16:creationId xmlns:a16="http://schemas.microsoft.com/office/drawing/2014/main" id="{2713540A-BDE1-BBD5-CA36-637E1CE41170}"/>
                </a:ext>
              </a:extLst>
            </p:cNvPr>
            <p:cNvSpPr>
              <a:spLocks noChangeArrowheads="1"/>
            </p:cNvSpPr>
            <p:nvPr/>
          </p:nvSpPr>
          <p:spPr bwMode="auto">
            <a:xfrm>
              <a:off x="507" y="955"/>
              <a:ext cx="32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eratio</a:t>
              </a:r>
              <a:endParaRPr lang="en-US" altLang="es-ES" sz="3600" i="0" u="sng"/>
            </a:p>
          </p:txBody>
        </p:sp>
        <p:sp>
          <p:nvSpPr>
            <p:cNvPr id="43025" name="Rectangle 16">
              <a:extLst>
                <a:ext uri="{FF2B5EF4-FFF2-40B4-BE49-F238E27FC236}">
                  <a16:creationId xmlns:a16="http://schemas.microsoft.com/office/drawing/2014/main" id="{B39DB674-4D5A-C229-6007-0C49635D43D3}"/>
                </a:ext>
              </a:extLst>
            </p:cNvPr>
            <p:cNvSpPr>
              <a:spLocks noChangeArrowheads="1"/>
            </p:cNvSpPr>
            <p:nvPr/>
          </p:nvSpPr>
          <p:spPr bwMode="auto">
            <a:xfrm>
              <a:off x="834" y="955"/>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n</a:t>
              </a:r>
              <a:endParaRPr lang="en-US" altLang="es-ES" sz="3600" i="0" u="sng"/>
            </a:p>
          </p:txBody>
        </p:sp>
        <p:sp>
          <p:nvSpPr>
            <p:cNvPr id="43026" name="Rectangle 17">
              <a:extLst>
                <a:ext uri="{FF2B5EF4-FFF2-40B4-BE49-F238E27FC236}">
                  <a16:creationId xmlns:a16="http://schemas.microsoft.com/office/drawing/2014/main" id="{CDAE9784-A703-86E0-FDB8-11ACD6D371F1}"/>
                </a:ext>
              </a:extLst>
            </p:cNvPr>
            <p:cNvSpPr>
              <a:spLocks noChangeArrowheads="1"/>
            </p:cNvSpPr>
            <p:nvPr/>
          </p:nvSpPr>
          <p:spPr bwMode="auto">
            <a:xfrm>
              <a:off x="1422"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D</a:t>
              </a:r>
              <a:endParaRPr lang="en-US" altLang="es-ES" sz="3600" i="0" u="sng"/>
            </a:p>
          </p:txBody>
        </p:sp>
        <p:sp>
          <p:nvSpPr>
            <p:cNvPr id="43027" name="Rectangle 18">
              <a:extLst>
                <a:ext uri="{FF2B5EF4-FFF2-40B4-BE49-F238E27FC236}">
                  <a16:creationId xmlns:a16="http://schemas.microsoft.com/office/drawing/2014/main" id="{27E46722-2413-7B27-DBEC-040FC252CF0E}"/>
                </a:ext>
              </a:extLst>
            </p:cNvPr>
            <p:cNvSpPr>
              <a:spLocks noChangeArrowheads="1"/>
            </p:cNvSpPr>
            <p:nvPr/>
          </p:nvSpPr>
          <p:spPr bwMode="auto">
            <a:xfrm>
              <a:off x="1503"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A</a:t>
              </a:r>
              <a:endParaRPr lang="en-US" altLang="es-ES" sz="3600" i="0" u="sng"/>
            </a:p>
          </p:txBody>
        </p:sp>
        <p:sp>
          <p:nvSpPr>
            <p:cNvPr id="43028" name="Rectangle 19">
              <a:extLst>
                <a:ext uri="{FF2B5EF4-FFF2-40B4-BE49-F238E27FC236}">
                  <a16:creationId xmlns:a16="http://schemas.microsoft.com/office/drawing/2014/main" id="{4CCF4902-7C65-C575-F523-4A4ACB2C07DC}"/>
                </a:ext>
              </a:extLst>
            </p:cNvPr>
            <p:cNvSpPr>
              <a:spLocks noChangeArrowheads="1"/>
            </p:cNvSpPr>
            <p:nvPr/>
          </p:nvSpPr>
          <p:spPr bwMode="auto">
            <a:xfrm>
              <a:off x="1803"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A</a:t>
              </a:r>
              <a:endParaRPr lang="en-US" altLang="es-ES" sz="3600" i="0" u="sng"/>
            </a:p>
          </p:txBody>
        </p:sp>
        <p:sp>
          <p:nvSpPr>
            <p:cNvPr id="43029" name="Rectangle 20">
              <a:extLst>
                <a:ext uri="{FF2B5EF4-FFF2-40B4-BE49-F238E27FC236}">
                  <a16:creationId xmlns:a16="http://schemas.microsoft.com/office/drawing/2014/main" id="{EDF28F44-A622-7C90-488A-AFB6873EE0AF}"/>
                </a:ext>
              </a:extLst>
            </p:cNvPr>
            <p:cNvSpPr>
              <a:spLocks noChangeArrowheads="1"/>
            </p:cNvSpPr>
            <p:nvPr/>
          </p:nvSpPr>
          <p:spPr bwMode="auto">
            <a:xfrm>
              <a:off x="1890"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A</a:t>
              </a:r>
              <a:endParaRPr lang="en-US" altLang="es-ES" sz="3600" i="0" u="sng"/>
            </a:p>
          </p:txBody>
        </p:sp>
        <p:sp>
          <p:nvSpPr>
            <p:cNvPr id="43030" name="Rectangle 21">
              <a:extLst>
                <a:ext uri="{FF2B5EF4-FFF2-40B4-BE49-F238E27FC236}">
                  <a16:creationId xmlns:a16="http://schemas.microsoft.com/office/drawing/2014/main" id="{6EC858A3-1394-6AF5-B3EE-BAEF7307F044}"/>
                </a:ext>
              </a:extLst>
            </p:cNvPr>
            <p:cNvSpPr>
              <a:spLocks noChangeArrowheads="1"/>
            </p:cNvSpPr>
            <p:nvPr/>
          </p:nvSpPr>
          <p:spPr bwMode="auto">
            <a:xfrm>
              <a:off x="2170"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B</a:t>
              </a:r>
              <a:endParaRPr lang="en-US" altLang="es-ES" sz="3600" i="0" u="sng"/>
            </a:p>
          </p:txBody>
        </p:sp>
        <p:sp>
          <p:nvSpPr>
            <p:cNvPr id="43031" name="Rectangle 22">
              <a:extLst>
                <a:ext uri="{FF2B5EF4-FFF2-40B4-BE49-F238E27FC236}">
                  <a16:creationId xmlns:a16="http://schemas.microsoft.com/office/drawing/2014/main" id="{C12079FE-ADEA-E06C-3DB8-2474DA127DF5}"/>
                </a:ext>
              </a:extLst>
            </p:cNvPr>
            <p:cNvSpPr>
              <a:spLocks noChangeArrowheads="1"/>
            </p:cNvSpPr>
            <p:nvPr/>
          </p:nvSpPr>
          <p:spPr bwMode="auto">
            <a:xfrm>
              <a:off x="2253"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A</a:t>
              </a:r>
              <a:endParaRPr lang="en-US" altLang="es-ES" sz="3600" i="0" u="sng"/>
            </a:p>
          </p:txBody>
        </p:sp>
        <p:sp>
          <p:nvSpPr>
            <p:cNvPr id="43032" name="Rectangle 23">
              <a:extLst>
                <a:ext uri="{FF2B5EF4-FFF2-40B4-BE49-F238E27FC236}">
                  <a16:creationId xmlns:a16="http://schemas.microsoft.com/office/drawing/2014/main" id="{3FC08C00-DF5B-6B38-8619-E8F15BD87B56}"/>
                </a:ext>
              </a:extLst>
            </p:cNvPr>
            <p:cNvSpPr>
              <a:spLocks noChangeArrowheads="1"/>
            </p:cNvSpPr>
            <p:nvPr/>
          </p:nvSpPr>
          <p:spPr bwMode="auto">
            <a:xfrm>
              <a:off x="2535" y="955"/>
              <a:ext cx="1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M</a:t>
              </a:r>
              <a:endParaRPr lang="en-US" altLang="es-ES" sz="3600" i="0" u="sng"/>
            </a:p>
          </p:txBody>
        </p:sp>
        <p:sp>
          <p:nvSpPr>
            <p:cNvPr id="43033" name="Rectangle 24">
              <a:extLst>
                <a:ext uri="{FF2B5EF4-FFF2-40B4-BE49-F238E27FC236}">
                  <a16:creationId xmlns:a16="http://schemas.microsoft.com/office/drawing/2014/main" id="{879295F0-ED94-EA22-10C7-A0B25260146A}"/>
                </a:ext>
              </a:extLst>
            </p:cNvPr>
            <p:cNvSpPr>
              <a:spLocks noChangeArrowheads="1"/>
            </p:cNvSpPr>
            <p:nvPr/>
          </p:nvSpPr>
          <p:spPr bwMode="auto">
            <a:xfrm>
              <a:off x="2635"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B</a:t>
              </a:r>
              <a:endParaRPr lang="en-US" altLang="es-ES" sz="3600" i="0" u="sng"/>
            </a:p>
          </p:txBody>
        </p:sp>
        <p:sp>
          <p:nvSpPr>
            <p:cNvPr id="43034" name="Rectangle 25">
              <a:extLst>
                <a:ext uri="{FF2B5EF4-FFF2-40B4-BE49-F238E27FC236}">
                  <a16:creationId xmlns:a16="http://schemas.microsoft.com/office/drawing/2014/main" id="{774C3177-868B-5DFC-A5C5-0AD6AC6703B5}"/>
                </a:ext>
              </a:extLst>
            </p:cNvPr>
            <p:cNvSpPr>
              <a:spLocks noChangeArrowheads="1"/>
            </p:cNvSpPr>
            <p:nvPr/>
          </p:nvSpPr>
          <p:spPr bwMode="auto">
            <a:xfrm>
              <a:off x="3236" y="955"/>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F</a:t>
              </a:r>
              <a:endParaRPr lang="en-US" altLang="es-ES" sz="3600" i="0" u="sng"/>
            </a:p>
          </p:txBody>
        </p:sp>
        <p:sp>
          <p:nvSpPr>
            <p:cNvPr id="43035" name="Rectangle 26">
              <a:extLst>
                <a:ext uri="{FF2B5EF4-FFF2-40B4-BE49-F238E27FC236}">
                  <a16:creationId xmlns:a16="http://schemas.microsoft.com/office/drawing/2014/main" id="{6336A857-0B24-3B57-A467-6ABB4026F123}"/>
                </a:ext>
              </a:extLst>
            </p:cNvPr>
            <p:cNvSpPr>
              <a:spLocks noChangeArrowheads="1"/>
            </p:cNvSpPr>
            <p:nvPr/>
          </p:nvSpPr>
          <p:spPr bwMode="auto">
            <a:xfrm>
              <a:off x="3309" y="95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S</a:t>
              </a:r>
              <a:endParaRPr lang="en-US" altLang="es-ES" sz="3600" i="0" u="sng"/>
            </a:p>
          </p:txBody>
        </p:sp>
        <p:sp>
          <p:nvSpPr>
            <p:cNvPr id="43036" name="Rectangle 27">
              <a:extLst>
                <a:ext uri="{FF2B5EF4-FFF2-40B4-BE49-F238E27FC236}">
                  <a16:creationId xmlns:a16="http://schemas.microsoft.com/office/drawing/2014/main" id="{24C8EE90-B877-C2B8-7C7F-8EC5F6C686B8}"/>
                </a:ext>
              </a:extLst>
            </p:cNvPr>
            <p:cNvSpPr>
              <a:spLocks noChangeArrowheads="1"/>
            </p:cNvSpPr>
            <p:nvPr/>
          </p:nvSpPr>
          <p:spPr bwMode="auto">
            <a:xfrm>
              <a:off x="4278" y="955"/>
              <a:ext cx="1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M</a:t>
              </a:r>
              <a:endParaRPr lang="en-US" altLang="es-ES" sz="3600" i="0" u="sng"/>
            </a:p>
          </p:txBody>
        </p:sp>
        <p:sp>
          <p:nvSpPr>
            <p:cNvPr id="43037" name="Rectangle 28">
              <a:extLst>
                <a:ext uri="{FF2B5EF4-FFF2-40B4-BE49-F238E27FC236}">
                  <a16:creationId xmlns:a16="http://schemas.microsoft.com/office/drawing/2014/main" id="{419869A0-929E-5AA5-5B33-B90420C86615}"/>
                </a:ext>
              </a:extLst>
            </p:cNvPr>
            <p:cNvSpPr>
              <a:spLocks noChangeArrowheads="1"/>
            </p:cNvSpPr>
            <p:nvPr/>
          </p:nvSpPr>
          <p:spPr bwMode="auto">
            <a:xfrm>
              <a:off x="4378"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D</a:t>
              </a:r>
              <a:endParaRPr lang="en-US" altLang="es-ES" sz="3600" i="0" u="sng"/>
            </a:p>
          </p:txBody>
        </p:sp>
        <p:sp>
          <p:nvSpPr>
            <p:cNvPr id="43038" name="Rectangle 29">
              <a:extLst>
                <a:ext uri="{FF2B5EF4-FFF2-40B4-BE49-F238E27FC236}">
                  <a16:creationId xmlns:a16="http://schemas.microsoft.com/office/drawing/2014/main" id="{3A0B0FD2-E9DB-9975-35BB-272654079445}"/>
                </a:ext>
              </a:extLst>
            </p:cNvPr>
            <p:cNvSpPr>
              <a:spLocks noChangeArrowheads="1"/>
            </p:cNvSpPr>
            <p:nvPr/>
          </p:nvSpPr>
          <p:spPr bwMode="auto">
            <a:xfrm>
              <a:off x="4986" y="95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R</a:t>
              </a:r>
              <a:endParaRPr lang="en-US" altLang="es-ES" sz="3600" i="0" u="sng"/>
            </a:p>
          </p:txBody>
        </p:sp>
        <p:sp>
          <p:nvSpPr>
            <p:cNvPr id="43039" name="Rectangle 30">
              <a:extLst>
                <a:ext uri="{FF2B5EF4-FFF2-40B4-BE49-F238E27FC236}">
                  <a16:creationId xmlns:a16="http://schemas.microsoft.com/office/drawing/2014/main" id="{5703247E-C76C-7841-9BEF-FCE216E1CB83}"/>
                </a:ext>
              </a:extLst>
            </p:cNvPr>
            <p:cNvSpPr>
              <a:spLocks noChangeArrowheads="1"/>
            </p:cNvSpPr>
            <p:nvPr/>
          </p:nvSpPr>
          <p:spPr bwMode="auto">
            <a:xfrm>
              <a:off x="5068" y="955"/>
              <a:ext cx="1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500" i="0" baseline="0">
                  <a:solidFill>
                    <a:srgbClr val="000000"/>
                  </a:solidFill>
                  <a:latin typeface="Helvetica" panose="020B0604020202020204" pitchFamily="34" charset="0"/>
                </a:rPr>
                <a:t>W</a:t>
              </a:r>
              <a:endParaRPr lang="en-US" altLang="es-ES" sz="3600" i="0" u="sng"/>
            </a:p>
          </p:txBody>
        </p:sp>
        <p:sp>
          <p:nvSpPr>
            <p:cNvPr id="43040" name="Rectangle 31">
              <a:extLst>
                <a:ext uri="{FF2B5EF4-FFF2-40B4-BE49-F238E27FC236}">
                  <a16:creationId xmlns:a16="http://schemas.microsoft.com/office/drawing/2014/main" id="{9F57A8FD-326E-1A6F-5DE0-170C9787C8AF}"/>
                </a:ext>
              </a:extLst>
            </p:cNvPr>
            <p:cNvSpPr>
              <a:spLocks noChangeArrowheads="1"/>
            </p:cNvSpPr>
            <p:nvPr/>
          </p:nvSpPr>
          <p:spPr bwMode="auto">
            <a:xfrm>
              <a:off x="1422"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41" name="Rectangle 32">
              <a:extLst>
                <a:ext uri="{FF2B5EF4-FFF2-40B4-BE49-F238E27FC236}">
                  <a16:creationId xmlns:a16="http://schemas.microsoft.com/office/drawing/2014/main" id="{D4F0DB74-176F-D66D-56F4-AF8F41E09625}"/>
                </a:ext>
              </a:extLst>
            </p:cNvPr>
            <p:cNvSpPr>
              <a:spLocks noChangeArrowheads="1"/>
            </p:cNvSpPr>
            <p:nvPr/>
          </p:nvSpPr>
          <p:spPr bwMode="auto">
            <a:xfrm>
              <a:off x="1488"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42" name="Rectangle 33">
              <a:extLst>
                <a:ext uri="{FF2B5EF4-FFF2-40B4-BE49-F238E27FC236}">
                  <a16:creationId xmlns:a16="http://schemas.microsoft.com/office/drawing/2014/main" id="{5CEAE018-A946-E2C9-61C5-6D9DA1C156F9}"/>
                </a:ext>
              </a:extLst>
            </p:cNvPr>
            <p:cNvSpPr>
              <a:spLocks noChangeArrowheads="1"/>
            </p:cNvSpPr>
            <p:nvPr/>
          </p:nvSpPr>
          <p:spPr bwMode="auto">
            <a:xfrm>
              <a:off x="1556"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43" name="Rectangle 34">
              <a:extLst>
                <a:ext uri="{FF2B5EF4-FFF2-40B4-BE49-F238E27FC236}">
                  <a16:creationId xmlns:a16="http://schemas.microsoft.com/office/drawing/2014/main" id="{89BBD6C5-6702-D112-AA96-5A0DF3A0AC60}"/>
                </a:ext>
              </a:extLst>
            </p:cNvPr>
            <p:cNvSpPr>
              <a:spLocks noChangeArrowheads="1"/>
            </p:cNvSpPr>
            <p:nvPr/>
          </p:nvSpPr>
          <p:spPr bwMode="auto">
            <a:xfrm>
              <a:off x="1803"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44" name="Rectangle 35">
              <a:extLst>
                <a:ext uri="{FF2B5EF4-FFF2-40B4-BE49-F238E27FC236}">
                  <a16:creationId xmlns:a16="http://schemas.microsoft.com/office/drawing/2014/main" id="{F8150D51-8989-80AC-41BA-A098C2DA49C5}"/>
                </a:ext>
              </a:extLst>
            </p:cNvPr>
            <p:cNvSpPr>
              <a:spLocks noChangeArrowheads="1"/>
            </p:cNvSpPr>
            <p:nvPr/>
          </p:nvSpPr>
          <p:spPr bwMode="auto">
            <a:xfrm>
              <a:off x="1871"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45" name="Rectangle 36">
              <a:extLst>
                <a:ext uri="{FF2B5EF4-FFF2-40B4-BE49-F238E27FC236}">
                  <a16:creationId xmlns:a16="http://schemas.microsoft.com/office/drawing/2014/main" id="{0DA5542F-EFCD-3CD3-7602-F185D8CD89B4}"/>
                </a:ext>
              </a:extLst>
            </p:cNvPr>
            <p:cNvSpPr>
              <a:spLocks noChangeArrowheads="1"/>
            </p:cNvSpPr>
            <p:nvPr/>
          </p:nvSpPr>
          <p:spPr bwMode="auto">
            <a:xfrm>
              <a:off x="1938"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46" name="Rectangle 37">
              <a:extLst>
                <a:ext uri="{FF2B5EF4-FFF2-40B4-BE49-F238E27FC236}">
                  <a16:creationId xmlns:a16="http://schemas.microsoft.com/office/drawing/2014/main" id="{2570EC69-3532-DCA8-2242-3FA619179A1B}"/>
                </a:ext>
              </a:extLst>
            </p:cNvPr>
            <p:cNvSpPr>
              <a:spLocks noChangeArrowheads="1"/>
            </p:cNvSpPr>
            <p:nvPr/>
          </p:nvSpPr>
          <p:spPr bwMode="auto">
            <a:xfrm>
              <a:off x="2170" y="1285"/>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011</a:t>
              </a:r>
              <a:endParaRPr lang="en-US" altLang="es-ES" sz="3600" i="0" u="sng"/>
            </a:p>
          </p:txBody>
        </p:sp>
        <p:sp>
          <p:nvSpPr>
            <p:cNvPr id="43047" name="Rectangle 38">
              <a:extLst>
                <a:ext uri="{FF2B5EF4-FFF2-40B4-BE49-F238E27FC236}">
                  <a16:creationId xmlns:a16="http://schemas.microsoft.com/office/drawing/2014/main" id="{79597F6F-CBCE-D89B-61B8-0F5ACC4FEB90}"/>
                </a:ext>
              </a:extLst>
            </p:cNvPr>
            <p:cNvSpPr>
              <a:spLocks noChangeArrowheads="1"/>
            </p:cNvSpPr>
            <p:nvPr/>
          </p:nvSpPr>
          <p:spPr bwMode="auto">
            <a:xfrm>
              <a:off x="2535"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48" name="Rectangle 39">
              <a:extLst>
                <a:ext uri="{FF2B5EF4-FFF2-40B4-BE49-F238E27FC236}">
                  <a16:creationId xmlns:a16="http://schemas.microsoft.com/office/drawing/2014/main" id="{3E86D092-C531-C8EB-2576-90612AA3E6FB}"/>
                </a:ext>
              </a:extLst>
            </p:cNvPr>
            <p:cNvSpPr>
              <a:spLocks noChangeArrowheads="1"/>
            </p:cNvSpPr>
            <p:nvPr/>
          </p:nvSpPr>
          <p:spPr bwMode="auto">
            <a:xfrm>
              <a:off x="3236" y="1285"/>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010</a:t>
              </a:r>
              <a:endParaRPr lang="en-US" altLang="es-ES" sz="3600" i="0" u="sng"/>
            </a:p>
          </p:txBody>
        </p:sp>
        <p:sp>
          <p:nvSpPr>
            <p:cNvPr id="43049" name="Rectangle 40">
              <a:extLst>
                <a:ext uri="{FF2B5EF4-FFF2-40B4-BE49-F238E27FC236}">
                  <a16:creationId xmlns:a16="http://schemas.microsoft.com/office/drawing/2014/main" id="{FEE034A0-050D-A9C8-EA2F-3948C1172DB7}"/>
                </a:ext>
              </a:extLst>
            </p:cNvPr>
            <p:cNvSpPr>
              <a:spLocks noChangeArrowheads="1"/>
            </p:cNvSpPr>
            <p:nvPr/>
          </p:nvSpPr>
          <p:spPr bwMode="auto">
            <a:xfrm>
              <a:off x="3438"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50" name="Rectangle 41">
              <a:extLst>
                <a:ext uri="{FF2B5EF4-FFF2-40B4-BE49-F238E27FC236}">
                  <a16:creationId xmlns:a16="http://schemas.microsoft.com/office/drawing/2014/main" id="{107241E3-C8B8-F444-9515-1A5DB0E4AFBA}"/>
                </a:ext>
              </a:extLst>
            </p:cNvPr>
            <p:cNvSpPr>
              <a:spLocks noChangeArrowheads="1"/>
            </p:cNvSpPr>
            <p:nvPr/>
          </p:nvSpPr>
          <p:spPr bwMode="auto">
            <a:xfrm>
              <a:off x="4278"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51" name="Rectangle 42">
              <a:extLst>
                <a:ext uri="{FF2B5EF4-FFF2-40B4-BE49-F238E27FC236}">
                  <a16:creationId xmlns:a16="http://schemas.microsoft.com/office/drawing/2014/main" id="{E9D54D4E-525A-752F-788A-4E36058FCDB5}"/>
                </a:ext>
              </a:extLst>
            </p:cNvPr>
            <p:cNvSpPr>
              <a:spLocks noChangeArrowheads="1"/>
            </p:cNvSpPr>
            <p:nvPr/>
          </p:nvSpPr>
          <p:spPr bwMode="auto">
            <a:xfrm>
              <a:off x="4986"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52" name="Rectangle 43">
              <a:extLst>
                <a:ext uri="{FF2B5EF4-FFF2-40B4-BE49-F238E27FC236}">
                  <a16:creationId xmlns:a16="http://schemas.microsoft.com/office/drawing/2014/main" id="{5C03CAE4-48EB-B0EF-2D40-746C1717BC55}"/>
                </a:ext>
              </a:extLst>
            </p:cNvPr>
            <p:cNvSpPr>
              <a:spLocks noChangeArrowheads="1"/>
            </p:cNvSpPr>
            <p:nvPr/>
          </p:nvSpPr>
          <p:spPr bwMode="auto">
            <a:xfrm>
              <a:off x="1422" y="1464"/>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10</a:t>
              </a:r>
              <a:endParaRPr lang="en-US" altLang="es-ES" sz="3600" i="0" u="sng"/>
            </a:p>
          </p:txBody>
        </p:sp>
        <p:sp>
          <p:nvSpPr>
            <p:cNvPr id="43053" name="Rectangle 44">
              <a:extLst>
                <a:ext uri="{FF2B5EF4-FFF2-40B4-BE49-F238E27FC236}">
                  <a16:creationId xmlns:a16="http://schemas.microsoft.com/office/drawing/2014/main" id="{A51439FB-1B5B-8233-94A9-5E1C4F3132EC}"/>
                </a:ext>
              </a:extLst>
            </p:cNvPr>
            <p:cNvSpPr>
              <a:spLocks noChangeArrowheads="1"/>
            </p:cNvSpPr>
            <p:nvPr/>
          </p:nvSpPr>
          <p:spPr bwMode="auto">
            <a:xfrm>
              <a:off x="1556" y="146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54" name="Rectangle 45">
              <a:extLst>
                <a:ext uri="{FF2B5EF4-FFF2-40B4-BE49-F238E27FC236}">
                  <a16:creationId xmlns:a16="http://schemas.microsoft.com/office/drawing/2014/main" id="{A2513569-89CE-2D29-3C4A-9BEE9D8E37AB}"/>
                </a:ext>
              </a:extLst>
            </p:cNvPr>
            <p:cNvSpPr>
              <a:spLocks noChangeArrowheads="1"/>
            </p:cNvSpPr>
            <p:nvPr/>
          </p:nvSpPr>
          <p:spPr bwMode="auto">
            <a:xfrm>
              <a:off x="1803" y="1467"/>
              <a:ext cx="18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XX</a:t>
              </a:r>
              <a:endParaRPr lang="en-US" altLang="es-ES" sz="3600" i="0" u="sng"/>
            </a:p>
          </p:txBody>
        </p:sp>
        <p:sp>
          <p:nvSpPr>
            <p:cNvPr id="43055" name="Rectangle 46">
              <a:extLst>
                <a:ext uri="{FF2B5EF4-FFF2-40B4-BE49-F238E27FC236}">
                  <a16:creationId xmlns:a16="http://schemas.microsoft.com/office/drawing/2014/main" id="{3D7C6410-CAC7-1C9A-D759-5F2733A58E89}"/>
                </a:ext>
              </a:extLst>
            </p:cNvPr>
            <p:cNvSpPr>
              <a:spLocks noChangeArrowheads="1"/>
            </p:cNvSpPr>
            <p:nvPr/>
          </p:nvSpPr>
          <p:spPr bwMode="auto">
            <a:xfrm>
              <a:off x="1963" y="1467"/>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a:t>
              </a:r>
              <a:endParaRPr lang="en-US" altLang="es-ES" sz="3600" i="0" u="sng"/>
            </a:p>
          </p:txBody>
        </p:sp>
        <p:sp>
          <p:nvSpPr>
            <p:cNvPr id="43056" name="Rectangle 47">
              <a:extLst>
                <a:ext uri="{FF2B5EF4-FFF2-40B4-BE49-F238E27FC236}">
                  <a16:creationId xmlns:a16="http://schemas.microsoft.com/office/drawing/2014/main" id="{6A0C9696-91BF-2465-DE3D-943BCFA46885}"/>
                </a:ext>
              </a:extLst>
            </p:cNvPr>
            <p:cNvSpPr>
              <a:spLocks noChangeArrowheads="1"/>
            </p:cNvSpPr>
            <p:nvPr/>
          </p:nvSpPr>
          <p:spPr bwMode="auto">
            <a:xfrm>
              <a:off x="2170" y="1464"/>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110</a:t>
              </a:r>
              <a:endParaRPr lang="en-US" altLang="es-ES" sz="3600" i="0" u="sng"/>
            </a:p>
          </p:txBody>
        </p:sp>
        <p:sp>
          <p:nvSpPr>
            <p:cNvPr id="43057" name="Rectangle 48">
              <a:extLst>
                <a:ext uri="{FF2B5EF4-FFF2-40B4-BE49-F238E27FC236}">
                  <a16:creationId xmlns:a16="http://schemas.microsoft.com/office/drawing/2014/main" id="{9C0458B0-2D89-72B9-9F96-8523984B2ED1}"/>
                </a:ext>
              </a:extLst>
            </p:cNvPr>
            <p:cNvSpPr>
              <a:spLocks noChangeArrowheads="1"/>
            </p:cNvSpPr>
            <p:nvPr/>
          </p:nvSpPr>
          <p:spPr bwMode="auto">
            <a:xfrm>
              <a:off x="2535" y="146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58" name="Rectangle 49">
              <a:extLst>
                <a:ext uri="{FF2B5EF4-FFF2-40B4-BE49-F238E27FC236}">
                  <a16:creationId xmlns:a16="http://schemas.microsoft.com/office/drawing/2014/main" id="{9E56CEFE-9850-69CF-336F-B7DC32DB5886}"/>
                </a:ext>
              </a:extLst>
            </p:cNvPr>
            <p:cNvSpPr>
              <a:spLocks noChangeArrowheads="1"/>
            </p:cNvSpPr>
            <p:nvPr/>
          </p:nvSpPr>
          <p:spPr bwMode="auto">
            <a:xfrm>
              <a:off x="3236" y="1464"/>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111</a:t>
              </a:r>
              <a:endParaRPr lang="en-US" altLang="es-ES" sz="3600" i="0" u="sng"/>
            </a:p>
          </p:txBody>
        </p:sp>
        <p:sp>
          <p:nvSpPr>
            <p:cNvPr id="43059" name="Rectangle 50">
              <a:extLst>
                <a:ext uri="{FF2B5EF4-FFF2-40B4-BE49-F238E27FC236}">
                  <a16:creationId xmlns:a16="http://schemas.microsoft.com/office/drawing/2014/main" id="{864E0706-0940-D4AD-2B42-3129A12DCA60}"/>
                </a:ext>
              </a:extLst>
            </p:cNvPr>
            <p:cNvSpPr>
              <a:spLocks noChangeArrowheads="1"/>
            </p:cNvSpPr>
            <p:nvPr/>
          </p:nvSpPr>
          <p:spPr bwMode="auto">
            <a:xfrm>
              <a:off x="3438" y="146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60" name="Rectangle 51">
              <a:extLst>
                <a:ext uri="{FF2B5EF4-FFF2-40B4-BE49-F238E27FC236}">
                  <a16:creationId xmlns:a16="http://schemas.microsoft.com/office/drawing/2014/main" id="{2B039CB6-D9CA-C87F-994F-91CC27606174}"/>
                </a:ext>
              </a:extLst>
            </p:cNvPr>
            <p:cNvSpPr>
              <a:spLocks noChangeArrowheads="1"/>
            </p:cNvSpPr>
            <p:nvPr/>
          </p:nvSpPr>
          <p:spPr bwMode="auto">
            <a:xfrm>
              <a:off x="4278" y="146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61" name="Rectangle 52">
              <a:extLst>
                <a:ext uri="{FF2B5EF4-FFF2-40B4-BE49-F238E27FC236}">
                  <a16:creationId xmlns:a16="http://schemas.microsoft.com/office/drawing/2014/main" id="{08FC7BB0-5405-F247-CD6A-73AA737ADC32}"/>
                </a:ext>
              </a:extLst>
            </p:cNvPr>
            <p:cNvSpPr>
              <a:spLocks noChangeArrowheads="1"/>
            </p:cNvSpPr>
            <p:nvPr/>
          </p:nvSpPr>
          <p:spPr bwMode="auto">
            <a:xfrm>
              <a:off x="4986" y="146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62" name="Rectangle 53">
              <a:extLst>
                <a:ext uri="{FF2B5EF4-FFF2-40B4-BE49-F238E27FC236}">
                  <a16:creationId xmlns:a16="http://schemas.microsoft.com/office/drawing/2014/main" id="{0A567E51-F307-F1DC-CA1F-E1C16E8DC366}"/>
                </a:ext>
              </a:extLst>
            </p:cNvPr>
            <p:cNvSpPr>
              <a:spLocks noChangeArrowheads="1"/>
            </p:cNvSpPr>
            <p:nvPr/>
          </p:nvSpPr>
          <p:spPr bwMode="auto">
            <a:xfrm>
              <a:off x="1422" y="1644"/>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11</a:t>
              </a:r>
              <a:endParaRPr lang="en-US" altLang="es-ES" sz="3600" i="0" u="sng"/>
            </a:p>
          </p:txBody>
        </p:sp>
        <p:sp>
          <p:nvSpPr>
            <p:cNvPr id="43063" name="Rectangle 54">
              <a:extLst>
                <a:ext uri="{FF2B5EF4-FFF2-40B4-BE49-F238E27FC236}">
                  <a16:creationId xmlns:a16="http://schemas.microsoft.com/office/drawing/2014/main" id="{3A8680A6-83AB-7D13-AD7E-7A4AC243F563}"/>
                </a:ext>
              </a:extLst>
            </p:cNvPr>
            <p:cNvSpPr>
              <a:spLocks noChangeArrowheads="1"/>
            </p:cNvSpPr>
            <p:nvPr/>
          </p:nvSpPr>
          <p:spPr bwMode="auto">
            <a:xfrm>
              <a:off x="1556" y="164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64" name="Rectangle 55">
              <a:extLst>
                <a:ext uri="{FF2B5EF4-FFF2-40B4-BE49-F238E27FC236}">
                  <a16:creationId xmlns:a16="http://schemas.microsoft.com/office/drawing/2014/main" id="{EC44C776-2827-6238-3A3F-6C0D870AB7FB}"/>
                </a:ext>
              </a:extLst>
            </p:cNvPr>
            <p:cNvSpPr>
              <a:spLocks noChangeArrowheads="1"/>
            </p:cNvSpPr>
            <p:nvPr/>
          </p:nvSpPr>
          <p:spPr bwMode="auto">
            <a:xfrm>
              <a:off x="1803" y="164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65" name="Rectangle 56">
              <a:extLst>
                <a:ext uri="{FF2B5EF4-FFF2-40B4-BE49-F238E27FC236}">
                  <a16:creationId xmlns:a16="http://schemas.microsoft.com/office/drawing/2014/main" id="{B40DCB93-1672-E468-E787-9D304F1A732F}"/>
                </a:ext>
              </a:extLst>
            </p:cNvPr>
            <p:cNvSpPr>
              <a:spLocks noChangeArrowheads="1"/>
            </p:cNvSpPr>
            <p:nvPr/>
          </p:nvSpPr>
          <p:spPr bwMode="auto">
            <a:xfrm>
              <a:off x="1871" y="1644"/>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11</a:t>
              </a:r>
              <a:endParaRPr lang="en-US" altLang="es-ES" sz="3600" i="0" u="sng"/>
            </a:p>
          </p:txBody>
        </p:sp>
        <p:sp>
          <p:nvSpPr>
            <p:cNvPr id="43066" name="Rectangle 57">
              <a:extLst>
                <a:ext uri="{FF2B5EF4-FFF2-40B4-BE49-F238E27FC236}">
                  <a16:creationId xmlns:a16="http://schemas.microsoft.com/office/drawing/2014/main" id="{13B18771-C509-933B-2933-B56BD0ECDA2C}"/>
                </a:ext>
              </a:extLst>
            </p:cNvPr>
            <p:cNvSpPr>
              <a:spLocks noChangeArrowheads="1"/>
            </p:cNvSpPr>
            <p:nvPr/>
          </p:nvSpPr>
          <p:spPr bwMode="auto">
            <a:xfrm>
              <a:off x="2170" y="1646"/>
              <a:ext cx="27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XXX</a:t>
              </a:r>
              <a:endParaRPr lang="en-US" altLang="es-ES" sz="3600" i="0" u="sng"/>
            </a:p>
          </p:txBody>
        </p:sp>
        <p:sp>
          <p:nvSpPr>
            <p:cNvPr id="43067" name="Rectangle 58">
              <a:extLst>
                <a:ext uri="{FF2B5EF4-FFF2-40B4-BE49-F238E27FC236}">
                  <a16:creationId xmlns:a16="http://schemas.microsoft.com/office/drawing/2014/main" id="{CA8E8D52-80B4-802A-4502-86E888BB9A8D}"/>
                </a:ext>
              </a:extLst>
            </p:cNvPr>
            <p:cNvSpPr>
              <a:spLocks noChangeArrowheads="1"/>
            </p:cNvSpPr>
            <p:nvPr/>
          </p:nvSpPr>
          <p:spPr bwMode="auto">
            <a:xfrm>
              <a:off x="2535" y="164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68" name="Rectangle 59">
              <a:extLst>
                <a:ext uri="{FF2B5EF4-FFF2-40B4-BE49-F238E27FC236}">
                  <a16:creationId xmlns:a16="http://schemas.microsoft.com/office/drawing/2014/main" id="{F1D06CA9-2670-E879-BAF7-E8DC3D849229}"/>
                </a:ext>
              </a:extLst>
            </p:cNvPr>
            <p:cNvSpPr>
              <a:spLocks noChangeArrowheads="1"/>
            </p:cNvSpPr>
            <p:nvPr/>
          </p:nvSpPr>
          <p:spPr bwMode="auto">
            <a:xfrm>
              <a:off x="3236" y="1644"/>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000</a:t>
              </a:r>
              <a:endParaRPr lang="en-US" altLang="es-ES" sz="3600" i="0" u="sng"/>
            </a:p>
          </p:txBody>
        </p:sp>
        <p:sp>
          <p:nvSpPr>
            <p:cNvPr id="43069" name="Rectangle 60">
              <a:extLst>
                <a:ext uri="{FF2B5EF4-FFF2-40B4-BE49-F238E27FC236}">
                  <a16:creationId xmlns:a16="http://schemas.microsoft.com/office/drawing/2014/main" id="{928CCAAA-51D3-B7FF-8888-3BBD4F847B7F}"/>
                </a:ext>
              </a:extLst>
            </p:cNvPr>
            <p:cNvSpPr>
              <a:spLocks noChangeArrowheads="1"/>
            </p:cNvSpPr>
            <p:nvPr/>
          </p:nvSpPr>
          <p:spPr bwMode="auto">
            <a:xfrm>
              <a:off x="3438" y="164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70" name="Rectangle 61">
              <a:extLst>
                <a:ext uri="{FF2B5EF4-FFF2-40B4-BE49-F238E27FC236}">
                  <a16:creationId xmlns:a16="http://schemas.microsoft.com/office/drawing/2014/main" id="{F702F15E-CD5E-0456-9274-8BB26F029EF9}"/>
                </a:ext>
              </a:extLst>
            </p:cNvPr>
            <p:cNvSpPr>
              <a:spLocks noChangeArrowheads="1"/>
            </p:cNvSpPr>
            <p:nvPr/>
          </p:nvSpPr>
          <p:spPr bwMode="auto">
            <a:xfrm>
              <a:off x="4278" y="164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71" name="Rectangle 62">
              <a:extLst>
                <a:ext uri="{FF2B5EF4-FFF2-40B4-BE49-F238E27FC236}">
                  <a16:creationId xmlns:a16="http://schemas.microsoft.com/office/drawing/2014/main" id="{24EAE112-64D0-9899-4A2D-E33E1A475B8B}"/>
                </a:ext>
              </a:extLst>
            </p:cNvPr>
            <p:cNvSpPr>
              <a:spLocks noChangeArrowheads="1"/>
            </p:cNvSpPr>
            <p:nvPr/>
          </p:nvSpPr>
          <p:spPr bwMode="auto">
            <a:xfrm>
              <a:off x="4986" y="164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72" name="Rectangle 63">
              <a:extLst>
                <a:ext uri="{FF2B5EF4-FFF2-40B4-BE49-F238E27FC236}">
                  <a16:creationId xmlns:a16="http://schemas.microsoft.com/office/drawing/2014/main" id="{4907C298-3E71-F82B-E0C3-C984C5E9B4B8}"/>
                </a:ext>
              </a:extLst>
            </p:cNvPr>
            <p:cNvSpPr>
              <a:spLocks noChangeArrowheads="1"/>
            </p:cNvSpPr>
            <p:nvPr/>
          </p:nvSpPr>
          <p:spPr bwMode="auto">
            <a:xfrm>
              <a:off x="1422" y="1825"/>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00</a:t>
              </a:r>
              <a:endParaRPr lang="en-US" altLang="es-ES" sz="3600" i="0" u="sng"/>
            </a:p>
          </p:txBody>
        </p:sp>
        <p:sp>
          <p:nvSpPr>
            <p:cNvPr id="43073" name="Rectangle 64">
              <a:extLst>
                <a:ext uri="{FF2B5EF4-FFF2-40B4-BE49-F238E27FC236}">
                  <a16:creationId xmlns:a16="http://schemas.microsoft.com/office/drawing/2014/main" id="{0C7BFFA7-434D-11A4-3D7A-837A2E00139A}"/>
                </a:ext>
              </a:extLst>
            </p:cNvPr>
            <p:cNvSpPr>
              <a:spLocks noChangeArrowheads="1"/>
            </p:cNvSpPr>
            <p:nvPr/>
          </p:nvSpPr>
          <p:spPr bwMode="auto">
            <a:xfrm>
              <a:off x="1556" y="182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74" name="Rectangle 65">
              <a:extLst>
                <a:ext uri="{FF2B5EF4-FFF2-40B4-BE49-F238E27FC236}">
                  <a16:creationId xmlns:a16="http://schemas.microsoft.com/office/drawing/2014/main" id="{D82F88A2-6661-D52E-913B-A3D0784C5686}"/>
                </a:ext>
              </a:extLst>
            </p:cNvPr>
            <p:cNvSpPr>
              <a:spLocks noChangeArrowheads="1"/>
            </p:cNvSpPr>
            <p:nvPr/>
          </p:nvSpPr>
          <p:spPr bwMode="auto">
            <a:xfrm>
              <a:off x="1803" y="182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75" name="Rectangle 66">
              <a:extLst>
                <a:ext uri="{FF2B5EF4-FFF2-40B4-BE49-F238E27FC236}">
                  <a16:creationId xmlns:a16="http://schemas.microsoft.com/office/drawing/2014/main" id="{1E3D911C-600B-E8C2-B232-D6FE40E9901E}"/>
                </a:ext>
              </a:extLst>
            </p:cNvPr>
            <p:cNvSpPr>
              <a:spLocks noChangeArrowheads="1"/>
            </p:cNvSpPr>
            <p:nvPr/>
          </p:nvSpPr>
          <p:spPr bwMode="auto">
            <a:xfrm>
              <a:off x="1871" y="1825"/>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00</a:t>
              </a:r>
              <a:endParaRPr lang="en-US" altLang="es-ES" sz="3600" i="0" u="sng"/>
            </a:p>
          </p:txBody>
        </p:sp>
        <p:sp>
          <p:nvSpPr>
            <p:cNvPr id="43076" name="Rectangle 67">
              <a:extLst>
                <a:ext uri="{FF2B5EF4-FFF2-40B4-BE49-F238E27FC236}">
                  <a16:creationId xmlns:a16="http://schemas.microsoft.com/office/drawing/2014/main" id="{038D24D0-903E-9740-74DD-CA4900DD704A}"/>
                </a:ext>
              </a:extLst>
            </p:cNvPr>
            <p:cNvSpPr>
              <a:spLocks noChangeArrowheads="1"/>
            </p:cNvSpPr>
            <p:nvPr/>
          </p:nvSpPr>
          <p:spPr bwMode="auto">
            <a:xfrm>
              <a:off x="2170" y="1828"/>
              <a:ext cx="27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XXX</a:t>
              </a:r>
              <a:endParaRPr lang="en-US" altLang="es-ES" sz="3600" i="0" u="sng"/>
            </a:p>
          </p:txBody>
        </p:sp>
        <p:sp>
          <p:nvSpPr>
            <p:cNvPr id="43077" name="Rectangle 68">
              <a:extLst>
                <a:ext uri="{FF2B5EF4-FFF2-40B4-BE49-F238E27FC236}">
                  <a16:creationId xmlns:a16="http://schemas.microsoft.com/office/drawing/2014/main" id="{DDC567EA-4207-73EA-C540-30D35AA05628}"/>
                </a:ext>
              </a:extLst>
            </p:cNvPr>
            <p:cNvSpPr>
              <a:spLocks noChangeArrowheads="1"/>
            </p:cNvSpPr>
            <p:nvPr/>
          </p:nvSpPr>
          <p:spPr bwMode="auto">
            <a:xfrm>
              <a:off x="2535" y="182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78" name="Rectangle 69">
              <a:extLst>
                <a:ext uri="{FF2B5EF4-FFF2-40B4-BE49-F238E27FC236}">
                  <a16:creationId xmlns:a16="http://schemas.microsoft.com/office/drawing/2014/main" id="{BDE33DA9-59D4-170F-1C16-C6B414F1BE98}"/>
                </a:ext>
              </a:extLst>
            </p:cNvPr>
            <p:cNvSpPr>
              <a:spLocks noChangeArrowheads="1"/>
            </p:cNvSpPr>
            <p:nvPr/>
          </p:nvSpPr>
          <p:spPr bwMode="auto">
            <a:xfrm>
              <a:off x="3236" y="1825"/>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001</a:t>
              </a:r>
              <a:endParaRPr lang="en-US" altLang="es-ES" sz="3600" i="0" u="sng"/>
            </a:p>
          </p:txBody>
        </p:sp>
        <p:sp>
          <p:nvSpPr>
            <p:cNvPr id="43079" name="Rectangle 70">
              <a:extLst>
                <a:ext uri="{FF2B5EF4-FFF2-40B4-BE49-F238E27FC236}">
                  <a16:creationId xmlns:a16="http://schemas.microsoft.com/office/drawing/2014/main" id="{2C55CA61-91DF-9307-48DF-B0C2853384D5}"/>
                </a:ext>
              </a:extLst>
            </p:cNvPr>
            <p:cNvSpPr>
              <a:spLocks noChangeArrowheads="1"/>
            </p:cNvSpPr>
            <p:nvPr/>
          </p:nvSpPr>
          <p:spPr bwMode="auto">
            <a:xfrm>
              <a:off x="3438" y="182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80" name="Rectangle 71">
              <a:extLst>
                <a:ext uri="{FF2B5EF4-FFF2-40B4-BE49-F238E27FC236}">
                  <a16:creationId xmlns:a16="http://schemas.microsoft.com/office/drawing/2014/main" id="{98EACEDA-F308-D0B5-9CAB-730CC1C52C14}"/>
                </a:ext>
              </a:extLst>
            </p:cNvPr>
            <p:cNvSpPr>
              <a:spLocks noChangeArrowheads="1"/>
            </p:cNvSpPr>
            <p:nvPr/>
          </p:nvSpPr>
          <p:spPr bwMode="auto">
            <a:xfrm>
              <a:off x="4278" y="182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81" name="Rectangle 72">
              <a:extLst>
                <a:ext uri="{FF2B5EF4-FFF2-40B4-BE49-F238E27FC236}">
                  <a16:creationId xmlns:a16="http://schemas.microsoft.com/office/drawing/2014/main" id="{C9EA56E9-B2E6-B507-4A7B-FA8280BA434E}"/>
                </a:ext>
              </a:extLst>
            </p:cNvPr>
            <p:cNvSpPr>
              <a:spLocks noChangeArrowheads="1"/>
            </p:cNvSpPr>
            <p:nvPr/>
          </p:nvSpPr>
          <p:spPr bwMode="auto">
            <a:xfrm>
              <a:off x="4986" y="182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082" name="Rectangle 73">
              <a:extLst>
                <a:ext uri="{FF2B5EF4-FFF2-40B4-BE49-F238E27FC236}">
                  <a16:creationId xmlns:a16="http://schemas.microsoft.com/office/drawing/2014/main" id="{372732B0-51BC-6498-4294-04E6C5FD2286}"/>
                </a:ext>
              </a:extLst>
            </p:cNvPr>
            <p:cNvSpPr>
              <a:spLocks noChangeArrowheads="1"/>
            </p:cNvSpPr>
            <p:nvPr/>
          </p:nvSpPr>
          <p:spPr bwMode="auto">
            <a:xfrm>
              <a:off x="1422" y="2008"/>
              <a:ext cx="18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XX</a:t>
              </a:r>
              <a:endParaRPr lang="en-US" altLang="es-ES" sz="3600" i="0" u="sng"/>
            </a:p>
          </p:txBody>
        </p:sp>
        <p:sp>
          <p:nvSpPr>
            <p:cNvPr id="43083" name="Rectangle 74">
              <a:extLst>
                <a:ext uri="{FF2B5EF4-FFF2-40B4-BE49-F238E27FC236}">
                  <a16:creationId xmlns:a16="http://schemas.microsoft.com/office/drawing/2014/main" id="{BDAFFD65-3805-0462-506F-33FE93481DC1}"/>
                </a:ext>
              </a:extLst>
            </p:cNvPr>
            <p:cNvSpPr>
              <a:spLocks noChangeArrowheads="1"/>
            </p:cNvSpPr>
            <p:nvPr/>
          </p:nvSpPr>
          <p:spPr bwMode="auto">
            <a:xfrm>
              <a:off x="1581" y="200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a:t>
              </a:r>
              <a:endParaRPr lang="en-US" altLang="es-ES" sz="3600" i="0" u="sng"/>
            </a:p>
          </p:txBody>
        </p:sp>
        <p:sp>
          <p:nvSpPr>
            <p:cNvPr id="43084" name="Rectangle 75">
              <a:extLst>
                <a:ext uri="{FF2B5EF4-FFF2-40B4-BE49-F238E27FC236}">
                  <a16:creationId xmlns:a16="http://schemas.microsoft.com/office/drawing/2014/main" id="{E86768EB-ED8F-896E-DB8F-DA402C07995F}"/>
                </a:ext>
              </a:extLst>
            </p:cNvPr>
            <p:cNvSpPr>
              <a:spLocks noChangeArrowheads="1"/>
            </p:cNvSpPr>
            <p:nvPr/>
          </p:nvSpPr>
          <p:spPr bwMode="auto">
            <a:xfrm>
              <a:off x="1803" y="200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a:t>
              </a:r>
              <a:endParaRPr lang="en-US" altLang="es-ES" sz="3600" i="0" u="sng"/>
            </a:p>
          </p:txBody>
        </p:sp>
        <p:sp>
          <p:nvSpPr>
            <p:cNvPr id="43085" name="Rectangle 76">
              <a:extLst>
                <a:ext uri="{FF2B5EF4-FFF2-40B4-BE49-F238E27FC236}">
                  <a16:creationId xmlns:a16="http://schemas.microsoft.com/office/drawing/2014/main" id="{A3AE0087-9F1F-D78A-60E3-6A19209C4766}"/>
                </a:ext>
              </a:extLst>
            </p:cNvPr>
            <p:cNvSpPr>
              <a:spLocks noChangeArrowheads="1"/>
            </p:cNvSpPr>
            <p:nvPr/>
          </p:nvSpPr>
          <p:spPr bwMode="auto">
            <a:xfrm>
              <a:off x="1875" y="2008"/>
              <a:ext cx="18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XX</a:t>
              </a:r>
              <a:endParaRPr lang="en-US" altLang="es-ES" sz="3600" i="0" u="sng"/>
            </a:p>
          </p:txBody>
        </p:sp>
        <p:sp>
          <p:nvSpPr>
            <p:cNvPr id="43086" name="Rectangle 77">
              <a:extLst>
                <a:ext uri="{FF2B5EF4-FFF2-40B4-BE49-F238E27FC236}">
                  <a16:creationId xmlns:a16="http://schemas.microsoft.com/office/drawing/2014/main" id="{DA74B04B-2A7D-471A-97A1-43A6016062F7}"/>
                </a:ext>
              </a:extLst>
            </p:cNvPr>
            <p:cNvSpPr>
              <a:spLocks noChangeArrowheads="1"/>
            </p:cNvSpPr>
            <p:nvPr/>
          </p:nvSpPr>
          <p:spPr bwMode="auto">
            <a:xfrm>
              <a:off x="2170" y="2005"/>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011</a:t>
              </a:r>
              <a:endParaRPr lang="en-US" altLang="es-ES" sz="3600" i="0" u="sng"/>
            </a:p>
          </p:txBody>
        </p:sp>
        <p:sp>
          <p:nvSpPr>
            <p:cNvPr id="43087" name="Rectangle 78">
              <a:extLst>
                <a:ext uri="{FF2B5EF4-FFF2-40B4-BE49-F238E27FC236}">
                  <a16:creationId xmlns:a16="http://schemas.microsoft.com/office/drawing/2014/main" id="{87799FCF-1F38-E5C8-1BB7-4972B201445E}"/>
                </a:ext>
              </a:extLst>
            </p:cNvPr>
            <p:cNvSpPr>
              <a:spLocks noChangeArrowheads="1"/>
            </p:cNvSpPr>
            <p:nvPr/>
          </p:nvSpPr>
          <p:spPr bwMode="auto">
            <a:xfrm>
              <a:off x="2535" y="200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88" name="Rectangle 79">
              <a:extLst>
                <a:ext uri="{FF2B5EF4-FFF2-40B4-BE49-F238E27FC236}">
                  <a16:creationId xmlns:a16="http://schemas.microsoft.com/office/drawing/2014/main" id="{D09A7FAC-7491-0FC5-E4FE-61B3A0A92D6C}"/>
                </a:ext>
              </a:extLst>
            </p:cNvPr>
            <p:cNvSpPr>
              <a:spLocks noChangeArrowheads="1"/>
            </p:cNvSpPr>
            <p:nvPr/>
          </p:nvSpPr>
          <p:spPr bwMode="auto">
            <a:xfrm>
              <a:off x="3236" y="2008"/>
              <a:ext cx="25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solidFill>
                    <a:srgbClr val="000000"/>
                  </a:solidFill>
                  <a:latin typeface="Helvetica" panose="020B0604020202020204" pitchFamily="34" charset="0"/>
                </a:rPr>
                <a:t>XXX</a:t>
              </a:r>
              <a:endParaRPr lang="en-US" altLang="es-ES" sz="1600" i="0" u="sng"/>
            </a:p>
          </p:txBody>
        </p:sp>
        <p:sp>
          <p:nvSpPr>
            <p:cNvPr id="43089" name="Rectangle 80">
              <a:extLst>
                <a:ext uri="{FF2B5EF4-FFF2-40B4-BE49-F238E27FC236}">
                  <a16:creationId xmlns:a16="http://schemas.microsoft.com/office/drawing/2014/main" id="{C9CBE1D5-BB17-2D60-0D61-38CAA6F5810F}"/>
                </a:ext>
              </a:extLst>
            </p:cNvPr>
            <p:cNvSpPr>
              <a:spLocks noChangeArrowheads="1"/>
            </p:cNvSpPr>
            <p:nvPr/>
          </p:nvSpPr>
          <p:spPr bwMode="auto">
            <a:xfrm>
              <a:off x="3451" y="2008"/>
              <a:ext cx="12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 </a:t>
              </a:r>
              <a:r>
                <a:rPr lang="en-US" altLang="es-ES" sz="1600" b="0" i="0" baseline="0">
                  <a:solidFill>
                    <a:srgbClr val="000000"/>
                  </a:solidFill>
                  <a:latin typeface="Helvetica" panose="020B0604020202020204" pitchFamily="34" charset="0"/>
                </a:rPr>
                <a:t>X</a:t>
              </a:r>
              <a:endParaRPr lang="en-US" altLang="es-ES" sz="1600" i="0" u="sng"/>
            </a:p>
          </p:txBody>
        </p:sp>
        <p:sp>
          <p:nvSpPr>
            <p:cNvPr id="43090" name="Rectangle 81">
              <a:extLst>
                <a:ext uri="{FF2B5EF4-FFF2-40B4-BE49-F238E27FC236}">
                  <a16:creationId xmlns:a16="http://schemas.microsoft.com/office/drawing/2014/main" id="{E0F8367B-192A-28A3-F320-FE78A87E9450}"/>
                </a:ext>
              </a:extLst>
            </p:cNvPr>
            <p:cNvSpPr>
              <a:spLocks noChangeArrowheads="1"/>
            </p:cNvSpPr>
            <p:nvPr/>
          </p:nvSpPr>
          <p:spPr bwMode="auto">
            <a:xfrm>
              <a:off x="4278" y="200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a:t>
              </a:r>
              <a:endParaRPr lang="en-US" altLang="es-ES" sz="3600" i="0" u="sng"/>
            </a:p>
          </p:txBody>
        </p:sp>
        <p:sp>
          <p:nvSpPr>
            <p:cNvPr id="43091" name="Rectangle 82">
              <a:extLst>
                <a:ext uri="{FF2B5EF4-FFF2-40B4-BE49-F238E27FC236}">
                  <a16:creationId xmlns:a16="http://schemas.microsoft.com/office/drawing/2014/main" id="{6B346804-E19B-4931-58EA-EB5B49BB6786}"/>
                </a:ext>
              </a:extLst>
            </p:cNvPr>
            <p:cNvSpPr>
              <a:spLocks noChangeArrowheads="1"/>
            </p:cNvSpPr>
            <p:nvPr/>
          </p:nvSpPr>
          <p:spPr bwMode="auto">
            <a:xfrm>
              <a:off x="4986" y="200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92" name="Rectangle 83">
              <a:extLst>
                <a:ext uri="{FF2B5EF4-FFF2-40B4-BE49-F238E27FC236}">
                  <a16:creationId xmlns:a16="http://schemas.microsoft.com/office/drawing/2014/main" id="{3796A6E6-A6B5-8C96-6739-617BEF6D2949}"/>
                </a:ext>
              </a:extLst>
            </p:cNvPr>
            <p:cNvSpPr>
              <a:spLocks noChangeArrowheads="1"/>
            </p:cNvSpPr>
            <p:nvPr/>
          </p:nvSpPr>
          <p:spPr bwMode="auto">
            <a:xfrm>
              <a:off x="1422" y="2187"/>
              <a:ext cx="13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10</a:t>
              </a:r>
              <a:endParaRPr lang="en-US" altLang="es-ES" sz="3600" i="0" u="sng"/>
            </a:p>
          </p:txBody>
        </p:sp>
        <p:sp>
          <p:nvSpPr>
            <p:cNvPr id="43093" name="Rectangle 84">
              <a:extLst>
                <a:ext uri="{FF2B5EF4-FFF2-40B4-BE49-F238E27FC236}">
                  <a16:creationId xmlns:a16="http://schemas.microsoft.com/office/drawing/2014/main" id="{9C27758B-46A3-4EFC-905C-C65A81E16E9F}"/>
                </a:ext>
              </a:extLst>
            </p:cNvPr>
            <p:cNvSpPr>
              <a:spLocks noChangeArrowheads="1"/>
            </p:cNvSpPr>
            <p:nvPr/>
          </p:nvSpPr>
          <p:spPr bwMode="auto">
            <a:xfrm>
              <a:off x="1556" y="2187"/>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094" name="Rectangle 85">
              <a:extLst>
                <a:ext uri="{FF2B5EF4-FFF2-40B4-BE49-F238E27FC236}">
                  <a16:creationId xmlns:a16="http://schemas.microsoft.com/office/drawing/2014/main" id="{B7558CCE-1783-24E6-C37A-FCB863F43D5A}"/>
                </a:ext>
              </a:extLst>
            </p:cNvPr>
            <p:cNvSpPr>
              <a:spLocks noChangeArrowheads="1"/>
            </p:cNvSpPr>
            <p:nvPr/>
          </p:nvSpPr>
          <p:spPr bwMode="auto">
            <a:xfrm>
              <a:off x="1803" y="2189"/>
              <a:ext cx="18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XX</a:t>
              </a:r>
              <a:endParaRPr lang="en-US" altLang="es-ES" sz="3600" i="0" u="sng"/>
            </a:p>
          </p:txBody>
        </p:sp>
        <p:sp>
          <p:nvSpPr>
            <p:cNvPr id="43095" name="Rectangle 86">
              <a:extLst>
                <a:ext uri="{FF2B5EF4-FFF2-40B4-BE49-F238E27FC236}">
                  <a16:creationId xmlns:a16="http://schemas.microsoft.com/office/drawing/2014/main" id="{7D0B38D2-0662-70A1-C879-435C88A14C6A}"/>
                </a:ext>
              </a:extLst>
            </p:cNvPr>
            <p:cNvSpPr>
              <a:spLocks noChangeArrowheads="1"/>
            </p:cNvSpPr>
            <p:nvPr/>
          </p:nvSpPr>
          <p:spPr bwMode="auto">
            <a:xfrm>
              <a:off x="1963" y="2189"/>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a:t>
              </a:r>
              <a:endParaRPr lang="en-US" altLang="es-ES" sz="3600" i="0" u="sng"/>
            </a:p>
          </p:txBody>
        </p:sp>
        <p:sp>
          <p:nvSpPr>
            <p:cNvPr id="43096" name="Rectangle 87">
              <a:extLst>
                <a:ext uri="{FF2B5EF4-FFF2-40B4-BE49-F238E27FC236}">
                  <a16:creationId xmlns:a16="http://schemas.microsoft.com/office/drawing/2014/main" id="{99845F49-A754-670A-A51C-7605CD499C5F}"/>
                </a:ext>
              </a:extLst>
            </p:cNvPr>
            <p:cNvSpPr>
              <a:spLocks noChangeArrowheads="1"/>
            </p:cNvSpPr>
            <p:nvPr/>
          </p:nvSpPr>
          <p:spPr bwMode="auto">
            <a:xfrm>
              <a:off x="2170" y="2189"/>
              <a:ext cx="27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XXX</a:t>
              </a:r>
              <a:endParaRPr lang="en-US" altLang="es-ES" sz="3600" i="0" u="sng"/>
            </a:p>
          </p:txBody>
        </p:sp>
        <p:sp>
          <p:nvSpPr>
            <p:cNvPr id="43097" name="Rectangle 88">
              <a:extLst>
                <a:ext uri="{FF2B5EF4-FFF2-40B4-BE49-F238E27FC236}">
                  <a16:creationId xmlns:a16="http://schemas.microsoft.com/office/drawing/2014/main" id="{37ABCD95-8452-ACC4-816E-2EB2B582BEAB}"/>
                </a:ext>
              </a:extLst>
            </p:cNvPr>
            <p:cNvSpPr>
              <a:spLocks noChangeArrowheads="1"/>
            </p:cNvSpPr>
            <p:nvPr/>
          </p:nvSpPr>
          <p:spPr bwMode="auto">
            <a:xfrm>
              <a:off x="2535" y="2189"/>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a:t>
              </a:r>
              <a:endParaRPr lang="en-US" altLang="es-ES" sz="3600" i="0" u="sng"/>
            </a:p>
          </p:txBody>
        </p:sp>
        <p:sp>
          <p:nvSpPr>
            <p:cNvPr id="43098" name="Rectangle 89">
              <a:extLst>
                <a:ext uri="{FF2B5EF4-FFF2-40B4-BE49-F238E27FC236}">
                  <a16:creationId xmlns:a16="http://schemas.microsoft.com/office/drawing/2014/main" id="{0B2B70E8-8943-612E-CF3B-7932A4A04057}"/>
                </a:ext>
              </a:extLst>
            </p:cNvPr>
            <p:cNvSpPr>
              <a:spLocks noChangeArrowheads="1"/>
            </p:cNvSpPr>
            <p:nvPr/>
          </p:nvSpPr>
          <p:spPr bwMode="auto">
            <a:xfrm>
              <a:off x="3236" y="2189"/>
              <a:ext cx="27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XXX</a:t>
              </a:r>
              <a:endParaRPr lang="en-US" altLang="es-ES" sz="3600" i="0" u="sng"/>
            </a:p>
          </p:txBody>
        </p:sp>
        <p:sp>
          <p:nvSpPr>
            <p:cNvPr id="43099" name="Rectangle 90">
              <a:extLst>
                <a:ext uri="{FF2B5EF4-FFF2-40B4-BE49-F238E27FC236}">
                  <a16:creationId xmlns:a16="http://schemas.microsoft.com/office/drawing/2014/main" id="{24C13566-CDAC-40D8-CFB6-5472A01341CF}"/>
                </a:ext>
              </a:extLst>
            </p:cNvPr>
            <p:cNvSpPr>
              <a:spLocks noChangeArrowheads="1"/>
            </p:cNvSpPr>
            <p:nvPr/>
          </p:nvSpPr>
          <p:spPr bwMode="auto">
            <a:xfrm>
              <a:off x="3451" y="2189"/>
              <a:ext cx="12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Helvetica" panose="020B0604020202020204" pitchFamily="34" charset="0"/>
                </a:rPr>
                <a:t> X</a:t>
              </a:r>
              <a:endParaRPr lang="en-US" altLang="es-ES" sz="3600" i="0" u="sng"/>
            </a:p>
          </p:txBody>
        </p:sp>
        <p:sp>
          <p:nvSpPr>
            <p:cNvPr id="43100" name="Rectangle 91">
              <a:extLst>
                <a:ext uri="{FF2B5EF4-FFF2-40B4-BE49-F238E27FC236}">
                  <a16:creationId xmlns:a16="http://schemas.microsoft.com/office/drawing/2014/main" id="{95447CB8-14D0-DBFB-54F1-A5A42E0D46EF}"/>
                </a:ext>
              </a:extLst>
            </p:cNvPr>
            <p:cNvSpPr>
              <a:spLocks noChangeArrowheads="1"/>
            </p:cNvSpPr>
            <p:nvPr/>
          </p:nvSpPr>
          <p:spPr bwMode="auto">
            <a:xfrm>
              <a:off x="4278" y="2187"/>
              <a:ext cx="78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1                   1</a:t>
              </a:r>
              <a:endParaRPr lang="en-US" altLang="es-ES" sz="3600" i="0" u="sng"/>
            </a:p>
          </p:txBody>
        </p:sp>
        <p:sp>
          <p:nvSpPr>
            <p:cNvPr id="43101" name="Rectangle 92">
              <a:extLst>
                <a:ext uri="{FF2B5EF4-FFF2-40B4-BE49-F238E27FC236}">
                  <a16:creationId xmlns:a16="http://schemas.microsoft.com/office/drawing/2014/main" id="{58E97BC2-4E5B-FEB2-53AD-A842494ECD4A}"/>
                </a:ext>
              </a:extLst>
            </p:cNvPr>
            <p:cNvSpPr>
              <a:spLocks noChangeArrowheads="1"/>
            </p:cNvSpPr>
            <p:nvPr/>
          </p:nvSpPr>
          <p:spPr bwMode="auto">
            <a:xfrm>
              <a:off x="1422"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102" name="Rectangle 93">
              <a:extLst>
                <a:ext uri="{FF2B5EF4-FFF2-40B4-BE49-F238E27FC236}">
                  <a16:creationId xmlns:a16="http://schemas.microsoft.com/office/drawing/2014/main" id="{BF3AC7AC-7069-FCA9-CAFD-00383756421D}"/>
                </a:ext>
              </a:extLst>
            </p:cNvPr>
            <p:cNvSpPr>
              <a:spLocks noChangeArrowheads="1"/>
            </p:cNvSpPr>
            <p:nvPr/>
          </p:nvSpPr>
          <p:spPr bwMode="auto">
            <a:xfrm>
              <a:off x="1488"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103" name="Rectangle 94">
              <a:extLst>
                <a:ext uri="{FF2B5EF4-FFF2-40B4-BE49-F238E27FC236}">
                  <a16:creationId xmlns:a16="http://schemas.microsoft.com/office/drawing/2014/main" id="{FFD5CA21-81DA-B5E5-72BE-90825923C0D5}"/>
                </a:ext>
              </a:extLst>
            </p:cNvPr>
            <p:cNvSpPr>
              <a:spLocks noChangeArrowheads="1"/>
            </p:cNvSpPr>
            <p:nvPr/>
          </p:nvSpPr>
          <p:spPr bwMode="auto">
            <a:xfrm>
              <a:off x="1556"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104" name="Rectangle 95">
              <a:extLst>
                <a:ext uri="{FF2B5EF4-FFF2-40B4-BE49-F238E27FC236}">
                  <a16:creationId xmlns:a16="http://schemas.microsoft.com/office/drawing/2014/main" id="{76A71BC6-7D8B-0ACA-02C9-E4AD8246BDE0}"/>
                </a:ext>
              </a:extLst>
            </p:cNvPr>
            <p:cNvSpPr>
              <a:spLocks noChangeArrowheads="1"/>
            </p:cNvSpPr>
            <p:nvPr/>
          </p:nvSpPr>
          <p:spPr bwMode="auto">
            <a:xfrm>
              <a:off x="1803"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105" name="Rectangle 96">
              <a:extLst>
                <a:ext uri="{FF2B5EF4-FFF2-40B4-BE49-F238E27FC236}">
                  <a16:creationId xmlns:a16="http://schemas.microsoft.com/office/drawing/2014/main" id="{182FF70D-BEC9-2582-0D51-49121AAC5F26}"/>
                </a:ext>
              </a:extLst>
            </p:cNvPr>
            <p:cNvSpPr>
              <a:spLocks noChangeArrowheads="1"/>
            </p:cNvSpPr>
            <p:nvPr/>
          </p:nvSpPr>
          <p:spPr bwMode="auto">
            <a:xfrm>
              <a:off x="1871"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106" name="Rectangle 97">
              <a:extLst>
                <a:ext uri="{FF2B5EF4-FFF2-40B4-BE49-F238E27FC236}">
                  <a16:creationId xmlns:a16="http://schemas.microsoft.com/office/drawing/2014/main" id="{8B8A33B5-8F70-A572-69EC-4357082F6970}"/>
                </a:ext>
              </a:extLst>
            </p:cNvPr>
            <p:cNvSpPr>
              <a:spLocks noChangeArrowheads="1"/>
            </p:cNvSpPr>
            <p:nvPr/>
          </p:nvSpPr>
          <p:spPr bwMode="auto">
            <a:xfrm>
              <a:off x="1938"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107" name="Rectangle 98">
              <a:extLst>
                <a:ext uri="{FF2B5EF4-FFF2-40B4-BE49-F238E27FC236}">
                  <a16:creationId xmlns:a16="http://schemas.microsoft.com/office/drawing/2014/main" id="{9DBB3785-8BF2-4D93-EAF9-7784EE95D122}"/>
                </a:ext>
              </a:extLst>
            </p:cNvPr>
            <p:cNvSpPr>
              <a:spLocks noChangeArrowheads="1"/>
            </p:cNvSpPr>
            <p:nvPr/>
          </p:nvSpPr>
          <p:spPr bwMode="auto">
            <a:xfrm>
              <a:off x="2169" y="2366"/>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000</a:t>
              </a:r>
              <a:endParaRPr lang="en-US" altLang="es-ES" sz="3600" i="0" u="sng"/>
            </a:p>
          </p:txBody>
        </p:sp>
        <p:sp>
          <p:nvSpPr>
            <p:cNvPr id="43108" name="Rectangle 99">
              <a:extLst>
                <a:ext uri="{FF2B5EF4-FFF2-40B4-BE49-F238E27FC236}">
                  <a16:creationId xmlns:a16="http://schemas.microsoft.com/office/drawing/2014/main" id="{CE3A0E41-7C27-2994-A1D8-0BFA474014F9}"/>
                </a:ext>
              </a:extLst>
            </p:cNvPr>
            <p:cNvSpPr>
              <a:spLocks noChangeArrowheads="1"/>
            </p:cNvSpPr>
            <p:nvPr/>
          </p:nvSpPr>
          <p:spPr bwMode="auto">
            <a:xfrm>
              <a:off x="2535"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109" name="Rectangle 100">
              <a:extLst>
                <a:ext uri="{FF2B5EF4-FFF2-40B4-BE49-F238E27FC236}">
                  <a16:creationId xmlns:a16="http://schemas.microsoft.com/office/drawing/2014/main" id="{A31506F4-AA32-8CF0-1FDE-E8A1949714E6}"/>
                </a:ext>
              </a:extLst>
            </p:cNvPr>
            <p:cNvSpPr>
              <a:spLocks noChangeArrowheads="1"/>
            </p:cNvSpPr>
            <p:nvPr/>
          </p:nvSpPr>
          <p:spPr bwMode="auto">
            <a:xfrm>
              <a:off x="3236" y="2366"/>
              <a:ext cx="20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101</a:t>
              </a:r>
              <a:endParaRPr lang="en-US" altLang="es-ES" sz="3600" i="0" u="sng"/>
            </a:p>
          </p:txBody>
        </p:sp>
        <p:sp>
          <p:nvSpPr>
            <p:cNvPr id="43110" name="Rectangle 101">
              <a:extLst>
                <a:ext uri="{FF2B5EF4-FFF2-40B4-BE49-F238E27FC236}">
                  <a16:creationId xmlns:a16="http://schemas.microsoft.com/office/drawing/2014/main" id="{78ABB205-83BA-9B5F-DF45-F8FDFF1D297E}"/>
                </a:ext>
              </a:extLst>
            </p:cNvPr>
            <p:cNvSpPr>
              <a:spLocks noChangeArrowheads="1"/>
            </p:cNvSpPr>
            <p:nvPr/>
          </p:nvSpPr>
          <p:spPr bwMode="auto">
            <a:xfrm>
              <a:off x="3438"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111" name="Rectangle 102">
              <a:extLst>
                <a:ext uri="{FF2B5EF4-FFF2-40B4-BE49-F238E27FC236}">
                  <a16:creationId xmlns:a16="http://schemas.microsoft.com/office/drawing/2014/main" id="{BA5EBBF0-095E-6250-4ED5-E00EE99EC1C1}"/>
                </a:ext>
              </a:extLst>
            </p:cNvPr>
            <p:cNvSpPr>
              <a:spLocks noChangeArrowheads="1"/>
            </p:cNvSpPr>
            <p:nvPr/>
          </p:nvSpPr>
          <p:spPr bwMode="auto">
            <a:xfrm>
              <a:off x="4278"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a:t>
              </a:r>
              <a:endParaRPr lang="en-US" altLang="es-ES" sz="3600" i="0" u="sng"/>
            </a:p>
          </p:txBody>
        </p:sp>
        <p:sp>
          <p:nvSpPr>
            <p:cNvPr id="43112" name="Rectangle 103">
              <a:extLst>
                <a:ext uri="{FF2B5EF4-FFF2-40B4-BE49-F238E27FC236}">
                  <a16:creationId xmlns:a16="http://schemas.microsoft.com/office/drawing/2014/main" id="{B9C3AF4D-ECCF-C9E5-AC6A-1E6C7B552334}"/>
                </a:ext>
              </a:extLst>
            </p:cNvPr>
            <p:cNvSpPr>
              <a:spLocks noChangeArrowheads="1"/>
            </p:cNvSpPr>
            <p:nvPr/>
          </p:nvSpPr>
          <p:spPr bwMode="auto">
            <a:xfrm>
              <a:off x="4986" y="2366"/>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113" name="Rectangle 104">
              <a:extLst>
                <a:ext uri="{FF2B5EF4-FFF2-40B4-BE49-F238E27FC236}">
                  <a16:creationId xmlns:a16="http://schemas.microsoft.com/office/drawing/2014/main" id="{044B68CD-E73F-45C2-3D1E-FE0B497EFAD2}"/>
                </a:ext>
              </a:extLst>
            </p:cNvPr>
            <p:cNvSpPr>
              <a:spLocks noChangeArrowheads="1"/>
            </p:cNvSpPr>
            <p:nvPr/>
          </p:nvSpPr>
          <p:spPr bwMode="auto">
            <a:xfrm>
              <a:off x="360" y="1163"/>
              <a:ext cx="4991" cy="15"/>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3114" name="Rectangle 105">
              <a:extLst>
                <a:ext uri="{FF2B5EF4-FFF2-40B4-BE49-F238E27FC236}">
                  <a16:creationId xmlns:a16="http://schemas.microsoft.com/office/drawing/2014/main" id="{1689B990-9BDD-0A9E-B6C8-76F9A75B5A2C}"/>
                </a:ext>
              </a:extLst>
            </p:cNvPr>
            <p:cNvSpPr>
              <a:spLocks noChangeArrowheads="1"/>
            </p:cNvSpPr>
            <p:nvPr/>
          </p:nvSpPr>
          <p:spPr bwMode="auto">
            <a:xfrm>
              <a:off x="360" y="2621"/>
              <a:ext cx="4991" cy="17"/>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endParaRPr lang="es-CO" altLang="es-ES"/>
            </a:p>
          </p:txBody>
        </p:sp>
        <p:sp>
          <p:nvSpPr>
            <p:cNvPr id="43115" name="Rectangle 106">
              <a:extLst>
                <a:ext uri="{FF2B5EF4-FFF2-40B4-BE49-F238E27FC236}">
                  <a16:creationId xmlns:a16="http://schemas.microsoft.com/office/drawing/2014/main" id="{5843608E-0E44-BDC5-0291-BE1D2E049774}"/>
                </a:ext>
              </a:extLst>
            </p:cNvPr>
            <p:cNvSpPr>
              <a:spLocks noChangeArrowheads="1"/>
            </p:cNvSpPr>
            <p:nvPr/>
          </p:nvSpPr>
          <p:spPr bwMode="auto">
            <a:xfrm>
              <a:off x="375" y="1286"/>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16" name="Rectangle 107">
              <a:extLst>
                <a:ext uri="{FF2B5EF4-FFF2-40B4-BE49-F238E27FC236}">
                  <a16:creationId xmlns:a16="http://schemas.microsoft.com/office/drawing/2014/main" id="{A0800AD2-B4AD-11F2-7D17-E5994346A40B}"/>
                </a:ext>
              </a:extLst>
            </p:cNvPr>
            <p:cNvSpPr>
              <a:spLocks noChangeArrowheads="1"/>
            </p:cNvSpPr>
            <p:nvPr/>
          </p:nvSpPr>
          <p:spPr bwMode="auto">
            <a:xfrm>
              <a:off x="476"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117" name="Rectangle 108">
              <a:extLst>
                <a:ext uri="{FF2B5EF4-FFF2-40B4-BE49-F238E27FC236}">
                  <a16:creationId xmlns:a16="http://schemas.microsoft.com/office/drawing/2014/main" id="{6713041F-6386-86FC-BC24-3BDF018BAA41}"/>
                </a:ext>
              </a:extLst>
            </p:cNvPr>
            <p:cNvSpPr>
              <a:spLocks noChangeArrowheads="1"/>
            </p:cNvSpPr>
            <p:nvPr/>
          </p:nvSpPr>
          <p:spPr bwMode="auto">
            <a:xfrm>
              <a:off x="712" y="1286"/>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18" name="Rectangle 109">
              <a:extLst>
                <a:ext uri="{FF2B5EF4-FFF2-40B4-BE49-F238E27FC236}">
                  <a16:creationId xmlns:a16="http://schemas.microsoft.com/office/drawing/2014/main" id="{80FDB866-0447-398D-F31D-DBACBB13C81D}"/>
                </a:ext>
              </a:extLst>
            </p:cNvPr>
            <p:cNvSpPr>
              <a:spLocks noChangeArrowheads="1"/>
            </p:cNvSpPr>
            <p:nvPr/>
          </p:nvSpPr>
          <p:spPr bwMode="auto">
            <a:xfrm>
              <a:off x="813"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2</a:t>
              </a:r>
              <a:endParaRPr lang="en-US" altLang="es-ES" sz="3600" i="0" u="sng"/>
            </a:p>
          </p:txBody>
        </p:sp>
        <p:sp>
          <p:nvSpPr>
            <p:cNvPr id="43119" name="Rectangle 110">
              <a:extLst>
                <a:ext uri="{FF2B5EF4-FFF2-40B4-BE49-F238E27FC236}">
                  <a16:creationId xmlns:a16="http://schemas.microsoft.com/office/drawing/2014/main" id="{C02B2C7B-CC71-4415-36F2-3CF06A5B00E4}"/>
                </a:ext>
              </a:extLst>
            </p:cNvPr>
            <p:cNvSpPr>
              <a:spLocks noChangeArrowheads="1"/>
            </p:cNvSpPr>
            <p:nvPr/>
          </p:nvSpPr>
          <p:spPr bwMode="auto">
            <a:xfrm>
              <a:off x="993" y="1286"/>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20" name="Rectangle 111">
              <a:extLst>
                <a:ext uri="{FF2B5EF4-FFF2-40B4-BE49-F238E27FC236}">
                  <a16:creationId xmlns:a16="http://schemas.microsoft.com/office/drawing/2014/main" id="{83EE54DF-618E-2127-46B2-1BF51D4AE049}"/>
                </a:ext>
              </a:extLst>
            </p:cNvPr>
            <p:cNvSpPr>
              <a:spLocks noChangeArrowheads="1"/>
            </p:cNvSpPr>
            <p:nvPr/>
          </p:nvSpPr>
          <p:spPr bwMode="auto">
            <a:xfrm>
              <a:off x="1094" y="128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3</a:t>
              </a:r>
              <a:endParaRPr lang="en-US" altLang="es-ES" sz="3600" i="0" u="sng"/>
            </a:p>
          </p:txBody>
        </p:sp>
        <p:sp>
          <p:nvSpPr>
            <p:cNvPr id="43121" name="Rectangle 112">
              <a:extLst>
                <a:ext uri="{FF2B5EF4-FFF2-40B4-BE49-F238E27FC236}">
                  <a16:creationId xmlns:a16="http://schemas.microsoft.com/office/drawing/2014/main" id="{2DE61E8B-5BDD-C46B-45FB-BC7C4A5B5F9A}"/>
                </a:ext>
              </a:extLst>
            </p:cNvPr>
            <p:cNvSpPr>
              <a:spLocks noChangeArrowheads="1"/>
            </p:cNvSpPr>
            <p:nvPr/>
          </p:nvSpPr>
          <p:spPr bwMode="auto">
            <a:xfrm>
              <a:off x="908" y="1292"/>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 panose="02020603050405020304" pitchFamily="18" charset="0"/>
                </a:rPr>
                <a:t>–</a:t>
              </a:r>
              <a:endParaRPr lang="en-US" altLang="es-ES" sz="3600" i="0" u="sng"/>
            </a:p>
          </p:txBody>
        </p:sp>
        <p:sp>
          <p:nvSpPr>
            <p:cNvPr id="43122" name="Rectangle 113">
              <a:extLst>
                <a:ext uri="{FF2B5EF4-FFF2-40B4-BE49-F238E27FC236}">
                  <a16:creationId xmlns:a16="http://schemas.microsoft.com/office/drawing/2014/main" id="{1305E958-75A9-56A5-4C8E-47E28B440EE7}"/>
                </a:ext>
              </a:extLst>
            </p:cNvPr>
            <p:cNvSpPr>
              <a:spLocks noChangeArrowheads="1"/>
            </p:cNvSpPr>
            <p:nvPr/>
          </p:nvSpPr>
          <p:spPr bwMode="auto">
            <a:xfrm>
              <a:off x="561" y="1277"/>
              <a:ext cx="1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Symbol" panose="05050102010706020507" pitchFamily="18" charset="2"/>
                </a:rPr>
                <a:t>¬</a:t>
              </a:r>
              <a:endParaRPr lang="en-US" altLang="es-ES" sz="3600" i="0" u="sng"/>
            </a:p>
          </p:txBody>
        </p:sp>
        <p:sp>
          <p:nvSpPr>
            <p:cNvPr id="43123" name="Rectangle 114">
              <a:extLst>
                <a:ext uri="{FF2B5EF4-FFF2-40B4-BE49-F238E27FC236}">
                  <a16:creationId xmlns:a16="http://schemas.microsoft.com/office/drawing/2014/main" id="{9977432F-FB0F-2C26-AE3A-25D41FEEF5EE}"/>
                </a:ext>
              </a:extLst>
            </p:cNvPr>
            <p:cNvSpPr>
              <a:spLocks noChangeArrowheads="1"/>
            </p:cNvSpPr>
            <p:nvPr/>
          </p:nvSpPr>
          <p:spPr bwMode="auto">
            <a:xfrm>
              <a:off x="375" y="1466"/>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24" name="Rectangle 115">
              <a:extLst>
                <a:ext uri="{FF2B5EF4-FFF2-40B4-BE49-F238E27FC236}">
                  <a16:creationId xmlns:a16="http://schemas.microsoft.com/office/drawing/2014/main" id="{BACF2F87-020C-E323-5344-39845FE8F4BC}"/>
                </a:ext>
              </a:extLst>
            </p:cNvPr>
            <p:cNvSpPr>
              <a:spLocks noChangeArrowheads="1"/>
            </p:cNvSpPr>
            <p:nvPr/>
          </p:nvSpPr>
          <p:spPr bwMode="auto">
            <a:xfrm>
              <a:off x="476" y="146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4</a:t>
              </a:r>
              <a:endParaRPr lang="en-US" altLang="es-ES" sz="3600" i="0" u="sng"/>
            </a:p>
          </p:txBody>
        </p:sp>
        <p:sp>
          <p:nvSpPr>
            <p:cNvPr id="43125" name="Rectangle 116">
              <a:extLst>
                <a:ext uri="{FF2B5EF4-FFF2-40B4-BE49-F238E27FC236}">
                  <a16:creationId xmlns:a16="http://schemas.microsoft.com/office/drawing/2014/main" id="{F00A8B9C-7045-B722-2DAF-F19C87A0AA14}"/>
                </a:ext>
              </a:extLst>
            </p:cNvPr>
            <p:cNvSpPr>
              <a:spLocks noChangeArrowheads="1"/>
            </p:cNvSpPr>
            <p:nvPr/>
          </p:nvSpPr>
          <p:spPr bwMode="auto">
            <a:xfrm>
              <a:off x="711" y="1464"/>
              <a:ext cx="5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s</a:t>
              </a:r>
              <a:endParaRPr lang="en-US" altLang="es-ES" sz="3600" i="0" u="sng"/>
            </a:p>
          </p:txBody>
        </p:sp>
        <p:sp>
          <p:nvSpPr>
            <p:cNvPr id="43126" name="Rectangle 117">
              <a:extLst>
                <a:ext uri="{FF2B5EF4-FFF2-40B4-BE49-F238E27FC236}">
                  <a16:creationId xmlns:a16="http://schemas.microsoft.com/office/drawing/2014/main" id="{1A57CCF0-5DB7-504C-7689-33BA91A6D228}"/>
                </a:ext>
              </a:extLst>
            </p:cNvPr>
            <p:cNvSpPr>
              <a:spLocks noChangeArrowheads="1"/>
            </p:cNvSpPr>
            <p:nvPr/>
          </p:nvSpPr>
          <p:spPr bwMode="auto">
            <a:xfrm>
              <a:off x="763" y="1464"/>
              <a:ext cx="24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l R6</a:t>
              </a:r>
              <a:endParaRPr lang="en-US" altLang="es-ES" sz="3600" i="0" u="sng"/>
            </a:p>
          </p:txBody>
        </p:sp>
        <p:sp>
          <p:nvSpPr>
            <p:cNvPr id="43127" name="Rectangle 118">
              <a:extLst>
                <a:ext uri="{FF2B5EF4-FFF2-40B4-BE49-F238E27FC236}">
                  <a16:creationId xmlns:a16="http://schemas.microsoft.com/office/drawing/2014/main" id="{3A4337C4-1B11-47B2-27FB-ED805C6137F8}"/>
                </a:ext>
              </a:extLst>
            </p:cNvPr>
            <p:cNvSpPr>
              <a:spLocks noChangeArrowheads="1"/>
            </p:cNvSpPr>
            <p:nvPr/>
          </p:nvSpPr>
          <p:spPr bwMode="auto">
            <a:xfrm>
              <a:off x="561" y="1457"/>
              <a:ext cx="1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Symbol" panose="05050102010706020507" pitchFamily="18" charset="2"/>
                </a:rPr>
                <a:t>¬</a:t>
              </a:r>
              <a:endParaRPr lang="en-US" altLang="es-ES" sz="3600" i="0" u="sng"/>
            </a:p>
          </p:txBody>
        </p:sp>
        <p:sp>
          <p:nvSpPr>
            <p:cNvPr id="43128" name="Rectangle 119">
              <a:extLst>
                <a:ext uri="{FF2B5EF4-FFF2-40B4-BE49-F238E27FC236}">
                  <a16:creationId xmlns:a16="http://schemas.microsoft.com/office/drawing/2014/main" id="{04D3316D-40F4-7928-7B17-1410E1B42986}"/>
                </a:ext>
              </a:extLst>
            </p:cNvPr>
            <p:cNvSpPr>
              <a:spLocks noChangeArrowheads="1"/>
            </p:cNvSpPr>
            <p:nvPr/>
          </p:nvSpPr>
          <p:spPr bwMode="auto">
            <a:xfrm>
              <a:off x="394" y="1646"/>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29" name="Rectangle 120">
              <a:extLst>
                <a:ext uri="{FF2B5EF4-FFF2-40B4-BE49-F238E27FC236}">
                  <a16:creationId xmlns:a16="http://schemas.microsoft.com/office/drawing/2014/main" id="{E3991940-8051-29F9-0129-9A55645A3D94}"/>
                </a:ext>
              </a:extLst>
            </p:cNvPr>
            <p:cNvSpPr>
              <a:spLocks noChangeArrowheads="1"/>
            </p:cNvSpPr>
            <p:nvPr/>
          </p:nvSpPr>
          <p:spPr bwMode="auto">
            <a:xfrm>
              <a:off x="495" y="164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7</a:t>
              </a:r>
              <a:endParaRPr lang="en-US" altLang="es-ES" sz="3600" i="0" u="sng"/>
            </a:p>
          </p:txBody>
        </p:sp>
        <p:sp>
          <p:nvSpPr>
            <p:cNvPr id="43130" name="Rectangle 121">
              <a:extLst>
                <a:ext uri="{FF2B5EF4-FFF2-40B4-BE49-F238E27FC236}">
                  <a16:creationId xmlns:a16="http://schemas.microsoft.com/office/drawing/2014/main" id="{75FA941A-BB98-AD84-3A46-219ADB5B4FBC}"/>
                </a:ext>
              </a:extLst>
            </p:cNvPr>
            <p:cNvSpPr>
              <a:spLocks noChangeArrowheads="1"/>
            </p:cNvSpPr>
            <p:nvPr/>
          </p:nvSpPr>
          <p:spPr bwMode="auto">
            <a:xfrm>
              <a:off x="730" y="1646"/>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31" name="Rectangle 122">
              <a:extLst>
                <a:ext uri="{FF2B5EF4-FFF2-40B4-BE49-F238E27FC236}">
                  <a16:creationId xmlns:a16="http://schemas.microsoft.com/office/drawing/2014/main" id="{7A091764-86DF-D55B-ACE1-A54F818B78FC}"/>
                </a:ext>
              </a:extLst>
            </p:cNvPr>
            <p:cNvSpPr>
              <a:spLocks noChangeArrowheads="1"/>
            </p:cNvSpPr>
            <p:nvPr/>
          </p:nvSpPr>
          <p:spPr bwMode="auto">
            <a:xfrm>
              <a:off x="832" y="1644"/>
              <a:ext cx="27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7    1</a:t>
              </a:r>
              <a:endParaRPr lang="en-US" altLang="es-ES" sz="3600" i="0" u="sng"/>
            </a:p>
          </p:txBody>
        </p:sp>
        <p:sp>
          <p:nvSpPr>
            <p:cNvPr id="43132" name="Rectangle 123">
              <a:extLst>
                <a:ext uri="{FF2B5EF4-FFF2-40B4-BE49-F238E27FC236}">
                  <a16:creationId xmlns:a16="http://schemas.microsoft.com/office/drawing/2014/main" id="{707E11BD-C30B-C8E6-EBEF-2ECF236775BE}"/>
                </a:ext>
              </a:extLst>
            </p:cNvPr>
            <p:cNvSpPr>
              <a:spLocks noChangeArrowheads="1"/>
            </p:cNvSpPr>
            <p:nvPr/>
          </p:nvSpPr>
          <p:spPr bwMode="auto">
            <a:xfrm>
              <a:off x="927" y="1651"/>
              <a:ext cx="7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 panose="02020603050405020304" pitchFamily="18" charset="0"/>
                </a:rPr>
                <a:t>+</a:t>
              </a:r>
              <a:endParaRPr lang="en-US" altLang="es-ES" sz="3600" i="0" u="sng"/>
            </a:p>
          </p:txBody>
        </p:sp>
        <p:sp>
          <p:nvSpPr>
            <p:cNvPr id="43133" name="Rectangle 124">
              <a:extLst>
                <a:ext uri="{FF2B5EF4-FFF2-40B4-BE49-F238E27FC236}">
                  <a16:creationId xmlns:a16="http://schemas.microsoft.com/office/drawing/2014/main" id="{36273499-E76E-1BC1-F645-103286474CB8}"/>
                </a:ext>
              </a:extLst>
            </p:cNvPr>
            <p:cNvSpPr>
              <a:spLocks noChangeArrowheads="1"/>
            </p:cNvSpPr>
            <p:nvPr/>
          </p:nvSpPr>
          <p:spPr bwMode="auto">
            <a:xfrm>
              <a:off x="580" y="1636"/>
              <a:ext cx="1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Symbol" panose="05050102010706020507" pitchFamily="18" charset="2"/>
                </a:rPr>
                <a:t>¬</a:t>
              </a:r>
              <a:endParaRPr lang="en-US" altLang="es-ES" sz="3600" i="0" u="sng"/>
            </a:p>
          </p:txBody>
        </p:sp>
        <p:sp>
          <p:nvSpPr>
            <p:cNvPr id="43134" name="Rectangle 125">
              <a:extLst>
                <a:ext uri="{FF2B5EF4-FFF2-40B4-BE49-F238E27FC236}">
                  <a16:creationId xmlns:a16="http://schemas.microsoft.com/office/drawing/2014/main" id="{B94C04E6-1959-2574-7C68-1E61E1B4931E}"/>
                </a:ext>
              </a:extLst>
            </p:cNvPr>
            <p:cNvSpPr>
              <a:spLocks noChangeArrowheads="1"/>
            </p:cNvSpPr>
            <p:nvPr/>
          </p:nvSpPr>
          <p:spPr bwMode="auto">
            <a:xfrm>
              <a:off x="394" y="1827"/>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35" name="Rectangle 126">
              <a:extLst>
                <a:ext uri="{FF2B5EF4-FFF2-40B4-BE49-F238E27FC236}">
                  <a16:creationId xmlns:a16="http://schemas.microsoft.com/office/drawing/2014/main" id="{C7851FEB-043F-A213-6BCA-EEBD398B11E0}"/>
                </a:ext>
              </a:extLst>
            </p:cNvPr>
            <p:cNvSpPr>
              <a:spLocks noChangeArrowheads="1"/>
            </p:cNvSpPr>
            <p:nvPr/>
          </p:nvSpPr>
          <p:spPr bwMode="auto">
            <a:xfrm>
              <a:off x="495" y="182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1</a:t>
              </a:r>
              <a:endParaRPr lang="en-US" altLang="es-ES" sz="3600" i="0" u="sng"/>
            </a:p>
          </p:txBody>
        </p:sp>
        <p:sp>
          <p:nvSpPr>
            <p:cNvPr id="43136" name="Rectangle 127">
              <a:extLst>
                <a:ext uri="{FF2B5EF4-FFF2-40B4-BE49-F238E27FC236}">
                  <a16:creationId xmlns:a16="http://schemas.microsoft.com/office/drawing/2014/main" id="{DEA21A78-27AD-C43B-AEC1-A261B5F591CE}"/>
                </a:ext>
              </a:extLst>
            </p:cNvPr>
            <p:cNvSpPr>
              <a:spLocks noChangeArrowheads="1"/>
            </p:cNvSpPr>
            <p:nvPr/>
          </p:nvSpPr>
          <p:spPr bwMode="auto">
            <a:xfrm>
              <a:off x="730" y="1827"/>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37" name="Rectangle 128">
              <a:extLst>
                <a:ext uri="{FF2B5EF4-FFF2-40B4-BE49-F238E27FC236}">
                  <a16:creationId xmlns:a16="http://schemas.microsoft.com/office/drawing/2014/main" id="{DFDAE64B-C51C-DB28-FA43-CD12DCADD81A}"/>
                </a:ext>
              </a:extLst>
            </p:cNvPr>
            <p:cNvSpPr>
              <a:spLocks noChangeArrowheads="1"/>
            </p:cNvSpPr>
            <p:nvPr/>
          </p:nvSpPr>
          <p:spPr bwMode="auto">
            <a:xfrm>
              <a:off x="832" y="1825"/>
              <a:ext cx="27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0    2</a:t>
              </a:r>
              <a:endParaRPr lang="en-US" altLang="es-ES" sz="3600" i="0" u="sng"/>
            </a:p>
          </p:txBody>
        </p:sp>
        <p:sp>
          <p:nvSpPr>
            <p:cNvPr id="43138" name="Rectangle 129">
              <a:extLst>
                <a:ext uri="{FF2B5EF4-FFF2-40B4-BE49-F238E27FC236}">
                  <a16:creationId xmlns:a16="http://schemas.microsoft.com/office/drawing/2014/main" id="{3ECC3D71-0F3B-AD9F-1423-F2F3B6A18171}"/>
                </a:ext>
              </a:extLst>
            </p:cNvPr>
            <p:cNvSpPr>
              <a:spLocks noChangeArrowheads="1"/>
            </p:cNvSpPr>
            <p:nvPr/>
          </p:nvSpPr>
          <p:spPr bwMode="auto">
            <a:xfrm>
              <a:off x="927" y="1833"/>
              <a:ext cx="7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 panose="02020603050405020304" pitchFamily="18" charset="0"/>
                </a:rPr>
                <a:t>+</a:t>
              </a:r>
              <a:endParaRPr lang="en-US" altLang="es-ES" sz="3600" i="0" u="sng"/>
            </a:p>
          </p:txBody>
        </p:sp>
        <p:sp>
          <p:nvSpPr>
            <p:cNvPr id="43139" name="Rectangle 130">
              <a:extLst>
                <a:ext uri="{FF2B5EF4-FFF2-40B4-BE49-F238E27FC236}">
                  <a16:creationId xmlns:a16="http://schemas.microsoft.com/office/drawing/2014/main" id="{1DC7EC15-D363-CD30-3DA6-A42AD6D18EE6}"/>
                </a:ext>
              </a:extLst>
            </p:cNvPr>
            <p:cNvSpPr>
              <a:spLocks noChangeArrowheads="1"/>
            </p:cNvSpPr>
            <p:nvPr/>
          </p:nvSpPr>
          <p:spPr bwMode="auto">
            <a:xfrm>
              <a:off x="580" y="1818"/>
              <a:ext cx="1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Symbol" panose="05050102010706020507" pitchFamily="18" charset="2"/>
                </a:rPr>
                <a:t>¬</a:t>
              </a:r>
              <a:endParaRPr lang="en-US" altLang="es-ES" sz="3600" i="0" u="sng"/>
            </a:p>
          </p:txBody>
        </p:sp>
        <p:sp>
          <p:nvSpPr>
            <p:cNvPr id="43140" name="Rectangle 131">
              <a:extLst>
                <a:ext uri="{FF2B5EF4-FFF2-40B4-BE49-F238E27FC236}">
                  <a16:creationId xmlns:a16="http://schemas.microsoft.com/office/drawing/2014/main" id="{C1485A75-AEC0-8882-1B51-8713424F4FAA}"/>
                </a:ext>
              </a:extLst>
            </p:cNvPr>
            <p:cNvSpPr>
              <a:spLocks noChangeArrowheads="1"/>
            </p:cNvSpPr>
            <p:nvPr/>
          </p:nvSpPr>
          <p:spPr bwMode="auto">
            <a:xfrm>
              <a:off x="375" y="2005"/>
              <a:ext cx="52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Data out</a:t>
              </a:r>
              <a:endParaRPr lang="en-US" altLang="es-ES" sz="3600" i="0" u="sng"/>
            </a:p>
          </p:txBody>
        </p:sp>
        <p:sp>
          <p:nvSpPr>
            <p:cNvPr id="43141" name="Rectangle 132">
              <a:extLst>
                <a:ext uri="{FF2B5EF4-FFF2-40B4-BE49-F238E27FC236}">
                  <a16:creationId xmlns:a16="http://schemas.microsoft.com/office/drawing/2014/main" id="{0EF2CE33-E135-633A-ACED-69EEC88818BC}"/>
                </a:ext>
              </a:extLst>
            </p:cNvPr>
            <p:cNvSpPr>
              <a:spLocks noChangeArrowheads="1"/>
            </p:cNvSpPr>
            <p:nvPr/>
          </p:nvSpPr>
          <p:spPr bwMode="auto">
            <a:xfrm>
              <a:off x="1064" y="2007"/>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42" name="Rectangle 133">
              <a:extLst>
                <a:ext uri="{FF2B5EF4-FFF2-40B4-BE49-F238E27FC236}">
                  <a16:creationId xmlns:a16="http://schemas.microsoft.com/office/drawing/2014/main" id="{EA366C86-44B9-6244-BAF9-77C0A19F6406}"/>
                </a:ext>
              </a:extLst>
            </p:cNvPr>
            <p:cNvSpPr>
              <a:spLocks noChangeArrowheads="1"/>
            </p:cNvSpPr>
            <p:nvPr/>
          </p:nvSpPr>
          <p:spPr bwMode="auto">
            <a:xfrm>
              <a:off x="1166" y="2005"/>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3</a:t>
              </a:r>
              <a:endParaRPr lang="en-US" altLang="es-ES" sz="3600" i="0" u="sng"/>
            </a:p>
          </p:txBody>
        </p:sp>
        <p:sp>
          <p:nvSpPr>
            <p:cNvPr id="43143" name="Rectangle 134">
              <a:extLst>
                <a:ext uri="{FF2B5EF4-FFF2-40B4-BE49-F238E27FC236}">
                  <a16:creationId xmlns:a16="http://schemas.microsoft.com/office/drawing/2014/main" id="{345FEE4B-F471-CF79-4A6F-EF4A3891F588}"/>
                </a:ext>
              </a:extLst>
            </p:cNvPr>
            <p:cNvSpPr>
              <a:spLocks noChangeArrowheads="1"/>
            </p:cNvSpPr>
            <p:nvPr/>
          </p:nvSpPr>
          <p:spPr bwMode="auto">
            <a:xfrm>
              <a:off x="914" y="1998"/>
              <a:ext cx="1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Symbol" panose="05050102010706020507" pitchFamily="18" charset="2"/>
                </a:rPr>
                <a:t>¬</a:t>
              </a:r>
              <a:endParaRPr lang="en-US" altLang="es-ES" sz="3600" i="0" u="sng"/>
            </a:p>
          </p:txBody>
        </p:sp>
        <p:sp>
          <p:nvSpPr>
            <p:cNvPr id="43144" name="Rectangle 135">
              <a:extLst>
                <a:ext uri="{FF2B5EF4-FFF2-40B4-BE49-F238E27FC236}">
                  <a16:creationId xmlns:a16="http://schemas.microsoft.com/office/drawing/2014/main" id="{4B1CB57E-2212-22AE-9D56-93646D18A428}"/>
                </a:ext>
              </a:extLst>
            </p:cNvPr>
            <p:cNvSpPr>
              <a:spLocks noChangeArrowheads="1"/>
            </p:cNvSpPr>
            <p:nvPr/>
          </p:nvSpPr>
          <p:spPr bwMode="auto">
            <a:xfrm>
              <a:off x="375" y="2189"/>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45" name="Rectangle 136">
              <a:extLst>
                <a:ext uri="{FF2B5EF4-FFF2-40B4-BE49-F238E27FC236}">
                  <a16:creationId xmlns:a16="http://schemas.microsoft.com/office/drawing/2014/main" id="{EA933E43-4787-48BD-7A19-502414F6917A}"/>
                </a:ext>
              </a:extLst>
            </p:cNvPr>
            <p:cNvSpPr>
              <a:spLocks noChangeArrowheads="1"/>
            </p:cNvSpPr>
            <p:nvPr/>
          </p:nvSpPr>
          <p:spPr bwMode="auto">
            <a:xfrm>
              <a:off x="476" y="2187"/>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4</a:t>
              </a:r>
              <a:endParaRPr lang="en-US" altLang="es-ES" sz="3600" i="0" u="sng"/>
            </a:p>
          </p:txBody>
        </p:sp>
        <p:sp>
          <p:nvSpPr>
            <p:cNvPr id="43146" name="Rectangle 137">
              <a:extLst>
                <a:ext uri="{FF2B5EF4-FFF2-40B4-BE49-F238E27FC236}">
                  <a16:creationId xmlns:a16="http://schemas.microsoft.com/office/drawing/2014/main" id="{D19543A7-CF91-D444-3953-B82A31FED5DE}"/>
                </a:ext>
              </a:extLst>
            </p:cNvPr>
            <p:cNvSpPr>
              <a:spLocks noChangeArrowheads="1"/>
            </p:cNvSpPr>
            <p:nvPr/>
          </p:nvSpPr>
          <p:spPr bwMode="auto">
            <a:xfrm>
              <a:off x="711" y="2187"/>
              <a:ext cx="11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D</a:t>
              </a:r>
              <a:endParaRPr lang="en-US" altLang="es-ES" sz="3600" i="0" u="sng"/>
            </a:p>
          </p:txBody>
        </p:sp>
        <p:sp>
          <p:nvSpPr>
            <p:cNvPr id="43147" name="Rectangle 138">
              <a:extLst>
                <a:ext uri="{FF2B5EF4-FFF2-40B4-BE49-F238E27FC236}">
                  <a16:creationId xmlns:a16="http://schemas.microsoft.com/office/drawing/2014/main" id="{C8916061-3C7A-0932-BED7-11A73ABF287B}"/>
                </a:ext>
              </a:extLst>
            </p:cNvPr>
            <p:cNvSpPr>
              <a:spLocks noChangeArrowheads="1"/>
            </p:cNvSpPr>
            <p:nvPr/>
          </p:nvSpPr>
          <p:spPr bwMode="auto">
            <a:xfrm>
              <a:off x="824" y="2187"/>
              <a:ext cx="32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ata in</a:t>
              </a:r>
              <a:endParaRPr lang="en-US" altLang="es-ES" sz="3600" i="0" u="sng"/>
            </a:p>
          </p:txBody>
        </p:sp>
        <p:sp>
          <p:nvSpPr>
            <p:cNvPr id="43148" name="Rectangle 139">
              <a:extLst>
                <a:ext uri="{FF2B5EF4-FFF2-40B4-BE49-F238E27FC236}">
                  <a16:creationId xmlns:a16="http://schemas.microsoft.com/office/drawing/2014/main" id="{0228B5D4-A816-1FDE-45E0-F24CEE9F62CE}"/>
                </a:ext>
              </a:extLst>
            </p:cNvPr>
            <p:cNvSpPr>
              <a:spLocks noChangeArrowheads="1"/>
            </p:cNvSpPr>
            <p:nvPr/>
          </p:nvSpPr>
          <p:spPr bwMode="auto">
            <a:xfrm>
              <a:off x="561" y="2179"/>
              <a:ext cx="1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Symbol" panose="05050102010706020507" pitchFamily="18" charset="2"/>
                </a:rPr>
                <a:t>¬</a:t>
              </a:r>
              <a:endParaRPr lang="en-US" altLang="es-ES" sz="3600" i="0" u="sng"/>
            </a:p>
          </p:txBody>
        </p:sp>
        <p:sp>
          <p:nvSpPr>
            <p:cNvPr id="43149" name="Rectangle 140">
              <a:extLst>
                <a:ext uri="{FF2B5EF4-FFF2-40B4-BE49-F238E27FC236}">
                  <a16:creationId xmlns:a16="http://schemas.microsoft.com/office/drawing/2014/main" id="{F55BE5DF-405D-E30F-4E89-8AAF7D5611AF}"/>
                </a:ext>
              </a:extLst>
            </p:cNvPr>
            <p:cNvSpPr>
              <a:spLocks noChangeArrowheads="1"/>
            </p:cNvSpPr>
            <p:nvPr/>
          </p:nvSpPr>
          <p:spPr bwMode="auto">
            <a:xfrm>
              <a:off x="375" y="2368"/>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baseline="0">
                  <a:solidFill>
                    <a:srgbClr val="000000"/>
                  </a:solidFill>
                  <a:latin typeface="TimesTen" pitchFamily="18" charset="0"/>
                </a:rPr>
                <a:t>R</a:t>
              </a:r>
              <a:endParaRPr lang="en-US" altLang="es-ES" sz="3600" i="0" u="sng"/>
            </a:p>
          </p:txBody>
        </p:sp>
        <p:sp>
          <p:nvSpPr>
            <p:cNvPr id="43150" name="Rectangle 141">
              <a:extLst>
                <a:ext uri="{FF2B5EF4-FFF2-40B4-BE49-F238E27FC236}">
                  <a16:creationId xmlns:a16="http://schemas.microsoft.com/office/drawing/2014/main" id="{2CD78808-6919-9437-FB9F-EF0F36D7FA13}"/>
                </a:ext>
              </a:extLst>
            </p:cNvPr>
            <p:cNvSpPr>
              <a:spLocks noChangeArrowheads="1"/>
            </p:cNvSpPr>
            <p:nvPr/>
          </p:nvSpPr>
          <p:spPr bwMode="auto">
            <a:xfrm>
              <a:off x="476" y="2366"/>
              <a:ext cx="30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TimesTen" pitchFamily="18" charset="0"/>
                </a:rPr>
                <a:t>5     0</a:t>
              </a:r>
              <a:endParaRPr lang="en-US" altLang="es-ES" sz="3600" i="0" u="sng"/>
            </a:p>
          </p:txBody>
        </p:sp>
        <p:sp>
          <p:nvSpPr>
            <p:cNvPr id="43151" name="Rectangle 142">
              <a:extLst>
                <a:ext uri="{FF2B5EF4-FFF2-40B4-BE49-F238E27FC236}">
                  <a16:creationId xmlns:a16="http://schemas.microsoft.com/office/drawing/2014/main" id="{9DFEC553-ACAA-BE63-BC52-36C57924AC72}"/>
                </a:ext>
              </a:extLst>
            </p:cNvPr>
            <p:cNvSpPr>
              <a:spLocks noChangeArrowheads="1"/>
            </p:cNvSpPr>
            <p:nvPr/>
          </p:nvSpPr>
          <p:spPr bwMode="auto">
            <a:xfrm>
              <a:off x="561" y="2359"/>
              <a:ext cx="1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700" b="0" i="0" baseline="0">
                  <a:solidFill>
                    <a:srgbClr val="000000"/>
                  </a:solidFill>
                  <a:latin typeface="Symbol" panose="05050102010706020507" pitchFamily="18" charset="2"/>
                </a:rPr>
                <a:t>¬</a:t>
              </a:r>
              <a:endParaRPr lang="en-US" altLang="es-ES" sz="3600" i="0" u="sng"/>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3 Marcador de número de diapositiva">
            <a:extLst>
              <a:ext uri="{FF2B5EF4-FFF2-40B4-BE49-F238E27FC236}">
                <a16:creationId xmlns:a16="http://schemas.microsoft.com/office/drawing/2014/main" id="{E8C104C6-D4AC-5CDF-02BB-23CBAA70564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08FF9C9A-20EC-4002-8318-CD76B3383178}" type="slidenum">
              <a:rPr lang="en-US" altLang="es-ES" sz="1600" b="0" i="0" baseline="0"/>
              <a:pPr/>
              <a:t>39</a:t>
            </a:fld>
            <a:endParaRPr lang="en-US" altLang="es-ES" sz="1600" b="0" i="0" baseline="0"/>
          </a:p>
        </p:txBody>
      </p:sp>
      <p:sp>
        <p:nvSpPr>
          <p:cNvPr id="44035" name="Rectangle 2">
            <a:extLst>
              <a:ext uri="{FF2B5EF4-FFF2-40B4-BE49-F238E27FC236}">
                <a16:creationId xmlns:a16="http://schemas.microsoft.com/office/drawing/2014/main" id="{26A783CC-0C5A-4D13-8E24-0380AEB4C4DA}"/>
              </a:ext>
            </a:extLst>
          </p:cNvPr>
          <p:cNvSpPr>
            <a:spLocks noGrp="1" noChangeArrowheads="1"/>
          </p:cNvSpPr>
          <p:nvPr>
            <p:ph type="title"/>
          </p:nvPr>
        </p:nvSpPr>
        <p:spPr/>
        <p:txBody>
          <a:bodyPr/>
          <a:lstStyle/>
          <a:p>
            <a:r>
              <a:rPr lang="en-US" altLang="es-ES"/>
              <a:t>Datapath Simulation</a:t>
            </a:r>
          </a:p>
        </p:txBody>
      </p:sp>
      <p:pic>
        <p:nvPicPr>
          <p:cNvPr id="44036" name="Picture 3" descr="fig_9-12">
            <a:extLst>
              <a:ext uri="{FF2B5EF4-FFF2-40B4-BE49-F238E27FC236}">
                <a16:creationId xmlns:a16="http://schemas.microsoft.com/office/drawing/2014/main" id="{B5E768D3-EBD0-5F01-9C34-29CECC0BC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1239838"/>
            <a:ext cx="5603875" cy="528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3 Marcador de número de diapositiva">
            <a:extLst>
              <a:ext uri="{FF2B5EF4-FFF2-40B4-BE49-F238E27FC236}">
                <a16:creationId xmlns:a16="http://schemas.microsoft.com/office/drawing/2014/main" id="{D2778343-C59F-2555-04A8-39EAF2CA20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 b="1" i="1" baseline="-25000">
                <a:solidFill>
                  <a:schemeClr val="tx1"/>
                </a:solidFill>
                <a:latin typeface="Times New Roman" panose="02020603050405020304" pitchFamily="18" charset="0"/>
              </a:defRPr>
            </a:lvl1pPr>
            <a:lvl2pPr marL="742950" indent="-285750">
              <a:defRPr sz="800" b="1" i="1" baseline="-25000">
                <a:solidFill>
                  <a:schemeClr val="tx1"/>
                </a:solidFill>
                <a:latin typeface="Times New Roman" panose="02020603050405020304" pitchFamily="18" charset="0"/>
              </a:defRPr>
            </a:lvl2pPr>
            <a:lvl3pPr marL="1143000" indent="-228600">
              <a:defRPr sz="800" b="1" i="1" baseline="-25000">
                <a:solidFill>
                  <a:schemeClr val="tx1"/>
                </a:solidFill>
                <a:latin typeface="Times New Roman" panose="02020603050405020304" pitchFamily="18" charset="0"/>
              </a:defRPr>
            </a:lvl3pPr>
            <a:lvl4pPr marL="1600200" indent="-228600">
              <a:defRPr sz="800" b="1" i="1" baseline="-25000">
                <a:solidFill>
                  <a:schemeClr val="tx1"/>
                </a:solidFill>
                <a:latin typeface="Times New Roman" panose="02020603050405020304" pitchFamily="18" charset="0"/>
              </a:defRPr>
            </a:lvl4pPr>
            <a:lvl5pPr marL="2057400" indent="-228600">
              <a:defRPr sz="800" b="1" i="1" baseline="-25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800" b="1" i="1" baseline="-25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800" b="1" i="1" baseline="-25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800" b="1" i="1" baseline="-25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800" b="1" i="1" baseline="-25000">
                <a:solidFill>
                  <a:schemeClr val="tx1"/>
                </a:solidFill>
                <a:latin typeface="Times New Roman" panose="02020603050405020304" pitchFamily="18" charset="0"/>
              </a:defRPr>
            </a:lvl9pPr>
          </a:lstStyle>
          <a:p>
            <a:r>
              <a:rPr lang="en-US" altLang="es-ES" sz="1600" b="0" i="0" baseline="0"/>
              <a:t>Chapter 7 - Part 2    </a:t>
            </a:r>
            <a:fld id="{27DE7956-5A54-4506-9AFA-4B09A51E630E}" type="slidenum">
              <a:rPr lang="en-US" altLang="es-ES" sz="1600" b="0" i="0" baseline="0"/>
              <a:pPr/>
              <a:t>40</a:t>
            </a:fld>
            <a:endParaRPr lang="en-US" altLang="es-ES" sz="1600" b="0" i="0" baseline="0"/>
          </a:p>
        </p:txBody>
      </p:sp>
      <p:sp>
        <p:nvSpPr>
          <p:cNvPr id="45059" name="Rectangle 2">
            <a:extLst>
              <a:ext uri="{FF2B5EF4-FFF2-40B4-BE49-F238E27FC236}">
                <a16:creationId xmlns:a16="http://schemas.microsoft.com/office/drawing/2014/main" id="{CFAFE200-2B8F-2C7E-EB3D-47F2DDA4D99F}"/>
              </a:ext>
            </a:extLst>
          </p:cNvPr>
          <p:cNvSpPr>
            <a:spLocks noGrp="1" noChangeArrowheads="1"/>
          </p:cNvSpPr>
          <p:nvPr>
            <p:ph type="title"/>
          </p:nvPr>
        </p:nvSpPr>
        <p:spPr>
          <a:xfrm>
            <a:off x="685800" y="228600"/>
            <a:ext cx="7772400" cy="838200"/>
          </a:xfrm>
        </p:spPr>
        <p:txBody>
          <a:bodyPr/>
          <a:lstStyle/>
          <a:p>
            <a:r>
              <a:rPr lang="en-US" altLang="es-ES"/>
              <a:t>Terms of Use</a:t>
            </a:r>
          </a:p>
        </p:txBody>
      </p:sp>
      <p:sp>
        <p:nvSpPr>
          <p:cNvPr id="45060" name="Rectangle 3">
            <a:extLst>
              <a:ext uri="{FF2B5EF4-FFF2-40B4-BE49-F238E27FC236}">
                <a16:creationId xmlns:a16="http://schemas.microsoft.com/office/drawing/2014/main" id="{68070438-78FE-E732-B1BF-584CD38376A5}"/>
              </a:ext>
            </a:extLst>
          </p:cNvPr>
          <p:cNvSpPr>
            <a:spLocks noGrp="1" noChangeArrowheads="1"/>
          </p:cNvSpPr>
          <p:nvPr>
            <p:ph type="body" idx="1"/>
          </p:nvPr>
        </p:nvSpPr>
        <p:spPr/>
        <p:txBody>
          <a:bodyPr/>
          <a:lstStyle/>
          <a:p>
            <a:pPr>
              <a:lnSpc>
                <a:spcPct val="90000"/>
              </a:lnSpc>
            </a:pPr>
            <a:r>
              <a:rPr lang="en-US" altLang="es-ES" sz="2400">
                <a:cs typeface="Times New Roman" panose="02020603050405020304" pitchFamily="18" charset="0"/>
              </a:rPr>
              <a:t>All (or portions) of this material © 2008 by Pearson Education, Inc. </a:t>
            </a:r>
          </a:p>
          <a:p>
            <a:pPr>
              <a:lnSpc>
                <a:spcPct val="90000"/>
              </a:lnSpc>
            </a:pPr>
            <a:r>
              <a:rPr lang="en-US" altLang="es-ES" sz="2400">
                <a:cs typeface="Times New Roman" panose="02020603050405020304" pitchFamily="18" charset="0"/>
              </a:rPr>
              <a:t>Permission is given to  incorporate this material or adaptations thereof into classroom presentations and handouts to instructors in courses adopting the latest edition of Logic and Computer Design Fundamentals as the course textbook. </a:t>
            </a:r>
          </a:p>
          <a:p>
            <a:pPr>
              <a:lnSpc>
                <a:spcPct val="90000"/>
              </a:lnSpc>
            </a:pPr>
            <a:r>
              <a:rPr lang="en-US" altLang="es-ES" sz="2400">
                <a:cs typeface="Times New Roman" panose="02020603050405020304" pitchFamily="18" charset="0"/>
              </a:rPr>
              <a:t>These materials or adaptations thereof are not to be sold or otherwise offered for consideration.</a:t>
            </a:r>
          </a:p>
          <a:p>
            <a:pPr>
              <a:lnSpc>
                <a:spcPct val="90000"/>
              </a:lnSpc>
            </a:pPr>
            <a:r>
              <a:rPr lang="en-US" altLang="es-ES" sz="2400">
                <a:cs typeface="Times New Roman" panose="02020603050405020304" pitchFamily="18" charset="0"/>
              </a:rPr>
              <a:t>This Terms of Use slide or page is to be included within the original materials or any adaptations thereof.</a:t>
            </a:r>
            <a:endParaRPr lang="en-US" altLang="es-ES" sz="2400" b="0">
              <a:cs typeface="Times New Roman" panose="02020603050405020304" pitchFamily="18" charset="0"/>
            </a:endParaRPr>
          </a:p>
        </p:txBody>
      </p:sp>
    </p:spTree>
  </p:cSld>
  <p:clrMapOvr>
    <a:masterClrMapping/>
  </p:clrMapOvr>
  <p:transition/>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9999"/>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1" i="1" u="none" strike="noStrike" cap="none" normalizeH="0" baseline="-25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1" i="1" u="none" strike="noStrike" cap="none" normalizeH="0" baseline="-2500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9999"/>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1" i="1" u="none" strike="noStrike" cap="none" normalizeH="0" baseline="-25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1" i="1" u="none" strike="noStrike" cap="none" normalizeH="0" baseline="-25000" smtClean="0">
            <a:ln>
              <a:noFill/>
            </a:ln>
            <a:solidFill>
              <a:schemeClr val="tx1"/>
            </a:solidFill>
            <a:effectLst/>
            <a:latin typeface="Times New Roman" pitchFamily="18" charset="0"/>
          </a:defRPr>
        </a:defPPr>
      </a:lstStyle>
    </a:lnDef>
  </a:objectDefaults>
  <a:extraClrSchemeLst>
    <a:extraClrScheme>
      <a:clrScheme name="1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11351</TotalTime>
  <Words>3426</Words>
  <Application>Microsoft Office PowerPoint</Application>
  <PresentationFormat>Presentación en pantalla (4:3)</PresentationFormat>
  <Paragraphs>1378</Paragraphs>
  <Slides>40</Slides>
  <Notes>16</Notes>
  <HiddenSlides>0</HiddenSlides>
  <MMClips>0</MMClips>
  <ScaleCrop>false</ScaleCrop>
  <HeadingPairs>
    <vt:vector size="4" baseType="variant">
      <vt:variant>
        <vt:lpstr>Tema</vt:lpstr>
      </vt:variant>
      <vt:variant>
        <vt:i4>2</vt:i4>
      </vt:variant>
      <vt:variant>
        <vt:lpstr>Títulos de diapositiva</vt:lpstr>
      </vt:variant>
      <vt:variant>
        <vt:i4>40</vt:i4>
      </vt:variant>
    </vt:vector>
  </HeadingPairs>
  <TitlesOfParts>
    <vt:vector size="42" baseType="lpstr">
      <vt:lpstr>Default Design</vt:lpstr>
      <vt:lpstr>1_Default Design</vt:lpstr>
      <vt:lpstr>Register Transfer Operations</vt:lpstr>
      <vt:lpstr>Register Notation</vt:lpstr>
      <vt:lpstr>Conditional Transfer</vt:lpstr>
      <vt:lpstr>Microoperations</vt:lpstr>
      <vt:lpstr>Example Microoperations</vt:lpstr>
      <vt:lpstr>Example Microoperations (Continued)</vt:lpstr>
      <vt:lpstr>Control Expressions</vt:lpstr>
      <vt:lpstr>Arithmetic Microoperations</vt:lpstr>
      <vt:lpstr>Logical Microoperations</vt:lpstr>
      <vt:lpstr>Logical Microoperations (continued)</vt:lpstr>
      <vt:lpstr>Shift Microoperations</vt:lpstr>
      <vt:lpstr>Register Transfer Structures</vt:lpstr>
      <vt:lpstr>Multiplexer-Based Transfers</vt:lpstr>
      <vt:lpstr>Multiplexer and Bus-Based Transfers for Multiple Registers</vt:lpstr>
      <vt:lpstr>Dedicated MUX-Based Transfers </vt:lpstr>
      <vt:lpstr>Multiplexer Bus</vt:lpstr>
      <vt:lpstr>Three-State Bus</vt:lpstr>
      <vt:lpstr>Datapaths</vt:lpstr>
      <vt:lpstr> Datapath Example</vt:lpstr>
      <vt:lpstr>Datapath Example: Performing a Microoperation</vt:lpstr>
      <vt:lpstr>Datapath Example: Key Control Actions for Microoperation Alternatives</vt:lpstr>
      <vt:lpstr>Arithmetic Logic Unit (ALU)</vt:lpstr>
      <vt:lpstr>Arithmetic Circuit Design (continued)</vt:lpstr>
      <vt:lpstr>Arithmetic Circuit Design (continued)</vt:lpstr>
      <vt:lpstr>Logic Circuit</vt:lpstr>
      <vt:lpstr>Arithmetic Logic Unit (ALU) (continued) </vt:lpstr>
      <vt:lpstr>Combinational Shifter Parameters</vt:lpstr>
      <vt:lpstr>4-Bit Basic Left/Right Shifter</vt:lpstr>
      <vt:lpstr>Barrel Shifter</vt:lpstr>
      <vt:lpstr>Barrel Shifter (continued)</vt:lpstr>
      <vt:lpstr>Datapath Representation</vt:lpstr>
      <vt:lpstr>Datapath Representation (continued)</vt:lpstr>
      <vt:lpstr>The Control Word</vt:lpstr>
      <vt:lpstr>The Control Word Fields</vt:lpstr>
      <vt:lpstr>Control Word Block Diagram</vt:lpstr>
      <vt:lpstr>Control Word Encoding</vt:lpstr>
      <vt:lpstr>Microoperations for the Datapath - Symbolic Representation</vt:lpstr>
      <vt:lpstr>Microoperations for the Datapath - Binary Representation</vt:lpstr>
      <vt:lpstr>Datapath Simulation</vt:lpstr>
      <vt:lpstr>Terms of 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 Part 1 - PPT - Mano &amp; Kime - 2nd Ed</dc:title>
  <dc:creator>Kaminski &amp; Kime</dc:creator>
  <dc:description>Fall 2001 Draft</dc:description>
  <cp:lastModifiedBy>Liliana</cp:lastModifiedBy>
  <cp:revision>497</cp:revision>
  <cp:lastPrinted>1999-06-21T13:11:14Z</cp:lastPrinted>
  <dcterms:created xsi:type="dcterms:W3CDTF">1999-02-14T20:48:18Z</dcterms:created>
  <dcterms:modified xsi:type="dcterms:W3CDTF">2025-02-13T17:10:03Z</dcterms:modified>
  <cp:category/>
</cp:coreProperties>
</file>