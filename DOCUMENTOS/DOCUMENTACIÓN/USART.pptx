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BIA LILIANA MONTES CASTRILLON" userId="8d7d24ec-51fb-44f4-8e51-e665c891b80e" providerId="ADAL" clId="{83B42DE7-7FC5-4866-A7A2-36B6A16F9CC0}"/>
    <pc:docChg chg="modSld">
      <pc:chgData name="NUBIA LILIANA MONTES CASTRILLON" userId="8d7d24ec-51fb-44f4-8e51-e665c891b80e" providerId="ADAL" clId="{83B42DE7-7FC5-4866-A7A2-36B6A16F9CC0}" dt="2024-11-20T12:43:24.979" v="0" actId="20577"/>
      <pc:docMkLst>
        <pc:docMk/>
      </pc:docMkLst>
      <pc:sldChg chg="modSp mod">
        <pc:chgData name="NUBIA LILIANA MONTES CASTRILLON" userId="8d7d24ec-51fb-44f4-8e51-e665c891b80e" providerId="ADAL" clId="{83B42DE7-7FC5-4866-A7A2-36B6A16F9CC0}" dt="2024-11-20T12:43:24.979" v="0" actId="20577"/>
        <pc:sldMkLst>
          <pc:docMk/>
          <pc:sldMk cId="2868738142" sldId="259"/>
        </pc:sldMkLst>
        <pc:spChg chg="mod">
          <ac:chgData name="NUBIA LILIANA MONTES CASTRILLON" userId="8d7d24ec-51fb-44f4-8e51-e665c891b80e" providerId="ADAL" clId="{83B42DE7-7FC5-4866-A7A2-36B6A16F9CC0}" dt="2024-11-20T12:43:24.979" v="0" actId="20577"/>
          <ac:spMkLst>
            <pc:docMk/>
            <pc:sldMk cId="2868738142" sldId="259"/>
            <ac:spMk id="4" creationId="{A0814823-7CFF-A199-37ED-986E045CF84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D1ACA3-E307-497E-8057-96018E996548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E4C92CC3-27ED-4BAA-9012-A6BE95950BE0}">
      <dgm:prSet phldrT="[Texto]"/>
      <dgm:spPr/>
      <dgm:t>
        <a:bodyPr/>
        <a:lstStyle/>
        <a:p>
          <a:r>
            <a:rPr lang="es-CO" dirty="0"/>
            <a:t>Dispositivo 1</a:t>
          </a:r>
        </a:p>
      </dgm:t>
    </dgm:pt>
    <dgm:pt modelId="{18922523-4835-41DC-8DA0-47E73DA36B8A}" type="parTrans" cxnId="{6E32FADF-DF47-4A4B-99BF-01E4159C3CA5}">
      <dgm:prSet/>
      <dgm:spPr/>
      <dgm:t>
        <a:bodyPr/>
        <a:lstStyle/>
        <a:p>
          <a:endParaRPr lang="es-CO"/>
        </a:p>
      </dgm:t>
    </dgm:pt>
    <dgm:pt modelId="{B16CCD96-857F-4EEF-A495-E94F27016E00}" type="sibTrans" cxnId="{6E32FADF-DF47-4A4B-99BF-01E4159C3CA5}">
      <dgm:prSet/>
      <dgm:spPr/>
      <dgm:t>
        <a:bodyPr/>
        <a:lstStyle/>
        <a:p>
          <a:endParaRPr lang="es-CO"/>
        </a:p>
      </dgm:t>
    </dgm:pt>
    <dgm:pt modelId="{640E6B42-2E36-42A0-B334-F69159E53880}">
      <dgm:prSet phldrT="[Texto]"/>
      <dgm:spPr/>
      <dgm:t>
        <a:bodyPr/>
        <a:lstStyle/>
        <a:p>
          <a:r>
            <a:rPr lang="es-CO" dirty="0"/>
            <a:t>Dispositivo 2</a:t>
          </a:r>
        </a:p>
      </dgm:t>
    </dgm:pt>
    <dgm:pt modelId="{9C805DE4-7320-408A-BFA8-7D12226D3F5D}" type="parTrans" cxnId="{C8A0DA92-40F9-4180-81D8-95EE90A954CD}">
      <dgm:prSet/>
      <dgm:spPr/>
      <dgm:t>
        <a:bodyPr/>
        <a:lstStyle/>
        <a:p>
          <a:endParaRPr lang="es-CO"/>
        </a:p>
      </dgm:t>
    </dgm:pt>
    <dgm:pt modelId="{B8D8BDE4-291B-497A-986E-E8291E98287F}" type="sibTrans" cxnId="{C8A0DA92-40F9-4180-81D8-95EE90A954CD}">
      <dgm:prSet/>
      <dgm:spPr/>
      <dgm:t>
        <a:bodyPr/>
        <a:lstStyle/>
        <a:p>
          <a:endParaRPr lang="es-CO"/>
        </a:p>
      </dgm:t>
    </dgm:pt>
    <dgm:pt modelId="{296F2133-6BC0-4584-AB47-EC4DEE60B45E}" type="pres">
      <dgm:prSet presAssocID="{9ED1ACA3-E307-497E-8057-96018E99654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FC774A0-8978-4EB3-9DE1-22B88B7C7E92}" type="pres">
      <dgm:prSet presAssocID="{E4C92CC3-27ED-4BAA-9012-A6BE95950BE0}" presName="root1" presStyleCnt="0"/>
      <dgm:spPr/>
    </dgm:pt>
    <dgm:pt modelId="{D0BECD0E-0653-465C-A5A3-A9867A726FEB}" type="pres">
      <dgm:prSet presAssocID="{E4C92CC3-27ED-4BAA-9012-A6BE95950BE0}" presName="LevelOneTextNode" presStyleLbl="node0" presStyleIdx="0" presStyleCnt="1">
        <dgm:presLayoutVars>
          <dgm:chPref val="3"/>
        </dgm:presLayoutVars>
      </dgm:prSet>
      <dgm:spPr/>
    </dgm:pt>
    <dgm:pt modelId="{F6961807-850D-4754-BFC4-C1E51EADBC88}" type="pres">
      <dgm:prSet presAssocID="{E4C92CC3-27ED-4BAA-9012-A6BE95950BE0}" presName="level2hierChild" presStyleCnt="0"/>
      <dgm:spPr/>
    </dgm:pt>
    <dgm:pt modelId="{FB5D551F-9F38-4E36-9E9A-C5402A6A0954}" type="pres">
      <dgm:prSet presAssocID="{9C805DE4-7320-408A-BFA8-7D12226D3F5D}" presName="conn2-1" presStyleLbl="parChTrans1D2" presStyleIdx="0" presStyleCnt="1"/>
      <dgm:spPr/>
    </dgm:pt>
    <dgm:pt modelId="{7941F0BD-C1B0-4BA2-A580-1A619FA00BCF}" type="pres">
      <dgm:prSet presAssocID="{9C805DE4-7320-408A-BFA8-7D12226D3F5D}" presName="connTx" presStyleLbl="parChTrans1D2" presStyleIdx="0" presStyleCnt="1"/>
      <dgm:spPr/>
    </dgm:pt>
    <dgm:pt modelId="{1A38DA93-0DD1-445A-BFCA-CE0486EFFECB}" type="pres">
      <dgm:prSet presAssocID="{640E6B42-2E36-42A0-B334-F69159E53880}" presName="root2" presStyleCnt="0"/>
      <dgm:spPr/>
    </dgm:pt>
    <dgm:pt modelId="{5684155B-808F-43F4-B2A2-1E3009A7118B}" type="pres">
      <dgm:prSet presAssocID="{640E6B42-2E36-42A0-B334-F69159E53880}" presName="LevelTwoTextNode" presStyleLbl="node2" presStyleIdx="0" presStyleCnt="1">
        <dgm:presLayoutVars>
          <dgm:chPref val="3"/>
        </dgm:presLayoutVars>
      </dgm:prSet>
      <dgm:spPr/>
    </dgm:pt>
    <dgm:pt modelId="{F8E2FDE4-2EB1-4C8F-8E97-F233F0B69F8B}" type="pres">
      <dgm:prSet presAssocID="{640E6B42-2E36-42A0-B334-F69159E53880}" presName="level3hierChild" presStyleCnt="0"/>
      <dgm:spPr/>
    </dgm:pt>
  </dgm:ptLst>
  <dgm:cxnLst>
    <dgm:cxn modelId="{D15BF32C-B892-4DEF-9E5C-002BC06886D1}" type="presOf" srcId="{9C805DE4-7320-408A-BFA8-7D12226D3F5D}" destId="{FB5D551F-9F38-4E36-9E9A-C5402A6A0954}" srcOrd="0" destOrd="0" presId="urn:microsoft.com/office/officeart/2005/8/layout/hierarchy2"/>
    <dgm:cxn modelId="{1746FD7E-EEEC-457D-BCAA-769654201C34}" type="presOf" srcId="{9C805DE4-7320-408A-BFA8-7D12226D3F5D}" destId="{7941F0BD-C1B0-4BA2-A580-1A619FA00BCF}" srcOrd="1" destOrd="0" presId="urn:microsoft.com/office/officeart/2005/8/layout/hierarchy2"/>
    <dgm:cxn modelId="{813A0A8D-C6BC-48AA-AA7B-C3D1C5A82428}" type="presOf" srcId="{640E6B42-2E36-42A0-B334-F69159E53880}" destId="{5684155B-808F-43F4-B2A2-1E3009A7118B}" srcOrd="0" destOrd="0" presId="urn:microsoft.com/office/officeart/2005/8/layout/hierarchy2"/>
    <dgm:cxn modelId="{C8A0DA92-40F9-4180-81D8-95EE90A954CD}" srcId="{E4C92CC3-27ED-4BAA-9012-A6BE95950BE0}" destId="{640E6B42-2E36-42A0-B334-F69159E53880}" srcOrd="0" destOrd="0" parTransId="{9C805DE4-7320-408A-BFA8-7D12226D3F5D}" sibTransId="{B8D8BDE4-291B-497A-986E-E8291E98287F}"/>
    <dgm:cxn modelId="{141E36A7-7DA0-4784-A3BC-2967B97CB2C3}" type="presOf" srcId="{E4C92CC3-27ED-4BAA-9012-A6BE95950BE0}" destId="{D0BECD0E-0653-465C-A5A3-A9867A726FEB}" srcOrd="0" destOrd="0" presId="urn:microsoft.com/office/officeart/2005/8/layout/hierarchy2"/>
    <dgm:cxn modelId="{1C0F6CB3-00E2-4A56-81F2-E03A836BED98}" type="presOf" srcId="{9ED1ACA3-E307-497E-8057-96018E996548}" destId="{296F2133-6BC0-4584-AB47-EC4DEE60B45E}" srcOrd="0" destOrd="0" presId="urn:microsoft.com/office/officeart/2005/8/layout/hierarchy2"/>
    <dgm:cxn modelId="{6E32FADF-DF47-4A4B-99BF-01E4159C3CA5}" srcId="{9ED1ACA3-E307-497E-8057-96018E996548}" destId="{E4C92CC3-27ED-4BAA-9012-A6BE95950BE0}" srcOrd="0" destOrd="0" parTransId="{18922523-4835-41DC-8DA0-47E73DA36B8A}" sibTransId="{B16CCD96-857F-4EEF-A495-E94F27016E00}"/>
    <dgm:cxn modelId="{3BAEEE51-7A0A-4A16-81FD-F4DAA7B28EF2}" type="presParOf" srcId="{296F2133-6BC0-4584-AB47-EC4DEE60B45E}" destId="{7FC774A0-8978-4EB3-9DE1-22B88B7C7E92}" srcOrd="0" destOrd="0" presId="urn:microsoft.com/office/officeart/2005/8/layout/hierarchy2"/>
    <dgm:cxn modelId="{7A26401B-85E4-4D81-9D88-C777D9C45E2F}" type="presParOf" srcId="{7FC774A0-8978-4EB3-9DE1-22B88B7C7E92}" destId="{D0BECD0E-0653-465C-A5A3-A9867A726FEB}" srcOrd="0" destOrd="0" presId="urn:microsoft.com/office/officeart/2005/8/layout/hierarchy2"/>
    <dgm:cxn modelId="{D8F80DF1-FC07-4EBB-B249-5733AAE8A882}" type="presParOf" srcId="{7FC774A0-8978-4EB3-9DE1-22B88B7C7E92}" destId="{F6961807-850D-4754-BFC4-C1E51EADBC88}" srcOrd="1" destOrd="0" presId="urn:microsoft.com/office/officeart/2005/8/layout/hierarchy2"/>
    <dgm:cxn modelId="{0A9C1260-A6DB-413C-B0F3-EF4494504806}" type="presParOf" srcId="{F6961807-850D-4754-BFC4-C1E51EADBC88}" destId="{FB5D551F-9F38-4E36-9E9A-C5402A6A0954}" srcOrd="0" destOrd="0" presId="urn:microsoft.com/office/officeart/2005/8/layout/hierarchy2"/>
    <dgm:cxn modelId="{65475EA0-C615-43C5-B5F9-CFE53FB554B3}" type="presParOf" srcId="{FB5D551F-9F38-4E36-9E9A-C5402A6A0954}" destId="{7941F0BD-C1B0-4BA2-A580-1A619FA00BCF}" srcOrd="0" destOrd="0" presId="urn:microsoft.com/office/officeart/2005/8/layout/hierarchy2"/>
    <dgm:cxn modelId="{FE189E31-2509-44A9-B19E-14E85A9AFAED}" type="presParOf" srcId="{F6961807-850D-4754-BFC4-C1E51EADBC88}" destId="{1A38DA93-0DD1-445A-BFCA-CE0486EFFECB}" srcOrd="1" destOrd="0" presId="urn:microsoft.com/office/officeart/2005/8/layout/hierarchy2"/>
    <dgm:cxn modelId="{19D9BF9E-70A5-4D94-B097-C66A7F572200}" type="presParOf" srcId="{1A38DA93-0DD1-445A-BFCA-CE0486EFFECB}" destId="{5684155B-808F-43F4-B2A2-1E3009A7118B}" srcOrd="0" destOrd="0" presId="urn:microsoft.com/office/officeart/2005/8/layout/hierarchy2"/>
    <dgm:cxn modelId="{CB249437-4D13-485A-B47E-3D0E8DE909C8}" type="presParOf" srcId="{1A38DA93-0DD1-445A-BFCA-CE0486EFFECB}" destId="{F8E2FDE4-2EB1-4C8F-8E97-F233F0B69F8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D1ACA3-E307-497E-8057-96018E996548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E4C92CC3-27ED-4BAA-9012-A6BE95950BE0}">
      <dgm:prSet phldrT="[Texto]"/>
      <dgm:spPr/>
      <dgm:t>
        <a:bodyPr/>
        <a:lstStyle/>
        <a:p>
          <a:r>
            <a:rPr lang="es-CO" dirty="0"/>
            <a:t>Dispositivo 1</a:t>
          </a:r>
        </a:p>
      </dgm:t>
    </dgm:pt>
    <dgm:pt modelId="{18922523-4835-41DC-8DA0-47E73DA36B8A}" type="parTrans" cxnId="{6E32FADF-DF47-4A4B-99BF-01E4159C3CA5}">
      <dgm:prSet/>
      <dgm:spPr/>
      <dgm:t>
        <a:bodyPr/>
        <a:lstStyle/>
        <a:p>
          <a:endParaRPr lang="es-CO"/>
        </a:p>
      </dgm:t>
    </dgm:pt>
    <dgm:pt modelId="{B16CCD96-857F-4EEF-A495-E94F27016E00}" type="sibTrans" cxnId="{6E32FADF-DF47-4A4B-99BF-01E4159C3CA5}">
      <dgm:prSet/>
      <dgm:spPr/>
      <dgm:t>
        <a:bodyPr/>
        <a:lstStyle/>
        <a:p>
          <a:endParaRPr lang="es-CO"/>
        </a:p>
      </dgm:t>
    </dgm:pt>
    <dgm:pt modelId="{640E6B42-2E36-42A0-B334-F69159E53880}">
      <dgm:prSet phldrT="[Texto]"/>
      <dgm:spPr/>
      <dgm:t>
        <a:bodyPr/>
        <a:lstStyle/>
        <a:p>
          <a:r>
            <a:rPr lang="es-CO" dirty="0"/>
            <a:t>Dispositivo 2</a:t>
          </a:r>
        </a:p>
      </dgm:t>
    </dgm:pt>
    <dgm:pt modelId="{9C805DE4-7320-408A-BFA8-7D12226D3F5D}" type="parTrans" cxnId="{C8A0DA92-40F9-4180-81D8-95EE90A954CD}">
      <dgm:prSet/>
      <dgm:spPr/>
      <dgm:t>
        <a:bodyPr/>
        <a:lstStyle/>
        <a:p>
          <a:endParaRPr lang="es-CO"/>
        </a:p>
      </dgm:t>
    </dgm:pt>
    <dgm:pt modelId="{B8D8BDE4-291B-497A-986E-E8291E98287F}" type="sibTrans" cxnId="{C8A0DA92-40F9-4180-81D8-95EE90A954CD}">
      <dgm:prSet/>
      <dgm:spPr/>
      <dgm:t>
        <a:bodyPr/>
        <a:lstStyle/>
        <a:p>
          <a:endParaRPr lang="es-CO"/>
        </a:p>
      </dgm:t>
    </dgm:pt>
    <dgm:pt modelId="{296F2133-6BC0-4584-AB47-EC4DEE60B45E}" type="pres">
      <dgm:prSet presAssocID="{9ED1ACA3-E307-497E-8057-96018E99654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FC774A0-8978-4EB3-9DE1-22B88B7C7E92}" type="pres">
      <dgm:prSet presAssocID="{E4C92CC3-27ED-4BAA-9012-A6BE95950BE0}" presName="root1" presStyleCnt="0"/>
      <dgm:spPr/>
    </dgm:pt>
    <dgm:pt modelId="{D0BECD0E-0653-465C-A5A3-A9867A726FEB}" type="pres">
      <dgm:prSet presAssocID="{E4C92CC3-27ED-4BAA-9012-A6BE95950BE0}" presName="LevelOneTextNode" presStyleLbl="node0" presStyleIdx="0" presStyleCnt="1">
        <dgm:presLayoutVars>
          <dgm:chPref val="3"/>
        </dgm:presLayoutVars>
      </dgm:prSet>
      <dgm:spPr/>
    </dgm:pt>
    <dgm:pt modelId="{F6961807-850D-4754-BFC4-C1E51EADBC88}" type="pres">
      <dgm:prSet presAssocID="{E4C92CC3-27ED-4BAA-9012-A6BE95950BE0}" presName="level2hierChild" presStyleCnt="0"/>
      <dgm:spPr/>
    </dgm:pt>
    <dgm:pt modelId="{FB5D551F-9F38-4E36-9E9A-C5402A6A0954}" type="pres">
      <dgm:prSet presAssocID="{9C805DE4-7320-408A-BFA8-7D12226D3F5D}" presName="conn2-1" presStyleLbl="parChTrans1D2" presStyleIdx="0" presStyleCnt="1"/>
      <dgm:spPr/>
    </dgm:pt>
    <dgm:pt modelId="{7941F0BD-C1B0-4BA2-A580-1A619FA00BCF}" type="pres">
      <dgm:prSet presAssocID="{9C805DE4-7320-408A-BFA8-7D12226D3F5D}" presName="connTx" presStyleLbl="parChTrans1D2" presStyleIdx="0" presStyleCnt="1"/>
      <dgm:spPr/>
    </dgm:pt>
    <dgm:pt modelId="{1A38DA93-0DD1-445A-BFCA-CE0486EFFECB}" type="pres">
      <dgm:prSet presAssocID="{640E6B42-2E36-42A0-B334-F69159E53880}" presName="root2" presStyleCnt="0"/>
      <dgm:spPr/>
    </dgm:pt>
    <dgm:pt modelId="{5684155B-808F-43F4-B2A2-1E3009A7118B}" type="pres">
      <dgm:prSet presAssocID="{640E6B42-2E36-42A0-B334-F69159E53880}" presName="LevelTwoTextNode" presStyleLbl="node2" presStyleIdx="0" presStyleCnt="1">
        <dgm:presLayoutVars>
          <dgm:chPref val="3"/>
        </dgm:presLayoutVars>
      </dgm:prSet>
      <dgm:spPr/>
    </dgm:pt>
    <dgm:pt modelId="{F8E2FDE4-2EB1-4C8F-8E97-F233F0B69F8B}" type="pres">
      <dgm:prSet presAssocID="{640E6B42-2E36-42A0-B334-F69159E53880}" presName="level3hierChild" presStyleCnt="0"/>
      <dgm:spPr/>
    </dgm:pt>
  </dgm:ptLst>
  <dgm:cxnLst>
    <dgm:cxn modelId="{27B0A106-C7EE-439E-9D79-5BCB9DE76F70}" type="presOf" srcId="{9ED1ACA3-E307-497E-8057-96018E996548}" destId="{296F2133-6BC0-4584-AB47-EC4DEE60B45E}" srcOrd="0" destOrd="0" presId="urn:microsoft.com/office/officeart/2005/8/layout/hierarchy2"/>
    <dgm:cxn modelId="{2AC1BF42-EBBE-4C91-950A-1CDE977B573C}" type="presOf" srcId="{640E6B42-2E36-42A0-B334-F69159E53880}" destId="{5684155B-808F-43F4-B2A2-1E3009A7118B}" srcOrd="0" destOrd="0" presId="urn:microsoft.com/office/officeart/2005/8/layout/hierarchy2"/>
    <dgm:cxn modelId="{68F06459-B0F3-4BBA-996A-82E19FBBD07E}" type="presOf" srcId="{9C805DE4-7320-408A-BFA8-7D12226D3F5D}" destId="{FB5D551F-9F38-4E36-9E9A-C5402A6A0954}" srcOrd="0" destOrd="0" presId="urn:microsoft.com/office/officeart/2005/8/layout/hierarchy2"/>
    <dgm:cxn modelId="{D5A7258A-265B-4C33-9BEF-858856ADAEC6}" type="presOf" srcId="{9C805DE4-7320-408A-BFA8-7D12226D3F5D}" destId="{7941F0BD-C1B0-4BA2-A580-1A619FA00BCF}" srcOrd="1" destOrd="0" presId="urn:microsoft.com/office/officeart/2005/8/layout/hierarchy2"/>
    <dgm:cxn modelId="{C8A0DA92-40F9-4180-81D8-95EE90A954CD}" srcId="{E4C92CC3-27ED-4BAA-9012-A6BE95950BE0}" destId="{640E6B42-2E36-42A0-B334-F69159E53880}" srcOrd="0" destOrd="0" parTransId="{9C805DE4-7320-408A-BFA8-7D12226D3F5D}" sibTransId="{B8D8BDE4-291B-497A-986E-E8291E98287F}"/>
    <dgm:cxn modelId="{6E32FADF-DF47-4A4B-99BF-01E4159C3CA5}" srcId="{9ED1ACA3-E307-497E-8057-96018E996548}" destId="{E4C92CC3-27ED-4BAA-9012-A6BE95950BE0}" srcOrd="0" destOrd="0" parTransId="{18922523-4835-41DC-8DA0-47E73DA36B8A}" sibTransId="{B16CCD96-857F-4EEF-A495-E94F27016E00}"/>
    <dgm:cxn modelId="{6CD974F1-DC13-47DC-982E-ED1C2B1B8695}" type="presOf" srcId="{E4C92CC3-27ED-4BAA-9012-A6BE95950BE0}" destId="{D0BECD0E-0653-465C-A5A3-A9867A726FEB}" srcOrd="0" destOrd="0" presId="urn:microsoft.com/office/officeart/2005/8/layout/hierarchy2"/>
    <dgm:cxn modelId="{22DE2DBD-DD7A-4F9B-8E94-BD1796333021}" type="presParOf" srcId="{296F2133-6BC0-4584-AB47-EC4DEE60B45E}" destId="{7FC774A0-8978-4EB3-9DE1-22B88B7C7E92}" srcOrd="0" destOrd="0" presId="urn:microsoft.com/office/officeart/2005/8/layout/hierarchy2"/>
    <dgm:cxn modelId="{2F94029A-9860-4495-B8AA-B23983460F7D}" type="presParOf" srcId="{7FC774A0-8978-4EB3-9DE1-22B88B7C7E92}" destId="{D0BECD0E-0653-465C-A5A3-A9867A726FEB}" srcOrd="0" destOrd="0" presId="urn:microsoft.com/office/officeart/2005/8/layout/hierarchy2"/>
    <dgm:cxn modelId="{90971942-CE0E-48D4-A218-97F0FF8892E1}" type="presParOf" srcId="{7FC774A0-8978-4EB3-9DE1-22B88B7C7E92}" destId="{F6961807-850D-4754-BFC4-C1E51EADBC88}" srcOrd="1" destOrd="0" presId="urn:microsoft.com/office/officeart/2005/8/layout/hierarchy2"/>
    <dgm:cxn modelId="{4BDEBAA0-91F0-414C-96CA-0F73676E7B58}" type="presParOf" srcId="{F6961807-850D-4754-BFC4-C1E51EADBC88}" destId="{FB5D551F-9F38-4E36-9E9A-C5402A6A0954}" srcOrd="0" destOrd="0" presId="urn:microsoft.com/office/officeart/2005/8/layout/hierarchy2"/>
    <dgm:cxn modelId="{506CC8D1-69BB-45BC-9825-787C90F3EEE6}" type="presParOf" srcId="{FB5D551F-9F38-4E36-9E9A-C5402A6A0954}" destId="{7941F0BD-C1B0-4BA2-A580-1A619FA00BCF}" srcOrd="0" destOrd="0" presId="urn:microsoft.com/office/officeart/2005/8/layout/hierarchy2"/>
    <dgm:cxn modelId="{D692F93C-532A-49C3-8FC7-9CEDBF8F6DD9}" type="presParOf" srcId="{F6961807-850D-4754-BFC4-C1E51EADBC88}" destId="{1A38DA93-0DD1-445A-BFCA-CE0486EFFECB}" srcOrd="1" destOrd="0" presId="urn:microsoft.com/office/officeart/2005/8/layout/hierarchy2"/>
    <dgm:cxn modelId="{0BCAD7F5-89B5-4AA6-BD12-5B07355E37F1}" type="presParOf" srcId="{1A38DA93-0DD1-445A-BFCA-CE0486EFFECB}" destId="{5684155B-808F-43F4-B2A2-1E3009A7118B}" srcOrd="0" destOrd="0" presId="urn:microsoft.com/office/officeart/2005/8/layout/hierarchy2"/>
    <dgm:cxn modelId="{922601F2-B348-4F64-BA1A-C996FE31E220}" type="presParOf" srcId="{1A38DA93-0DD1-445A-BFCA-CE0486EFFECB}" destId="{F8E2FDE4-2EB1-4C8F-8E97-F233F0B69F8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BECD0E-0653-465C-A5A3-A9867A726FEB}">
      <dsp:nvSpPr>
        <dsp:cNvPr id="0" name=""/>
        <dsp:cNvSpPr/>
      </dsp:nvSpPr>
      <dsp:spPr>
        <a:xfrm>
          <a:off x="1318" y="265224"/>
          <a:ext cx="1661807" cy="830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/>
            <a:t>Dispositivo 1</a:t>
          </a:r>
        </a:p>
      </dsp:txBody>
      <dsp:txXfrm>
        <a:off x="25654" y="289560"/>
        <a:ext cx="1613135" cy="782231"/>
      </dsp:txXfrm>
    </dsp:sp>
    <dsp:sp modelId="{FB5D551F-9F38-4E36-9E9A-C5402A6A0954}">
      <dsp:nvSpPr>
        <dsp:cNvPr id="0" name=""/>
        <dsp:cNvSpPr/>
      </dsp:nvSpPr>
      <dsp:spPr>
        <a:xfrm>
          <a:off x="1663125" y="625744"/>
          <a:ext cx="664723" cy="109863"/>
        </a:xfrm>
        <a:custGeom>
          <a:avLst/>
          <a:gdLst/>
          <a:ahLst/>
          <a:cxnLst/>
          <a:rect l="0" t="0" r="0" b="0"/>
          <a:pathLst>
            <a:path>
              <a:moveTo>
                <a:pt x="0" y="54931"/>
              </a:moveTo>
              <a:lnTo>
                <a:pt x="664723" y="54931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1978869" y="664058"/>
        <a:ext cx="33236" cy="33236"/>
      </dsp:txXfrm>
    </dsp:sp>
    <dsp:sp modelId="{5684155B-808F-43F4-B2A2-1E3009A7118B}">
      <dsp:nvSpPr>
        <dsp:cNvPr id="0" name=""/>
        <dsp:cNvSpPr/>
      </dsp:nvSpPr>
      <dsp:spPr>
        <a:xfrm>
          <a:off x="2327849" y="265224"/>
          <a:ext cx="1661807" cy="830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/>
            <a:t>Dispositivo 2</a:t>
          </a:r>
        </a:p>
      </dsp:txBody>
      <dsp:txXfrm>
        <a:off x="2352185" y="289560"/>
        <a:ext cx="1613135" cy="7822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BECD0E-0653-465C-A5A3-A9867A726FEB}">
      <dsp:nvSpPr>
        <dsp:cNvPr id="0" name=""/>
        <dsp:cNvSpPr/>
      </dsp:nvSpPr>
      <dsp:spPr>
        <a:xfrm>
          <a:off x="1318" y="265224"/>
          <a:ext cx="1661807" cy="830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/>
            <a:t>Dispositivo 1</a:t>
          </a:r>
        </a:p>
      </dsp:txBody>
      <dsp:txXfrm>
        <a:off x="25654" y="289560"/>
        <a:ext cx="1613135" cy="782231"/>
      </dsp:txXfrm>
    </dsp:sp>
    <dsp:sp modelId="{FB5D551F-9F38-4E36-9E9A-C5402A6A0954}">
      <dsp:nvSpPr>
        <dsp:cNvPr id="0" name=""/>
        <dsp:cNvSpPr/>
      </dsp:nvSpPr>
      <dsp:spPr>
        <a:xfrm>
          <a:off x="1663125" y="625744"/>
          <a:ext cx="664723" cy="109863"/>
        </a:xfrm>
        <a:custGeom>
          <a:avLst/>
          <a:gdLst/>
          <a:ahLst/>
          <a:cxnLst/>
          <a:rect l="0" t="0" r="0" b="0"/>
          <a:pathLst>
            <a:path>
              <a:moveTo>
                <a:pt x="0" y="54931"/>
              </a:moveTo>
              <a:lnTo>
                <a:pt x="664723" y="54931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/>
        </a:p>
      </dsp:txBody>
      <dsp:txXfrm>
        <a:off x="1978869" y="664058"/>
        <a:ext cx="33236" cy="33236"/>
      </dsp:txXfrm>
    </dsp:sp>
    <dsp:sp modelId="{5684155B-808F-43F4-B2A2-1E3009A7118B}">
      <dsp:nvSpPr>
        <dsp:cNvPr id="0" name=""/>
        <dsp:cNvSpPr/>
      </dsp:nvSpPr>
      <dsp:spPr>
        <a:xfrm>
          <a:off x="2327849" y="265224"/>
          <a:ext cx="1661807" cy="830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 dirty="0"/>
            <a:t>Dispositivo 2</a:t>
          </a:r>
        </a:p>
      </dsp:txBody>
      <dsp:txXfrm>
        <a:off x="2352185" y="289560"/>
        <a:ext cx="1613135" cy="7822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2169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473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087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855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4814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936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655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87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976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6296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019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0DCA7AA-4FBB-42D3-A194-83EA8F45E452}" type="datetimeFigureOut">
              <a:rPr lang="es-CO" smtClean="0"/>
              <a:t>20/11/2024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306517A-D934-47E7-8EFE-F5F68D903911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9863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05522-F58B-47C0-865C-E49975AF88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Comunicación serial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417794-1AD4-1455-9FFD-D38B147CF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90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5B022-DB70-6042-DEFF-F5E75F468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Tipos de comunicación</a:t>
            </a:r>
          </a:p>
        </p:txBody>
      </p:sp>
      <p:graphicFrame>
        <p:nvGraphicFramePr>
          <p:cNvPr id="19" name="Marcador de contenido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414294"/>
              </p:ext>
            </p:extLst>
          </p:nvPr>
        </p:nvGraphicFramePr>
        <p:xfrm>
          <a:off x="3435926" y="2429164"/>
          <a:ext cx="3990975" cy="1361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" name="Imagen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211" y="2836703"/>
            <a:ext cx="726692" cy="45719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211" y="2904605"/>
            <a:ext cx="726692" cy="45719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211" y="2961136"/>
            <a:ext cx="726692" cy="45719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211" y="3026907"/>
            <a:ext cx="726692" cy="45719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211" y="3274953"/>
            <a:ext cx="726692" cy="45719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211" y="3086045"/>
            <a:ext cx="726692" cy="45719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211" y="3146242"/>
            <a:ext cx="726692" cy="45719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211" y="3214368"/>
            <a:ext cx="726692" cy="45719"/>
          </a:xfrm>
          <a:prstGeom prst="rect">
            <a:avLst/>
          </a:prstGeom>
        </p:spPr>
      </p:pic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A8D89CE3-4440-135B-E6AB-B76480E30ACB}"/>
              </a:ext>
            </a:extLst>
          </p:cNvPr>
          <p:cNvSpPr txBox="1">
            <a:spLocks/>
          </p:cNvSpPr>
          <p:nvPr/>
        </p:nvSpPr>
        <p:spPr>
          <a:xfrm>
            <a:off x="581192" y="2180496"/>
            <a:ext cx="1102961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CO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A8D89CE3-4440-135B-E6AB-B76480E30ACB}"/>
              </a:ext>
            </a:extLst>
          </p:cNvPr>
          <p:cNvSpPr txBox="1">
            <a:spLocks/>
          </p:cNvSpPr>
          <p:nvPr/>
        </p:nvSpPr>
        <p:spPr>
          <a:xfrm>
            <a:off x="733592" y="2332896"/>
            <a:ext cx="1102961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Paralela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r>
              <a:rPr lang="es-CO" dirty="0"/>
              <a:t>Serial</a:t>
            </a:r>
          </a:p>
        </p:txBody>
      </p:sp>
      <p:graphicFrame>
        <p:nvGraphicFramePr>
          <p:cNvPr id="38" name="Marcador de contenido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2935001"/>
              </p:ext>
            </p:extLst>
          </p:nvPr>
        </p:nvGraphicFramePr>
        <p:xfrm>
          <a:off x="3366653" y="4497446"/>
          <a:ext cx="3990975" cy="1361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41" name="Imagen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2938" y="5029418"/>
            <a:ext cx="726692" cy="45719"/>
          </a:xfrm>
          <a:prstGeom prst="rect">
            <a:avLst/>
          </a:prstGeom>
        </p:spPr>
      </p:pic>
      <p:pic>
        <p:nvPicPr>
          <p:cNvPr id="44" name="Imagen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2938" y="5154327"/>
            <a:ext cx="726692" cy="45719"/>
          </a:xfrm>
          <a:prstGeom prst="rect">
            <a:avLst/>
          </a:prstGeom>
        </p:spPr>
      </p:pic>
      <p:sp>
        <p:nvSpPr>
          <p:cNvPr id="47" name="CuadroTexto 46"/>
          <p:cNvSpPr txBox="1"/>
          <p:nvPr/>
        </p:nvSpPr>
        <p:spPr>
          <a:xfrm>
            <a:off x="4946503" y="4742749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Tx</a:t>
            </a:r>
            <a:endParaRPr lang="es-CO" dirty="0"/>
          </a:p>
        </p:txBody>
      </p:sp>
      <p:sp>
        <p:nvSpPr>
          <p:cNvPr id="48" name="CuadroTexto 47"/>
          <p:cNvSpPr txBox="1"/>
          <p:nvPr/>
        </p:nvSpPr>
        <p:spPr>
          <a:xfrm>
            <a:off x="5329809" y="5098347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Tx</a:t>
            </a:r>
            <a:endParaRPr lang="es-CO" dirty="0"/>
          </a:p>
        </p:txBody>
      </p:sp>
      <p:sp>
        <p:nvSpPr>
          <p:cNvPr id="49" name="CuadroTexto 48"/>
          <p:cNvSpPr txBox="1"/>
          <p:nvPr/>
        </p:nvSpPr>
        <p:spPr>
          <a:xfrm>
            <a:off x="4951121" y="5107586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Rx</a:t>
            </a:r>
            <a:endParaRPr lang="es-CO" dirty="0"/>
          </a:p>
        </p:txBody>
      </p:sp>
      <p:sp>
        <p:nvSpPr>
          <p:cNvPr id="50" name="CuadroTexto 49"/>
          <p:cNvSpPr txBox="1"/>
          <p:nvPr/>
        </p:nvSpPr>
        <p:spPr>
          <a:xfrm>
            <a:off x="5334430" y="4733521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err="1"/>
              <a:t>Rx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41424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EBD4E-E13F-060F-C290-418A423E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Protocolos de comunicación serial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814823-7CFF-A199-37ED-986E045C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O" dirty="0"/>
              <a:t>Un protocolo de comunicación, es un conjunto de reglas establecidas para permitir que dos o más dispositivos puedan compartir información entre ellos. Estas reglas incluyen cómo se inicia y termina la comunicación, cómo se envía el dato y cómo se detectan errores.</a:t>
            </a:r>
          </a:p>
          <a:p>
            <a:pPr algn="just"/>
            <a:r>
              <a:rPr lang="es-CO" dirty="0"/>
              <a:t>Protocolos de comunicación serial</a:t>
            </a:r>
          </a:p>
          <a:p>
            <a:pPr lvl="1" algn="just"/>
            <a:r>
              <a:rPr lang="es-CO" dirty="0"/>
              <a:t>USART</a:t>
            </a:r>
          </a:p>
          <a:p>
            <a:pPr lvl="1" algn="just"/>
            <a:r>
              <a:rPr lang="es-CO" dirty="0"/>
              <a:t>I2C</a:t>
            </a:r>
          </a:p>
          <a:p>
            <a:pPr lvl="1" algn="just"/>
            <a:r>
              <a:rPr lang="es-CO" dirty="0"/>
              <a:t>SPI</a:t>
            </a:r>
          </a:p>
          <a:p>
            <a:pPr algn="just"/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4729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07172-86DE-454E-BF88-B6D65232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USART </a:t>
            </a:r>
            <a:r>
              <a:rPr lang="es-CO" sz="2000" dirty="0"/>
              <a:t>(universal </a:t>
            </a:r>
            <a:r>
              <a:rPr lang="es-CO" sz="2000" dirty="0" err="1"/>
              <a:t>synchronous</a:t>
            </a:r>
            <a:r>
              <a:rPr lang="es-CO" sz="2000" dirty="0"/>
              <a:t>/</a:t>
            </a:r>
            <a:r>
              <a:rPr lang="es-CO" sz="2000" dirty="0" err="1"/>
              <a:t>asynchronous</a:t>
            </a:r>
            <a:r>
              <a:rPr lang="es-CO" sz="2000" dirty="0"/>
              <a:t> receiver/</a:t>
            </a:r>
            <a:r>
              <a:rPr lang="es-CO" sz="2000" dirty="0" err="1"/>
              <a:t>transmitter</a:t>
            </a:r>
            <a:r>
              <a:rPr lang="es-CO" sz="2000" dirty="0"/>
              <a:t>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0814823-7CFF-A199-37ED-986E045C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/>
          <a:p>
            <a:pPr algn="just"/>
            <a:endParaRPr lang="es-CO" dirty="0"/>
          </a:p>
          <a:p>
            <a:pPr algn="just"/>
            <a:endParaRPr lang="es-CO" dirty="0"/>
          </a:p>
          <a:p>
            <a:pPr algn="just"/>
            <a:r>
              <a:rPr lang="es-CO" dirty="0"/>
              <a:t>Síncrona (Ambos dispositivos usan el mismo reloj) </a:t>
            </a:r>
          </a:p>
          <a:p>
            <a:pPr algn="just"/>
            <a:r>
              <a:rPr lang="es-CO" dirty="0"/>
              <a:t>Asíncrona (Cada dispositivo tiene su propio reloj)</a:t>
            </a:r>
          </a:p>
          <a:p>
            <a:pPr algn="just"/>
            <a:r>
              <a:rPr lang="es-CO" dirty="0"/>
              <a:t>Full-dúplex (Ambos dispositivos pueden transmitir al mismo tiempo)</a:t>
            </a:r>
          </a:p>
          <a:p>
            <a:pPr algn="just"/>
            <a:r>
              <a:rPr lang="es-CO" dirty="0"/>
              <a:t>Maestro/esclavo síncrona (Un maestro, varios esclavos)</a:t>
            </a:r>
          </a:p>
          <a:p>
            <a:pPr lvl="1" algn="just"/>
            <a:r>
              <a:rPr lang="es-CO" dirty="0"/>
              <a:t>El maestro controla la comunicación</a:t>
            </a:r>
          </a:p>
          <a:p>
            <a:pPr lvl="1" algn="just"/>
            <a:r>
              <a:rPr lang="es-CO" dirty="0"/>
              <a:t>Envía la dirección del periférico con el que se desea comunicar y sólo éste responde.</a:t>
            </a:r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68738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80974-6277-89F0-1036-FE952F5B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Formato de la trama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310" y="2521960"/>
            <a:ext cx="778192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44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62E23A-6FF2-9DB4-9B56-BCDB0E49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inicialización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D4DB15-97EC-64DC-5CED-32A3E530D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Configurar en receptor y transmisor </a:t>
            </a:r>
          </a:p>
          <a:p>
            <a:pPr lvl="1"/>
            <a:r>
              <a:rPr lang="es-CO" dirty="0"/>
              <a:t>La velocidad de comunicación en baudios</a:t>
            </a:r>
          </a:p>
          <a:p>
            <a:pPr lvl="1"/>
            <a:r>
              <a:rPr lang="es-CO" dirty="0"/>
              <a:t>El formato de la trama</a:t>
            </a:r>
          </a:p>
          <a:p>
            <a:pPr lvl="1"/>
            <a:r>
              <a:rPr lang="es-CO" dirty="0"/>
              <a:t>Habilitar recepción y transmisión</a:t>
            </a:r>
          </a:p>
          <a:p>
            <a:pPr lvl="1"/>
            <a:r>
              <a:rPr lang="es-CO" dirty="0"/>
              <a:t>En caso de usar interrupciones, habilitarlas (Nota: Deben estar inhabilitadas las interrupciones globales durante la inicialización.)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3954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233F4-E042-9F76-E926-A284E772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Cálculo para la velocidad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73" y="1933576"/>
            <a:ext cx="8558789" cy="456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954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Detección de errores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Se cuenta con 3 banderas de error</a:t>
            </a:r>
          </a:p>
          <a:p>
            <a:r>
              <a:rPr lang="es-CO" dirty="0"/>
              <a:t>Error de trama FE0: Indica si el bit de parada fue leído adecuadamente (uno)</a:t>
            </a:r>
          </a:p>
          <a:p>
            <a:r>
              <a:rPr lang="es-CO" dirty="0" err="1"/>
              <a:t>Sobreflujo</a:t>
            </a:r>
            <a:r>
              <a:rPr lang="es-CO" dirty="0"/>
              <a:t> de datos DOR0: Ocurre cuando el buffer está lleno, el registro de desplazamiento está lleno y se detecta un nuevo bit de inicio.</a:t>
            </a:r>
          </a:p>
          <a:p>
            <a:r>
              <a:rPr lang="es-CO" dirty="0"/>
              <a:t>Error de paridad UPE0</a:t>
            </a:r>
          </a:p>
          <a:p>
            <a:r>
              <a:rPr lang="es-CO" dirty="0"/>
              <a:t>Estas banderas están ubicadas en el registro UCSR0A</a:t>
            </a:r>
          </a:p>
        </p:txBody>
      </p:sp>
    </p:spTree>
    <p:extLst>
      <p:ext uri="{BB962C8B-B14F-4D97-AF65-F5344CB8AC3E}">
        <p14:creationId xmlns:p14="http://schemas.microsoft.com/office/powerpoint/2010/main" val="3059423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Notas importantes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Al usar comunicación con 9 bits, el 9 bit debe ser leído/enviado antes de leer/enviar los restantes 8 bits almacenados en el registro UDR0.</a:t>
            </a:r>
          </a:p>
          <a:p>
            <a:r>
              <a:rPr lang="es-CO" dirty="0"/>
              <a:t>Si se está realizando detección de errores, el registro UCSR0A debe ser leído antes del registro UDR0.</a:t>
            </a:r>
          </a:p>
          <a:p>
            <a:r>
              <a:rPr lang="es-CO" dirty="0"/>
              <a:t>Las banderas de error no generan interrupción.</a:t>
            </a:r>
          </a:p>
          <a:p>
            <a:r>
              <a:rPr lang="es-CO" dirty="0"/>
              <a:t>Si se inhabilita el transmisor durante una transmisión, no se hará efectiva hasta que esa transmisión termine.</a:t>
            </a:r>
          </a:p>
          <a:p>
            <a:r>
              <a:rPr lang="es-CO" dirty="0"/>
              <a:t>Si se inhabilita el receptor durante una recepción, se hará efectiva inmediatamente, lo que significa, que ese dato se perderá.</a:t>
            </a:r>
          </a:p>
          <a:p>
            <a:r>
              <a:rPr lang="es-CO" dirty="0"/>
              <a:t>El buffer de transmisión solo puede ser cargado si el bit UDRE0 es uno, ya que indica si el buffer está vacío.</a:t>
            </a:r>
          </a:p>
          <a:p>
            <a:r>
              <a:rPr lang="es-CO" dirty="0"/>
              <a:t>La transmisión inicia una vez que el buffer es cargado, siempre y cuando el transmisor esté habilitado.</a:t>
            </a:r>
          </a:p>
        </p:txBody>
      </p:sp>
    </p:spTree>
    <p:extLst>
      <p:ext uri="{BB962C8B-B14F-4D97-AF65-F5344CB8AC3E}">
        <p14:creationId xmlns:p14="http://schemas.microsoft.com/office/powerpoint/2010/main" val="389286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Registros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1926102"/>
            <a:ext cx="7690138" cy="493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22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Configuración de modos y trama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449" y="1842413"/>
            <a:ext cx="8011102" cy="494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51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Configuración de modos y trama </a:t>
            </a:r>
            <a:r>
              <a:rPr lang="es-CO" sz="2000" dirty="0"/>
              <a:t>(Cont.)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297" y="1825336"/>
            <a:ext cx="8649405" cy="476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2218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159</TotalTime>
  <Words>420</Words>
  <Application>Microsoft Office PowerPoint</Application>
  <PresentationFormat>Panorámica</PresentationFormat>
  <Paragraphs>58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Gill Sans MT</vt:lpstr>
      <vt:lpstr>Wingdings 2</vt:lpstr>
      <vt:lpstr>Dividendo</vt:lpstr>
      <vt:lpstr>Comunicación serial</vt:lpstr>
      <vt:lpstr>Tipos de comunicación</vt:lpstr>
      <vt:lpstr>Protocolos de comunicación serial</vt:lpstr>
      <vt:lpstr>USART (universal synchronous/asynchronous receiver/transmitter)</vt:lpstr>
      <vt:lpstr>Formato de la trama</vt:lpstr>
      <vt:lpstr>inicialización</vt:lpstr>
      <vt:lpstr>Cálculo para la velocidad</vt:lpstr>
      <vt:lpstr>Detección de errores</vt:lpstr>
      <vt:lpstr>Notas importantes</vt:lpstr>
      <vt:lpstr>Registros</vt:lpstr>
      <vt:lpstr>Configuración de modos y trama</vt:lpstr>
      <vt:lpstr>Configuración de modos y trama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Interrupciones externas</dc:title>
  <dc:creator>NUBIA LILIANA MONTES CASTRILLON</dc:creator>
  <cp:lastModifiedBy>NUBIA LILIANA MONTES CASTRILLON</cp:lastModifiedBy>
  <cp:revision>10</cp:revision>
  <dcterms:created xsi:type="dcterms:W3CDTF">2024-03-20T14:46:36Z</dcterms:created>
  <dcterms:modified xsi:type="dcterms:W3CDTF">2024-11-20T12:43:35Z</dcterms:modified>
</cp:coreProperties>
</file>