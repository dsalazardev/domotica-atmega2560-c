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3"/>
  </p:notesMasterIdLst>
  <p:handoutMasterIdLst>
    <p:handoutMasterId r:id="rId34"/>
  </p:handoutMasterIdLst>
  <p:sldIdLst>
    <p:sldId id="258" r:id="rId2"/>
    <p:sldId id="356" r:id="rId3"/>
    <p:sldId id="355" r:id="rId4"/>
    <p:sldId id="357" r:id="rId5"/>
    <p:sldId id="358" r:id="rId6"/>
    <p:sldId id="359" r:id="rId7"/>
    <p:sldId id="363" r:id="rId8"/>
    <p:sldId id="360" r:id="rId9"/>
    <p:sldId id="361" r:id="rId10"/>
    <p:sldId id="362" r:id="rId11"/>
    <p:sldId id="364" r:id="rId12"/>
    <p:sldId id="365" r:id="rId13"/>
    <p:sldId id="367" r:id="rId14"/>
    <p:sldId id="368" r:id="rId15"/>
    <p:sldId id="369" r:id="rId16"/>
    <p:sldId id="370" r:id="rId17"/>
    <p:sldId id="372" r:id="rId18"/>
    <p:sldId id="373" r:id="rId19"/>
    <p:sldId id="371" r:id="rId20"/>
    <p:sldId id="374" r:id="rId21"/>
    <p:sldId id="375" r:id="rId22"/>
    <p:sldId id="376" r:id="rId23"/>
    <p:sldId id="377" r:id="rId24"/>
    <p:sldId id="378" r:id="rId25"/>
    <p:sldId id="379" r:id="rId26"/>
    <p:sldId id="380" r:id="rId27"/>
    <p:sldId id="385" r:id="rId28"/>
    <p:sldId id="384" r:id="rId29"/>
    <p:sldId id="386" r:id="rId30"/>
    <p:sldId id="382" r:id="rId31"/>
    <p:sldId id="287" r:id="rId32"/>
  </p:sldIdLst>
  <p:sldSz cx="9144000" cy="6858000" type="screen4x3"/>
  <p:notesSz cx="7315200" cy="9601200"/>
  <p:defaultTextStyle>
    <a:defPPr>
      <a:defRPr lang="en-US"/>
    </a:defPPr>
    <a:lvl1pPr algn="l" rtl="0" eaLnBrk="0" fontAlgn="base" hangingPunct="0">
      <a:spcBef>
        <a:spcPct val="0"/>
      </a:spcBef>
      <a:spcAft>
        <a:spcPct val="0"/>
      </a:spcAft>
      <a:defRPr sz="3600" b="1" u="sng" kern="1200" baseline="-250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3600" b="1" u="sng" kern="1200" baseline="-250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3600" b="1" u="sng" kern="1200" baseline="-250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3600" b="1" u="sng" kern="1200" baseline="-250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3600" b="1" u="sng" kern="1200" baseline="-25000">
        <a:solidFill>
          <a:schemeClr val="tx1"/>
        </a:solidFill>
        <a:latin typeface="Times New Roman" panose="02020603050405020304" pitchFamily="18" charset="0"/>
        <a:ea typeface="+mn-ea"/>
        <a:cs typeface="+mn-cs"/>
      </a:defRPr>
    </a:lvl5pPr>
    <a:lvl6pPr marL="2286000" algn="l" defTabSz="914400" rtl="0" eaLnBrk="1" latinLnBrk="0" hangingPunct="1">
      <a:defRPr sz="3600" b="1" u="sng" kern="1200" baseline="-25000">
        <a:solidFill>
          <a:schemeClr val="tx1"/>
        </a:solidFill>
        <a:latin typeface="Times New Roman" panose="02020603050405020304" pitchFamily="18" charset="0"/>
        <a:ea typeface="+mn-ea"/>
        <a:cs typeface="+mn-cs"/>
      </a:defRPr>
    </a:lvl6pPr>
    <a:lvl7pPr marL="2743200" algn="l" defTabSz="914400" rtl="0" eaLnBrk="1" latinLnBrk="0" hangingPunct="1">
      <a:defRPr sz="3600" b="1" u="sng" kern="1200" baseline="-25000">
        <a:solidFill>
          <a:schemeClr val="tx1"/>
        </a:solidFill>
        <a:latin typeface="Times New Roman" panose="02020603050405020304" pitchFamily="18" charset="0"/>
        <a:ea typeface="+mn-ea"/>
        <a:cs typeface="+mn-cs"/>
      </a:defRPr>
    </a:lvl7pPr>
    <a:lvl8pPr marL="3200400" algn="l" defTabSz="914400" rtl="0" eaLnBrk="1" latinLnBrk="0" hangingPunct="1">
      <a:defRPr sz="3600" b="1" u="sng" kern="1200" baseline="-25000">
        <a:solidFill>
          <a:schemeClr val="tx1"/>
        </a:solidFill>
        <a:latin typeface="Times New Roman" panose="02020603050405020304" pitchFamily="18" charset="0"/>
        <a:ea typeface="+mn-ea"/>
        <a:cs typeface="+mn-cs"/>
      </a:defRPr>
    </a:lvl8pPr>
    <a:lvl9pPr marL="3657600" algn="l" defTabSz="914400" rtl="0" eaLnBrk="1" latinLnBrk="0" hangingPunct="1">
      <a:defRPr sz="3600" b="1" u="sng" kern="1200" baseline="-250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5">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FF"/>
    <a:srgbClr val="FF0000"/>
    <a:srgbClr val="FFFFFF"/>
    <a:srgbClr val="00FFCC"/>
    <a:srgbClr val="009999"/>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autoAdjust="0"/>
  </p:normalViewPr>
  <p:slideViewPr>
    <p:cSldViewPr snapToGrid="0">
      <p:cViewPr>
        <p:scale>
          <a:sx n="75" d="100"/>
          <a:sy n="75" d="100"/>
        </p:scale>
        <p:origin x="-366" y="-120"/>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100" d="100"/>
        <a:sy n="100" d="100"/>
      </p:scale>
      <p:origin x="0" y="0"/>
    </p:cViewPr>
  </p:notesTextViewPr>
  <p:sorterViewPr>
    <p:cViewPr>
      <p:scale>
        <a:sx n="66" d="100"/>
        <a:sy n="66" d="100"/>
      </p:scale>
      <p:origin x="0" y="3018"/>
    </p:cViewPr>
  </p:sorterViewPr>
  <p:notesViewPr>
    <p:cSldViewPr snapToGrid="0">
      <p:cViewPr>
        <p:scale>
          <a:sx n="66" d="100"/>
          <a:sy n="66" d="100"/>
        </p:scale>
        <p:origin x="-984" y="-58"/>
      </p:cViewPr>
      <p:guideLst>
        <p:guide orient="horz" pos="3025"/>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8" Type="http://schemas.openxmlformats.org/officeDocument/2006/relationships/slide" Target="slides/slide25.xml"/><Relationship Id="rId3" Type="http://schemas.openxmlformats.org/officeDocument/2006/relationships/slide" Target="slides/slide12.xml"/><Relationship Id="rId7" Type="http://schemas.openxmlformats.org/officeDocument/2006/relationships/slide" Target="slides/slide24.xml"/><Relationship Id="rId2" Type="http://schemas.openxmlformats.org/officeDocument/2006/relationships/slide" Target="slides/slide9.xml"/><Relationship Id="rId1" Type="http://schemas.openxmlformats.org/officeDocument/2006/relationships/slide" Target="slides/slide1.xml"/><Relationship Id="rId6" Type="http://schemas.openxmlformats.org/officeDocument/2006/relationships/slide" Target="slides/slide21.xml"/><Relationship Id="rId5" Type="http://schemas.openxmlformats.org/officeDocument/2006/relationships/slide" Target="slides/slide15.xml"/><Relationship Id="rId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AC83CFE-E398-4242-7A0D-4EDF4D0C630E}"/>
              </a:ext>
            </a:extLst>
          </p:cNvPr>
          <p:cNvSpPr>
            <a:spLocks noGrp="1" noChangeArrowheads="1"/>
          </p:cNvSpPr>
          <p:nvPr>
            <p:ph type="hdr" sz="quarter"/>
          </p:nvPr>
        </p:nvSpPr>
        <p:spPr bwMode="auto">
          <a:xfrm>
            <a:off x="0" y="0"/>
            <a:ext cx="3135313"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08" tIns="48304" rIns="96608" bIns="48304" numCol="1" anchor="t" anchorCtr="0" compatLnSpc="1">
            <a:prstTxWarp prst="textNoShape">
              <a:avLst/>
            </a:prstTxWarp>
          </a:bodyPr>
          <a:lstStyle>
            <a:lvl1pPr defTabSz="966788">
              <a:defRPr sz="1200" b="0" u="none" baseline="0"/>
            </a:lvl1pPr>
          </a:lstStyle>
          <a:p>
            <a:endParaRPr lang="en-US" altLang="es-ES"/>
          </a:p>
        </p:txBody>
      </p:sp>
      <p:sp>
        <p:nvSpPr>
          <p:cNvPr id="27651" name="Rectangle 3">
            <a:extLst>
              <a:ext uri="{FF2B5EF4-FFF2-40B4-BE49-F238E27FC236}">
                <a16:creationId xmlns:a16="http://schemas.microsoft.com/office/drawing/2014/main" id="{6688881B-476F-F25E-A39C-B41AFEBA4975}"/>
              </a:ext>
            </a:extLst>
          </p:cNvPr>
          <p:cNvSpPr>
            <a:spLocks noGrp="1" noChangeArrowheads="1"/>
          </p:cNvSpPr>
          <p:nvPr>
            <p:ph type="dt" sz="quarter" idx="1"/>
          </p:nvPr>
        </p:nvSpPr>
        <p:spPr bwMode="auto">
          <a:xfrm>
            <a:off x="4130675" y="0"/>
            <a:ext cx="3211513"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08" tIns="48304" rIns="96608" bIns="48304" numCol="1" anchor="t" anchorCtr="0" compatLnSpc="1">
            <a:prstTxWarp prst="textNoShape">
              <a:avLst/>
            </a:prstTxWarp>
          </a:bodyPr>
          <a:lstStyle>
            <a:lvl1pPr algn="r" defTabSz="966788">
              <a:defRPr sz="1200" b="0" u="none" baseline="0"/>
            </a:lvl1pPr>
          </a:lstStyle>
          <a:p>
            <a:endParaRPr lang="en-US" altLang="es-ES"/>
          </a:p>
        </p:txBody>
      </p:sp>
      <p:sp>
        <p:nvSpPr>
          <p:cNvPr id="27652" name="Rectangle 4">
            <a:extLst>
              <a:ext uri="{FF2B5EF4-FFF2-40B4-BE49-F238E27FC236}">
                <a16:creationId xmlns:a16="http://schemas.microsoft.com/office/drawing/2014/main" id="{1E448413-35EC-D096-C34C-231C2756CB4B}"/>
              </a:ext>
            </a:extLst>
          </p:cNvPr>
          <p:cNvSpPr>
            <a:spLocks noGrp="1" noChangeArrowheads="1"/>
          </p:cNvSpPr>
          <p:nvPr>
            <p:ph type="ftr" sz="quarter" idx="2"/>
          </p:nvPr>
        </p:nvSpPr>
        <p:spPr bwMode="auto">
          <a:xfrm>
            <a:off x="0" y="9142413"/>
            <a:ext cx="3135313"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08" tIns="48304" rIns="96608" bIns="48304" numCol="1" anchor="b" anchorCtr="0" compatLnSpc="1">
            <a:prstTxWarp prst="textNoShape">
              <a:avLst/>
            </a:prstTxWarp>
          </a:bodyPr>
          <a:lstStyle>
            <a:lvl1pPr defTabSz="966788">
              <a:defRPr sz="1200" b="0" u="none" baseline="0"/>
            </a:lvl1pPr>
          </a:lstStyle>
          <a:p>
            <a:endParaRPr lang="en-US" altLang="es-ES"/>
          </a:p>
        </p:txBody>
      </p:sp>
      <p:sp>
        <p:nvSpPr>
          <p:cNvPr id="27653" name="Rectangle 5">
            <a:extLst>
              <a:ext uri="{FF2B5EF4-FFF2-40B4-BE49-F238E27FC236}">
                <a16:creationId xmlns:a16="http://schemas.microsoft.com/office/drawing/2014/main" id="{8BB77A81-BE46-1682-D6D4-8E82A079CF81}"/>
              </a:ext>
            </a:extLst>
          </p:cNvPr>
          <p:cNvSpPr>
            <a:spLocks noGrp="1" noChangeArrowheads="1"/>
          </p:cNvSpPr>
          <p:nvPr>
            <p:ph type="sldNum" sz="quarter" idx="3"/>
          </p:nvPr>
        </p:nvSpPr>
        <p:spPr bwMode="auto">
          <a:xfrm>
            <a:off x="4130675" y="9142413"/>
            <a:ext cx="3211513"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08" tIns="48304" rIns="96608" bIns="48304" numCol="1" anchor="b" anchorCtr="0" compatLnSpc="1">
            <a:prstTxWarp prst="textNoShape">
              <a:avLst/>
            </a:prstTxWarp>
          </a:bodyPr>
          <a:lstStyle>
            <a:lvl1pPr algn="r" defTabSz="966788">
              <a:defRPr sz="1200" b="0" u="none" baseline="0"/>
            </a:lvl1pPr>
          </a:lstStyle>
          <a:p>
            <a:fld id="{ED4C7551-05BA-4798-AC17-D8CC7DA7D2A4}" type="slidenum">
              <a:rPr lang="en-US" altLang="es-ES"/>
              <a:pPr/>
              <a:t>‹Nº›</a:t>
            </a:fld>
            <a:endParaRPr lang="en-US" altLang="es-E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1E6722A-5F09-22BB-FEA3-8AB48C47E8AF}"/>
              </a:ext>
            </a:extLst>
          </p:cNvPr>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962" tIns="50981" rIns="101962" bIns="50981" numCol="1" anchor="t" anchorCtr="0" compatLnSpc="1">
            <a:prstTxWarp prst="textNoShape">
              <a:avLst/>
            </a:prstTxWarp>
          </a:bodyPr>
          <a:lstStyle>
            <a:lvl1pPr defTabSz="1020763">
              <a:defRPr sz="1400" b="0" u="none" baseline="0"/>
            </a:lvl1pPr>
          </a:lstStyle>
          <a:p>
            <a:endParaRPr lang="en-US" altLang="es-ES"/>
          </a:p>
        </p:txBody>
      </p:sp>
      <p:sp>
        <p:nvSpPr>
          <p:cNvPr id="5123" name="Rectangle 3">
            <a:extLst>
              <a:ext uri="{FF2B5EF4-FFF2-40B4-BE49-F238E27FC236}">
                <a16:creationId xmlns:a16="http://schemas.microsoft.com/office/drawing/2014/main" id="{6CD43584-F226-ABF3-4762-F2652733B2C0}"/>
              </a:ext>
            </a:extLst>
          </p:cNvPr>
          <p:cNvSpPr>
            <a:spLocks noGrp="1" noChangeArrowheads="1"/>
          </p:cNvSpPr>
          <p:nvPr>
            <p:ph type="dt" idx="1"/>
          </p:nvPr>
        </p:nvSpPr>
        <p:spPr bwMode="auto">
          <a:xfrm>
            <a:off x="4144963" y="0"/>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962" tIns="50981" rIns="101962" bIns="50981" numCol="1" anchor="t" anchorCtr="0" compatLnSpc="1">
            <a:prstTxWarp prst="textNoShape">
              <a:avLst/>
            </a:prstTxWarp>
          </a:bodyPr>
          <a:lstStyle>
            <a:lvl1pPr algn="r" defTabSz="1020763">
              <a:defRPr sz="1400" b="0" u="none" baseline="0"/>
            </a:lvl1pPr>
          </a:lstStyle>
          <a:p>
            <a:endParaRPr lang="en-US" altLang="es-ES"/>
          </a:p>
        </p:txBody>
      </p:sp>
      <p:sp>
        <p:nvSpPr>
          <p:cNvPr id="5124" name="Rectangle 4">
            <a:extLst>
              <a:ext uri="{FF2B5EF4-FFF2-40B4-BE49-F238E27FC236}">
                <a16:creationId xmlns:a16="http://schemas.microsoft.com/office/drawing/2014/main" id="{76B308B4-AF53-A917-8E9A-06F4F40BCFF0}"/>
              </a:ext>
            </a:extLst>
          </p:cNvPr>
          <p:cNvSpPr>
            <a:spLocks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5" name="Rectangle 5">
            <a:extLst>
              <a:ext uri="{FF2B5EF4-FFF2-40B4-BE49-F238E27FC236}">
                <a16:creationId xmlns:a16="http://schemas.microsoft.com/office/drawing/2014/main" id="{AF80AE7E-D531-ECB9-54B3-C2659CA31241}"/>
              </a:ext>
            </a:extLst>
          </p:cNvPr>
          <p:cNvSpPr>
            <a:spLocks noGrp="1" noChangeArrowheads="1"/>
          </p:cNvSpPr>
          <p:nvPr>
            <p:ph type="body" sz="quarter" idx="3"/>
          </p:nvPr>
        </p:nvSpPr>
        <p:spPr bwMode="auto">
          <a:xfrm>
            <a:off x="974725" y="4560888"/>
            <a:ext cx="5365750"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962" tIns="50981" rIns="101962" bIns="50981" numCol="1" anchor="t" anchorCtr="0" compatLnSpc="1">
            <a:prstTxWarp prst="textNoShape">
              <a:avLst/>
            </a:prstTxWarp>
          </a:bodyPr>
          <a:lstStyle/>
          <a:p>
            <a:pPr lvl="0"/>
            <a:r>
              <a:rPr lang="en-US" altLang="es-ES"/>
              <a:t>Click to edit Master text styles</a:t>
            </a:r>
          </a:p>
          <a:p>
            <a:pPr lvl="1"/>
            <a:r>
              <a:rPr lang="en-US" altLang="es-ES"/>
              <a:t>Second level</a:t>
            </a:r>
          </a:p>
          <a:p>
            <a:pPr lvl="2"/>
            <a:r>
              <a:rPr lang="en-US" altLang="es-ES"/>
              <a:t>Third level</a:t>
            </a:r>
          </a:p>
          <a:p>
            <a:pPr lvl="3"/>
            <a:r>
              <a:rPr lang="en-US" altLang="es-ES"/>
              <a:t>Fourth level</a:t>
            </a:r>
          </a:p>
          <a:p>
            <a:pPr lvl="4"/>
            <a:r>
              <a:rPr lang="en-US" altLang="es-ES"/>
              <a:t>Fifth level</a:t>
            </a:r>
          </a:p>
        </p:txBody>
      </p:sp>
      <p:sp>
        <p:nvSpPr>
          <p:cNvPr id="5126" name="Rectangle 6">
            <a:extLst>
              <a:ext uri="{FF2B5EF4-FFF2-40B4-BE49-F238E27FC236}">
                <a16:creationId xmlns:a16="http://schemas.microsoft.com/office/drawing/2014/main" id="{978BEEA9-F840-495A-E79D-30DCCBF27ECF}"/>
              </a:ext>
            </a:extLst>
          </p:cNvPr>
          <p:cNvSpPr>
            <a:spLocks noGrp="1" noChangeArrowheads="1"/>
          </p:cNvSpPr>
          <p:nvPr>
            <p:ph type="ftr" sz="quarter" idx="4"/>
          </p:nvPr>
        </p:nvSpPr>
        <p:spPr bwMode="auto">
          <a:xfrm>
            <a:off x="0" y="9121775"/>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962" tIns="50981" rIns="101962" bIns="50981" numCol="1" anchor="b" anchorCtr="0" compatLnSpc="1">
            <a:prstTxWarp prst="textNoShape">
              <a:avLst/>
            </a:prstTxWarp>
          </a:bodyPr>
          <a:lstStyle>
            <a:lvl1pPr defTabSz="1020763">
              <a:defRPr sz="1400" b="0" u="none" baseline="0"/>
            </a:lvl1pPr>
          </a:lstStyle>
          <a:p>
            <a:endParaRPr lang="en-US" altLang="es-ES"/>
          </a:p>
        </p:txBody>
      </p:sp>
      <p:sp>
        <p:nvSpPr>
          <p:cNvPr id="5127" name="Rectangle 7">
            <a:extLst>
              <a:ext uri="{FF2B5EF4-FFF2-40B4-BE49-F238E27FC236}">
                <a16:creationId xmlns:a16="http://schemas.microsoft.com/office/drawing/2014/main" id="{B98F66A2-3E9F-FE65-5ECD-64C6E262E092}"/>
              </a:ext>
            </a:extLst>
          </p:cNvPr>
          <p:cNvSpPr>
            <a:spLocks noGrp="1" noChangeArrowheads="1"/>
          </p:cNvSpPr>
          <p:nvPr>
            <p:ph type="sldNum" sz="quarter" idx="5"/>
          </p:nvPr>
        </p:nvSpPr>
        <p:spPr bwMode="auto">
          <a:xfrm>
            <a:off x="4144963" y="9121775"/>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962" tIns="50981" rIns="101962" bIns="50981" numCol="1" anchor="b" anchorCtr="0" compatLnSpc="1">
            <a:prstTxWarp prst="textNoShape">
              <a:avLst/>
            </a:prstTxWarp>
          </a:bodyPr>
          <a:lstStyle>
            <a:lvl1pPr algn="r" defTabSz="1020763">
              <a:defRPr sz="1400" b="0" u="none" baseline="0"/>
            </a:lvl1pPr>
          </a:lstStyle>
          <a:p>
            <a:fld id="{3728C052-0A03-4F9E-971B-95696EF072BB}" type="slidenum">
              <a:rPr lang="en-US" altLang="es-ES"/>
              <a:pPr/>
              <a:t>‹Nº›</a:t>
            </a:fld>
            <a:endParaRPr lang="en-US" altLang="es-E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3D8F3D4-195A-1595-9683-273FC2F12643}"/>
              </a:ext>
            </a:extLst>
          </p:cNvPr>
          <p:cNvSpPr>
            <a:spLocks noGrp="1" noChangeArrowheads="1"/>
          </p:cNvSpPr>
          <p:nvPr>
            <p:ph type="sldNum" sz="quarter" idx="5"/>
          </p:nvPr>
        </p:nvSpPr>
        <p:spPr>
          <a:ln/>
        </p:spPr>
        <p:txBody>
          <a:bodyPr/>
          <a:lstStyle/>
          <a:p>
            <a:fld id="{47FC8092-5922-4EA1-9A58-FE7B6CD4AC9C}" type="slidenum">
              <a:rPr lang="en-US" altLang="es-ES"/>
              <a:pPr/>
              <a:t>1</a:t>
            </a:fld>
            <a:endParaRPr lang="en-US" altLang="es-ES"/>
          </a:p>
        </p:txBody>
      </p:sp>
      <p:sp>
        <p:nvSpPr>
          <p:cNvPr id="34818" name="Rectangle 2">
            <a:extLst>
              <a:ext uri="{FF2B5EF4-FFF2-40B4-BE49-F238E27FC236}">
                <a16:creationId xmlns:a16="http://schemas.microsoft.com/office/drawing/2014/main" id="{31FDD336-8CC8-C438-FC5E-816F8CEF6BE2}"/>
              </a:ext>
            </a:extLst>
          </p:cNvPr>
          <p:cNvSpPr>
            <a:spLocks noChangeArrowheads="1" noTextEdit="1"/>
          </p:cNvSpPr>
          <p:nvPr>
            <p:ph type="sldImg"/>
          </p:nvPr>
        </p:nvSpPr>
        <p:spPr>
          <a:ln/>
        </p:spPr>
      </p:sp>
      <p:sp>
        <p:nvSpPr>
          <p:cNvPr id="34819" name="Rectangle 3">
            <a:extLst>
              <a:ext uri="{FF2B5EF4-FFF2-40B4-BE49-F238E27FC236}">
                <a16:creationId xmlns:a16="http://schemas.microsoft.com/office/drawing/2014/main" id="{29392EE1-108A-F04E-024E-84D41D4855DF}"/>
              </a:ext>
            </a:extLst>
          </p:cNvPr>
          <p:cNvSpPr>
            <a:spLocks noGrp="1" noChangeArrowheads="1"/>
          </p:cNvSpPr>
          <p:nvPr>
            <p:ph type="body" idx="1"/>
          </p:nvPr>
        </p:nvSpPr>
        <p:spPr/>
        <p:txBody>
          <a:bodyPr/>
          <a:lstStyle/>
          <a:p>
            <a:endParaRPr lang="es-ES" alt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6171" name="Text Box 27">
            <a:extLst>
              <a:ext uri="{FF2B5EF4-FFF2-40B4-BE49-F238E27FC236}">
                <a16:creationId xmlns:a16="http://schemas.microsoft.com/office/drawing/2014/main" id="{4BBD7519-DCC1-765E-EFB5-713579CBCB18}"/>
              </a:ext>
            </a:extLst>
          </p:cNvPr>
          <p:cNvSpPr txBox="1">
            <a:spLocks noChangeArrowheads="1"/>
          </p:cNvSpPr>
          <p:nvPr userDrawn="1"/>
        </p:nvSpPr>
        <p:spPr bwMode="auto">
          <a:xfrm>
            <a:off x="1833563" y="5167313"/>
            <a:ext cx="5913437" cy="1204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Font typeface="Wingdings" panose="05000000000000000000" pitchFamily="2" charset="2"/>
              <a:buNone/>
            </a:pPr>
            <a:r>
              <a:rPr lang="en-US" altLang="es-ES" sz="2200" u="none" baseline="0"/>
              <a:t>Charles Kime &amp; Thomas Kaminski</a:t>
            </a:r>
          </a:p>
          <a:p>
            <a:pPr algn="ctr">
              <a:spcBef>
                <a:spcPct val="50000"/>
              </a:spcBef>
              <a:buFont typeface="Wingdings" panose="05000000000000000000" pitchFamily="2" charset="2"/>
              <a:buNone/>
            </a:pPr>
            <a:r>
              <a:rPr lang="en-US" altLang="es-ES" sz="2200" b="0" u="none" baseline="0">
                <a:cs typeface="Times New Roman" panose="02020603050405020304" pitchFamily="18" charset="0"/>
              </a:rPr>
              <a:t>© 2008 Pearson Education, Inc.</a:t>
            </a:r>
            <a:br>
              <a:rPr lang="en-US" altLang="es-ES" sz="2200" b="0" u="none" baseline="0">
                <a:cs typeface="Times New Roman" panose="02020603050405020304" pitchFamily="18" charset="0"/>
              </a:rPr>
            </a:br>
            <a:r>
              <a:rPr lang="en-US" altLang="es-ES" sz="1800" b="0" u="none" baseline="0">
                <a:cs typeface="Times New Roman" panose="02020603050405020304" pitchFamily="18" charset="0"/>
              </a:rPr>
              <a:t>(Hyperlinks are active in View Show mode)</a:t>
            </a:r>
          </a:p>
        </p:txBody>
      </p:sp>
      <p:sp>
        <p:nvSpPr>
          <p:cNvPr id="6172" name="Text Box 28">
            <a:extLst>
              <a:ext uri="{FF2B5EF4-FFF2-40B4-BE49-F238E27FC236}">
                <a16:creationId xmlns:a16="http://schemas.microsoft.com/office/drawing/2014/main" id="{866CDDC9-2570-08A7-C016-02D7A8B51A50}"/>
              </a:ext>
            </a:extLst>
          </p:cNvPr>
          <p:cNvSpPr txBox="1">
            <a:spLocks noChangeArrowheads="1"/>
          </p:cNvSpPr>
          <p:nvPr userDrawn="1"/>
        </p:nvSpPr>
        <p:spPr bwMode="auto">
          <a:xfrm>
            <a:off x="1301750" y="2847975"/>
            <a:ext cx="6978650" cy="185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Font typeface="Wingdings" panose="05000000000000000000" pitchFamily="2" charset="2"/>
              <a:buNone/>
            </a:pPr>
            <a:r>
              <a:rPr lang="en-US" altLang="es-ES" sz="4000" u="none" baseline="0">
                <a:solidFill>
                  <a:srgbClr val="3333FF"/>
                </a:solidFill>
                <a:latin typeface="Helvetica" panose="020B0604020202020204" pitchFamily="34" charset="0"/>
              </a:rPr>
              <a:t>Chapter 9 – Computer Design Basics</a:t>
            </a:r>
          </a:p>
          <a:p>
            <a:pPr algn="ctr">
              <a:spcBef>
                <a:spcPct val="50000"/>
              </a:spcBef>
              <a:buFont typeface="Wingdings" panose="05000000000000000000" pitchFamily="2" charset="2"/>
              <a:buNone/>
            </a:pPr>
            <a:r>
              <a:rPr lang="en-US" altLang="es-ES" sz="2400" u="none" baseline="0">
                <a:solidFill>
                  <a:srgbClr val="3333FF"/>
                </a:solidFill>
                <a:latin typeface="Helvetica" panose="020B0604020202020204" pitchFamily="34" charset="0"/>
              </a:rPr>
              <a:t>Part 2 – A Simple Computer</a:t>
            </a:r>
            <a:endParaRPr lang="en-US" altLang="es-ES" sz="4000" u="none" baseline="0">
              <a:solidFill>
                <a:srgbClr val="3333FF"/>
              </a:solidFill>
              <a:latin typeface="Helvetica" panose="020B0604020202020204" pitchFamily="34" charset="0"/>
            </a:endParaRPr>
          </a:p>
        </p:txBody>
      </p:sp>
      <p:sp>
        <p:nvSpPr>
          <p:cNvPr id="6173" name="Text Box 29">
            <a:extLst>
              <a:ext uri="{FF2B5EF4-FFF2-40B4-BE49-F238E27FC236}">
                <a16:creationId xmlns:a16="http://schemas.microsoft.com/office/drawing/2014/main" id="{DC6B2594-6371-BD6D-6ADD-48055577EDA9}"/>
              </a:ext>
            </a:extLst>
          </p:cNvPr>
          <p:cNvSpPr txBox="1">
            <a:spLocks noChangeArrowheads="1"/>
          </p:cNvSpPr>
          <p:nvPr userDrawn="1"/>
        </p:nvSpPr>
        <p:spPr bwMode="auto">
          <a:xfrm>
            <a:off x="904875" y="2179638"/>
            <a:ext cx="7772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Font typeface="Wingdings" panose="05000000000000000000" pitchFamily="2" charset="2"/>
              <a:buNone/>
            </a:pPr>
            <a:r>
              <a:rPr lang="en-US" altLang="es-ES" sz="3200" u="none" baseline="0"/>
              <a:t>Logic and Computer Design Fundamentals</a:t>
            </a:r>
          </a:p>
        </p:txBody>
      </p:sp>
      <p:sp>
        <p:nvSpPr>
          <p:cNvPr id="6174" name="Line 30">
            <a:extLst>
              <a:ext uri="{FF2B5EF4-FFF2-40B4-BE49-F238E27FC236}">
                <a16:creationId xmlns:a16="http://schemas.microsoft.com/office/drawing/2014/main" id="{B8AE542F-CF7E-1A64-7B59-4433B4AC7B22}"/>
              </a:ext>
            </a:extLst>
          </p:cNvPr>
          <p:cNvSpPr>
            <a:spLocks noChangeShapeType="1"/>
          </p:cNvSpPr>
          <p:nvPr userDrawn="1"/>
        </p:nvSpPr>
        <p:spPr bwMode="auto">
          <a:xfrm>
            <a:off x="579438" y="1935163"/>
            <a:ext cx="8015287" cy="0"/>
          </a:xfrm>
          <a:prstGeom prst="line">
            <a:avLst/>
          </a:prstGeom>
          <a:noFill/>
          <a:ln w="762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64916D-93E0-0AF7-EA7F-AB961AD71B70}"/>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356D1CB-57ED-31CD-355B-37D23D28D61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número de diapositiva 3">
            <a:extLst>
              <a:ext uri="{FF2B5EF4-FFF2-40B4-BE49-F238E27FC236}">
                <a16:creationId xmlns:a16="http://schemas.microsoft.com/office/drawing/2014/main" id="{67E4D3FF-1A5C-2311-4924-1C1A3C0CE490}"/>
              </a:ext>
            </a:extLst>
          </p:cNvPr>
          <p:cNvSpPr>
            <a:spLocks noGrp="1"/>
          </p:cNvSpPr>
          <p:nvPr>
            <p:ph type="sldNum" sz="quarter" idx="10"/>
          </p:nvPr>
        </p:nvSpPr>
        <p:spPr/>
        <p:txBody>
          <a:bodyPr/>
          <a:lstStyle>
            <a:lvl1pPr>
              <a:defRPr/>
            </a:lvl1pPr>
          </a:lstStyle>
          <a:p>
            <a:r>
              <a:rPr lang="en-US" altLang="es-ES"/>
              <a:t>Chapter 9  Part 2   </a:t>
            </a:r>
            <a:fld id="{601AEBAE-29C7-4CB6-8FD6-B44F2934BC84}" type="slidenum">
              <a:rPr lang="en-US" altLang="es-ES"/>
              <a:pPr/>
              <a:t>‹Nº›</a:t>
            </a:fld>
            <a:endParaRPr lang="en-US" altLang="es-ES"/>
          </a:p>
        </p:txBody>
      </p:sp>
    </p:spTree>
    <p:extLst>
      <p:ext uri="{BB962C8B-B14F-4D97-AF65-F5344CB8AC3E}">
        <p14:creationId xmlns:p14="http://schemas.microsoft.com/office/powerpoint/2010/main" val="264661368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8058F2-913C-DD8D-C410-6BF8C7B31DC6}"/>
              </a:ext>
            </a:extLst>
          </p:cNvPr>
          <p:cNvSpPr>
            <a:spLocks noGrp="1"/>
          </p:cNvSpPr>
          <p:nvPr>
            <p:ph type="title"/>
          </p:nvPr>
        </p:nvSpPr>
        <p:spPr>
          <a:xfrm>
            <a:off x="623888" y="1709738"/>
            <a:ext cx="78867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6B90938-2714-F553-5D67-212F87F58D71}"/>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s-ES"/>
              <a:t>Haga clic para modificar los estilos de texto del patrón</a:t>
            </a:r>
          </a:p>
        </p:txBody>
      </p:sp>
      <p:sp>
        <p:nvSpPr>
          <p:cNvPr id="4" name="Marcador de número de diapositiva 3">
            <a:extLst>
              <a:ext uri="{FF2B5EF4-FFF2-40B4-BE49-F238E27FC236}">
                <a16:creationId xmlns:a16="http://schemas.microsoft.com/office/drawing/2014/main" id="{EEE3F040-32DF-B793-C711-85A14FE699B4}"/>
              </a:ext>
            </a:extLst>
          </p:cNvPr>
          <p:cNvSpPr>
            <a:spLocks noGrp="1"/>
          </p:cNvSpPr>
          <p:nvPr>
            <p:ph type="sldNum" sz="quarter" idx="10"/>
          </p:nvPr>
        </p:nvSpPr>
        <p:spPr/>
        <p:txBody>
          <a:bodyPr/>
          <a:lstStyle>
            <a:lvl1pPr>
              <a:defRPr/>
            </a:lvl1pPr>
          </a:lstStyle>
          <a:p>
            <a:r>
              <a:rPr lang="en-US" altLang="es-ES"/>
              <a:t>Chapter 9  Part 2   </a:t>
            </a:r>
            <a:fld id="{C1868A95-5427-4405-8B4F-3F70F942A4BD}" type="slidenum">
              <a:rPr lang="en-US" altLang="es-ES"/>
              <a:pPr/>
              <a:t>‹Nº›</a:t>
            </a:fld>
            <a:endParaRPr lang="en-US" altLang="es-ES"/>
          </a:p>
        </p:txBody>
      </p:sp>
    </p:spTree>
    <p:extLst>
      <p:ext uri="{BB962C8B-B14F-4D97-AF65-F5344CB8AC3E}">
        <p14:creationId xmlns:p14="http://schemas.microsoft.com/office/powerpoint/2010/main" val="37134101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F42465-EAAB-BBD7-4D9E-81255550B749}"/>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156C436-CA5D-C60E-90F8-F855A068BD2C}"/>
              </a:ext>
            </a:extLst>
          </p:cNvPr>
          <p:cNvSpPr>
            <a:spLocks noGrp="1"/>
          </p:cNvSpPr>
          <p:nvPr>
            <p:ph sz="half" idx="1"/>
          </p:nvPr>
        </p:nvSpPr>
        <p:spPr>
          <a:xfrm>
            <a:off x="719138" y="1314450"/>
            <a:ext cx="3810000" cy="50276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180EE312-56DC-46D0-4427-C17966B91E1A}"/>
              </a:ext>
            </a:extLst>
          </p:cNvPr>
          <p:cNvSpPr>
            <a:spLocks noGrp="1"/>
          </p:cNvSpPr>
          <p:nvPr>
            <p:ph sz="half" idx="2"/>
          </p:nvPr>
        </p:nvSpPr>
        <p:spPr>
          <a:xfrm>
            <a:off x="4681538" y="1314450"/>
            <a:ext cx="3810000" cy="50276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número de diapositiva 4">
            <a:extLst>
              <a:ext uri="{FF2B5EF4-FFF2-40B4-BE49-F238E27FC236}">
                <a16:creationId xmlns:a16="http://schemas.microsoft.com/office/drawing/2014/main" id="{F3A79B6B-E5B8-43FA-CDFF-2A036B51343E}"/>
              </a:ext>
            </a:extLst>
          </p:cNvPr>
          <p:cNvSpPr>
            <a:spLocks noGrp="1"/>
          </p:cNvSpPr>
          <p:nvPr>
            <p:ph type="sldNum" sz="quarter" idx="10"/>
          </p:nvPr>
        </p:nvSpPr>
        <p:spPr/>
        <p:txBody>
          <a:bodyPr/>
          <a:lstStyle>
            <a:lvl1pPr>
              <a:defRPr/>
            </a:lvl1pPr>
          </a:lstStyle>
          <a:p>
            <a:r>
              <a:rPr lang="en-US" altLang="es-ES"/>
              <a:t>Chapter 9  Part 2   </a:t>
            </a:r>
            <a:fld id="{AE7BEE49-3F38-4155-9FE3-720A7E9C1663}" type="slidenum">
              <a:rPr lang="en-US" altLang="es-ES"/>
              <a:pPr/>
              <a:t>‹Nº›</a:t>
            </a:fld>
            <a:endParaRPr lang="en-US" altLang="es-ES"/>
          </a:p>
        </p:txBody>
      </p:sp>
    </p:spTree>
    <p:extLst>
      <p:ext uri="{BB962C8B-B14F-4D97-AF65-F5344CB8AC3E}">
        <p14:creationId xmlns:p14="http://schemas.microsoft.com/office/powerpoint/2010/main" val="3375170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2807A5-DA0A-9A1D-D546-9D5642229CA3}"/>
              </a:ext>
            </a:extLst>
          </p:cNvPr>
          <p:cNvSpPr>
            <a:spLocks noGrp="1"/>
          </p:cNvSpPr>
          <p:nvPr>
            <p:ph type="title"/>
          </p:nvPr>
        </p:nvSpPr>
        <p:spPr>
          <a:xfrm>
            <a:off x="630238" y="365125"/>
            <a:ext cx="78867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9AFA41B7-5EE5-3A7B-C851-8E4CAC3FE54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FF72121-2E03-FD88-0C82-A7C72A14265D}"/>
              </a:ext>
            </a:extLst>
          </p:cNvPr>
          <p:cNvSpPr>
            <a:spLocks noGrp="1"/>
          </p:cNvSpPr>
          <p:nvPr>
            <p:ph sz="half" idx="2"/>
          </p:nvPr>
        </p:nvSpPr>
        <p:spPr>
          <a:xfrm>
            <a:off x="630238" y="2505075"/>
            <a:ext cx="386873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5B97D56F-287A-58A7-3CF0-1041ECF6BCB3}"/>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2D7D051-AB3B-A508-4A56-7CE795AA207F}"/>
              </a:ext>
            </a:extLst>
          </p:cNvPr>
          <p:cNvSpPr>
            <a:spLocks noGrp="1"/>
          </p:cNvSpPr>
          <p:nvPr>
            <p:ph sz="quarter" idx="4"/>
          </p:nvPr>
        </p:nvSpPr>
        <p:spPr>
          <a:xfrm>
            <a:off x="4629150" y="2505075"/>
            <a:ext cx="38877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número de diapositiva 6">
            <a:extLst>
              <a:ext uri="{FF2B5EF4-FFF2-40B4-BE49-F238E27FC236}">
                <a16:creationId xmlns:a16="http://schemas.microsoft.com/office/drawing/2014/main" id="{C1F4FEA1-433F-6461-6C7B-BE330052A589}"/>
              </a:ext>
            </a:extLst>
          </p:cNvPr>
          <p:cNvSpPr>
            <a:spLocks noGrp="1"/>
          </p:cNvSpPr>
          <p:nvPr>
            <p:ph type="sldNum" sz="quarter" idx="10"/>
          </p:nvPr>
        </p:nvSpPr>
        <p:spPr/>
        <p:txBody>
          <a:bodyPr/>
          <a:lstStyle>
            <a:lvl1pPr>
              <a:defRPr/>
            </a:lvl1pPr>
          </a:lstStyle>
          <a:p>
            <a:r>
              <a:rPr lang="en-US" altLang="es-ES"/>
              <a:t>Chapter 9  Part 2   </a:t>
            </a:r>
            <a:fld id="{DA3B7997-BBBE-4185-8D1D-A906C97EC466}" type="slidenum">
              <a:rPr lang="en-US" altLang="es-ES"/>
              <a:pPr/>
              <a:t>‹Nº›</a:t>
            </a:fld>
            <a:endParaRPr lang="en-US" altLang="es-ES"/>
          </a:p>
        </p:txBody>
      </p:sp>
    </p:spTree>
    <p:extLst>
      <p:ext uri="{BB962C8B-B14F-4D97-AF65-F5344CB8AC3E}">
        <p14:creationId xmlns:p14="http://schemas.microsoft.com/office/powerpoint/2010/main" val="4114611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57EDFE-CA7D-2B4C-1B5A-5BAB083A862F}"/>
              </a:ext>
            </a:extLst>
          </p:cNvPr>
          <p:cNvSpPr>
            <a:spLocks noGrp="1"/>
          </p:cNvSpPr>
          <p:nvPr>
            <p:ph type="title"/>
          </p:nvPr>
        </p:nvSpPr>
        <p:spPr/>
        <p:txBody>
          <a:bodyPr/>
          <a:lstStyle/>
          <a:p>
            <a:r>
              <a:rPr lang="es-ES"/>
              <a:t>Haga clic para modificar el estilo de título del patrón</a:t>
            </a:r>
          </a:p>
        </p:txBody>
      </p:sp>
      <p:sp>
        <p:nvSpPr>
          <p:cNvPr id="3" name="Marcador de número de diapositiva 2">
            <a:extLst>
              <a:ext uri="{FF2B5EF4-FFF2-40B4-BE49-F238E27FC236}">
                <a16:creationId xmlns:a16="http://schemas.microsoft.com/office/drawing/2014/main" id="{0D5A46D6-0E94-BBCE-C455-5BB0D80041BC}"/>
              </a:ext>
            </a:extLst>
          </p:cNvPr>
          <p:cNvSpPr>
            <a:spLocks noGrp="1"/>
          </p:cNvSpPr>
          <p:nvPr>
            <p:ph type="sldNum" sz="quarter" idx="10"/>
          </p:nvPr>
        </p:nvSpPr>
        <p:spPr/>
        <p:txBody>
          <a:bodyPr/>
          <a:lstStyle>
            <a:lvl1pPr>
              <a:defRPr/>
            </a:lvl1pPr>
          </a:lstStyle>
          <a:p>
            <a:r>
              <a:rPr lang="en-US" altLang="es-ES"/>
              <a:t>Chapter 9  Part 2   </a:t>
            </a:r>
            <a:fld id="{4E0DBD97-AF41-4AF7-BD0C-0175EA5D81D3}" type="slidenum">
              <a:rPr lang="en-US" altLang="es-ES"/>
              <a:pPr/>
              <a:t>‹Nº›</a:t>
            </a:fld>
            <a:endParaRPr lang="en-US" altLang="es-ES"/>
          </a:p>
        </p:txBody>
      </p:sp>
    </p:spTree>
    <p:extLst>
      <p:ext uri="{BB962C8B-B14F-4D97-AF65-F5344CB8AC3E}">
        <p14:creationId xmlns:p14="http://schemas.microsoft.com/office/powerpoint/2010/main" val="402174293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DD77B6BA-4639-9E67-FAF3-27AAC42D1867}"/>
              </a:ext>
            </a:extLst>
          </p:cNvPr>
          <p:cNvSpPr>
            <a:spLocks noGrp="1"/>
          </p:cNvSpPr>
          <p:nvPr>
            <p:ph type="sldNum" sz="quarter" idx="10"/>
          </p:nvPr>
        </p:nvSpPr>
        <p:spPr/>
        <p:txBody>
          <a:bodyPr/>
          <a:lstStyle>
            <a:lvl1pPr>
              <a:defRPr/>
            </a:lvl1pPr>
          </a:lstStyle>
          <a:p>
            <a:r>
              <a:rPr lang="en-US" altLang="es-ES"/>
              <a:t>Chapter 9  Part 2   </a:t>
            </a:r>
            <a:fld id="{53315435-17BA-48A2-81A1-8EB6AE07B381}" type="slidenum">
              <a:rPr lang="en-US" altLang="es-ES"/>
              <a:pPr/>
              <a:t>‹Nº›</a:t>
            </a:fld>
            <a:endParaRPr lang="en-US" altLang="es-ES"/>
          </a:p>
        </p:txBody>
      </p:sp>
    </p:spTree>
    <p:extLst>
      <p:ext uri="{BB962C8B-B14F-4D97-AF65-F5344CB8AC3E}">
        <p14:creationId xmlns:p14="http://schemas.microsoft.com/office/powerpoint/2010/main" val="361218978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066F8A-54A2-D477-6473-E44C99D981D2}"/>
              </a:ext>
            </a:extLst>
          </p:cNvPr>
          <p:cNvSpPr>
            <a:spLocks noGrp="1"/>
          </p:cNvSpPr>
          <p:nvPr>
            <p:ph type="title"/>
          </p:nvPr>
        </p:nvSpPr>
        <p:spPr>
          <a:xfrm>
            <a:off x="630238" y="457200"/>
            <a:ext cx="2949575"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ABE894F-D3EB-C405-1CA5-2F243A3E4225}"/>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53ABF4E-857E-363B-D64C-770FB9E2645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número de diapositiva 4">
            <a:extLst>
              <a:ext uri="{FF2B5EF4-FFF2-40B4-BE49-F238E27FC236}">
                <a16:creationId xmlns:a16="http://schemas.microsoft.com/office/drawing/2014/main" id="{C449E580-9CB9-F108-55CA-25E20EFCBBB7}"/>
              </a:ext>
            </a:extLst>
          </p:cNvPr>
          <p:cNvSpPr>
            <a:spLocks noGrp="1"/>
          </p:cNvSpPr>
          <p:nvPr>
            <p:ph type="sldNum" sz="quarter" idx="10"/>
          </p:nvPr>
        </p:nvSpPr>
        <p:spPr/>
        <p:txBody>
          <a:bodyPr/>
          <a:lstStyle>
            <a:lvl1pPr>
              <a:defRPr/>
            </a:lvl1pPr>
          </a:lstStyle>
          <a:p>
            <a:r>
              <a:rPr lang="en-US" altLang="es-ES"/>
              <a:t>Chapter 9  Part 2   </a:t>
            </a:r>
            <a:fld id="{D95E0B4E-FFD2-4ED4-BCAF-E037EAC64D24}" type="slidenum">
              <a:rPr lang="en-US" altLang="es-ES"/>
              <a:pPr/>
              <a:t>‹Nº›</a:t>
            </a:fld>
            <a:endParaRPr lang="en-US" altLang="es-ES"/>
          </a:p>
        </p:txBody>
      </p:sp>
    </p:spTree>
    <p:extLst>
      <p:ext uri="{BB962C8B-B14F-4D97-AF65-F5344CB8AC3E}">
        <p14:creationId xmlns:p14="http://schemas.microsoft.com/office/powerpoint/2010/main" val="144662999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0AF008-51F9-DA32-239A-62B6ACB87BEB}"/>
              </a:ext>
            </a:extLst>
          </p:cNvPr>
          <p:cNvSpPr>
            <a:spLocks noGrp="1"/>
          </p:cNvSpPr>
          <p:nvPr>
            <p:ph type="title"/>
          </p:nvPr>
        </p:nvSpPr>
        <p:spPr>
          <a:xfrm>
            <a:off x="630238" y="457200"/>
            <a:ext cx="2949575"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477E92B8-2070-F75A-DC3C-7BB04C6D144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F03B9FF9-F9D4-36ED-F7B1-8FA3159193C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número de diapositiva 4">
            <a:extLst>
              <a:ext uri="{FF2B5EF4-FFF2-40B4-BE49-F238E27FC236}">
                <a16:creationId xmlns:a16="http://schemas.microsoft.com/office/drawing/2014/main" id="{95203A64-A715-467B-3FE8-6CC6EE6E14D1}"/>
              </a:ext>
            </a:extLst>
          </p:cNvPr>
          <p:cNvSpPr>
            <a:spLocks noGrp="1"/>
          </p:cNvSpPr>
          <p:nvPr>
            <p:ph type="sldNum" sz="quarter" idx="10"/>
          </p:nvPr>
        </p:nvSpPr>
        <p:spPr/>
        <p:txBody>
          <a:bodyPr/>
          <a:lstStyle>
            <a:lvl1pPr>
              <a:defRPr/>
            </a:lvl1pPr>
          </a:lstStyle>
          <a:p>
            <a:r>
              <a:rPr lang="en-US" altLang="es-ES"/>
              <a:t>Chapter 9  Part 2   </a:t>
            </a:r>
            <a:fld id="{9601969D-5E2B-4254-B058-9C0B58DAF9C0}" type="slidenum">
              <a:rPr lang="en-US" altLang="es-ES"/>
              <a:pPr/>
              <a:t>‹Nº›</a:t>
            </a:fld>
            <a:endParaRPr lang="en-US" altLang="es-ES"/>
          </a:p>
        </p:txBody>
      </p:sp>
    </p:spTree>
    <p:extLst>
      <p:ext uri="{BB962C8B-B14F-4D97-AF65-F5344CB8AC3E}">
        <p14:creationId xmlns:p14="http://schemas.microsoft.com/office/powerpoint/2010/main" val="157424177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B39137-25B4-FD19-40D3-D956BC28947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4A38658-FDF1-B8D1-D272-7CA64B58BCA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número de diapositiva 3">
            <a:extLst>
              <a:ext uri="{FF2B5EF4-FFF2-40B4-BE49-F238E27FC236}">
                <a16:creationId xmlns:a16="http://schemas.microsoft.com/office/drawing/2014/main" id="{35FD586F-5236-C9ED-AF06-49CA27AC00A5}"/>
              </a:ext>
            </a:extLst>
          </p:cNvPr>
          <p:cNvSpPr>
            <a:spLocks noGrp="1"/>
          </p:cNvSpPr>
          <p:nvPr>
            <p:ph type="sldNum" sz="quarter" idx="10"/>
          </p:nvPr>
        </p:nvSpPr>
        <p:spPr/>
        <p:txBody>
          <a:bodyPr/>
          <a:lstStyle>
            <a:lvl1pPr>
              <a:defRPr/>
            </a:lvl1pPr>
          </a:lstStyle>
          <a:p>
            <a:r>
              <a:rPr lang="en-US" altLang="es-ES"/>
              <a:t>Chapter 9  Part 2   </a:t>
            </a:r>
            <a:fld id="{A85302D0-4F04-48DF-8385-E425344ED1A1}" type="slidenum">
              <a:rPr lang="en-US" altLang="es-ES"/>
              <a:pPr/>
              <a:t>‹Nº›</a:t>
            </a:fld>
            <a:endParaRPr lang="en-US" altLang="es-ES"/>
          </a:p>
        </p:txBody>
      </p:sp>
    </p:spTree>
    <p:extLst>
      <p:ext uri="{BB962C8B-B14F-4D97-AF65-F5344CB8AC3E}">
        <p14:creationId xmlns:p14="http://schemas.microsoft.com/office/powerpoint/2010/main" val="96338952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24F0F3C-7E6A-0AAF-5C2F-2C012F9C7C7F}"/>
              </a:ext>
            </a:extLst>
          </p:cNvPr>
          <p:cNvSpPr>
            <a:spLocks noGrp="1"/>
          </p:cNvSpPr>
          <p:nvPr>
            <p:ph type="title" orient="vert"/>
          </p:nvPr>
        </p:nvSpPr>
        <p:spPr>
          <a:xfrm>
            <a:off x="6548438" y="0"/>
            <a:ext cx="1943100" cy="6342063"/>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8BD1092-C760-505C-C179-FCA275DFCB45}"/>
              </a:ext>
            </a:extLst>
          </p:cNvPr>
          <p:cNvSpPr>
            <a:spLocks noGrp="1"/>
          </p:cNvSpPr>
          <p:nvPr>
            <p:ph type="body" orient="vert" idx="1"/>
          </p:nvPr>
        </p:nvSpPr>
        <p:spPr>
          <a:xfrm>
            <a:off x="715963" y="0"/>
            <a:ext cx="5680075" cy="6342063"/>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número de diapositiva 3">
            <a:extLst>
              <a:ext uri="{FF2B5EF4-FFF2-40B4-BE49-F238E27FC236}">
                <a16:creationId xmlns:a16="http://schemas.microsoft.com/office/drawing/2014/main" id="{41012B90-C639-83E9-38DD-25738AEAE739}"/>
              </a:ext>
            </a:extLst>
          </p:cNvPr>
          <p:cNvSpPr>
            <a:spLocks noGrp="1"/>
          </p:cNvSpPr>
          <p:nvPr>
            <p:ph type="sldNum" sz="quarter" idx="10"/>
          </p:nvPr>
        </p:nvSpPr>
        <p:spPr/>
        <p:txBody>
          <a:bodyPr/>
          <a:lstStyle>
            <a:lvl1pPr>
              <a:defRPr/>
            </a:lvl1pPr>
          </a:lstStyle>
          <a:p>
            <a:r>
              <a:rPr lang="en-US" altLang="es-ES"/>
              <a:t>Chapter 9  Part 2   </a:t>
            </a:r>
            <a:fld id="{4E805E38-CA81-40C1-852B-A071F3F64BAA}" type="slidenum">
              <a:rPr lang="en-US" altLang="es-ES"/>
              <a:pPr/>
              <a:t>‹Nº›</a:t>
            </a:fld>
            <a:endParaRPr lang="en-US" altLang="es-ES"/>
          </a:p>
        </p:txBody>
      </p:sp>
    </p:spTree>
    <p:extLst>
      <p:ext uri="{BB962C8B-B14F-4D97-AF65-F5344CB8AC3E}">
        <p14:creationId xmlns:p14="http://schemas.microsoft.com/office/powerpoint/2010/main" val="324595614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9" name="Text Box 55">
            <a:extLst>
              <a:ext uri="{FF2B5EF4-FFF2-40B4-BE49-F238E27FC236}">
                <a16:creationId xmlns:a16="http://schemas.microsoft.com/office/drawing/2014/main" id="{99F02FE5-7D28-10FD-F3EA-ED52564F5129}"/>
              </a:ext>
            </a:extLst>
          </p:cNvPr>
          <p:cNvSpPr txBox="1">
            <a:spLocks noChangeArrowheads="1"/>
          </p:cNvSpPr>
          <p:nvPr userDrawn="1"/>
        </p:nvSpPr>
        <p:spPr bwMode="auto">
          <a:xfrm>
            <a:off x="696913" y="6338888"/>
            <a:ext cx="272891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8">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buFont typeface="Wingdings" panose="05000000000000000000" pitchFamily="2" charset="2"/>
              <a:buNone/>
            </a:pPr>
            <a:endParaRPr lang="es-ES" altLang="es-ES" sz="2800" u="none" baseline="0">
              <a:solidFill>
                <a:schemeClr val="accent2"/>
              </a:solidFill>
            </a:endParaRPr>
          </a:p>
        </p:txBody>
      </p:sp>
      <p:sp>
        <p:nvSpPr>
          <p:cNvPr id="1080" name="Rectangle 56">
            <a:extLst>
              <a:ext uri="{FF2B5EF4-FFF2-40B4-BE49-F238E27FC236}">
                <a16:creationId xmlns:a16="http://schemas.microsoft.com/office/drawing/2014/main" id="{7A5C6332-62DD-42C2-0CF2-FA4DB97786B9}"/>
              </a:ext>
            </a:extLst>
          </p:cNvPr>
          <p:cNvSpPr>
            <a:spLocks noGrp="1" noChangeArrowheads="1"/>
          </p:cNvSpPr>
          <p:nvPr>
            <p:ph type="sldNum" sz="quarter" idx="4"/>
          </p:nvPr>
        </p:nvSpPr>
        <p:spPr bwMode="auto">
          <a:xfrm>
            <a:off x="7034213" y="6515100"/>
            <a:ext cx="209867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600" b="0" u="none" baseline="0">
                <a:cs typeface="Times New Roman" panose="02020603050405020304" pitchFamily="18" charset="0"/>
              </a:defRPr>
            </a:lvl1pPr>
          </a:lstStyle>
          <a:p>
            <a:r>
              <a:rPr lang="en-US" altLang="es-ES"/>
              <a:t>Chapter 9  Part 2   </a:t>
            </a:r>
            <a:fld id="{65B7AD7C-46F3-4AE5-8714-75C365AD28CD}" type="slidenum">
              <a:rPr lang="en-US" altLang="es-ES">
                <a:cs typeface="+mn-cs"/>
              </a:rPr>
              <a:pPr/>
              <a:t>‹Nº›</a:t>
            </a:fld>
            <a:endParaRPr lang="en-US" altLang="es-ES">
              <a:cs typeface="+mn-cs"/>
            </a:endParaRPr>
          </a:p>
        </p:txBody>
      </p:sp>
      <p:sp>
        <p:nvSpPr>
          <p:cNvPr id="1081" name="Line 57">
            <a:extLst>
              <a:ext uri="{FF2B5EF4-FFF2-40B4-BE49-F238E27FC236}">
                <a16:creationId xmlns:a16="http://schemas.microsoft.com/office/drawing/2014/main" id="{4E39A646-5958-E8BD-BA3E-0C1725A881D2}"/>
              </a:ext>
            </a:extLst>
          </p:cNvPr>
          <p:cNvSpPr>
            <a:spLocks noChangeShapeType="1"/>
          </p:cNvSpPr>
          <p:nvPr userDrawn="1"/>
        </p:nvSpPr>
        <p:spPr bwMode="auto">
          <a:xfrm>
            <a:off x="581025" y="1173163"/>
            <a:ext cx="8015288" cy="0"/>
          </a:xfrm>
          <a:prstGeom prst="line">
            <a:avLst/>
          </a:prstGeom>
          <a:noFill/>
          <a:ln w="762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082" name="Rectangle 58">
            <a:extLst>
              <a:ext uri="{FF2B5EF4-FFF2-40B4-BE49-F238E27FC236}">
                <a16:creationId xmlns:a16="http://schemas.microsoft.com/office/drawing/2014/main" id="{F7349CA8-64C6-5D4D-ADD9-8C66AE28DC57}"/>
              </a:ext>
            </a:extLst>
          </p:cNvPr>
          <p:cNvSpPr>
            <a:spLocks noGrp="1" noChangeArrowheads="1"/>
          </p:cNvSpPr>
          <p:nvPr>
            <p:ph type="title"/>
          </p:nvPr>
        </p:nvSpPr>
        <p:spPr bwMode="auto">
          <a:xfrm>
            <a:off x="715963" y="0"/>
            <a:ext cx="7772400" cy="102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s-ES"/>
              <a:t>Click to edit Master title Style</a:t>
            </a:r>
          </a:p>
        </p:txBody>
      </p:sp>
      <p:sp>
        <p:nvSpPr>
          <p:cNvPr id="1083" name="Rectangle 59">
            <a:extLst>
              <a:ext uri="{FF2B5EF4-FFF2-40B4-BE49-F238E27FC236}">
                <a16:creationId xmlns:a16="http://schemas.microsoft.com/office/drawing/2014/main" id="{7783EEE6-6CA2-B049-C065-E8557FBDD999}"/>
              </a:ext>
            </a:extLst>
          </p:cNvPr>
          <p:cNvSpPr>
            <a:spLocks noGrp="1" noChangeArrowheads="1"/>
          </p:cNvSpPr>
          <p:nvPr>
            <p:ph type="body" idx="1"/>
          </p:nvPr>
        </p:nvSpPr>
        <p:spPr bwMode="auto">
          <a:xfrm>
            <a:off x="719138" y="1314450"/>
            <a:ext cx="7772400" cy="5027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s-ES"/>
              <a:t>Click to edit Master text styles</a:t>
            </a:r>
          </a:p>
          <a:p>
            <a:pPr lvl="1"/>
            <a:r>
              <a:rPr lang="en-US" altLang="es-ES"/>
              <a:t>Second level</a:t>
            </a:r>
          </a:p>
          <a:p>
            <a:pPr lvl="2"/>
            <a:r>
              <a:rPr lang="en-US" altLang="es-ES"/>
              <a:t>Third level</a:t>
            </a:r>
          </a:p>
          <a:p>
            <a:pPr lvl="3"/>
            <a:r>
              <a:rPr lang="en-US" altLang="es-ES"/>
              <a:t>Fourth level</a:t>
            </a:r>
          </a:p>
          <a:p>
            <a:pPr lvl="4"/>
            <a:r>
              <a:rPr lang="en-US" altLang="es-ES"/>
              <a:t>Fifth level</a:t>
            </a:r>
          </a:p>
        </p:txBody>
      </p:sp>
      <p:pic>
        <p:nvPicPr>
          <p:cNvPr id="1084" name="Picture 60">
            <a:extLst>
              <a:ext uri="{FF2B5EF4-FFF2-40B4-BE49-F238E27FC236}">
                <a16:creationId xmlns:a16="http://schemas.microsoft.com/office/drawing/2014/main" id="{C9461648-A571-DA49-6E8A-D72F119D21F8}"/>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09613" y="6346825"/>
            <a:ext cx="2365375" cy="41116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ftr="0" dt="0"/>
  <p:txStyles>
    <p:titleStyle>
      <a:lvl1pPr algn="l" rtl="0" eaLnBrk="0" fontAlgn="base" hangingPunct="0">
        <a:spcBef>
          <a:spcPct val="0"/>
        </a:spcBef>
        <a:spcAft>
          <a:spcPct val="0"/>
        </a:spcAft>
        <a:defRPr sz="3600" b="1" kern="1200">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Times New Roman" panose="02020603050405020304" pitchFamily="18" charset="0"/>
        </a:defRPr>
      </a:lvl2pPr>
      <a:lvl3pPr algn="l" rtl="0" eaLnBrk="0" fontAlgn="base" hangingPunct="0">
        <a:spcBef>
          <a:spcPct val="0"/>
        </a:spcBef>
        <a:spcAft>
          <a:spcPct val="0"/>
        </a:spcAft>
        <a:defRPr sz="3600" b="1">
          <a:solidFill>
            <a:schemeClr val="tx2"/>
          </a:solidFill>
          <a:latin typeface="Times New Roman" panose="02020603050405020304" pitchFamily="18" charset="0"/>
        </a:defRPr>
      </a:lvl3pPr>
      <a:lvl4pPr algn="l" rtl="0" eaLnBrk="0" fontAlgn="base" hangingPunct="0">
        <a:spcBef>
          <a:spcPct val="0"/>
        </a:spcBef>
        <a:spcAft>
          <a:spcPct val="0"/>
        </a:spcAft>
        <a:defRPr sz="3600" b="1">
          <a:solidFill>
            <a:schemeClr val="tx2"/>
          </a:solidFill>
          <a:latin typeface="Times New Roman" panose="02020603050405020304" pitchFamily="18" charset="0"/>
        </a:defRPr>
      </a:lvl4pPr>
      <a:lvl5pPr algn="l" rtl="0" eaLnBrk="0" fontAlgn="base" hangingPunct="0">
        <a:spcBef>
          <a:spcPct val="0"/>
        </a:spcBef>
        <a:spcAft>
          <a:spcPct val="0"/>
        </a:spcAft>
        <a:defRPr sz="3600" b="1">
          <a:solidFill>
            <a:schemeClr val="tx2"/>
          </a:solidFill>
          <a:latin typeface="Times New Roman" panose="02020603050405020304" pitchFamily="18" charset="0"/>
        </a:defRPr>
      </a:lvl5pPr>
      <a:lvl6pPr marL="457200" algn="l" rtl="0" eaLnBrk="0" fontAlgn="base" hangingPunct="0">
        <a:spcBef>
          <a:spcPct val="0"/>
        </a:spcBef>
        <a:spcAft>
          <a:spcPct val="0"/>
        </a:spcAft>
        <a:defRPr sz="3600" b="1">
          <a:solidFill>
            <a:schemeClr val="tx2"/>
          </a:solidFill>
          <a:latin typeface="Times New Roman" panose="02020603050405020304" pitchFamily="18" charset="0"/>
        </a:defRPr>
      </a:lvl6pPr>
      <a:lvl7pPr marL="914400" algn="l" rtl="0" eaLnBrk="0" fontAlgn="base" hangingPunct="0">
        <a:spcBef>
          <a:spcPct val="0"/>
        </a:spcBef>
        <a:spcAft>
          <a:spcPct val="0"/>
        </a:spcAft>
        <a:defRPr sz="3600" b="1">
          <a:solidFill>
            <a:schemeClr val="tx2"/>
          </a:solidFill>
          <a:latin typeface="Times New Roman" panose="02020603050405020304" pitchFamily="18" charset="0"/>
        </a:defRPr>
      </a:lvl7pPr>
      <a:lvl8pPr marL="1371600" algn="l" rtl="0" eaLnBrk="0" fontAlgn="base" hangingPunct="0">
        <a:spcBef>
          <a:spcPct val="0"/>
        </a:spcBef>
        <a:spcAft>
          <a:spcPct val="0"/>
        </a:spcAft>
        <a:defRPr sz="3600" b="1">
          <a:solidFill>
            <a:schemeClr val="tx2"/>
          </a:solidFill>
          <a:latin typeface="Times New Roman" panose="02020603050405020304" pitchFamily="18" charset="0"/>
        </a:defRPr>
      </a:lvl8pPr>
      <a:lvl9pPr marL="1828800" algn="l" rtl="0" eaLnBrk="0" fontAlgn="base" hangingPunct="0">
        <a:spcBef>
          <a:spcPct val="0"/>
        </a:spcBef>
        <a:spcAft>
          <a:spcPct val="0"/>
        </a:spcAft>
        <a:defRPr sz="3600" b="1">
          <a:solidFill>
            <a:schemeClr val="tx2"/>
          </a:solidFill>
          <a:latin typeface="Times New Roman" panose="02020603050405020304" pitchFamily="18" charset="0"/>
        </a:defRPr>
      </a:lvl9pPr>
    </p:titleStyle>
    <p:bodyStyle>
      <a:lvl1pPr marL="288925" indent="-288925" algn="l" rtl="0" eaLnBrk="0" fontAlgn="base" hangingPunct="0">
        <a:spcBef>
          <a:spcPct val="20000"/>
        </a:spcBef>
        <a:spcAft>
          <a:spcPct val="0"/>
        </a:spcAft>
        <a:buClr>
          <a:srgbClr val="3333FF"/>
        </a:buClr>
        <a:buFont typeface="Wingdings" panose="05000000000000000000" pitchFamily="2" charset="2"/>
        <a:buChar char="§"/>
        <a:defRPr sz="3200" b="1" kern="1200">
          <a:solidFill>
            <a:schemeClr val="tx1"/>
          </a:solidFill>
          <a:latin typeface="+mn-lt"/>
          <a:ea typeface="+mn-ea"/>
          <a:cs typeface="+mn-cs"/>
        </a:defRPr>
      </a:lvl1pPr>
      <a:lvl2pPr marL="692150" indent="-234950" algn="l" rtl="0" eaLnBrk="0" fontAlgn="base" hangingPunct="0">
        <a:spcBef>
          <a:spcPct val="20000"/>
        </a:spcBef>
        <a:spcAft>
          <a:spcPct val="0"/>
        </a:spcAft>
        <a:buClr>
          <a:srgbClr val="3333FF"/>
        </a:buClr>
        <a:buChar char="•"/>
        <a:defRPr sz="28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3333FF"/>
        </a:buClr>
        <a:buFont typeface="Wingdings" panose="05000000000000000000" pitchFamily="2" charset="2"/>
        <a:buChar char="§"/>
        <a:defRPr sz="2400" b="1" kern="1200">
          <a:solidFill>
            <a:schemeClr val="tx1"/>
          </a:solidFill>
          <a:latin typeface="+mn-lt"/>
          <a:ea typeface="+mn-ea"/>
          <a:cs typeface="+mn-cs"/>
        </a:defRPr>
      </a:lvl3pPr>
      <a:lvl4pPr marL="1544638" indent="-173038" algn="l" rtl="0" eaLnBrk="0" fontAlgn="base" hangingPunct="0">
        <a:spcBef>
          <a:spcPct val="20000"/>
        </a:spcBef>
        <a:spcAft>
          <a:spcPct val="0"/>
        </a:spcAft>
        <a:buClr>
          <a:srgbClr val="3333FF"/>
        </a:buClr>
        <a:buChar char="•"/>
        <a:defRPr sz="2000" b="1" kern="1200">
          <a:solidFill>
            <a:schemeClr val="tx1"/>
          </a:solidFill>
          <a:latin typeface="+mn-lt"/>
          <a:ea typeface="+mn-ea"/>
          <a:cs typeface="+mn-cs"/>
        </a:defRPr>
      </a:lvl4pPr>
      <a:lvl5pPr marL="2006600" indent="-177800" algn="l" rtl="0" eaLnBrk="0" fontAlgn="base" hangingPunct="0">
        <a:spcBef>
          <a:spcPct val="20000"/>
        </a:spcBef>
        <a:spcAft>
          <a:spcPct val="0"/>
        </a:spcAft>
        <a:buClr>
          <a:srgbClr val="3333FF"/>
        </a:buClr>
        <a:buFont typeface="Wingdings" panose="05000000000000000000" pitchFamily="2" charset="2"/>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9B4FB107-B314-33E5-3F65-2BA644B510C7}"/>
              </a:ext>
            </a:extLst>
          </p:cNvPr>
          <p:cNvSpPr>
            <a:spLocks noGrp="1"/>
          </p:cNvSpPr>
          <p:nvPr>
            <p:ph type="sldNum" sz="quarter" idx="10"/>
          </p:nvPr>
        </p:nvSpPr>
        <p:spPr/>
        <p:txBody>
          <a:bodyPr/>
          <a:lstStyle/>
          <a:p>
            <a:r>
              <a:rPr lang="en-US" altLang="es-ES"/>
              <a:t>Chapter 9  Part 2   </a:t>
            </a:r>
            <a:fld id="{D0F86A94-89A0-4784-AFC2-9E9B0AAE3154}" type="slidenum">
              <a:rPr lang="en-US" altLang="es-ES"/>
              <a:pPr/>
              <a:t>2</a:t>
            </a:fld>
            <a:endParaRPr lang="en-US" altLang="es-ES"/>
          </a:p>
        </p:txBody>
      </p:sp>
      <p:sp>
        <p:nvSpPr>
          <p:cNvPr id="836610" name="Rectangle 2">
            <a:extLst>
              <a:ext uri="{FF2B5EF4-FFF2-40B4-BE49-F238E27FC236}">
                <a16:creationId xmlns:a16="http://schemas.microsoft.com/office/drawing/2014/main" id="{0689D294-D618-0C11-4558-CA862B1FDAE1}"/>
              </a:ext>
            </a:extLst>
          </p:cNvPr>
          <p:cNvSpPr>
            <a:spLocks noGrp="1" noChangeArrowheads="1"/>
          </p:cNvSpPr>
          <p:nvPr>
            <p:ph type="title"/>
          </p:nvPr>
        </p:nvSpPr>
        <p:spPr/>
        <p:txBody>
          <a:bodyPr/>
          <a:lstStyle/>
          <a:p>
            <a:r>
              <a:rPr lang="en-US" altLang="es-ES"/>
              <a:t>Overview</a:t>
            </a:r>
          </a:p>
        </p:txBody>
      </p:sp>
      <p:sp>
        <p:nvSpPr>
          <p:cNvPr id="836611" name="Rectangle 3">
            <a:extLst>
              <a:ext uri="{FF2B5EF4-FFF2-40B4-BE49-F238E27FC236}">
                <a16:creationId xmlns:a16="http://schemas.microsoft.com/office/drawing/2014/main" id="{B34C6A89-2107-92A8-0D64-DA1B0B31D89F}"/>
              </a:ext>
            </a:extLst>
          </p:cNvPr>
          <p:cNvSpPr>
            <a:spLocks noGrp="1" noChangeArrowheads="1"/>
          </p:cNvSpPr>
          <p:nvPr>
            <p:ph type="body" idx="1"/>
          </p:nvPr>
        </p:nvSpPr>
        <p:spPr>
          <a:xfrm>
            <a:off x="673100" y="1181100"/>
            <a:ext cx="8077200" cy="4724400"/>
          </a:xfrm>
        </p:spPr>
        <p:txBody>
          <a:bodyPr/>
          <a:lstStyle/>
          <a:p>
            <a:pPr marL="342900" indent="-342900">
              <a:lnSpc>
                <a:spcPct val="90000"/>
              </a:lnSpc>
            </a:pPr>
            <a:r>
              <a:rPr lang="en-US" altLang="es-ES" sz="3600"/>
              <a:t>Part 1 – Datapaths</a:t>
            </a:r>
          </a:p>
          <a:p>
            <a:pPr marL="342900" indent="-342900">
              <a:lnSpc>
                <a:spcPct val="90000"/>
              </a:lnSpc>
            </a:pPr>
            <a:r>
              <a:rPr lang="en-US" altLang="es-ES" sz="3600"/>
              <a:t>Part 2 – A Simple Computer</a:t>
            </a:r>
            <a:endParaRPr lang="en-US" altLang="es-ES" sz="3600">
              <a:latin typeface="MS Shell Dlg" panose="020B0604020202020204" pitchFamily="34" charset="0"/>
            </a:endParaRPr>
          </a:p>
          <a:p>
            <a:pPr marL="742950" lvl="1" indent="-285750">
              <a:lnSpc>
                <a:spcPct val="90000"/>
              </a:lnSpc>
            </a:pPr>
            <a:r>
              <a:rPr lang="en-US" altLang="es-ES" sz="3200"/>
              <a:t>Instruction Set Architecture (ISA)</a:t>
            </a:r>
          </a:p>
          <a:p>
            <a:pPr marL="742950" lvl="1" indent="-285750">
              <a:lnSpc>
                <a:spcPct val="90000"/>
              </a:lnSpc>
            </a:pPr>
            <a:r>
              <a:rPr lang="en-US" altLang="es-ES" sz="3200"/>
              <a:t>Single-Cycle Hardwired Control</a:t>
            </a:r>
          </a:p>
          <a:p>
            <a:pPr lvl="2">
              <a:lnSpc>
                <a:spcPct val="90000"/>
              </a:lnSpc>
            </a:pPr>
            <a:r>
              <a:rPr lang="en-US" altLang="es-ES" sz="2800"/>
              <a:t>PC Function</a:t>
            </a:r>
          </a:p>
          <a:p>
            <a:pPr lvl="2">
              <a:lnSpc>
                <a:spcPct val="90000"/>
              </a:lnSpc>
            </a:pPr>
            <a:r>
              <a:rPr lang="en-US" altLang="es-ES" sz="2800"/>
              <a:t>Instruction Decoder</a:t>
            </a:r>
          </a:p>
          <a:p>
            <a:pPr lvl="2">
              <a:lnSpc>
                <a:spcPct val="90000"/>
              </a:lnSpc>
            </a:pPr>
            <a:r>
              <a:rPr lang="en-US" altLang="es-ES" sz="2800"/>
              <a:t>Example Instruction Execution</a:t>
            </a:r>
          </a:p>
          <a:p>
            <a:pPr marL="342900" indent="-342900">
              <a:lnSpc>
                <a:spcPct val="90000"/>
              </a:lnSpc>
            </a:pPr>
            <a:r>
              <a:rPr lang="en-US" altLang="es-ES" sz="3600"/>
              <a:t>Part 3 – Multiple Cycle Hardwired Control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366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3661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83661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83661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83661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83661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836611">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8366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6611"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B6A303D4-5283-0FD1-A68E-698E9E0A5A3F}"/>
              </a:ext>
            </a:extLst>
          </p:cNvPr>
          <p:cNvSpPr>
            <a:spLocks noGrp="1"/>
          </p:cNvSpPr>
          <p:nvPr>
            <p:ph type="sldNum" sz="quarter" idx="10"/>
          </p:nvPr>
        </p:nvSpPr>
        <p:spPr/>
        <p:txBody>
          <a:bodyPr/>
          <a:lstStyle/>
          <a:p>
            <a:r>
              <a:rPr lang="en-US" altLang="es-ES"/>
              <a:t>Chapter 9  Part 2   </a:t>
            </a:r>
            <a:fld id="{BAB1D7E5-08CA-4028-90FD-4BFCD344C184}" type="slidenum">
              <a:rPr lang="en-US" altLang="es-ES"/>
              <a:pPr/>
              <a:t>3</a:t>
            </a:fld>
            <a:endParaRPr lang="en-US" altLang="es-ES"/>
          </a:p>
        </p:txBody>
      </p:sp>
      <p:sp>
        <p:nvSpPr>
          <p:cNvPr id="835586" name="Rectangle 2">
            <a:extLst>
              <a:ext uri="{FF2B5EF4-FFF2-40B4-BE49-F238E27FC236}">
                <a16:creationId xmlns:a16="http://schemas.microsoft.com/office/drawing/2014/main" id="{249AE1E0-2949-6E9A-61C6-1CBE965197CF}"/>
              </a:ext>
            </a:extLst>
          </p:cNvPr>
          <p:cNvSpPr>
            <a:spLocks noGrp="1" noChangeArrowheads="1"/>
          </p:cNvSpPr>
          <p:nvPr>
            <p:ph type="title"/>
          </p:nvPr>
        </p:nvSpPr>
        <p:spPr/>
        <p:txBody>
          <a:bodyPr/>
          <a:lstStyle/>
          <a:p>
            <a:r>
              <a:rPr lang="en-US" altLang="es-ES" sz="3200"/>
              <a:t>Instruction Set Architecture (ISA) for Simple Computer (SC)</a:t>
            </a:r>
          </a:p>
        </p:txBody>
      </p:sp>
      <p:sp>
        <p:nvSpPr>
          <p:cNvPr id="835587" name="Rectangle 3">
            <a:extLst>
              <a:ext uri="{FF2B5EF4-FFF2-40B4-BE49-F238E27FC236}">
                <a16:creationId xmlns:a16="http://schemas.microsoft.com/office/drawing/2014/main" id="{0277E741-6CD8-A959-960E-2A42C5388601}"/>
              </a:ext>
            </a:extLst>
          </p:cNvPr>
          <p:cNvSpPr>
            <a:spLocks noGrp="1" noChangeArrowheads="1"/>
          </p:cNvSpPr>
          <p:nvPr>
            <p:ph type="body" idx="1"/>
          </p:nvPr>
        </p:nvSpPr>
        <p:spPr>
          <a:xfrm>
            <a:off x="719138" y="1187450"/>
            <a:ext cx="7772400" cy="5027613"/>
          </a:xfrm>
        </p:spPr>
        <p:txBody>
          <a:bodyPr/>
          <a:lstStyle/>
          <a:p>
            <a:r>
              <a:rPr lang="en-US" altLang="es-ES" sz="2400"/>
              <a:t>A programmable system uses a sequence of </a:t>
            </a:r>
            <a:r>
              <a:rPr lang="en-US" altLang="es-ES" sz="2400" i="1"/>
              <a:t>instructions</a:t>
            </a:r>
            <a:r>
              <a:rPr lang="en-US" altLang="es-ES" sz="2400"/>
              <a:t> to control its operation</a:t>
            </a:r>
          </a:p>
          <a:p>
            <a:r>
              <a:rPr lang="en-US" altLang="es-ES" sz="2400"/>
              <a:t>A typical instruction specifies:</a:t>
            </a:r>
          </a:p>
          <a:p>
            <a:pPr lvl="1"/>
            <a:r>
              <a:rPr lang="en-US" altLang="es-ES" sz="2000"/>
              <a:t>Operation to be performed</a:t>
            </a:r>
          </a:p>
          <a:p>
            <a:pPr lvl="1"/>
            <a:r>
              <a:rPr lang="en-US" altLang="es-ES" sz="2000"/>
              <a:t>Operands to use, and</a:t>
            </a:r>
          </a:p>
          <a:p>
            <a:pPr lvl="1"/>
            <a:r>
              <a:rPr lang="en-US" altLang="es-ES" sz="2000"/>
              <a:t>Where to place the result, or</a:t>
            </a:r>
          </a:p>
          <a:p>
            <a:pPr lvl="1"/>
            <a:r>
              <a:rPr lang="en-US" altLang="es-ES" sz="2000"/>
              <a:t>Which instruction to execute next</a:t>
            </a:r>
          </a:p>
          <a:p>
            <a:r>
              <a:rPr lang="en-US" altLang="es-ES" sz="2400"/>
              <a:t>Instructions are stored in RAM or ROM as a </a:t>
            </a:r>
            <a:r>
              <a:rPr lang="en-US" altLang="es-ES" sz="2400" i="1"/>
              <a:t>program</a:t>
            </a:r>
          </a:p>
          <a:p>
            <a:r>
              <a:rPr lang="en-US" altLang="es-ES" sz="2400"/>
              <a:t>The addresses for instructions in a computer are provided by a </a:t>
            </a:r>
            <a:r>
              <a:rPr lang="en-US" altLang="es-ES" sz="2400" i="1"/>
              <a:t>program counter (PC)</a:t>
            </a:r>
            <a:r>
              <a:rPr lang="en-US" altLang="es-ES" sz="2400"/>
              <a:t> that can</a:t>
            </a:r>
          </a:p>
          <a:p>
            <a:pPr lvl="1"/>
            <a:r>
              <a:rPr lang="en-US" altLang="es-ES" sz="2000"/>
              <a:t>Count up</a:t>
            </a:r>
          </a:p>
          <a:p>
            <a:pPr lvl="1"/>
            <a:r>
              <a:rPr lang="en-US" altLang="es-ES" sz="2000"/>
              <a:t>Load a new address based on an instruction and, optionally, status information</a:t>
            </a:r>
            <a:endParaRPr lang="en-US" altLang="es-ES" sz="24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35C14143-D11E-45C9-0747-CDDD0C960621}"/>
              </a:ext>
            </a:extLst>
          </p:cNvPr>
          <p:cNvSpPr>
            <a:spLocks noGrp="1"/>
          </p:cNvSpPr>
          <p:nvPr>
            <p:ph type="sldNum" sz="quarter" idx="10"/>
          </p:nvPr>
        </p:nvSpPr>
        <p:spPr/>
        <p:txBody>
          <a:bodyPr/>
          <a:lstStyle/>
          <a:p>
            <a:r>
              <a:rPr lang="en-US" altLang="es-ES"/>
              <a:t>Chapter 9  Part 2   </a:t>
            </a:r>
            <a:fld id="{EDA303AD-DB0C-4B31-8692-358C1D9844D6}" type="slidenum">
              <a:rPr lang="en-US" altLang="es-ES"/>
              <a:pPr/>
              <a:t>4</a:t>
            </a:fld>
            <a:endParaRPr lang="en-US" altLang="es-ES"/>
          </a:p>
        </p:txBody>
      </p:sp>
      <p:sp>
        <p:nvSpPr>
          <p:cNvPr id="837634" name="Rectangle 2">
            <a:extLst>
              <a:ext uri="{FF2B5EF4-FFF2-40B4-BE49-F238E27FC236}">
                <a16:creationId xmlns:a16="http://schemas.microsoft.com/office/drawing/2014/main" id="{C0E26156-6D53-04AE-126D-B0BC01D2719C}"/>
              </a:ext>
            </a:extLst>
          </p:cNvPr>
          <p:cNvSpPr>
            <a:spLocks noGrp="1" noChangeArrowheads="1"/>
          </p:cNvSpPr>
          <p:nvPr>
            <p:ph type="title"/>
          </p:nvPr>
        </p:nvSpPr>
        <p:spPr>
          <a:xfrm>
            <a:off x="715963" y="0"/>
            <a:ext cx="8267700" cy="1020763"/>
          </a:xfrm>
        </p:spPr>
        <p:txBody>
          <a:bodyPr/>
          <a:lstStyle/>
          <a:p>
            <a:r>
              <a:rPr lang="en-US" altLang="es-ES" sz="3200"/>
              <a:t>Instruction Set Architecture (ISA) </a:t>
            </a:r>
            <a:r>
              <a:rPr lang="en-US" altLang="es-ES" sz="3200" b="0"/>
              <a:t>(continued)</a:t>
            </a:r>
          </a:p>
        </p:txBody>
      </p:sp>
      <p:sp>
        <p:nvSpPr>
          <p:cNvPr id="837635" name="Rectangle 3">
            <a:extLst>
              <a:ext uri="{FF2B5EF4-FFF2-40B4-BE49-F238E27FC236}">
                <a16:creationId xmlns:a16="http://schemas.microsoft.com/office/drawing/2014/main" id="{744BA185-A472-14F6-EF81-D7B4A82D104D}"/>
              </a:ext>
            </a:extLst>
          </p:cNvPr>
          <p:cNvSpPr>
            <a:spLocks noGrp="1" noChangeArrowheads="1"/>
          </p:cNvSpPr>
          <p:nvPr>
            <p:ph type="body" idx="1"/>
          </p:nvPr>
        </p:nvSpPr>
        <p:spPr/>
        <p:txBody>
          <a:bodyPr/>
          <a:lstStyle/>
          <a:p>
            <a:r>
              <a:rPr lang="en-US" altLang="es-ES" sz="2800"/>
              <a:t>The PC and associated control logic are part of the Control Unit</a:t>
            </a:r>
          </a:p>
          <a:p>
            <a:r>
              <a:rPr lang="en-US" altLang="es-ES" sz="2800"/>
              <a:t>Executing an instruction - activating the necessary sequence of operations specified by the instruction</a:t>
            </a:r>
          </a:p>
          <a:p>
            <a:r>
              <a:rPr lang="en-US" altLang="es-ES" sz="2800"/>
              <a:t>Execution is controlled by the control unit and performed:</a:t>
            </a:r>
          </a:p>
          <a:p>
            <a:pPr lvl="1"/>
            <a:r>
              <a:rPr lang="en-US" altLang="es-ES" sz="2400"/>
              <a:t>In the datapath</a:t>
            </a:r>
          </a:p>
          <a:p>
            <a:pPr lvl="1"/>
            <a:r>
              <a:rPr lang="en-US" altLang="es-ES" sz="2400"/>
              <a:t>In the control unit</a:t>
            </a:r>
          </a:p>
          <a:p>
            <a:pPr lvl="1"/>
            <a:r>
              <a:rPr lang="en-US" altLang="es-ES" sz="2400"/>
              <a:t>In external hardware such as memory or input/output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6F8359B2-50F8-FCF7-A80B-C8229FB8B914}"/>
              </a:ext>
            </a:extLst>
          </p:cNvPr>
          <p:cNvSpPr>
            <a:spLocks noGrp="1"/>
          </p:cNvSpPr>
          <p:nvPr>
            <p:ph type="sldNum" sz="quarter" idx="10"/>
          </p:nvPr>
        </p:nvSpPr>
        <p:spPr/>
        <p:txBody>
          <a:bodyPr/>
          <a:lstStyle/>
          <a:p>
            <a:r>
              <a:rPr lang="en-US" altLang="es-ES"/>
              <a:t>Chapter 9  Part 2   </a:t>
            </a:r>
            <a:fld id="{3D2A5682-266D-4AB0-869A-8FDA200E757F}" type="slidenum">
              <a:rPr lang="en-US" altLang="es-ES"/>
              <a:pPr/>
              <a:t>5</a:t>
            </a:fld>
            <a:endParaRPr lang="en-US" altLang="es-ES"/>
          </a:p>
        </p:txBody>
      </p:sp>
      <p:sp>
        <p:nvSpPr>
          <p:cNvPr id="838658" name="Rectangle 2">
            <a:extLst>
              <a:ext uri="{FF2B5EF4-FFF2-40B4-BE49-F238E27FC236}">
                <a16:creationId xmlns:a16="http://schemas.microsoft.com/office/drawing/2014/main" id="{E1CC2193-7845-44FF-25BB-C9D7E892AB9B}"/>
              </a:ext>
            </a:extLst>
          </p:cNvPr>
          <p:cNvSpPr>
            <a:spLocks noGrp="1" noChangeArrowheads="1"/>
          </p:cNvSpPr>
          <p:nvPr>
            <p:ph type="title"/>
          </p:nvPr>
        </p:nvSpPr>
        <p:spPr>
          <a:xfrm>
            <a:off x="715963" y="0"/>
            <a:ext cx="8267700" cy="1020763"/>
          </a:xfrm>
        </p:spPr>
        <p:txBody>
          <a:bodyPr/>
          <a:lstStyle/>
          <a:p>
            <a:r>
              <a:rPr lang="en-US" altLang="es-ES" sz="3200"/>
              <a:t>ISA: Storage Resources</a:t>
            </a:r>
            <a:endParaRPr lang="en-US" altLang="es-ES" sz="3200" b="0"/>
          </a:p>
        </p:txBody>
      </p:sp>
      <p:sp>
        <p:nvSpPr>
          <p:cNvPr id="838659" name="Rectangle 3">
            <a:extLst>
              <a:ext uri="{FF2B5EF4-FFF2-40B4-BE49-F238E27FC236}">
                <a16:creationId xmlns:a16="http://schemas.microsoft.com/office/drawing/2014/main" id="{4446916A-05ED-6F96-6C68-808293FEA4C3}"/>
              </a:ext>
            </a:extLst>
          </p:cNvPr>
          <p:cNvSpPr>
            <a:spLocks noGrp="1" noChangeArrowheads="1"/>
          </p:cNvSpPr>
          <p:nvPr>
            <p:ph type="body" idx="1"/>
          </p:nvPr>
        </p:nvSpPr>
        <p:spPr>
          <a:xfrm>
            <a:off x="477838" y="1314450"/>
            <a:ext cx="7772400" cy="5027613"/>
          </a:xfrm>
        </p:spPr>
        <p:txBody>
          <a:bodyPr/>
          <a:lstStyle/>
          <a:p>
            <a:r>
              <a:rPr lang="en-US" altLang="es-ES" sz="2000"/>
              <a:t>The storage resources are "visible" to the programmer at the lowest software level (typically, machine or assembly language)</a:t>
            </a:r>
          </a:p>
          <a:p>
            <a:r>
              <a:rPr lang="en-US" altLang="es-ES" sz="2400"/>
              <a:t>Storage resources</a:t>
            </a:r>
            <a:br>
              <a:rPr lang="en-US" altLang="es-ES" sz="2400"/>
            </a:br>
            <a:r>
              <a:rPr lang="en-US" altLang="es-ES" sz="2400"/>
              <a:t>for the SC =&gt;</a:t>
            </a:r>
          </a:p>
          <a:p>
            <a:r>
              <a:rPr lang="en-US" altLang="es-ES" sz="2000"/>
              <a:t>Separate instruction and</a:t>
            </a:r>
            <a:br>
              <a:rPr lang="en-US" altLang="es-ES" sz="2000"/>
            </a:br>
            <a:r>
              <a:rPr lang="en-US" altLang="es-ES" sz="2000"/>
              <a:t>data memories imply</a:t>
            </a:r>
            <a:br>
              <a:rPr lang="en-US" altLang="es-ES" sz="2000"/>
            </a:br>
            <a:r>
              <a:rPr lang="en-US" altLang="es-ES" sz="2000"/>
              <a:t>"Harvard architecture"</a:t>
            </a:r>
          </a:p>
          <a:p>
            <a:r>
              <a:rPr lang="en-US" altLang="es-ES" sz="2000"/>
              <a:t>Done to permit use of</a:t>
            </a:r>
            <a:br>
              <a:rPr lang="en-US" altLang="es-ES" sz="2000"/>
            </a:br>
            <a:r>
              <a:rPr lang="en-US" altLang="es-ES" sz="2000"/>
              <a:t>single clock cycle per</a:t>
            </a:r>
            <a:br>
              <a:rPr lang="en-US" altLang="es-ES" sz="2000"/>
            </a:br>
            <a:r>
              <a:rPr lang="en-US" altLang="es-ES" sz="2000"/>
              <a:t>instruction implementation</a:t>
            </a:r>
          </a:p>
          <a:p>
            <a:r>
              <a:rPr lang="en-US" altLang="es-ES" sz="2000"/>
              <a:t>Due to use of "cache" in </a:t>
            </a:r>
            <a:br>
              <a:rPr lang="en-US" altLang="es-ES" sz="2000"/>
            </a:br>
            <a:r>
              <a:rPr lang="en-US" altLang="es-ES" sz="2000"/>
              <a:t>modern computer</a:t>
            </a:r>
            <a:br>
              <a:rPr lang="en-US" altLang="es-ES" sz="2000"/>
            </a:br>
            <a:r>
              <a:rPr lang="en-US" altLang="es-ES" sz="2000"/>
              <a:t>architectures, is a fairly</a:t>
            </a:r>
            <a:br>
              <a:rPr lang="en-US" altLang="es-ES" sz="2000"/>
            </a:br>
            <a:r>
              <a:rPr lang="en-US" altLang="es-ES" sz="2000"/>
              <a:t>realistic model</a:t>
            </a:r>
          </a:p>
          <a:p>
            <a:pPr>
              <a:buFont typeface="Wingdings" panose="05000000000000000000" pitchFamily="2" charset="2"/>
              <a:buNone/>
            </a:pPr>
            <a:endParaRPr lang="en-US" altLang="es-ES" sz="2000"/>
          </a:p>
          <a:p>
            <a:pPr>
              <a:buFont typeface="Wingdings" panose="05000000000000000000" pitchFamily="2" charset="2"/>
              <a:buNone/>
            </a:pPr>
            <a:endParaRPr lang="en-US" altLang="es-ES" sz="2400"/>
          </a:p>
        </p:txBody>
      </p:sp>
      <p:sp>
        <p:nvSpPr>
          <p:cNvPr id="838661" name="Freeform 5">
            <a:extLst>
              <a:ext uri="{FF2B5EF4-FFF2-40B4-BE49-F238E27FC236}">
                <a16:creationId xmlns:a16="http://schemas.microsoft.com/office/drawing/2014/main" id="{BDD1EDCA-333F-E685-4F8F-D89CF519992E}"/>
              </a:ext>
            </a:extLst>
          </p:cNvPr>
          <p:cNvSpPr>
            <a:spLocks/>
          </p:cNvSpPr>
          <p:nvPr/>
        </p:nvSpPr>
        <p:spPr bwMode="auto">
          <a:xfrm>
            <a:off x="4144963" y="2265363"/>
            <a:ext cx="2066925" cy="2065337"/>
          </a:xfrm>
          <a:custGeom>
            <a:avLst/>
            <a:gdLst>
              <a:gd name="T0" fmla="*/ 0 w 1302"/>
              <a:gd name="T1" fmla="*/ 0 h 1301"/>
              <a:gd name="T2" fmla="*/ 1302 w 1302"/>
              <a:gd name="T3" fmla="*/ 0 h 1301"/>
              <a:gd name="T4" fmla="*/ 1302 w 1302"/>
              <a:gd name="T5" fmla="*/ 1301 h 1301"/>
              <a:gd name="T6" fmla="*/ 0 w 1302"/>
              <a:gd name="T7" fmla="*/ 1301 h 1301"/>
              <a:gd name="T8" fmla="*/ 0 w 1302"/>
              <a:gd name="T9" fmla="*/ 0 h 1301"/>
              <a:gd name="T10" fmla="*/ 0 w 1302"/>
              <a:gd name="T11" fmla="*/ 0 h 1301"/>
            </a:gdLst>
            <a:ahLst/>
            <a:cxnLst>
              <a:cxn ang="0">
                <a:pos x="T0" y="T1"/>
              </a:cxn>
              <a:cxn ang="0">
                <a:pos x="T2" y="T3"/>
              </a:cxn>
              <a:cxn ang="0">
                <a:pos x="T4" y="T5"/>
              </a:cxn>
              <a:cxn ang="0">
                <a:pos x="T6" y="T7"/>
              </a:cxn>
              <a:cxn ang="0">
                <a:pos x="T8" y="T9"/>
              </a:cxn>
              <a:cxn ang="0">
                <a:pos x="T10" y="T11"/>
              </a:cxn>
            </a:cxnLst>
            <a:rect l="0" t="0" r="r" b="b"/>
            <a:pathLst>
              <a:path w="1302" h="1301">
                <a:moveTo>
                  <a:pt x="0" y="0"/>
                </a:moveTo>
                <a:lnTo>
                  <a:pt x="1302" y="0"/>
                </a:lnTo>
                <a:lnTo>
                  <a:pt x="1302" y="1301"/>
                </a:lnTo>
                <a:lnTo>
                  <a:pt x="0" y="1301"/>
                </a:lnTo>
                <a:lnTo>
                  <a:pt x="0" y="0"/>
                </a:lnTo>
                <a:lnTo>
                  <a:pt x="0" y="0"/>
                </a:lnTo>
                <a:close/>
              </a:path>
            </a:pathLst>
          </a:custGeom>
          <a:noFill/>
          <a:ln w="23813" cap="flat">
            <a:solidFill>
              <a:srgbClr val="00A0C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8662" name="Freeform 6">
            <a:extLst>
              <a:ext uri="{FF2B5EF4-FFF2-40B4-BE49-F238E27FC236}">
                <a16:creationId xmlns:a16="http://schemas.microsoft.com/office/drawing/2014/main" id="{E1E8606D-4490-196E-5C25-BBBCDB68767F}"/>
              </a:ext>
            </a:extLst>
          </p:cNvPr>
          <p:cNvSpPr>
            <a:spLocks/>
          </p:cNvSpPr>
          <p:nvPr/>
        </p:nvSpPr>
        <p:spPr bwMode="auto">
          <a:xfrm>
            <a:off x="4144963" y="4606925"/>
            <a:ext cx="2066925" cy="2065338"/>
          </a:xfrm>
          <a:custGeom>
            <a:avLst/>
            <a:gdLst>
              <a:gd name="T0" fmla="*/ 0 w 1302"/>
              <a:gd name="T1" fmla="*/ 0 h 1301"/>
              <a:gd name="T2" fmla="*/ 1302 w 1302"/>
              <a:gd name="T3" fmla="*/ 0 h 1301"/>
              <a:gd name="T4" fmla="*/ 1302 w 1302"/>
              <a:gd name="T5" fmla="*/ 1301 h 1301"/>
              <a:gd name="T6" fmla="*/ 0 w 1302"/>
              <a:gd name="T7" fmla="*/ 1301 h 1301"/>
              <a:gd name="T8" fmla="*/ 0 w 1302"/>
              <a:gd name="T9" fmla="*/ 0 h 1301"/>
              <a:gd name="T10" fmla="*/ 0 w 1302"/>
              <a:gd name="T11" fmla="*/ 0 h 1301"/>
            </a:gdLst>
            <a:ahLst/>
            <a:cxnLst>
              <a:cxn ang="0">
                <a:pos x="T0" y="T1"/>
              </a:cxn>
              <a:cxn ang="0">
                <a:pos x="T2" y="T3"/>
              </a:cxn>
              <a:cxn ang="0">
                <a:pos x="T4" y="T5"/>
              </a:cxn>
              <a:cxn ang="0">
                <a:pos x="T6" y="T7"/>
              </a:cxn>
              <a:cxn ang="0">
                <a:pos x="T8" y="T9"/>
              </a:cxn>
              <a:cxn ang="0">
                <a:pos x="T10" y="T11"/>
              </a:cxn>
            </a:cxnLst>
            <a:rect l="0" t="0" r="r" b="b"/>
            <a:pathLst>
              <a:path w="1302" h="1301">
                <a:moveTo>
                  <a:pt x="0" y="0"/>
                </a:moveTo>
                <a:lnTo>
                  <a:pt x="1302" y="0"/>
                </a:lnTo>
                <a:lnTo>
                  <a:pt x="1302" y="1301"/>
                </a:lnTo>
                <a:lnTo>
                  <a:pt x="0" y="1301"/>
                </a:lnTo>
                <a:lnTo>
                  <a:pt x="0" y="0"/>
                </a:lnTo>
                <a:lnTo>
                  <a:pt x="0" y="0"/>
                </a:lnTo>
                <a:close/>
              </a:path>
            </a:pathLst>
          </a:custGeom>
          <a:noFill/>
          <a:ln w="23813" cap="flat">
            <a:solidFill>
              <a:srgbClr val="00A0C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8663" name="Freeform 7">
            <a:extLst>
              <a:ext uri="{FF2B5EF4-FFF2-40B4-BE49-F238E27FC236}">
                <a16:creationId xmlns:a16="http://schemas.microsoft.com/office/drawing/2014/main" id="{399D73B3-EDF2-D4C0-15C6-EB52E8DF492E}"/>
              </a:ext>
            </a:extLst>
          </p:cNvPr>
          <p:cNvSpPr>
            <a:spLocks/>
          </p:cNvSpPr>
          <p:nvPr/>
        </p:nvSpPr>
        <p:spPr bwMode="auto">
          <a:xfrm>
            <a:off x="6486525" y="3240088"/>
            <a:ext cx="2065338" cy="2066925"/>
          </a:xfrm>
          <a:custGeom>
            <a:avLst/>
            <a:gdLst>
              <a:gd name="T0" fmla="*/ 0 w 1301"/>
              <a:gd name="T1" fmla="*/ 0 h 1302"/>
              <a:gd name="T2" fmla="*/ 1301 w 1301"/>
              <a:gd name="T3" fmla="*/ 0 h 1302"/>
              <a:gd name="T4" fmla="*/ 1301 w 1301"/>
              <a:gd name="T5" fmla="*/ 1302 h 1302"/>
              <a:gd name="T6" fmla="*/ 0 w 1301"/>
              <a:gd name="T7" fmla="*/ 1302 h 1302"/>
              <a:gd name="T8" fmla="*/ 0 w 1301"/>
              <a:gd name="T9" fmla="*/ 0 h 1302"/>
              <a:gd name="T10" fmla="*/ 0 w 1301"/>
              <a:gd name="T11" fmla="*/ 0 h 1302"/>
            </a:gdLst>
            <a:ahLst/>
            <a:cxnLst>
              <a:cxn ang="0">
                <a:pos x="T0" y="T1"/>
              </a:cxn>
              <a:cxn ang="0">
                <a:pos x="T2" y="T3"/>
              </a:cxn>
              <a:cxn ang="0">
                <a:pos x="T4" y="T5"/>
              </a:cxn>
              <a:cxn ang="0">
                <a:pos x="T6" y="T7"/>
              </a:cxn>
              <a:cxn ang="0">
                <a:pos x="T8" y="T9"/>
              </a:cxn>
              <a:cxn ang="0">
                <a:pos x="T10" y="T11"/>
              </a:cxn>
            </a:cxnLst>
            <a:rect l="0" t="0" r="r" b="b"/>
            <a:pathLst>
              <a:path w="1301" h="1302">
                <a:moveTo>
                  <a:pt x="0" y="0"/>
                </a:moveTo>
                <a:lnTo>
                  <a:pt x="1301" y="0"/>
                </a:lnTo>
                <a:lnTo>
                  <a:pt x="1301" y="1302"/>
                </a:lnTo>
                <a:lnTo>
                  <a:pt x="0" y="1302"/>
                </a:lnTo>
                <a:lnTo>
                  <a:pt x="0" y="0"/>
                </a:lnTo>
                <a:lnTo>
                  <a:pt x="0" y="0"/>
                </a:lnTo>
                <a:close/>
              </a:path>
            </a:pathLst>
          </a:custGeom>
          <a:noFill/>
          <a:ln w="23813" cap="flat">
            <a:solidFill>
              <a:srgbClr val="00A0C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8664" name="Freeform 8">
            <a:extLst>
              <a:ext uri="{FF2B5EF4-FFF2-40B4-BE49-F238E27FC236}">
                <a16:creationId xmlns:a16="http://schemas.microsoft.com/office/drawing/2014/main" id="{F8AF443D-0C01-DA28-3424-779DD0EBF035}"/>
              </a:ext>
            </a:extLst>
          </p:cNvPr>
          <p:cNvSpPr>
            <a:spLocks/>
          </p:cNvSpPr>
          <p:nvPr/>
        </p:nvSpPr>
        <p:spPr bwMode="auto">
          <a:xfrm>
            <a:off x="6486525" y="2287588"/>
            <a:ext cx="2065338" cy="677862"/>
          </a:xfrm>
          <a:custGeom>
            <a:avLst/>
            <a:gdLst>
              <a:gd name="T0" fmla="*/ 0 w 1301"/>
              <a:gd name="T1" fmla="*/ 0 h 427"/>
              <a:gd name="T2" fmla="*/ 1301 w 1301"/>
              <a:gd name="T3" fmla="*/ 0 h 427"/>
              <a:gd name="T4" fmla="*/ 1301 w 1301"/>
              <a:gd name="T5" fmla="*/ 427 h 427"/>
              <a:gd name="T6" fmla="*/ 0 w 1301"/>
              <a:gd name="T7" fmla="*/ 427 h 427"/>
              <a:gd name="T8" fmla="*/ 0 w 1301"/>
              <a:gd name="T9" fmla="*/ 0 h 427"/>
              <a:gd name="T10" fmla="*/ 0 w 1301"/>
              <a:gd name="T11" fmla="*/ 0 h 427"/>
            </a:gdLst>
            <a:ahLst/>
            <a:cxnLst>
              <a:cxn ang="0">
                <a:pos x="T0" y="T1"/>
              </a:cxn>
              <a:cxn ang="0">
                <a:pos x="T2" y="T3"/>
              </a:cxn>
              <a:cxn ang="0">
                <a:pos x="T4" y="T5"/>
              </a:cxn>
              <a:cxn ang="0">
                <a:pos x="T6" y="T7"/>
              </a:cxn>
              <a:cxn ang="0">
                <a:pos x="T8" y="T9"/>
              </a:cxn>
              <a:cxn ang="0">
                <a:pos x="T10" y="T11"/>
              </a:cxn>
            </a:cxnLst>
            <a:rect l="0" t="0" r="r" b="b"/>
            <a:pathLst>
              <a:path w="1301" h="427">
                <a:moveTo>
                  <a:pt x="0" y="0"/>
                </a:moveTo>
                <a:lnTo>
                  <a:pt x="1301" y="0"/>
                </a:lnTo>
                <a:lnTo>
                  <a:pt x="1301" y="427"/>
                </a:lnTo>
                <a:lnTo>
                  <a:pt x="0" y="427"/>
                </a:lnTo>
                <a:lnTo>
                  <a:pt x="0" y="0"/>
                </a:lnTo>
                <a:lnTo>
                  <a:pt x="0" y="0"/>
                </a:lnTo>
                <a:close/>
              </a:path>
            </a:pathLst>
          </a:custGeom>
          <a:noFill/>
          <a:ln w="23813" cap="flat">
            <a:solidFill>
              <a:srgbClr val="00A0C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8665" name="Rectangle 9">
            <a:extLst>
              <a:ext uri="{FF2B5EF4-FFF2-40B4-BE49-F238E27FC236}">
                <a16:creationId xmlns:a16="http://schemas.microsoft.com/office/drawing/2014/main" id="{AE43343A-37FE-2424-8515-BEAA41468731}"/>
              </a:ext>
            </a:extLst>
          </p:cNvPr>
          <p:cNvSpPr>
            <a:spLocks noChangeArrowheads="1"/>
          </p:cNvSpPr>
          <p:nvPr/>
        </p:nvSpPr>
        <p:spPr bwMode="auto">
          <a:xfrm>
            <a:off x="4738688" y="2921000"/>
            <a:ext cx="1092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800" u="none" baseline="0">
                <a:solidFill>
                  <a:srgbClr val="000000"/>
                </a:solidFill>
              </a:rPr>
              <a:t>Instruction</a:t>
            </a:r>
            <a:endParaRPr lang="en-US" altLang="es-ES" sz="4400"/>
          </a:p>
        </p:txBody>
      </p:sp>
      <p:sp>
        <p:nvSpPr>
          <p:cNvPr id="838666" name="Rectangle 10">
            <a:extLst>
              <a:ext uri="{FF2B5EF4-FFF2-40B4-BE49-F238E27FC236}">
                <a16:creationId xmlns:a16="http://schemas.microsoft.com/office/drawing/2014/main" id="{B79FC5BB-8A10-5F4A-C9CF-D99335DC09FC}"/>
              </a:ext>
            </a:extLst>
          </p:cNvPr>
          <p:cNvSpPr>
            <a:spLocks noChangeArrowheads="1"/>
          </p:cNvSpPr>
          <p:nvPr/>
        </p:nvSpPr>
        <p:spPr bwMode="auto">
          <a:xfrm>
            <a:off x="4846638" y="3127375"/>
            <a:ext cx="812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800" u="none" baseline="0">
                <a:solidFill>
                  <a:srgbClr val="000000"/>
                </a:solidFill>
              </a:rPr>
              <a:t>memory</a:t>
            </a:r>
            <a:endParaRPr lang="en-US" altLang="es-ES" sz="4400"/>
          </a:p>
        </p:txBody>
      </p:sp>
      <p:sp>
        <p:nvSpPr>
          <p:cNvPr id="838667" name="Rectangle 11">
            <a:extLst>
              <a:ext uri="{FF2B5EF4-FFF2-40B4-BE49-F238E27FC236}">
                <a16:creationId xmlns:a16="http://schemas.microsoft.com/office/drawing/2014/main" id="{AE26431E-EE4D-63C6-3344-3C88A4DD9338}"/>
              </a:ext>
            </a:extLst>
          </p:cNvPr>
          <p:cNvSpPr>
            <a:spLocks noChangeArrowheads="1"/>
          </p:cNvSpPr>
          <p:nvPr/>
        </p:nvSpPr>
        <p:spPr bwMode="auto">
          <a:xfrm>
            <a:off x="4852988" y="339725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2</a:t>
            </a:r>
            <a:endParaRPr lang="en-US" altLang="es-ES" sz="4400"/>
          </a:p>
        </p:txBody>
      </p:sp>
      <p:sp>
        <p:nvSpPr>
          <p:cNvPr id="838668" name="Rectangle 12">
            <a:extLst>
              <a:ext uri="{FF2B5EF4-FFF2-40B4-BE49-F238E27FC236}">
                <a16:creationId xmlns:a16="http://schemas.microsoft.com/office/drawing/2014/main" id="{9268B849-A226-67EE-2DEF-640911BB2E81}"/>
              </a:ext>
            </a:extLst>
          </p:cNvPr>
          <p:cNvSpPr>
            <a:spLocks noChangeArrowheads="1"/>
          </p:cNvSpPr>
          <p:nvPr/>
        </p:nvSpPr>
        <p:spPr bwMode="auto">
          <a:xfrm>
            <a:off x="4957763" y="3371850"/>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15</a:t>
            </a:r>
            <a:endParaRPr lang="en-US" altLang="es-ES" sz="4400"/>
          </a:p>
        </p:txBody>
      </p:sp>
      <p:sp>
        <p:nvSpPr>
          <p:cNvPr id="838669" name="Rectangle 13">
            <a:extLst>
              <a:ext uri="{FF2B5EF4-FFF2-40B4-BE49-F238E27FC236}">
                <a16:creationId xmlns:a16="http://schemas.microsoft.com/office/drawing/2014/main" id="{6817192D-D827-B5C5-59B4-4CA34F356458}"/>
              </a:ext>
            </a:extLst>
          </p:cNvPr>
          <p:cNvSpPr>
            <a:spLocks noChangeArrowheads="1"/>
          </p:cNvSpPr>
          <p:nvPr/>
        </p:nvSpPr>
        <p:spPr bwMode="auto">
          <a:xfrm>
            <a:off x="5157788" y="3371850"/>
            <a:ext cx="1349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latin typeface="Helvetica" panose="020B0604020202020204" pitchFamily="34" charset="0"/>
              </a:rPr>
              <a:t>x</a:t>
            </a:r>
            <a:endParaRPr lang="en-US" altLang="es-ES" sz="4400">
              <a:latin typeface="Helvetica" panose="020B0604020202020204" pitchFamily="34" charset="0"/>
            </a:endParaRPr>
          </a:p>
        </p:txBody>
      </p:sp>
      <p:sp>
        <p:nvSpPr>
          <p:cNvPr id="838670" name="Rectangle 14">
            <a:extLst>
              <a:ext uri="{FF2B5EF4-FFF2-40B4-BE49-F238E27FC236}">
                <a16:creationId xmlns:a16="http://schemas.microsoft.com/office/drawing/2014/main" id="{90AAC821-191A-0A3E-A79C-AB1104AF92D0}"/>
              </a:ext>
            </a:extLst>
          </p:cNvPr>
          <p:cNvSpPr>
            <a:spLocks noChangeArrowheads="1"/>
          </p:cNvSpPr>
          <p:nvPr/>
        </p:nvSpPr>
        <p:spPr bwMode="auto">
          <a:xfrm>
            <a:off x="5273675" y="3397250"/>
            <a:ext cx="301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 16</a:t>
            </a:r>
            <a:endParaRPr lang="en-US" altLang="es-ES" sz="4400"/>
          </a:p>
        </p:txBody>
      </p:sp>
      <p:sp>
        <p:nvSpPr>
          <p:cNvPr id="838671" name="Rectangle 15">
            <a:extLst>
              <a:ext uri="{FF2B5EF4-FFF2-40B4-BE49-F238E27FC236}">
                <a16:creationId xmlns:a16="http://schemas.microsoft.com/office/drawing/2014/main" id="{B59B0F53-22A5-4C69-E46A-4D517C2527BA}"/>
              </a:ext>
            </a:extLst>
          </p:cNvPr>
          <p:cNvSpPr>
            <a:spLocks noChangeArrowheads="1"/>
          </p:cNvSpPr>
          <p:nvPr/>
        </p:nvSpPr>
        <p:spPr bwMode="auto">
          <a:xfrm>
            <a:off x="4979988" y="5275263"/>
            <a:ext cx="469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800" u="none" baseline="0">
                <a:solidFill>
                  <a:srgbClr val="000000"/>
                </a:solidFill>
              </a:rPr>
              <a:t>Data</a:t>
            </a:r>
            <a:endParaRPr lang="en-US" altLang="es-ES" sz="4400"/>
          </a:p>
        </p:txBody>
      </p:sp>
      <p:sp>
        <p:nvSpPr>
          <p:cNvPr id="838672" name="Rectangle 16">
            <a:extLst>
              <a:ext uri="{FF2B5EF4-FFF2-40B4-BE49-F238E27FC236}">
                <a16:creationId xmlns:a16="http://schemas.microsoft.com/office/drawing/2014/main" id="{CBD2CC24-243E-87DF-CFAD-1C9D0777A981}"/>
              </a:ext>
            </a:extLst>
          </p:cNvPr>
          <p:cNvSpPr>
            <a:spLocks noChangeArrowheads="1"/>
          </p:cNvSpPr>
          <p:nvPr/>
        </p:nvSpPr>
        <p:spPr bwMode="auto">
          <a:xfrm>
            <a:off x="4846638" y="5481638"/>
            <a:ext cx="812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800" u="none" baseline="0">
                <a:solidFill>
                  <a:srgbClr val="000000"/>
                </a:solidFill>
              </a:rPr>
              <a:t>memory</a:t>
            </a:r>
            <a:endParaRPr lang="en-US" altLang="es-ES" sz="4400"/>
          </a:p>
        </p:txBody>
      </p:sp>
      <p:sp>
        <p:nvSpPr>
          <p:cNvPr id="838673" name="Rectangle 17">
            <a:extLst>
              <a:ext uri="{FF2B5EF4-FFF2-40B4-BE49-F238E27FC236}">
                <a16:creationId xmlns:a16="http://schemas.microsoft.com/office/drawing/2014/main" id="{030064B8-06C4-437F-47B9-827CC1347F22}"/>
              </a:ext>
            </a:extLst>
          </p:cNvPr>
          <p:cNvSpPr>
            <a:spLocks noChangeArrowheads="1"/>
          </p:cNvSpPr>
          <p:nvPr/>
        </p:nvSpPr>
        <p:spPr bwMode="auto">
          <a:xfrm>
            <a:off x="4852988" y="5738813"/>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2</a:t>
            </a:r>
            <a:endParaRPr lang="en-US" altLang="es-ES" sz="4400"/>
          </a:p>
        </p:txBody>
      </p:sp>
      <p:sp>
        <p:nvSpPr>
          <p:cNvPr id="838674" name="Rectangle 18">
            <a:extLst>
              <a:ext uri="{FF2B5EF4-FFF2-40B4-BE49-F238E27FC236}">
                <a16:creationId xmlns:a16="http://schemas.microsoft.com/office/drawing/2014/main" id="{1D7B8626-ADC2-9D57-23A0-6EE14AA505C3}"/>
              </a:ext>
            </a:extLst>
          </p:cNvPr>
          <p:cNvSpPr>
            <a:spLocks noChangeArrowheads="1"/>
          </p:cNvSpPr>
          <p:nvPr/>
        </p:nvSpPr>
        <p:spPr bwMode="auto">
          <a:xfrm>
            <a:off x="4957763" y="5713413"/>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15</a:t>
            </a:r>
            <a:endParaRPr lang="en-US" altLang="es-ES" sz="4400"/>
          </a:p>
        </p:txBody>
      </p:sp>
      <p:sp>
        <p:nvSpPr>
          <p:cNvPr id="838675" name="Rectangle 19">
            <a:extLst>
              <a:ext uri="{FF2B5EF4-FFF2-40B4-BE49-F238E27FC236}">
                <a16:creationId xmlns:a16="http://schemas.microsoft.com/office/drawing/2014/main" id="{4DAA6BDD-3952-DB61-253D-0EFA7CE85B71}"/>
              </a:ext>
            </a:extLst>
          </p:cNvPr>
          <p:cNvSpPr>
            <a:spLocks noChangeArrowheads="1"/>
          </p:cNvSpPr>
          <p:nvPr/>
        </p:nvSpPr>
        <p:spPr bwMode="auto">
          <a:xfrm>
            <a:off x="5119688" y="5711825"/>
            <a:ext cx="1952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 </a:t>
            </a:r>
            <a:r>
              <a:rPr lang="en-US" altLang="es-ES" sz="1900" u="none" baseline="0">
                <a:solidFill>
                  <a:srgbClr val="000000"/>
                </a:solidFill>
                <a:latin typeface="Helvetica" panose="020B0604020202020204" pitchFamily="34" charset="0"/>
              </a:rPr>
              <a:t>x</a:t>
            </a:r>
            <a:endParaRPr lang="en-US" altLang="es-ES" sz="4400">
              <a:latin typeface="Helvetica" panose="020B0604020202020204" pitchFamily="34" charset="0"/>
            </a:endParaRPr>
          </a:p>
        </p:txBody>
      </p:sp>
      <p:sp>
        <p:nvSpPr>
          <p:cNvPr id="838676" name="Rectangle 20">
            <a:extLst>
              <a:ext uri="{FF2B5EF4-FFF2-40B4-BE49-F238E27FC236}">
                <a16:creationId xmlns:a16="http://schemas.microsoft.com/office/drawing/2014/main" id="{6ED1786F-4736-64BF-20A9-3307322187A5}"/>
              </a:ext>
            </a:extLst>
          </p:cNvPr>
          <p:cNvSpPr>
            <a:spLocks noChangeArrowheads="1"/>
          </p:cNvSpPr>
          <p:nvPr/>
        </p:nvSpPr>
        <p:spPr bwMode="auto">
          <a:xfrm>
            <a:off x="5273675" y="5738813"/>
            <a:ext cx="301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 16</a:t>
            </a:r>
            <a:endParaRPr lang="en-US" altLang="es-ES" sz="4400"/>
          </a:p>
        </p:txBody>
      </p:sp>
      <p:sp>
        <p:nvSpPr>
          <p:cNvPr id="838677" name="Rectangle 21">
            <a:extLst>
              <a:ext uri="{FF2B5EF4-FFF2-40B4-BE49-F238E27FC236}">
                <a16:creationId xmlns:a16="http://schemas.microsoft.com/office/drawing/2014/main" id="{72A51DB5-9422-D00D-19E7-630AA923A1A7}"/>
              </a:ext>
            </a:extLst>
          </p:cNvPr>
          <p:cNvSpPr>
            <a:spLocks noChangeArrowheads="1"/>
          </p:cNvSpPr>
          <p:nvPr/>
        </p:nvSpPr>
        <p:spPr bwMode="auto">
          <a:xfrm>
            <a:off x="6943725" y="4025900"/>
            <a:ext cx="1174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800" u="none" baseline="0">
                <a:solidFill>
                  <a:srgbClr val="000000"/>
                </a:solidFill>
              </a:rPr>
              <a:t>Register file</a:t>
            </a:r>
            <a:endParaRPr lang="en-US" altLang="es-ES" sz="4400"/>
          </a:p>
        </p:txBody>
      </p:sp>
      <p:sp>
        <p:nvSpPr>
          <p:cNvPr id="838678" name="Rectangle 22">
            <a:extLst>
              <a:ext uri="{FF2B5EF4-FFF2-40B4-BE49-F238E27FC236}">
                <a16:creationId xmlns:a16="http://schemas.microsoft.com/office/drawing/2014/main" id="{E4D1E6BD-4100-D656-94A0-52E3A3CCE9A5}"/>
              </a:ext>
            </a:extLst>
          </p:cNvPr>
          <p:cNvSpPr>
            <a:spLocks noChangeArrowheads="1"/>
          </p:cNvSpPr>
          <p:nvPr/>
        </p:nvSpPr>
        <p:spPr bwMode="auto">
          <a:xfrm>
            <a:off x="7259638" y="4270375"/>
            <a:ext cx="114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800" u="none" baseline="0">
                <a:solidFill>
                  <a:srgbClr val="000000"/>
                </a:solidFill>
              </a:rPr>
              <a:t>8</a:t>
            </a:r>
            <a:endParaRPr lang="en-US" altLang="es-ES" sz="4400"/>
          </a:p>
        </p:txBody>
      </p:sp>
      <p:sp>
        <p:nvSpPr>
          <p:cNvPr id="838679" name="Rectangle 23">
            <a:extLst>
              <a:ext uri="{FF2B5EF4-FFF2-40B4-BE49-F238E27FC236}">
                <a16:creationId xmlns:a16="http://schemas.microsoft.com/office/drawing/2014/main" id="{1336B7AE-034C-1DE7-AA11-9A65E3484B6E}"/>
              </a:ext>
            </a:extLst>
          </p:cNvPr>
          <p:cNvSpPr>
            <a:spLocks noChangeArrowheads="1"/>
          </p:cNvSpPr>
          <p:nvPr/>
        </p:nvSpPr>
        <p:spPr bwMode="auto">
          <a:xfrm>
            <a:off x="7435850" y="4168775"/>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2800" u="none">
                <a:latin typeface="Helvetica" panose="020B0604020202020204" pitchFamily="34" charset="0"/>
              </a:rPr>
              <a:t>x</a:t>
            </a:r>
          </a:p>
        </p:txBody>
      </p:sp>
      <p:sp>
        <p:nvSpPr>
          <p:cNvPr id="838680" name="Rectangle 24">
            <a:extLst>
              <a:ext uri="{FF2B5EF4-FFF2-40B4-BE49-F238E27FC236}">
                <a16:creationId xmlns:a16="http://schemas.microsoft.com/office/drawing/2014/main" id="{3B709C57-35CD-388A-0185-2AA47584AA61}"/>
              </a:ext>
            </a:extLst>
          </p:cNvPr>
          <p:cNvSpPr>
            <a:spLocks noChangeArrowheads="1"/>
          </p:cNvSpPr>
          <p:nvPr/>
        </p:nvSpPr>
        <p:spPr bwMode="auto">
          <a:xfrm>
            <a:off x="7550150" y="4270375"/>
            <a:ext cx="285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800" u="none" baseline="0">
                <a:solidFill>
                  <a:srgbClr val="000000"/>
                </a:solidFill>
              </a:rPr>
              <a:t> 16</a:t>
            </a:r>
            <a:endParaRPr lang="en-US" altLang="es-ES" sz="4400"/>
          </a:p>
        </p:txBody>
      </p:sp>
      <p:sp>
        <p:nvSpPr>
          <p:cNvPr id="838681" name="Rectangle 25">
            <a:extLst>
              <a:ext uri="{FF2B5EF4-FFF2-40B4-BE49-F238E27FC236}">
                <a16:creationId xmlns:a16="http://schemas.microsoft.com/office/drawing/2014/main" id="{A66AB569-CB77-19A3-D666-489DB50C911B}"/>
              </a:ext>
            </a:extLst>
          </p:cNvPr>
          <p:cNvSpPr>
            <a:spLocks noChangeArrowheads="1"/>
          </p:cNvSpPr>
          <p:nvPr/>
        </p:nvSpPr>
        <p:spPr bwMode="auto">
          <a:xfrm>
            <a:off x="6691313" y="2378075"/>
            <a:ext cx="1682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800" u="none" baseline="0">
                <a:solidFill>
                  <a:srgbClr val="000000"/>
                </a:solidFill>
              </a:rPr>
              <a:t>Program counter</a:t>
            </a:r>
            <a:endParaRPr lang="en-US" altLang="es-ES" sz="4400"/>
          </a:p>
        </p:txBody>
      </p:sp>
      <p:sp>
        <p:nvSpPr>
          <p:cNvPr id="838682" name="Rectangle 26">
            <a:extLst>
              <a:ext uri="{FF2B5EF4-FFF2-40B4-BE49-F238E27FC236}">
                <a16:creationId xmlns:a16="http://schemas.microsoft.com/office/drawing/2014/main" id="{6C024BB4-8C5C-2763-30D4-17B4F540D885}"/>
              </a:ext>
            </a:extLst>
          </p:cNvPr>
          <p:cNvSpPr>
            <a:spLocks noChangeArrowheads="1"/>
          </p:cNvSpPr>
          <p:nvPr/>
        </p:nvSpPr>
        <p:spPr bwMode="auto">
          <a:xfrm>
            <a:off x="7326313" y="2622550"/>
            <a:ext cx="4841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(PC)</a:t>
            </a:r>
            <a:endParaRPr lang="en-US" altLang="es-ES" sz="440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1B2B7376-1147-555F-4A68-95AA6ACCC76A}"/>
              </a:ext>
            </a:extLst>
          </p:cNvPr>
          <p:cNvSpPr>
            <a:spLocks noGrp="1"/>
          </p:cNvSpPr>
          <p:nvPr>
            <p:ph type="sldNum" sz="quarter" idx="10"/>
          </p:nvPr>
        </p:nvSpPr>
        <p:spPr/>
        <p:txBody>
          <a:bodyPr/>
          <a:lstStyle/>
          <a:p>
            <a:r>
              <a:rPr lang="en-US" altLang="es-ES"/>
              <a:t>Chapter 9  Part 2   </a:t>
            </a:r>
            <a:fld id="{CA2F35A0-A32D-4CAF-A319-BFAC15B7344C}" type="slidenum">
              <a:rPr lang="en-US" altLang="es-ES"/>
              <a:pPr/>
              <a:t>6</a:t>
            </a:fld>
            <a:endParaRPr lang="en-US" altLang="es-ES"/>
          </a:p>
        </p:txBody>
      </p:sp>
      <p:sp>
        <p:nvSpPr>
          <p:cNvPr id="839682" name="Rectangle 2">
            <a:extLst>
              <a:ext uri="{FF2B5EF4-FFF2-40B4-BE49-F238E27FC236}">
                <a16:creationId xmlns:a16="http://schemas.microsoft.com/office/drawing/2014/main" id="{98FE8960-ABA0-822D-D93F-45498DAAE560}"/>
              </a:ext>
            </a:extLst>
          </p:cNvPr>
          <p:cNvSpPr>
            <a:spLocks noGrp="1" noChangeArrowheads="1"/>
          </p:cNvSpPr>
          <p:nvPr>
            <p:ph type="title"/>
          </p:nvPr>
        </p:nvSpPr>
        <p:spPr/>
        <p:txBody>
          <a:bodyPr/>
          <a:lstStyle/>
          <a:p>
            <a:r>
              <a:rPr lang="en-US" altLang="es-ES"/>
              <a:t>ISA: Instruction Format</a:t>
            </a:r>
          </a:p>
        </p:txBody>
      </p:sp>
      <p:sp>
        <p:nvSpPr>
          <p:cNvPr id="839683" name="Rectangle 3">
            <a:extLst>
              <a:ext uri="{FF2B5EF4-FFF2-40B4-BE49-F238E27FC236}">
                <a16:creationId xmlns:a16="http://schemas.microsoft.com/office/drawing/2014/main" id="{E6477C49-09CA-466B-1181-8ACFD71C3AE1}"/>
              </a:ext>
            </a:extLst>
          </p:cNvPr>
          <p:cNvSpPr>
            <a:spLocks noGrp="1" noChangeArrowheads="1"/>
          </p:cNvSpPr>
          <p:nvPr>
            <p:ph type="body" idx="1"/>
          </p:nvPr>
        </p:nvSpPr>
        <p:spPr/>
        <p:txBody>
          <a:bodyPr/>
          <a:lstStyle/>
          <a:p>
            <a:r>
              <a:rPr lang="en-US" altLang="es-ES" sz="2800"/>
              <a:t>A instruction consists of a bit vector</a:t>
            </a:r>
          </a:p>
          <a:p>
            <a:r>
              <a:rPr lang="en-US" altLang="es-ES" sz="2800"/>
              <a:t>The </a:t>
            </a:r>
            <a:r>
              <a:rPr lang="en-US" altLang="es-ES" sz="2800" i="1"/>
              <a:t>fields</a:t>
            </a:r>
            <a:r>
              <a:rPr lang="en-US" altLang="es-ES" sz="2800"/>
              <a:t> of an instruction are subvectors representing specific functions and having specific binary codes defined</a:t>
            </a:r>
          </a:p>
          <a:p>
            <a:r>
              <a:rPr lang="en-US" altLang="es-ES" sz="2800"/>
              <a:t>The </a:t>
            </a:r>
            <a:r>
              <a:rPr lang="en-US" altLang="es-ES" sz="2800" i="1"/>
              <a:t>format</a:t>
            </a:r>
            <a:r>
              <a:rPr lang="en-US" altLang="es-ES" sz="2800"/>
              <a:t> of an instruction defines the subvectors and their function </a:t>
            </a:r>
          </a:p>
          <a:p>
            <a:r>
              <a:rPr lang="en-US" altLang="es-ES" sz="2800"/>
              <a:t>An ISA usually contains multiple formats</a:t>
            </a:r>
          </a:p>
          <a:p>
            <a:r>
              <a:rPr lang="en-US" altLang="es-ES" sz="2800"/>
              <a:t>The SC ISA contains the three formats presented on the next slide</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7E0C009D-7CB7-9E5D-73BE-A8C811690839}"/>
              </a:ext>
            </a:extLst>
          </p:cNvPr>
          <p:cNvSpPr>
            <a:spLocks noGrp="1"/>
          </p:cNvSpPr>
          <p:nvPr>
            <p:ph type="sldNum" sz="quarter" idx="10"/>
          </p:nvPr>
        </p:nvSpPr>
        <p:spPr/>
        <p:txBody>
          <a:bodyPr/>
          <a:lstStyle/>
          <a:p>
            <a:r>
              <a:rPr lang="en-US" altLang="es-ES"/>
              <a:t>Chapter 9  Part 2   </a:t>
            </a:r>
            <a:fld id="{23C0EAF4-345E-4DFA-9C2C-3A44EBCC4170}" type="slidenum">
              <a:rPr lang="en-US" altLang="es-ES"/>
              <a:pPr/>
              <a:t>7</a:t>
            </a:fld>
            <a:endParaRPr lang="en-US" altLang="es-ES"/>
          </a:p>
        </p:txBody>
      </p:sp>
      <p:sp>
        <p:nvSpPr>
          <p:cNvPr id="843778" name="Rectangle 2">
            <a:extLst>
              <a:ext uri="{FF2B5EF4-FFF2-40B4-BE49-F238E27FC236}">
                <a16:creationId xmlns:a16="http://schemas.microsoft.com/office/drawing/2014/main" id="{EA9A4D96-E87F-5D53-3A92-376141A81288}"/>
              </a:ext>
            </a:extLst>
          </p:cNvPr>
          <p:cNvSpPr>
            <a:spLocks noGrp="1" noChangeArrowheads="1"/>
          </p:cNvSpPr>
          <p:nvPr>
            <p:ph type="title"/>
          </p:nvPr>
        </p:nvSpPr>
        <p:spPr/>
        <p:txBody>
          <a:bodyPr/>
          <a:lstStyle/>
          <a:p>
            <a:r>
              <a:rPr lang="en-US" altLang="es-ES"/>
              <a:t>ISA: Instruction Format</a:t>
            </a:r>
          </a:p>
        </p:txBody>
      </p:sp>
      <p:sp>
        <p:nvSpPr>
          <p:cNvPr id="843779" name="Rectangle 3">
            <a:extLst>
              <a:ext uri="{FF2B5EF4-FFF2-40B4-BE49-F238E27FC236}">
                <a16:creationId xmlns:a16="http://schemas.microsoft.com/office/drawing/2014/main" id="{B7B14A72-C9AE-568D-83D1-B21B3B4BA48D}"/>
              </a:ext>
            </a:extLst>
          </p:cNvPr>
          <p:cNvSpPr>
            <a:spLocks noGrp="1" noChangeArrowheads="1"/>
          </p:cNvSpPr>
          <p:nvPr>
            <p:ph type="body" idx="1"/>
          </p:nvPr>
        </p:nvSpPr>
        <p:spPr>
          <a:xfrm>
            <a:off x="477838" y="4552950"/>
            <a:ext cx="7772400" cy="1331913"/>
          </a:xfrm>
        </p:spPr>
        <p:txBody>
          <a:bodyPr/>
          <a:lstStyle/>
          <a:p>
            <a:r>
              <a:rPr lang="en-US" altLang="es-ES" sz="2000"/>
              <a:t>The three formats are: Register, Immediate, and Jump and Branch</a:t>
            </a:r>
          </a:p>
          <a:p>
            <a:r>
              <a:rPr lang="en-US" altLang="es-ES" sz="2000"/>
              <a:t>All formats contain an Opcode field in bits 9 through 15.</a:t>
            </a:r>
          </a:p>
          <a:p>
            <a:r>
              <a:rPr lang="en-US" altLang="es-ES" sz="2000"/>
              <a:t>The Opcode specifies the operation to be performed</a:t>
            </a:r>
          </a:p>
          <a:p>
            <a:r>
              <a:rPr lang="en-US" altLang="es-ES" sz="2000"/>
              <a:t>More details on each format are provided on the next three slides</a:t>
            </a:r>
          </a:p>
          <a:p>
            <a:endParaRPr lang="en-US" altLang="es-ES" sz="2000"/>
          </a:p>
        </p:txBody>
      </p:sp>
      <p:grpSp>
        <p:nvGrpSpPr>
          <p:cNvPr id="843841" name="Group 65">
            <a:extLst>
              <a:ext uri="{FF2B5EF4-FFF2-40B4-BE49-F238E27FC236}">
                <a16:creationId xmlns:a16="http://schemas.microsoft.com/office/drawing/2014/main" id="{EFCFD80A-EC84-C7F5-4BAB-7103998B7B1E}"/>
              </a:ext>
            </a:extLst>
          </p:cNvPr>
          <p:cNvGrpSpPr>
            <a:grpSpLocks/>
          </p:cNvGrpSpPr>
          <p:nvPr/>
        </p:nvGrpSpPr>
        <p:grpSpPr bwMode="auto">
          <a:xfrm>
            <a:off x="1033463" y="1179513"/>
            <a:ext cx="6553200" cy="3389312"/>
            <a:chOff x="651" y="743"/>
            <a:chExt cx="4128" cy="2135"/>
          </a:xfrm>
        </p:grpSpPr>
        <p:sp>
          <p:nvSpPr>
            <p:cNvPr id="843820" name="Rectangle 44">
              <a:extLst>
                <a:ext uri="{FF2B5EF4-FFF2-40B4-BE49-F238E27FC236}">
                  <a16:creationId xmlns:a16="http://schemas.microsoft.com/office/drawing/2014/main" id="{FAEAA271-CD35-F56B-7DE7-9E977D094D85}"/>
                </a:ext>
              </a:extLst>
            </p:cNvPr>
            <p:cNvSpPr>
              <a:spLocks noChangeArrowheads="1"/>
            </p:cNvSpPr>
            <p:nvPr/>
          </p:nvSpPr>
          <p:spPr bwMode="auto">
            <a:xfrm>
              <a:off x="2286" y="2744"/>
              <a:ext cx="10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(c) Jump and Branch</a:t>
              </a:r>
              <a:endParaRPr lang="en-US" altLang="es-ES" sz="4000"/>
            </a:p>
          </p:txBody>
        </p:sp>
        <p:grpSp>
          <p:nvGrpSpPr>
            <p:cNvPr id="843840" name="Group 64">
              <a:extLst>
                <a:ext uri="{FF2B5EF4-FFF2-40B4-BE49-F238E27FC236}">
                  <a16:creationId xmlns:a16="http://schemas.microsoft.com/office/drawing/2014/main" id="{1CBC4B6B-6E3C-2B0C-84ED-DC7C9EA73DA4}"/>
                </a:ext>
              </a:extLst>
            </p:cNvPr>
            <p:cNvGrpSpPr>
              <a:grpSpLocks/>
            </p:cNvGrpSpPr>
            <p:nvPr/>
          </p:nvGrpSpPr>
          <p:grpSpPr bwMode="auto">
            <a:xfrm>
              <a:off x="651" y="743"/>
              <a:ext cx="4128" cy="1914"/>
              <a:chOff x="651" y="791"/>
              <a:chExt cx="4152" cy="2026"/>
            </a:xfrm>
          </p:grpSpPr>
          <p:sp>
            <p:nvSpPr>
              <p:cNvPr id="843781" name="Rectangle 5">
                <a:extLst>
                  <a:ext uri="{FF2B5EF4-FFF2-40B4-BE49-F238E27FC236}">
                    <a16:creationId xmlns:a16="http://schemas.microsoft.com/office/drawing/2014/main" id="{8FFA5D10-A173-CDCE-AA94-9F9F93AA1F24}"/>
                  </a:ext>
                </a:extLst>
              </p:cNvPr>
              <p:cNvSpPr>
                <a:spLocks noChangeArrowheads="1"/>
              </p:cNvSpPr>
              <p:nvPr/>
            </p:nvSpPr>
            <p:spPr bwMode="auto">
              <a:xfrm>
                <a:off x="2466" y="1330"/>
                <a:ext cx="58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(a) Register</a:t>
                </a:r>
                <a:endParaRPr lang="en-US" altLang="es-ES" sz="4000"/>
              </a:p>
            </p:txBody>
          </p:sp>
          <p:sp>
            <p:nvSpPr>
              <p:cNvPr id="843782" name="Freeform 6">
                <a:extLst>
                  <a:ext uri="{FF2B5EF4-FFF2-40B4-BE49-F238E27FC236}">
                    <a16:creationId xmlns:a16="http://schemas.microsoft.com/office/drawing/2014/main" id="{C088BBC8-274E-A1C1-CACF-67D97F2CD013}"/>
                  </a:ext>
                </a:extLst>
              </p:cNvPr>
              <p:cNvSpPr>
                <a:spLocks/>
              </p:cNvSpPr>
              <p:nvPr/>
            </p:nvSpPr>
            <p:spPr bwMode="auto">
              <a:xfrm>
                <a:off x="651" y="929"/>
                <a:ext cx="4131" cy="342"/>
              </a:xfrm>
              <a:custGeom>
                <a:avLst/>
                <a:gdLst>
                  <a:gd name="T0" fmla="*/ 0 w 4131"/>
                  <a:gd name="T1" fmla="*/ 0 h 342"/>
                  <a:gd name="T2" fmla="*/ 4131 w 4131"/>
                  <a:gd name="T3" fmla="*/ 0 h 342"/>
                  <a:gd name="T4" fmla="*/ 4131 w 4131"/>
                  <a:gd name="T5" fmla="*/ 342 h 342"/>
                  <a:gd name="T6" fmla="*/ 0 w 4131"/>
                  <a:gd name="T7" fmla="*/ 342 h 342"/>
                  <a:gd name="T8" fmla="*/ 0 w 4131"/>
                  <a:gd name="T9" fmla="*/ 0 h 342"/>
                  <a:gd name="T10" fmla="*/ 0 w 4131"/>
                  <a:gd name="T11" fmla="*/ 0 h 342"/>
                </a:gdLst>
                <a:ahLst/>
                <a:cxnLst>
                  <a:cxn ang="0">
                    <a:pos x="T0" y="T1"/>
                  </a:cxn>
                  <a:cxn ang="0">
                    <a:pos x="T2" y="T3"/>
                  </a:cxn>
                  <a:cxn ang="0">
                    <a:pos x="T4" y="T5"/>
                  </a:cxn>
                  <a:cxn ang="0">
                    <a:pos x="T6" y="T7"/>
                  </a:cxn>
                  <a:cxn ang="0">
                    <a:pos x="T8" y="T9"/>
                  </a:cxn>
                  <a:cxn ang="0">
                    <a:pos x="T10" y="T11"/>
                  </a:cxn>
                </a:cxnLst>
                <a:rect l="0" t="0" r="r" b="b"/>
                <a:pathLst>
                  <a:path w="4131" h="342">
                    <a:moveTo>
                      <a:pt x="0" y="0"/>
                    </a:moveTo>
                    <a:lnTo>
                      <a:pt x="4131" y="0"/>
                    </a:lnTo>
                    <a:lnTo>
                      <a:pt x="4131" y="342"/>
                    </a:lnTo>
                    <a:lnTo>
                      <a:pt x="0" y="342"/>
                    </a:lnTo>
                    <a:lnTo>
                      <a:pt x="0" y="0"/>
                    </a:lnTo>
                    <a:lnTo>
                      <a:pt x="0" y="0"/>
                    </a:lnTo>
                    <a:close/>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3783" name="Line 7">
                <a:extLst>
                  <a:ext uri="{FF2B5EF4-FFF2-40B4-BE49-F238E27FC236}">
                    <a16:creationId xmlns:a16="http://schemas.microsoft.com/office/drawing/2014/main" id="{78A3CF2D-9883-49A3-FFD1-FCB3CBA3B663}"/>
                  </a:ext>
                </a:extLst>
              </p:cNvPr>
              <p:cNvSpPr>
                <a:spLocks noChangeShapeType="1"/>
              </p:cNvSpPr>
              <p:nvPr/>
            </p:nvSpPr>
            <p:spPr bwMode="auto">
              <a:xfrm>
                <a:off x="2462" y="929"/>
                <a:ext cx="1" cy="34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3784" name="Line 8">
                <a:extLst>
                  <a:ext uri="{FF2B5EF4-FFF2-40B4-BE49-F238E27FC236}">
                    <a16:creationId xmlns:a16="http://schemas.microsoft.com/office/drawing/2014/main" id="{A7DB982A-09E0-E14C-DA14-EF538B0E58E6}"/>
                  </a:ext>
                </a:extLst>
              </p:cNvPr>
              <p:cNvSpPr>
                <a:spLocks noChangeShapeType="1"/>
              </p:cNvSpPr>
              <p:nvPr/>
            </p:nvSpPr>
            <p:spPr bwMode="auto">
              <a:xfrm>
                <a:off x="3232" y="929"/>
                <a:ext cx="1" cy="34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3785" name="Line 9">
                <a:extLst>
                  <a:ext uri="{FF2B5EF4-FFF2-40B4-BE49-F238E27FC236}">
                    <a16:creationId xmlns:a16="http://schemas.microsoft.com/office/drawing/2014/main" id="{74F70E51-0E08-F0C6-569D-77B80583AC56}"/>
                  </a:ext>
                </a:extLst>
              </p:cNvPr>
              <p:cNvSpPr>
                <a:spLocks noChangeShapeType="1"/>
              </p:cNvSpPr>
              <p:nvPr/>
            </p:nvSpPr>
            <p:spPr bwMode="auto">
              <a:xfrm>
                <a:off x="4002" y="929"/>
                <a:ext cx="1" cy="34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3786" name="Rectangle 10">
                <a:extLst>
                  <a:ext uri="{FF2B5EF4-FFF2-40B4-BE49-F238E27FC236}">
                    <a16:creationId xmlns:a16="http://schemas.microsoft.com/office/drawing/2014/main" id="{9478E9B1-3667-B54B-4582-F20F38DB8AB7}"/>
                  </a:ext>
                </a:extLst>
              </p:cNvPr>
              <p:cNvSpPr>
                <a:spLocks noChangeArrowheads="1"/>
              </p:cNvSpPr>
              <p:nvPr/>
            </p:nvSpPr>
            <p:spPr bwMode="auto">
              <a:xfrm>
                <a:off x="1434" y="1060"/>
                <a:ext cx="38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Opcode</a:t>
                </a:r>
                <a:endParaRPr lang="en-US" altLang="es-ES" sz="4000"/>
              </a:p>
            </p:txBody>
          </p:sp>
          <p:sp>
            <p:nvSpPr>
              <p:cNvPr id="843787" name="Rectangle 11">
                <a:extLst>
                  <a:ext uri="{FF2B5EF4-FFF2-40B4-BE49-F238E27FC236}">
                    <a16:creationId xmlns:a16="http://schemas.microsoft.com/office/drawing/2014/main" id="{EA0B17EF-5DC4-55AA-A8D0-7469EC4E0FC5}"/>
                  </a:ext>
                </a:extLst>
              </p:cNvPr>
              <p:cNvSpPr>
                <a:spLocks noChangeArrowheads="1"/>
              </p:cNvSpPr>
              <p:nvPr/>
            </p:nvSpPr>
            <p:spPr bwMode="auto">
              <a:xfrm>
                <a:off x="2595" y="987"/>
                <a:ext cx="57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Destination</a:t>
                </a:r>
                <a:endParaRPr lang="en-US" altLang="es-ES" sz="4000"/>
              </a:p>
            </p:txBody>
          </p:sp>
          <p:sp>
            <p:nvSpPr>
              <p:cNvPr id="843788" name="Rectangle 12">
                <a:extLst>
                  <a:ext uri="{FF2B5EF4-FFF2-40B4-BE49-F238E27FC236}">
                    <a16:creationId xmlns:a16="http://schemas.microsoft.com/office/drawing/2014/main" id="{7ED74186-BDDE-8FAF-EE79-36A55EC5EA86}"/>
                  </a:ext>
                </a:extLst>
              </p:cNvPr>
              <p:cNvSpPr>
                <a:spLocks noChangeArrowheads="1"/>
              </p:cNvSpPr>
              <p:nvPr/>
            </p:nvSpPr>
            <p:spPr bwMode="auto">
              <a:xfrm>
                <a:off x="2556" y="1097"/>
                <a:ext cx="66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register (DR)</a:t>
                </a:r>
                <a:endParaRPr lang="en-US" altLang="es-ES" sz="4000"/>
              </a:p>
            </p:txBody>
          </p:sp>
          <p:sp>
            <p:nvSpPr>
              <p:cNvPr id="843789" name="Rectangle 13">
                <a:extLst>
                  <a:ext uri="{FF2B5EF4-FFF2-40B4-BE49-F238E27FC236}">
                    <a16:creationId xmlns:a16="http://schemas.microsoft.com/office/drawing/2014/main" id="{511DAD99-CB7E-C888-F079-B6E9492C72FF}"/>
                  </a:ext>
                </a:extLst>
              </p:cNvPr>
              <p:cNvSpPr>
                <a:spLocks noChangeArrowheads="1"/>
              </p:cNvSpPr>
              <p:nvPr/>
            </p:nvSpPr>
            <p:spPr bwMode="auto">
              <a:xfrm>
                <a:off x="3393" y="987"/>
                <a:ext cx="56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Source reg-</a:t>
                </a:r>
                <a:endParaRPr lang="en-US" altLang="es-ES" sz="4000"/>
              </a:p>
            </p:txBody>
          </p:sp>
          <p:sp>
            <p:nvSpPr>
              <p:cNvPr id="843790" name="Rectangle 14">
                <a:extLst>
                  <a:ext uri="{FF2B5EF4-FFF2-40B4-BE49-F238E27FC236}">
                    <a16:creationId xmlns:a16="http://schemas.microsoft.com/office/drawing/2014/main" id="{EFC533FC-A82E-73BC-16DA-3FF56F205D3D}"/>
                  </a:ext>
                </a:extLst>
              </p:cNvPr>
              <p:cNvSpPr>
                <a:spLocks noChangeArrowheads="1"/>
              </p:cNvSpPr>
              <p:nvPr/>
            </p:nvSpPr>
            <p:spPr bwMode="auto">
              <a:xfrm>
                <a:off x="3375" y="1097"/>
                <a:ext cx="60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ister A (SA)</a:t>
                </a:r>
                <a:endParaRPr lang="en-US" altLang="es-ES" sz="4000"/>
              </a:p>
            </p:txBody>
          </p:sp>
          <p:sp>
            <p:nvSpPr>
              <p:cNvPr id="843791" name="Rectangle 15">
                <a:extLst>
                  <a:ext uri="{FF2B5EF4-FFF2-40B4-BE49-F238E27FC236}">
                    <a16:creationId xmlns:a16="http://schemas.microsoft.com/office/drawing/2014/main" id="{89E34A95-4C18-74DE-AC48-34898B287713}"/>
                  </a:ext>
                </a:extLst>
              </p:cNvPr>
              <p:cNvSpPr>
                <a:spLocks noChangeArrowheads="1"/>
              </p:cNvSpPr>
              <p:nvPr/>
            </p:nvSpPr>
            <p:spPr bwMode="auto">
              <a:xfrm>
                <a:off x="4160" y="987"/>
                <a:ext cx="56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Source reg-</a:t>
                </a:r>
                <a:endParaRPr lang="en-US" altLang="es-ES" sz="4000"/>
              </a:p>
            </p:txBody>
          </p:sp>
          <p:sp>
            <p:nvSpPr>
              <p:cNvPr id="843792" name="Rectangle 16">
                <a:extLst>
                  <a:ext uri="{FF2B5EF4-FFF2-40B4-BE49-F238E27FC236}">
                    <a16:creationId xmlns:a16="http://schemas.microsoft.com/office/drawing/2014/main" id="{3501CD05-8231-F3C8-552F-D16F0CD08808}"/>
                  </a:ext>
                </a:extLst>
              </p:cNvPr>
              <p:cNvSpPr>
                <a:spLocks noChangeArrowheads="1"/>
              </p:cNvSpPr>
              <p:nvPr/>
            </p:nvSpPr>
            <p:spPr bwMode="auto">
              <a:xfrm>
                <a:off x="4151" y="1097"/>
                <a:ext cx="58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ister B (SB)</a:t>
                </a:r>
                <a:endParaRPr lang="en-US" altLang="es-ES" sz="4000"/>
              </a:p>
            </p:txBody>
          </p:sp>
          <p:sp>
            <p:nvSpPr>
              <p:cNvPr id="843793" name="Rectangle 17">
                <a:extLst>
                  <a:ext uri="{FF2B5EF4-FFF2-40B4-BE49-F238E27FC236}">
                    <a16:creationId xmlns:a16="http://schemas.microsoft.com/office/drawing/2014/main" id="{427C1841-0841-F264-6A21-B7F0BF757B29}"/>
                  </a:ext>
                </a:extLst>
              </p:cNvPr>
              <p:cNvSpPr>
                <a:spLocks noChangeArrowheads="1"/>
              </p:cNvSpPr>
              <p:nvPr/>
            </p:nvSpPr>
            <p:spPr bwMode="auto">
              <a:xfrm>
                <a:off x="711" y="791"/>
                <a:ext cx="113"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15</a:t>
                </a:r>
                <a:endParaRPr lang="en-US" altLang="es-ES" sz="4000"/>
              </a:p>
            </p:txBody>
          </p:sp>
          <p:sp>
            <p:nvSpPr>
              <p:cNvPr id="843794" name="Rectangle 18">
                <a:extLst>
                  <a:ext uri="{FF2B5EF4-FFF2-40B4-BE49-F238E27FC236}">
                    <a16:creationId xmlns:a16="http://schemas.microsoft.com/office/drawing/2014/main" id="{73DC311E-5B88-218E-F7F9-BDB43A5F9A30}"/>
                  </a:ext>
                </a:extLst>
              </p:cNvPr>
              <p:cNvSpPr>
                <a:spLocks noChangeArrowheads="1"/>
              </p:cNvSpPr>
              <p:nvPr/>
            </p:nvSpPr>
            <p:spPr bwMode="auto">
              <a:xfrm>
                <a:off x="2346" y="791"/>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9</a:t>
                </a:r>
                <a:endParaRPr lang="en-US" altLang="es-ES" sz="4000"/>
              </a:p>
            </p:txBody>
          </p:sp>
          <p:sp>
            <p:nvSpPr>
              <p:cNvPr id="843795" name="Rectangle 19">
                <a:extLst>
                  <a:ext uri="{FF2B5EF4-FFF2-40B4-BE49-F238E27FC236}">
                    <a16:creationId xmlns:a16="http://schemas.microsoft.com/office/drawing/2014/main" id="{36482F91-5D2B-88F6-CF8F-94A67D0B614E}"/>
                  </a:ext>
                </a:extLst>
              </p:cNvPr>
              <p:cNvSpPr>
                <a:spLocks noChangeArrowheads="1"/>
              </p:cNvSpPr>
              <p:nvPr/>
            </p:nvSpPr>
            <p:spPr bwMode="auto">
              <a:xfrm>
                <a:off x="2496" y="791"/>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8</a:t>
                </a:r>
                <a:endParaRPr lang="en-US" altLang="es-ES" sz="4000"/>
              </a:p>
            </p:txBody>
          </p:sp>
          <p:sp>
            <p:nvSpPr>
              <p:cNvPr id="843796" name="Rectangle 20">
                <a:extLst>
                  <a:ext uri="{FF2B5EF4-FFF2-40B4-BE49-F238E27FC236}">
                    <a16:creationId xmlns:a16="http://schemas.microsoft.com/office/drawing/2014/main" id="{253C6918-9C9E-E414-84E4-48920E646F35}"/>
                  </a:ext>
                </a:extLst>
              </p:cNvPr>
              <p:cNvSpPr>
                <a:spLocks noChangeArrowheads="1"/>
              </p:cNvSpPr>
              <p:nvPr/>
            </p:nvSpPr>
            <p:spPr bwMode="auto">
              <a:xfrm>
                <a:off x="3128" y="791"/>
                <a:ext cx="5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6</a:t>
                </a:r>
                <a:endParaRPr lang="en-US" altLang="es-ES" sz="4000"/>
              </a:p>
            </p:txBody>
          </p:sp>
          <p:sp>
            <p:nvSpPr>
              <p:cNvPr id="843797" name="Rectangle 21">
                <a:extLst>
                  <a:ext uri="{FF2B5EF4-FFF2-40B4-BE49-F238E27FC236}">
                    <a16:creationId xmlns:a16="http://schemas.microsoft.com/office/drawing/2014/main" id="{E5B76673-87CE-8696-7536-F2368F92DB4D}"/>
                  </a:ext>
                </a:extLst>
              </p:cNvPr>
              <p:cNvSpPr>
                <a:spLocks noChangeArrowheads="1"/>
              </p:cNvSpPr>
              <p:nvPr/>
            </p:nvSpPr>
            <p:spPr bwMode="auto">
              <a:xfrm>
                <a:off x="3266" y="791"/>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5</a:t>
                </a:r>
                <a:endParaRPr lang="en-US" altLang="es-ES" sz="4000"/>
              </a:p>
            </p:txBody>
          </p:sp>
          <p:sp>
            <p:nvSpPr>
              <p:cNvPr id="843798" name="Rectangle 22">
                <a:extLst>
                  <a:ext uri="{FF2B5EF4-FFF2-40B4-BE49-F238E27FC236}">
                    <a16:creationId xmlns:a16="http://schemas.microsoft.com/office/drawing/2014/main" id="{C548DDD7-1236-4971-5929-31FB1AB93A41}"/>
                  </a:ext>
                </a:extLst>
              </p:cNvPr>
              <p:cNvSpPr>
                <a:spLocks noChangeArrowheads="1"/>
              </p:cNvSpPr>
              <p:nvPr/>
            </p:nvSpPr>
            <p:spPr bwMode="auto">
              <a:xfrm>
                <a:off x="3898" y="791"/>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3</a:t>
                </a:r>
                <a:endParaRPr lang="en-US" altLang="es-ES" sz="4000"/>
              </a:p>
            </p:txBody>
          </p:sp>
          <p:sp>
            <p:nvSpPr>
              <p:cNvPr id="843799" name="Rectangle 23">
                <a:extLst>
                  <a:ext uri="{FF2B5EF4-FFF2-40B4-BE49-F238E27FC236}">
                    <a16:creationId xmlns:a16="http://schemas.microsoft.com/office/drawing/2014/main" id="{86A9C363-FF87-1094-940B-38B4CEF24C0E}"/>
                  </a:ext>
                </a:extLst>
              </p:cNvPr>
              <p:cNvSpPr>
                <a:spLocks noChangeArrowheads="1"/>
              </p:cNvSpPr>
              <p:nvPr/>
            </p:nvSpPr>
            <p:spPr bwMode="auto">
              <a:xfrm>
                <a:off x="4037" y="791"/>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2</a:t>
                </a:r>
                <a:endParaRPr lang="en-US" altLang="es-ES" sz="4000"/>
              </a:p>
            </p:txBody>
          </p:sp>
          <p:sp>
            <p:nvSpPr>
              <p:cNvPr id="843800" name="Rectangle 24">
                <a:extLst>
                  <a:ext uri="{FF2B5EF4-FFF2-40B4-BE49-F238E27FC236}">
                    <a16:creationId xmlns:a16="http://schemas.microsoft.com/office/drawing/2014/main" id="{1689CB4A-CC0F-34C7-48A2-4D74D1F0D22E}"/>
                  </a:ext>
                </a:extLst>
              </p:cNvPr>
              <p:cNvSpPr>
                <a:spLocks noChangeArrowheads="1"/>
              </p:cNvSpPr>
              <p:nvPr/>
            </p:nvSpPr>
            <p:spPr bwMode="auto">
              <a:xfrm>
                <a:off x="4668" y="791"/>
                <a:ext cx="5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0</a:t>
                </a:r>
                <a:endParaRPr lang="en-US" altLang="es-ES" sz="4000"/>
              </a:p>
            </p:txBody>
          </p:sp>
          <p:sp>
            <p:nvSpPr>
              <p:cNvPr id="843801" name="Rectangle 25">
                <a:extLst>
                  <a:ext uri="{FF2B5EF4-FFF2-40B4-BE49-F238E27FC236}">
                    <a16:creationId xmlns:a16="http://schemas.microsoft.com/office/drawing/2014/main" id="{16702793-06C7-E524-C544-065928876AE3}"/>
                  </a:ext>
                </a:extLst>
              </p:cNvPr>
              <p:cNvSpPr>
                <a:spLocks noChangeArrowheads="1"/>
              </p:cNvSpPr>
              <p:nvPr/>
            </p:nvSpPr>
            <p:spPr bwMode="auto">
              <a:xfrm>
                <a:off x="2412" y="2100"/>
                <a:ext cx="71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(b) Immediate</a:t>
                </a:r>
                <a:endParaRPr lang="en-US" altLang="es-ES" sz="4000"/>
              </a:p>
            </p:txBody>
          </p:sp>
          <p:sp>
            <p:nvSpPr>
              <p:cNvPr id="843802" name="Freeform 26">
                <a:extLst>
                  <a:ext uri="{FF2B5EF4-FFF2-40B4-BE49-F238E27FC236}">
                    <a16:creationId xmlns:a16="http://schemas.microsoft.com/office/drawing/2014/main" id="{E4CE3850-56D0-0BF7-F04C-A9E8F463A0AE}"/>
                  </a:ext>
                </a:extLst>
              </p:cNvPr>
              <p:cNvSpPr>
                <a:spLocks/>
              </p:cNvSpPr>
              <p:nvPr/>
            </p:nvSpPr>
            <p:spPr bwMode="auto">
              <a:xfrm>
                <a:off x="651" y="1701"/>
                <a:ext cx="4131" cy="341"/>
              </a:xfrm>
              <a:custGeom>
                <a:avLst/>
                <a:gdLst>
                  <a:gd name="T0" fmla="*/ 0 w 4131"/>
                  <a:gd name="T1" fmla="*/ 0 h 341"/>
                  <a:gd name="T2" fmla="*/ 4131 w 4131"/>
                  <a:gd name="T3" fmla="*/ 0 h 341"/>
                  <a:gd name="T4" fmla="*/ 4131 w 4131"/>
                  <a:gd name="T5" fmla="*/ 341 h 341"/>
                  <a:gd name="T6" fmla="*/ 0 w 4131"/>
                  <a:gd name="T7" fmla="*/ 341 h 341"/>
                  <a:gd name="T8" fmla="*/ 0 w 4131"/>
                  <a:gd name="T9" fmla="*/ 0 h 341"/>
                  <a:gd name="T10" fmla="*/ 0 w 4131"/>
                  <a:gd name="T11" fmla="*/ 0 h 341"/>
                </a:gdLst>
                <a:ahLst/>
                <a:cxnLst>
                  <a:cxn ang="0">
                    <a:pos x="T0" y="T1"/>
                  </a:cxn>
                  <a:cxn ang="0">
                    <a:pos x="T2" y="T3"/>
                  </a:cxn>
                  <a:cxn ang="0">
                    <a:pos x="T4" y="T5"/>
                  </a:cxn>
                  <a:cxn ang="0">
                    <a:pos x="T6" y="T7"/>
                  </a:cxn>
                  <a:cxn ang="0">
                    <a:pos x="T8" y="T9"/>
                  </a:cxn>
                  <a:cxn ang="0">
                    <a:pos x="T10" y="T11"/>
                  </a:cxn>
                </a:cxnLst>
                <a:rect l="0" t="0" r="r" b="b"/>
                <a:pathLst>
                  <a:path w="4131" h="341">
                    <a:moveTo>
                      <a:pt x="0" y="0"/>
                    </a:moveTo>
                    <a:lnTo>
                      <a:pt x="4131" y="0"/>
                    </a:lnTo>
                    <a:lnTo>
                      <a:pt x="4131" y="341"/>
                    </a:lnTo>
                    <a:lnTo>
                      <a:pt x="0" y="341"/>
                    </a:lnTo>
                    <a:lnTo>
                      <a:pt x="0" y="0"/>
                    </a:lnTo>
                    <a:lnTo>
                      <a:pt x="0" y="0"/>
                    </a:lnTo>
                    <a:close/>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3803" name="Line 27">
                <a:extLst>
                  <a:ext uri="{FF2B5EF4-FFF2-40B4-BE49-F238E27FC236}">
                    <a16:creationId xmlns:a16="http://schemas.microsoft.com/office/drawing/2014/main" id="{A02F0FAA-1F9F-5B93-FD97-0D8D9039FC15}"/>
                  </a:ext>
                </a:extLst>
              </p:cNvPr>
              <p:cNvSpPr>
                <a:spLocks noChangeShapeType="1"/>
              </p:cNvSpPr>
              <p:nvPr/>
            </p:nvSpPr>
            <p:spPr bwMode="auto">
              <a:xfrm>
                <a:off x="2462" y="1701"/>
                <a:ext cx="1" cy="34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3804" name="Line 28">
                <a:extLst>
                  <a:ext uri="{FF2B5EF4-FFF2-40B4-BE49-F238E27FC236}">
                    <a16:creationId xmlns:a16="http://schemas.microsoft.com/office/drawing/2014/main" id="{90F7D1F8-84AE-C317-8E24-0D94BA55CAC9}"/>
                  </a:ext>
                </a:extLst>
              </p:cNvPr>
              <p:cNvSpPr>
                <a:spLocks noChangeShapeType="1"/>
              </p:cNvSpPr>
              <p:nvPr/>
            </p:nvSpPr>
            <p:spPr bwMode="auto">
              <a:xfrm>
                <a:off x="3232" y="1701"/>
                <a:ext cx="1" cy="34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3805" name="Line 29">
                <a:extLst>
                  <a:ext uri="{FF2B5EF4-FFF2-40B4-BE49-F238E27FC236}">
                    <a16:creationId xmlns:a16="http://schemas.microsoft.com/office/drawing/2014/main" id="{519E376B-68D9-4765-5325-815D8DE6C03E}"/>
                  </a:ext>
                </a:extLst>
              </p:cNvPr>
              <p:cNvSpPr>
                <a:spLocks noChangeShapeType="1"/>
              </p:cNvSpPr>
              <p:nvPr/>
            </p:nvSpPr>
            <p:spPr bwMode="auto">
              <a:xfrm>
                <a:off x="4002" y="1701"/>
                <a:ext cx="1" cy="34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3806" name="Rectangle 30">
                <a:extLst>
                  <a:ext uri="{FF2B5EF4-FFF2-40B4-BE49-F238E27FC236}">
                    <a16:creationId xmlns:a16="http://schemas.microsoft.com/office/drawing/2014/main" id="{762BEE44-34BC-51D5-963C-3DCAC1B73116}"/>
                  </a:ext>
                </a:extLst>
              </p:cNvPr>
              <p:cNvSpPr>
                <a:spLocks noChangeArrowheads="1"/>
              </p:cNvSpPr>
              <p:nvPr/>
            </p:nvSpPr>
            <p:spPr bwMode="auto">
              <a:xfrm>
                <a:off x="1434" y="1832"/>
                <a:ext cx="387"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Opcode</a:t>
                </a:r>
                <a:endParaRPr lang="en-US" altLang="es-ES" sz="4000"/>
              </a:p>
            </p:txBody>
          </p:sp>
          <p:sp>
            <p:nvSpPr>
              <p:cNvPr id="843807" name="Rectangle 31">
                <a:extLst>
                  <a:ext uri="{FF2B5EF4-FFF2-40B4-BE49-F238E27FC236}">
                    <a16:creationId xmlns:a16="http://schemas.microsoft.com/office/drawing/2014/main" id="{ABC9EC97-756D-FDD8-06D0-7E498998EF1F}"/>
                  </a:ext>
                </a:extLst>
              </p:cNvPr>
              <p:cNvSpPr>
                <a:spLocks noChangeArrowheads="1"/>
              </p:cNvSpPr>
              <p:nvPr/>
            </p:nvSpPr>
            <p:spPr bwMode="auto">
              <a:xfrm>
                <a:off x="2595" y="1760"/>
                <a:ext cx="575"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Destination</a:t>
                </a:r>
                <a:endParaRPr lang="en-US" altLang="es-ES" sz="4000"/>
              </a:p>
            </p:txBody>
          </p:sp>
          <p:sp>
            <p:nvSpPr>
              <p:cNvPr id="843808" name="Rectangle 32">
                <a:extLst>
                  <a:ext uri="{FF2B5EF4-FFF2-40B4-BE49-F238E27FC236}">
                    <a16:creationId xmlns:a16="http://schemas.microsoft.com/office/drawing/2014/main" id="{09FA9332-4E4A-0DDE-1A88-6E6F668F3266}"/>
                  </a:ext>
                </a:extLst>
              </p:cNvPr>
              <p:cNvSpPr>
                <a:spLocks noChangeArrowheads="1"/>
              </p:cNvSpPr>
              <p:nvPr/>
            </p:nvSpPr>
            <p:spPr bwMode="auto">
              <a:xfrm>
                <a:off x="2556" y="1868"/>
                <a:ext cx="668"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register (DR)</a:t>
                </a:r>
                <a:endParaRPr lang="en-US" altLang="es-ES" sz="4000"/>
              </a:p>
            </p:txBody>
          </p:sp>
          <p:sp>
            <p:nvSpPr>
              <p:cNvPr id="843809" name="Rectangle 33">
                <a:extLst>
                  <a:ext uri="{FF2B5EF4-FFF2-40B4-BE49-F238E27FC236}">
                    <a16:creationId xmlns:a16="http://schemas.microsoft.com/office/drawing/2014/main" id="{C8D190F2-FB97-CA3E-DC62-77C8660C521D}"/>
                  </a:ext>
                </a:extLst>
              </p:cNvPr>
              <p:cNvSpPr>
                <a:spLocks noChangeArrowheads="1"/>
              </p:cNvSpPr>
              <p:nvPr/>
            </p:nvSpPr>
            <p:spPr bwMode="auto">
              <a:xfrm>
                <a:off x="3393" y="1760"/>
                <a:ext cx="560"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Source reg-</a:t>
                </a:r>
                <a:endParaRPr lang="en-US" altLang="es-ES" sz="4000"/>
              </a:p>
            </p:txBody>
          </p:sp>
          <p:sp>
            <p:nvSpPr>
              <p:cNvPr id="843810" name="Rectangle 34">
                <a:extLst>
                  <a:ext uri="{FF2B5EF4-FFF2-40B4-BE49-F238E27FC236}">
                    <a16:creationId xmlns:a16="http://schemas.microsoft.com/office/drawing/2014/main" id="{6C747190-6E84-194E-1D3B-0D3A97547DFD}"/>
                  </a:ext>
                </a:extLst>
              </p:cNvPr>
              <p:cNvSpPr>
                <a:spLocks noChangeArrowheads="1"/>
              </p:cNvSpPr>
              <p:nvPr/>
            </p:nvSpPr>
            <p:spPr bwMode="auto">
              <a:xfrm>
                <a:off x="3375" y="1868"/>
                <a:ext cx="607"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ister A (SA)</a:t>
                </a:r>
                <a:endParaRPr lang="en-US" altLang="es-ES" sz="4000"/>
              </a:p>
            </p:txBody>
          </p:sp>
          <p:sp>
            <p:nvSpPr>
              <p:cNvPr id="843811" name="Rectangle 35">
                <a:extLst>
                  <a:ext uri="{FF2B5EF4-FFF2-40B4-BE49-F238E27FC236}">
                    <a16:creationId xmlns:a16="http://schemas.microsoft.com/office/drawing/2014/main" id="{E8905550-7EAA-7747-3E0B-AB332916C9B4}"/>
                  </a:ext>
                </a:extLst>
              </p:cNvPr>
              <p:cNvSpPr>
                <a:spLocks noChangeArrowheads="1"/>
              </p:cNvSpPr>
              <p:nvPr/>
            </p:nvSpPr>
            <p:spPr bwMode="auto">
              <a:xfrm>
                <a:off x="711" y="1564"/>
                <a:ext cx="113"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15</a:t>
                </a:r>
                <a:endParaRPr lang="en-US" altLang="es-ES" sz="4000"/>
              </a:p>
            </p:txBody>
          </p:sp>
          <p:sp>
            <p:nvSpPr>
              <p:cNvPr id="843812" name="Rectangle 36">
                <a:extLst>
                  <a:ext uri="{FF2B5EF4-FFF2-40B4-BE49-F238E27FC236}">
                    <a16:creationId xmlns:a16="http://schemas.microsoft.com/office/drawing/2014/main" id="{6A09A7F2-DF64-0C0A-98A1-F570483C9CD9}"/>
                  </a:ext>
                </a:extLst>
              </p:cNvPr>
              <p:cNvSpPr>
                <a:spLocks noChangeArrowheads="1"/>
              </p:cNvSpPr>
              <p:nvPr/>
            </p:nvSpPr>
            <p:spPr bwMode="auto">
              <a:xfrm>
                <a:off x="2346" y="1564"/>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9</a:t>
                </a:r>
                <a:endParaRPr lang="en-US" altLang="es-ES" sz="4000"/>
              </a:p>
            </p:txBody>
          </p:sp>
          <p:sp>
            <p:nvSpPr>
              <p:cNvPr id="843813" name="Rectangle 37">
                <a:extLst>
                  <a:ext uri="{FF2B5EF4-FFF2-40B4-BE49-F238E27FC236}">
                    <a16:creationId xmlns:a16="http://schemas.microsoft.com/office/drawing/2014/main" id="{48D2EF9E-38FA-9C6C-5A8B-EB3AB3D11272}"/>
                  </a:ext>
                </a:extLst>
              </p:cNvPr>
              <p:cNvSpPr>
                <a:spLocks noChangeArrowheads="1"/>
              </p:cNvSpPr>
              <p:nvPr/>
            </p:nvSpPr>
            <p:spPr bwMode="auto">
              <a:xfrm>
                <a:off x="2496" y="1564"/>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8</a:t>
                </a:r>
                <a:endParaRPr lang="en-US" altLang="es-ES" sz="4000"/>
              </a:p>
            </p:txBody>
          </p:sp>
          <p:sp>
            <p:nvSpPr>
              <p:cNvPr id="843814" name="Rectangle 38">
                <a:extLst>
                  <a:ext uri="{FF2B5EF4-FFF2-40B4-BE49-F238E27FC236}">
                    <a16:creationId xmlns:a16="http://schemas.microsoft.com/office/drawing/2014/main" id="{1FA55F98-BA88-9786-2A46-36FD10829BFA}"/>
                  </a:ext>
                </a:extLst>
              </p:cNvPr>
              <p:cNvSpPr>
                <a:spLocks noChangeArrowheads="1"/>
              </p:cNvSpPr>
              <p:nvPr/>
            </p:nvSpPr>
            <p:spPr bwMode="auto">
              <a:xfrm>
                <a:off x="3128" y="1564"/>
                <a:ext cx="5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6</a:t>
                </a:r>
                <a:endParaRPr lang="en-US" altLang="es-ES" sz="4000"/>
              </a:p>
            </p:txBody>
          </p:sp>
          <p:sp>
            <p:nvSpPr>
              <p:cNvPr id="843815" name="Rectangle 39">
                <a:extLst>
                  <a:ext uri="{FF2B5EF4-FFF2-40B4-BE49-F238E27FC236}">
                    <a16:creationId xmlns:a16="http://schemas.microsoft.com/office/drawing/2014/main" id="{7DD62218-D87A-46E6-9943-F61E5434AE6B}"/>
                  </a:ext>
                </a:extLst>
              </p:cNvPr>
              <p:cNvSpPr>
                <a:spLocks noChangeArrowheads="1"/>
              </p:cNvSpPr>
              <p:nvPr/>
            </p:nvSpPr>
            <p:spPr bwMode="auto">
              <a:xfrm>
                <a:off x="3266" y="1564"/>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5</a:t>
                </a:r>
                <a:endParaRPr lang="en-US" altLang="es-ES" sz="4000"/>
              </a:p>
            </p:txBody>
          </p:sp>
          <p:sp>
            <p:nvSpPr>
              <p:cNvPr id="843816" name="Rectangle 40">
                <a:extLst>
                  <a:ext uri="{FF2B5EF4-FFF2-40B4-BE49-F238E27FC236}">
                    <a16:creationId xmlns:a16="http://schemas.microsoft.com/office/drawing/2014/main" id="{AC200392-0B25-F9B8-3E0D-C54A61F4A52B}"/>
                  </a:ext>
                </a:extLst>
              </p:cNvPr>
              <p:cNvSpPr>
                <a:spLocks noChangeArrowheads="1"/>
              </p:cNvSpPr>
              <p:nvPr/>
            </p:nvSpPr>
            <p:spPr bwMode="auto">
              <a:xfrm>
                <a:off x="3898" y="1564"/>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3</a:t>
                </a:r>
                <a:endParaRPr lang="en-US" altLang="es-ES" sz="4000"/>
              </a:p>
            </p:txBody>
          </p:sp>
          <p:sp>
            <p:nvSpPr>
              <p:cNvPr id="843817" name="Rectangle 41">
                <a:extLst>
                  <a:ext uri="{FF2B5EF4-FFF2-40B4-BE49-F238E27FC236}">
                    <a16:creationId xmlns:a16="http://schemas.microsoft.com/office/drawing/2014/main" id="{535EB78E-C162-63E6-21E8-DC4D204AFB99}"/>
                  </a:ext>
                </a:extLst>
              </p:cNvPr>
              <p:cNvSpPr>
                <a:spLocks noChangeArrowheads="1"/>
              </p:cNvSpPr>
              <p:nvPr/>
            </p:nvSpPr>
            <p:spPr bwMode="auto">
              <a:xfrm>
                <a:off x="4037" y="1564"/>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2</a:t>
                </a:r>
                <a:endParaRPr lang="en-US" altLang="es-ES" sz="4000"/>
              </a:p>
            </p:txBody>
          </p:sp>
          <p:sp>
            <p:nvSpPr>
              <p:cNvPr id="843818" name="Rectangle 42">
                <a:extLst>
                  <a:ext uri="{FF2B5EF4-FFF2-40B4-BE49-F238E27FC236}">
                    <a16:creationId xmlns:a16="http://schemas.microsoft.com/office/drawing/2014/main" id="{2503BF3C-ACFE-20D8-7BBA-B538C6A61D63}"/>
                  </a:ext>
                </a:extLst>
              </p:cNvPr>
              <p:cNvSpPr>
                <a:spLocks noChangeArrowheads="1"/>
              </p:cNvSpPr>
              <p:nvPr/>
            </p:nvSpPr>
            <p:spPr bwMode="auto">
              <a:xfrm>
                <a:off x="4668" y="1564"/>
                <a:ext cx="5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0</a:t>
                </a:r>
                <a:endParaRPr lang="en-US" altLang="es-ES" sz="4000"/>
              </a:p>
            </p:txBody>
          </p:sp>
          <p:sp>
            <p:nvSpPr>
              <p:cNvPr id="843819" name="Rectangle 43">
                <a:extLst>
                  <a:ext uri="{FF2B5EF4-FFF2-40B4-BE49-F238E27FC236}">
                    <a16:creationId xmlns:a16="http://schemas.microsoft.com/office/drawing/2014/main" id="{14687B7B-4154-2793-5630-5897BF4725FD}"/>
                  </a:ext>
                </a:extLst>
              </p:cNvPr>
              <p:cNvSpPr>
                <a:spLocks noChangeArrowheads="1"/>
              </p:cNvSpPr>
              <p:nvPr/>
            </p:nvSpPr>
            <p:spPr bwMode="auto">
              <a:xfrm>
                <a:off x="4080" y="1832"/>
                <a:ext cx="723"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Operand (OP)</a:t>
                </a:r>
                <a:endParaRPr lang="en-US" altLang="es-ES" sz="4000"/>
              </a:p>
            </p:txBody>
          </p:sp>
          <p:sp>
            <p:nvSpPr>
              <p:cNvPr id="843821" name="Freeform 45">
                <a:extLst>
                  <a:ext uri="{FF2B5EF4-FFF2-40B4-BE49-F238E27FC236}">
                    <a16:creationId xmlns:a16="http://schemas.microsoft.com/office/drawing/2014/main" id="{49D62DC8-0101-11DE-7B71-56DB0D7E5081}"/>
                  </a:ext>
                </a:extLst>
              </p:cNvPr>
              <p:cNvSpPr>
                <a:spLocks/>
              </p:cNvSpPr>
              <p:nvPr/>
            </p:nvSpPr>
            <p:spPr bwMode="auto">
              <a:xfrm>
                <a:off x="651" y="2477"/>
                <a:ext cx="4131" cy="340"/>
              </a:xfrm>
              <a:custGeom>
                <a:avLst/>
                <a:gdLst>
                  <a:gd name="T0" fmla="*/ 0 w 4131"/>
                  <a:gd name="T1" fmla="*/ 0 h 340"/>
                  <a:gd name="T2" fmla="*/ 4131 w 4131"/>
                  <a:gd name="T3" fmla="*/ 0 h 340"/>
                  <a:gd name="T4" fmla="*/ 4131 w 4131"/>
                  <a:gd name="T5" fmla="*/ 340 h 340"/>
                  <a:gd name="T6" fmla="*/ 0 w 4131"/>
                  <a:gd name="T7" fmla="*/ 340 h 340"/>
                  <a:gd name="T8" fmla="*/ 0 w 4131"/>
                  <a:gd name="T9" fmla="*/ 0 h 340"/>
                  <a:gd name="T10" fmla="*/ 0 w 4131"/>
                  <a:gd name="T11" fmla="*/ 0 h 340"/>
                </a:gdLst>
                <a:ahLst/>
                <a:cxnLst>
                  <a:cxn ang="0">
                    <a:pos x="T0" y="T1"/>
                  </a:cxn>
                  <a:cxn ang="0">
                    <a:pos x="T2" y="T3"/>
                  </a:cxn>
                  <a:cxn ang="0">
                    <a:pos x="T4" y="T5"/>
                  </a:cxn>
                  <a:cxn ang="0">
                    <a:pos x="T6" y="T7"/>
                  </a:cxn>
                  <a:cxn ang="0">
                    <a:pos x="T8" y="T9"/>
                  </a:cxn>
                  <a:cxn ang="0">
                    <a:pos x="T10" y="T11"/>
                  </a:cxn>
                </a:cxnLst>
                <a:rect l="0" t="0" r="r" b="b"/>
                <a:pathLst>
                  <a:path w="4131" h="340">
                    <a:moveTo>
                      <a:pt x="0" y="0"/>
                    </a:moveTo>
                    <a:lnTo>
                      <a:pt x="4131" y="0"/>
                    </a:lnTo>
                    <a:lnTo>
                      <a:pt x="4131" y="340"/>
                    </a:lnTo>
                    <a:lnTo>
                      <a:pt x="0" y="340"/>
                    </a:lnTo>
                    <a:lnTo>
                      <a:pt x="0" y="0"/>
                    </a:lnTo>
                    <a:lnTo>
                      <a:pt x="0" y="0"/>
                    </a:lnTo>
                    <a:close/>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3822" name="Line 46">
                <a:extLst>
                  <a:ext uri="{FF2B5EF4-FFF2-40B4-BE49-F238E27FC236}">
                    <a16:creationId xmlns:a16="http://schemas.microsoft.com/office/drawing/2014/main" id="{2744C5A1-B6A0-9637-FE89-8EC1D7809398}"/>
                  </a:ext>
                </a:extLst>
              </p:cNvPr>
              <p:cNvSpPr>
                <a:spLocks noChangeShapeType="1"/>
              </p:cNvSpPr>
              <p:nvPr/>
            </p:nvSpPr>
            <p:spPr bwMode="auto">
              <a:xfrm>
                <a:off x="2462" y="2477"/>
                <a:ext cx="1" cy="34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3823" name="Line 47">
                <a:extLst>
                  <a:ext uri="{FF2B5EF4-FFF2-40B4-BE49-F238E27FC236}">
                    <a16:creationId xmlns:a16="http://schemas.microsoft.com/office/drawing/2014/main" id="{D1C96947-387C-E998-A590-6939910D1AC3}"/>
                  </a:ext>
                </a:extLst>
              </p:cNvPr>
              <p:cNvSpPr>
                <a:spLocks noChangeShapeType="1"/>
              </p:cNvSpPr>
              <p:nvPr/>
            </p:nvSpPr>
            <p:spPr bwMode="auto">
              <a:xfrm>
                <a:off x="3232" y="2477"/>
                <a:ext cx="1" cy="34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3824" name="Line 48">
                <a:extLst>
                  <a:ext uri="{FF2B5EF4-FFF2-40B4-BE49-F238E27FC236}">
                    <a16:creationId xmlns:a16="http://schemas.microsoft.com/office/drawing/2014/main" id="{D95CFD37-C3BE-404E-D85E-B2B4E0C06ED9}"/>
                  </a:ext>
                </a:extLst>
              </p:cNvPr>
              <p:cNvSpPr>
                <a:spLocks noChangeShapeType="1"/>
              </p:cNvSpPr>
              <p:nvPr/>
            </p:nvSpPr>
            <p:spPr bwMode="auto">
              <a:xfrm>
                <a:off x="4002" y="2477"/>
                <a:ext cx="1" cy="34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3825" name="Rectangle 49">
                <a:extLst>
                  <a:ext uri="{FF2B5EF4-FFF2-40B4-BE49-F238E27FC236}">
                    <a16:creationId xmlns:a16="http://schemas.microsoft.com/office/drawing/2014/main" id="{90703982-12DD-CF33-0D64-EA58429D768A}"/>
                  </a:ext>
                </a:extLst>
              </p:cNvPr>
              <p:cNvSpPr>
                <a:spLocks noChangeArrowheads="1"/>
              </p:cNvSpPr>
              <p:nvPr/>
            </p:nvSpPr>
            <p:spPr bwMode="auto">
              <a:xfrm>
                <a:off x="1434" y="2605"/>
                <a:ext cx="38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Opcode</a:t>
                </a:r>
                <a:endParaRPr lang="en-US" altLang="es-ES" sz="4000"/>
              </a:p>
            </p:txBody>
          </p:sp>
          <p:sp>
            <p:nvSpPr>
              <p:cNvPr id="843826" name="Rectangle 50">
                <a:extLst>
                  <a:ext uri="{FF2B5EF4-FFF2-40B4-BE49-F238E27FC236}">
                    <a16:creationId xmlns:a16="http://schemas.microsoft.com/office/drawing/2014/main" id="{1EA08791-146E-A176-1591-75D228375B31}"/>
                  </a:ext>
                </a:extLst>
              </p:cNvPr>
              <p:cNvSpPr>
                <a:spLocks noChangeArrowheads="1"/>
              </p:cNvSpPr>
              <p:nvPr/>
            </p:nvSpPr>
            <p:spPr bwMode="auto">
              <a:xfrm>
                <a:off x="3393" y="2535"/>
                <a:ext cx="56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Source reg-</a:t>
                </a:r>
                <a:endParaRPr lang="en-US" altLang="es-ES" sz="4000"/>
              </a:p>
            </p:txBody>
          </p:sp>
          <p:sp>
            <p:nvSpPr>
              <p:cNvPr id="843827" name="Rectangle 51">
                <a:extLst>
                  <a:ext uri="{FF2B5EF4-FFF2-40B4-BE49-F238E27FC236}">
                    <a16:creationId xmlns:a16="http://schemas.microsoft.com/office/drawing/2014/main" id="{B49B3636-C9AC-C9BA-50E6-5D0322AED2C3}"/>
                  </a:ext>
                </a:extLst>
              </p:cNvPr>
              <p:cNvSpPr>
                <a:spLocks noChangeArrowheads="1"/>
              </p:cNvSpPr>
              <p:nvPr/>
            </p:nvSpPr>
            <p:spPr bwMode="auto">
              <a:xfrm>
                <a:off x="3375" y="2642"/>
                <a:ext cx="60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ister A (SA)</a:t>
                </a:r>
                <a:endParaRPr lang="en-US" altLang="es-ES" sz="4000"/>
              </a:p>
            </p:txBody>
          </p:sp>
          <p:sp>
            <p:nvSpPr>
              <p:cNvPr id="843828" name="Rectangle 52">
                <a:extLst>
                  <a:ext uri="{FF2B5EF4-FFF2-40B4-BE49-F238E27FC236}">
                    <a16:creationId xmlns:a16="http://schemas.microsoft.com/office/drawing/2014/main" id="{EF129DCA-9466-FDE2-0AC8-3BF176514278}"/>
                  </a:ext>
                </a:extLst>
              </p:cNvPr>
              <p:cNvSpPr>
                <a:spLocks noChangeArrowheads="1"/>
              </p:cNvSpPr>
              <p:nvPr/>
            </p:nvSpPr>
            <p:spPr bwMode="auto">
              <a:xfrm>
                <a:off x="711" y="2334"/>
                <a:ext cx="113"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15</a:t>
                </a:r>
                <a:endParaRPr lang="en-US" altLang="es-ES" sz="4000"/>
              </a:p>
            </p:txBody>
          </p:sp>
          <p:sp>
            <p:nvSpPr>
              <p:cNvPr id="843829" name="Rectangle 53">
                <a:extLst>
                  <a:ext uri="{FF2B5EF4-FFF2-40B4-BE49-F238E27FC236}">
                    <a16:creationId xmlns:a16="http://schemas.microsoft.com/office/drawing/2014/main" id="{826D390C-7711-07C3-3EEF-C986B0E80C0B}"/>
                  </a:ext>
                </a:extLst>
              </p:cNvPr>
              <p:cNvSpPr>
                <a:spLocks noChangeArrowheads="1"/>
              </p:cNvSpPr>
              <p:nvPr/>
            </p:nvSpPr>
            <p:spPr bwMode="auto">
              <a:xfrm>
                <a:off x="2346" y="2334"/>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9</a:t>
                </a:r>
                <a:endParaRPr lang="en-US" altLang="es-ES" sz="4000"/>
              </a:p>
            </p:txBody>
          </p:sp>
          <p:sp>
            <p:nvSpPr>
              <p:cNvPr id="843830" name="Rectangle 54">
                <a:extLst>
                  <a:ext uri="{FF2B5EF4-FFF2-40B4-BE49-F238E27FC236}">
                    <a16:creationId xmlns:a16="http://schemas.microsoft.com/office/drawing/2014/main" id="{477112F9-A5DF-49C9-3A02-75252C227AA6}"/>
                  </a:ext>
                </a:extLst>
              </p:cNvPr>
              <p:cNvSpPr>
                <a:spLocks noChangeArrowheads="1"/>
              </p:cNvSpPr>
              <p:nvPr/>
            </p:nvSpPr>
            <p:spPr bwMode="auto">
              <a:xfrm>
                <a:off x="2496" y="2334"/>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8</a:t>
                </a:r>
                <a:endParaRPr lang="en-US" altLang="es-ES" sz="4000"/>
              </a:p>
            </p:txBody>
          </p:sp>
          <p:sp>
            <p:nvSpPr>
              <p:cNvPr id="843831" name="Rectangle 55">
                <a:extLst>
                  <a:ext uri="{FF2B5EF4-FFF2-40B4-BE49-F238E27FC236}">
                    <a16:creationId xmlns:a16="http://schemas.microsoft.com/office/drawing/2014/main" id="{2EF01A1E-4DD9-EF49-012A-AE986F1C4C9E}"/>
                  </a:ext>
                </a:extLst>
              </p:cNvPr>
              <p:cNvSpPr>
                <a:spLocks noChangeArrowheads="1"/>
              </p:cNvSpPr>
              <p:nvPr/>
            </p:nvSpPr>
            <p:spPr bwMode="auto">
              <a:xfrm>
                <a:off x="3128" y="2334"/>
                <a:ext cx="5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6</a:t>
                </a:r>
                <a:endParaRPr lang="en-US" altLang="es-ES" sz="4000"/>
              </a:p>
            </p:txBody>
          </p:sp>
          <p:sp>
            <p:nvSpPr>
              <p:cNvPr id="843832" name="Rectangle 56">
                <a:extLst>
                  <a:ext uri="{FF2B5EF4-FFF2-40B4-BE49-F238E27FC236}">
                    <a16:creationId xmlns:a16="http://schemas.microsoft.com/office/drawing/2014/main" id="{4446990F-662D-C26D-BF7B-75DDF6A2A798}"/>
                  </a:ext>
                </a:extLst>
              </p:cNvPr>
              <p:cNvSpPr>
                <a:spLocks noChangeArrowheads="1"/>
              </p:cNvSpPr>
              <p:nvPr/>
            </p:nvSpPr>
            <p:spPr bwMode="auto">
              <a:xfrm>
                <a:off x="3266" y="2334"/>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5</a:t>
                </a:r>
                <a:endParaRPr lang="en-US" altLang="es-ES" sz="4000"/>
              </a:p>
            </p:txBody>
          </p:sp>
          <p:sp>
            <p:nvSpPr>
              <p:cNvPr id="843833" name="Rectangle 57">
                <a:extLst>
                  <a:ext uri="{FF2B5EF4-FFF2-40B4-BE49-F238E27FC236}">
                    <a16:creationId xmlns:a16="http://schemas.microsoft.com/office/drawing/2014/main" id="{514C50EE-C730-E6BD-178C-FA8F242453FE}"/>
                  </a:ext>
                </a:extLst>
              </p:cNvPr>
              <p:cNvSpPr>
                <a:spLocks noChangeArrowheads="1"/>
              </p:cNvSpPr>
              <p:nvPr/>
            </p:nvSpPr>
            <p:spPr bwMode="auto">
              <a:xfrm>
                <a:off x="3898" y="2334"/>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3</a:t>
                </a:r>
                <a:endParaRPr lang="en-US" altLang="es-ES" sz="4000"/>
              </a:p>
            </p:txBody>
          </p:sp>
          <p:sp>
            <p:nvSpPr>
              <p:cNvPr id="843834" name="Rectangle 58">
                <a:extLst>
                  <a:ext uri="{FF2B5EF4-FFF2-40B4-BE49-F238E27FC236}">
                    <a16:creationId xmlns:a16="http://schemas.microsoft.com/office/drawing/2014/main" id="{3BB7E8D0-7C03-8C14-F715-BE94C5C54984}"/>
                  </a:ext>
                </a:extLst>
              </p:cNvPr>
              <p:cNvSpPr>
                <a:spLocks noChangeArrowheads="1"/>
              </p:cNvSpPr>
              <p:nvPr/>
            </p:nvSpPr>
            <p:spPr bwMode="auto">
              <a:xfrm>
                <a:off x="4037" y="2334"/>
                <a:ext cx="5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2</a:t>
                </a:r>
                <a:endParaRPr lang="en-US" altLang="es-ES" sz="4000"/>
              </a:p>
            </p:txBody>
          </p:sp>
          <p:sp>
            <p:nvSpPr>
              <p:cNvPr id="843835" name="Rectangle 59">
                <a:extLst>
                  <a:ext uri="{FF2B5EF4-FFF2-40B4-BE49-F238E27FC236}">
                    <a16:creationId xmlns:a16="http://schemas.microsoft.com/office/drawing/2014/main" id="{C5A386C1-CCEB-C631-A73E-4EF7B5136589}"/>
                  </a:ext>
                </a:extLst>
              </p:cNvPr>
              <p:cNvSpPr>
                <a:spLocks noChangeArrowheads="1"/>
              </p:cNvSpPr>
              <p:nvPr/>
            </p:nvSpPr>
            <p:spPr bwMode="auto">
              <a:xfrm>
                <a:off x="4668" y="2334"/>
                <a:ext cx="57"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0</a:t>
                </a:r>
                <a:endParaRPr lang="en-US" altLang="es-ES" sz="4000"/>
              </a:p>
            </p:txBody>
          </p:sp>
          <p:sp>
            <p:nvSpPr>
              <p:cNvPr id="843836" name="Rectangle 60">
                <a:extLst>
                  <a:ext uri="{FF2B5EF4-FFF2-40B4-BE49-F238E27FC236}">
                    <a16:creationId xmlns:a16="http://schemas.microsoft.com/office/drawing/2014/main" id="{C93DBD25-C67B-5942-A1CD-1913A3733B0A}"/>
                  </a:ext>
                </a:extLst>
              </p:cNvPr>
              <p:cNvSpPr>
                <a:spLocks noChangeArrowheads="1"/>
              </p:cNvSpPr>
              <p:nvPr/>
            </p:nvSpPr>
            <p:spPr bwMode="auto">
              <a:xfrm>
                <a:off x="4073" y="2528"/>
                <a:ext cx="71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Address (AD)</a:t>
                </a:r>
                <a:endParaRPr lang="en-US" altLang="es-ES" sz="4000"/>
              </a:p>
            </p:txBody>
          </p:sp>
          <p:sp>
            <p:nvSpPr>
              <p:cNvPr id="843837" name="Rectangle 61">
                <a:extLst>
                  <a:ext uri="{FF2B5EF4-FFF2-40B4-BE49-F238E27FC236}">
                    <a16:creationId xmlns:a16="http://schemas.microsoft.com/office/drawing/2014/main" id="{B6C26CC0-12FB-56F8-7741-BAC74015C134}"/>
                  </a:ext>
                </a:extLst>
              </p:cNvPr>
              <p:cNvSpPr>
                <a:spLocks noChangeArrowheads="1"/>
              </p:cNvSpPr>
              <p:nvPr/>
            </p:nvSpPr>
            <p:spPr bwMode="auto">
              <a:xfrm>
                <a:off x="4222" y="2635"/>
                <a:ext cx="363"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(Right)</a:t>
                </a:r>
                <a:endParaRPr lang="en-US" altLang="es-ES" sz="4000"/>
              </a:p>
            </p:txBody>
          </p:sp>
          <p:sp>
            <p:nvSpPr>
              <p:cNvPr id="843838" name="Rectangle 62">
                <a:extLst>
                  <a:ext uri="{FF2B5EF4-FFF2-40B4-BE49-F238E27FC236}">
                    <a16:creationId xmlns:a16="http://schemas.microsoft.com/office/drawing/2014/main" id="{77A85819-5F1D-0602-FBFC-55ADBC506888}"/>
                  </a:ext>
                </a:extLst>
              </p:cNvPr>
              <p:cNvSpPr>
                <a:spLocks noChangeArrowheads="1"/>
              </p:cNvSpPr>
              <p:nvPr/>
            </p:nvSpPr>
            <p:spPr bwMode="auto">
              <a:xfrm>
                <a:off x="2528" y="2526"/>
                <a:ext cx="711"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Address (AD)</a:t>
                </a:r>
                <a:endParaRPr lang="en-US" altLang="es-ES" sz="4000"/>
              </a:p>
            </p:txBody>
          </p:sp>
          <p:sp>
            <p:nvSpPr>
              <p:cNvPr id="843839" name="Rectangle 63">
                <a:extLst>
                  <a:ext uri="{FF2B5EF4-FFF2-40B4-BE49-F238E27FC236}">
                    <a16:creationId xmlns:a16="http://schemas.microsoft.com/office/drawing/2014/main" id="{3D92E95C-945B-5F7A-646F-910E0EE75846}"/>
                  </a:ext>
                </a:extLst>
              </p:cNvPr>
              <p:cNvSpPr>
                <a:spLocks noChangeArrowheads="1"/>
              </p:cNvSpPr>
              <p:nvPr/>
            </p:nvSpPr>
            <p:spPr bwMode="auto">
              <a:xfrm>
                <a:off x="2707" y="2634"/>
                <a:ext cx="29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TimesTen" pitchFamily="18" charset="0"/>
                  </a:rPr>
                  <a:t>(Left)</a:t>
                </a:r>
                <a:endParaRPr lang="en-US" altLang="es-ES" sz="4000"/>
              </a:p>
            </p:txBody>
          </p:sp>
        </p:grpSp>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46AC0259-555D-FCC1-7F07-5B011D2C65B0}"/>
              </a:ext>
            </a:extLst>
          </p:cNvPr>
          <p:cNvSpPr>
            <a:spLocks noGrp="1"/>
          </p:cNvSpPr>
          <p:nvPr>
            <p:ph type="sldNum" sz="quarter" idx="10"/>
          </p:nvPr>
        </p:nvSpPr>
        <p:spPr/>
        <p:txBody>
          <a:bodyPr/>
          <a:lstStyle/>
          <a:p>
            <a:r>
              <a:rPr lang="en-US" altLang="es-ES"/>
              <a:t>Chapter 9  Part 2   </a:t>
            </a:r>
            <a:fld id="{50CA2688-D442-471A-8D08-3FC1E10B89B0}" type="slidenum">
              <a:rPr lang="en-US" altLang="es-ES"/>
              <a:pPr/>
              <a:t>8</a:t>
            </a:fld>
            <a:endParaRPr lang="en-US" altLang="es-ES"/>
          </a:p>
        </p:txBody>
      </p:sp>
      <p:sp>
        <p:nvSpPr>
          <p:cNvPr id="840706" name="Rectangle 2">
            <a:extLst>
              <a:ext uri="{FF2B5EF4-FFF2-40B4-BE49-F238E27FC236}">
                <a16:creationId xmlns:a16="http://schemas.microsoft.com/office/drawing/2014/main" id="{CC256B45-F353-9BA7-6AE6-1FD54E300CE0}"/>
              </a:ext>
            </a:extLst>
          </p:cNvPr>
          <p:cNvSpPr>
            <a:spLocks noGrp="1" noChangeArrowheads="1"/>
          </p:cNvSpPr>
          <p:nvPr>
            <p:ph type="title"/>
          </p:nvPr>
        </p:nvSpPr>
        <p:spPr/>
        <p:txBody>
          <a:bodyPr/>
          <a:lstStyle/>
          <a:p>
            <a:r>
              <a:rPr lang="en-US" altLang="es-ES"/>
              <a:t>ISA: Instruction Format </a:t>
            </a:r>
            <a:r>
              <a:rPr lang="en-US" altLang="es-ES" b="0"/>
              <a:t>(continued)</a:t>
            </a:r>
          </a:p>
        </p:txBody>
      </p:sp>
      <p:sp>
        <p:nvSpPr>
          <p:cNvPr id="840707" name="Rectangle 3">
            <a:extLst>
              <a:ext uri="{FF2B5EF4-FFF2-40B4-BE49-F238E27FC236}">
                <a16:creationId xmlns:a16="http://schemas.microsoft.com/office/drawing/2014/main" id="{4C43E3A2-B74A-4877-94A6-29696F874867}"/>
              </a:ext>
            </a:extLst>
          </p:cNvPr>
          <p:cNvSpPr>
            <a:spLocks noGrp="1" noChangeArrowheads="1"/>
          </p:cNvSpPr>
          <p:nvPr>
            <p:ph type="body" idx="1"/>
          </p:nvPr>
        </p:nvSpPr>
        <p:spPr>
          <a:xfrm>
            <a:off x="668338" y="2330450"/>
            <a:ext cx="7772400" cy="3884613"/>
          </a:xfrm>
        </p:spPr>
        <p:txBody>
          <a:bodyPr/>
          <a:lstStyle/>
          <a:p>
            <a:r>
              <a:rPr lang="en-US" altLang="es-ES" sz="2400"/>
              <a:t>This format supports instructions represented by:</a:t>
            </a:r>
          </a:p>
          <a:p>
            <a:pPr lvl="1"/>
            <a:r>
              <a:rPr lang="en-US" altLang="es-ES" sz="2000"/>
              <a:t>R1 ← R2 + R3</a:t>
            </a:r>
          </a:p>
          <a:p>
            <a:pPr lvl="1"/>
            <a:r>
              <a:rPr lang="en-US" altLang="es-ES" sz="2000"/>
              <a:t>R1 ← sl R2</a:t>
            </a:r>
          </a:p>
          <a:p>
            <a:r>
              <a:rPr lang="en-US" altLang="es-ES" sz="2400">
                <a:latin typeface="MS Shell Dlg" panose="020B0604020202020204" pitchFamily="34" charset="0"/>
              </a:rPr>
              <a:t>There are three 3-bit register fields:</a:t>
            </a:r>
          </a:p>
          <a:p>
            <a:pPr lvl="1"/>
            <a:r>
              <a:rPr lang="en-US" altLang="es-ES" sz="2000">
                <a:latin typeface="MS Shell Dlg" panose="020B0604020202020204" pitchFamily="34" charset="0"/>
              </a:rPr>
              <a:t>DR - specifies destination register (R1 in the examples)</a:t>
            </a:r>
          </a:p>
          <a:p>
            <a:pPr lvl="1"/>
            <a:r>
              <a:rPr lang="en-US" altLang="es-ES" sz="2000">
                <a:latin typeface="MS Shell Dlg" panose="020B0604020202020204" pitchFamily="34" charset="0"/>
              </a:rPr>
              <a:t>SA - specifies the A source register (R2 in the first example)</a:t>
            </a:r>
          </a:p>
          <a:p>
            <a:pPr lvl="1"/>
            <a:r>
              <a:rPr lang="en-US" altLang="es-ES" sz="2000">
                <a:latin typeface="MS Shell Dlg" panose="020B0604020202020204" pitchFamily="34" charset="0"/>
              </a:rPr>
              <a:t>SB - specifies the B source register (R3 in the first example and R2 in the second example)</a:t>
            </a:r>
          </a:p>
          <a:p>
            <a:r>
              <a:rPr lang="en-US" altLang="es-ES" sz="2400">
                <a:latin typeface="MS Shell Dlg" panose="020B0604020202020204" pitchFamily="34" charset="0"/>
              </a:rPr>
              <a:t>Why is R2 in the second example SB instead of SA?</a:t>
            </a:r>
          </a:p>
          <a:p>
            <a:pPr lvl="1"/>
            <a:r>
              <a:rPr lang="en-US" altLang="es-ES" sz="2000">
                <a:latin typeface="MS Shell Dlg" panose="020B0604020202020204" pitchFamily="34" charset="0"/>
              </a:rPr>
              <a:t>The source for the shifter in our datapath to be used in implementation is Bus B rather than Bus A </a:t>
            </a:r>
            <a:endParaRPr lang="en-US" altLang="es-ES" sz="2400"/>
          </a:p>
        </p:txBody>
      </p:sp>
      <p:grpSp>
        <p:nvGrpSpPr>
          <p:cNvPr id="840768" name="Group 64">
            <a:extLst>
              <a:ext uri="{FF2B5EF4-FFF2-40B4-BE49-F238E27FC236}">
                <a16:creationId xmlns:a16="http://schemas.microsoft.com/office/drawing/2014/main" id="{6E05D110-CB9B-4C4D-A447-1DC50925D279}"/>
              </a:ext>
            </a:extLst>
          </p:cNvPr>
          <p:cNvGrpSpPr>
            <a:grpSpLocks/>
          </p:cNvGrpSpPr>
          <p:nvPr/>
        </p:nvGrpSpPr>
        <p:grpSpPr bwMode="auto">
          <a:xfrm>
            <a:off x="1616075" y="1204913"/>
            <a:ext cx="5876925" cy="1262062"/>
            <a:chOff x="1066" y="775"/>
            <a:chExt cx="3342" cy="523"/>
          </a:xfrm>
        </p:grpSpPr>
        <p:sp>
          <p:nvSpPr>
            <p:cNvPr id="840709" name="Rectangle 5">
              <a:extLst>
                <a:ext uri="{FF2B5EF4-FFF2-40B4-BE49-F238E27FC236}">
                  <a16:creationId xmlns:a16="http://schemas.microsoft.com/office/drawing/2014/main" id="{2822484E-EC12-9739-4A1C-5804DF2663AA}"/>
                </a:ext>
              </a:extLst>
            </p:cNvPr>
            <p:cNvSpPr>
              <a:spLocks noChangeArrowheads="1"/>
            </p:cNvSpPr>
            <p:nvPr/>
          </p:nvSpPr>
          <p:spPr bwMode="auto">
            <a:xfrm>
              <a:off x="2534" y="1210"/>
              <a:ext cx="503"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 Register</a:t>
              </a:r>
              <a:endParaRPr lang="en-US" altLang="es-ES" sz="4400"/>
            </a:p>
          </p:txBody>
        </p:sp>
        <p:sp>
          <p:nvSpPr>
            <p:cNvPr id="840710" name="Freeform 6">
              <a:extLst>
                <a:ext uri="{FF2B5EF4-FFF2-40B4-BE49-F238E27FC236}">
                  <a16:creationId xmlns:a16="http://schemas.microsoft.com/office/drawing/2014/main" id="{2896264B-9E4D-6778-A213-F6BA80F31C45}"/>
                </a:ext>
              </a:extLst>
            </p:cNvPr>
            <p:cNvSpPr>
              <a:spLocks/>
            </p:cNvSpPr>
            <p:nvPr/>
          </p:nvSpPr>
          <p:spPr bwMode="auto">
            <a:xfrm>
              <a:off x="1066" y="886"/>
              <a:ext cx="3342" cy="276"/>
            </a:xfrm>
            <a:custGeom>
              <a:avLst/>
              <a:gdLst>
                <a:gd name="T0" fmla="*/ 0 w 3342"/>
                <a:gd name="T1" fmla="*/ 0 h 276"/>
                <a:gd name="T2" fmla="*/ 3342 w 3342"/>
                <a:gd name="T3" fmla="*/ 0 h 276"/>
                <a:gd name="T4" fmla="*/ 3342 w 3342"/>
                <a:gd name="T5" fmla="*/ 276 h 276"/>
                <a:gd name="T6" fmla="*/ 0 w 3342"/>
                <a:gd name="T7" fmla="*/ 276 h 276"/>
                <a:gd name="T8" fmla="*/ 0 w 3342"/>
                <a:gd name="T9" fmla="*/ 0 h 276"/>
                <a:gd name="T10" fmla="*/ 0 w 3342"/>
                <a:gd name="T11" fmla="*/ 0 h 276"/>
              </a:gdLst>
              <a:ahLst/>
              <a:cxnLst>
                <a:cxn ang="0">
                  <a:pos x="T0" y="T1"/>
                </a:cxn>
                <a:cxn ang="0">
                  <a:pos x="T2" y="T3"/>
                </a:cxn>
                <a:cxn ang="0">
                  <a:pos x="T4" y="T5"/>
                </a:cxn>
                <a:cxn ang="0">
                  <a:pos x="T6" y="T7"/>
                </a:cxn>
                <a:cxn ang="0">
                  <a:pos x="T8" y="T9"/>
                </a:cxn>
                <a:cxn ang="0">
                  <a:pos x="T10" y="T11"/>
                </a:cxn>
              </a:cxnLst>
              <a:rect l="0" t="0" r="r" b="b"/>
              <a:pathLst>
                <a:path w="3342" h="276">
                  <a:moveTo>
                    <a:pt x="0" y="0"/>
                  </a:moveTo>
                  <a:lnTo>
                    <a:pt x="3342" y="0"/>
                  </a:lnTo>
                  <a:lnTo>
                    <a:pt x="3342" y="276"/>
                  </a:lnTo>
                  <a:lnTo>
                    <a:pt x="0" y="276"/>
                  </a:lnTo>
                  <a:lnTo>
                    <a:pt x="0" y="0"/>
                  </a:lnTo>
                  <a:lnTo>
                    <a:pt x="0" y="0"/>
                  </a:lnTo>
                  <a:close/>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0711" name="Line 7">
              <a:extLst>
                <a:ext uri="{FF2B5EF4-FFF2-40B4-BE49-F238E27FC236}">
                  <a16:creationId xmlns:a16="http://schemas.microsoft.com/office/drawing/2014/main" id="{8076E20A-2D57-20E7-4168-E557F5764FD8}"/>
                </a:ext>
              </a:extLst>
            </p:cNvPr>
            <p:cNvSpPr>
              <a:spLocks noChangeShapeType="1"/>
            </p:cNvSpPr>
            <p:nvPr/>
          </p:nvSpPr>
          <p:spPr bwMode="auto">
            <a:xfrm>
              <a:off x="2531" y="886"/>
              <a:ext cx="1" cy="276"/>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0712" name="Line 8">
              <a:extLst>
                <a:ext uri="{FF2B5EF4-FFF2-40B4-BE49-F238E27FC236}">
                  <a16:creationId xmlns:a16="http://schemas.microsoft.com/office/drawing/2014/main" id="{5B55C422-3E41-25B3-2289-982FB1DE01D4}"/>
                </a:ext>
              </a:extLst>
            </p:cNvPr>
            <p:cNvSpPr>
              <a:spLocks noChangeShapeType="1"/>
            </p:cNvSpPr>
            <p:nvPr/>
          </p:nvSpPr>
          <p:spPr bwMode="auto">
            <a:xfrm>
              <a:off x="3154" y="886"/>
              <a:ext cx="1" cy="276"/>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0713" name="Line 9">
              <a:extLst>
                <a:ext uri="{FF2B5EF4-FFF2-40B4-BE49-F238E27FC236}">
                  <a16:creationId xmlns:a16="http://schemas.microsoft.com/office/drawing/2014/main" id="{5CC7FD9A-3905-AACD-3248-5F1F65502328}"/>
                </a:ext>
              </a:extLst>
            </p:cNvPr>
            <p:cNvSpPr>
              <a:spLocks noChangeShapeType="1"/>
            </p:cNvSpPr>
            <p:nvPr/>
          </p:nvSpPr>
          <p:spPr bwMode="auto">
            <a:xfrm>
              <a:off x="3777" y="886"/>
              <a:ext cx="1" cy="276"/>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0714" name="Rectangle 10">
              <a:extLst>
                <a:ext uri="{FF2B5EF4-FFF2-40B4-BE49-F238E27FC236}">
                  <a16:creationId xmlns:a16="http://schemas.microsoft.com/office/drawing/2014/main" id="{2B96D909-58C3-D96E-83C9-18D806B258C0}"/>
                </a:ext>
              </a:extLst>
            </p:cNvPr>
            <p:cNvSpPr>
              <a:spLocks noChangeArrowheads="1"/>
            </p:cNvSpPr>
            <p:nvPr/>
          </p:nvSpPr>
          <p:spPr bwMode="auto">
            <a:xfrm>
              <a:off x="1700" y="991"/>
              <a:ext cx="33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Opcode</a:t>
              </a:r>
              <a:endParaRPr lang="en-US" altLang="es-ES" sz="4400"/>
            </a:p>
          </p:txBody>
        </p:sp>
        <p:sp>
          <p:nvSpPr>
            <p:cNvPr id="840715" name="Rectangle 11">
              <a:extLst>
                <a:ext uri="{FF2B5EF4-FFF2-40B4-BE49-F238E27FC236}">
                  <a16:creationId xmlns:a16="http://schemas.microsoft.com/office/drawing/2014/main" id="{F8395222-CE7A-A52D-344D-66D8EB48B266}"/>
                </a:ext>
              </a:extLst>
            </p:cNvPr>
            <p:cNvSpPr>
              <a:spLocks noChangeArrowheads="1"/>
            </p:cNvSpPr>
            <p:nvPr/>
          </p:nvSpPr>
          <p:spPr bwMode="auto">
            <a:xfrm>
              <a:off x="2623" y="932"/>
              <a:ext cx="494"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Destination</a:t>
              </a:r>
              <a:endParaRPr lang="en-US" altLang="es-ES" sz="4400"/>
            </a:p>
          </p:txBody>
        </p:sp>
        <p:sp>
          <p:nvSpPr>
            <p:cNvPr id="840716" name="Rectangle 12">
              <a:extLst>
                <a:ext uri="{FF2B5EF4-FFF2-40B4-BE49-F238E27FC236}">
                  <a16:creationId xmlns:a16="http://schemas.microsoft.com/office/drawing/2014/main" id="{F9AD8234-7FF9-2F69-EBDD-B9871FE020A4}"/>
                </a:ext>
              </a:extLst>
            </p:cNvPr>
            <p:cNvSpPr>
              <a:spLocks noChangeArrowheads="1"/>
            </p:cNvSpPr>
            <p:nvPr/>
          </p:nvSpPr>
          <p:spPr bwMode="auto">
            <a:xfrm>
              <a:off x="2591" y="1021"/>
              <a:ext cx="57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register (DR)</a:t>
              </a:r>
              <a:endParaRPr lang="en-US" altLang="es-ES" sz="4400"/>
            </a:p>
          </p:txBody>
        </p:sp>
        <p:sp>
          <p:nvSpPr>
            <p:cNvPr id="840717" name="Rectangle 13">
              <a:extLst>
                <a:ext uri="{FF2B5EF4-FFF2-40B4-BE49-F238E27FC236}">
                  <a16:creationId xmlns:a16="http://schemas.microsoft.com/office/drawing/2014/main" id="{05A7CC32-BF9C-6D83-8665-0A46C7FB9DC8}"/>
                </a:ext>
              </a:extLst>
            </p:cNvPr>
            <p:cNvSpPr>
              <a:spLocks noChangeArrowheads="1"/>
            </p:cNvSpPr>
            <p:nvPr/>
          </p:nvSpPr>
          <p:spPr bwMode="auto">
            <a:xfrm>
              <a:off x="3284" y="932"/>
              <a:ext cx="497"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Source reg-</a:t>
              </a:r>
              <a:endParaRPr lang="en-US" altLang="es-ES" sz="4400"/>
            </a:p>
          </p:txBody>
        </p:sp>
        <p:sp>
          <p:nvSpPr>
            <p:cNvPr id="840718" name="Rectangle 14">
              <a:extLst>
                <a:ext uri="{FF2B5EF4-FFF2-40B4-BE49-F238E27FC236}">
                  <a16:creationId xmlns:a16="http://schemas.microsoft.com/office/drawing/2014/main" id="{C30EEA2F-68CB-7A61-E5A9-A274EE2B8103}"/>
                </a:ext>
              </a:extLst>
            </p:cNvPr>
            <p:cNvSpPr>
              <a:spLocks noChangeArrowheads="1"/>
            </p:cNvSpPr>
            <p:nvPr/>
          </p:nvSpPr>
          <p:spPr bwMode="auto">
            <a:xfrm>
              <a:off x="3269" y="1021"/>
              <a:ext cx="51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ister A (SA)</a:t>
              </a:r>
              <a:endParaRPr lang="en-US" altLang="es-ES" sz="4400"/>
            </a:p>
          </p:txBody>
        </p:sp>
        <p:sp>
          <p:nvSpPr>
            <p:cNvPr id="840719" name="Rectangle 15">
              <a:extLst>
                <a:ext uri="{FF2B5EF4-FFF2-40B4-BE49-F238E27FC236}">
                  <a16:creationId xmlns:a16="http://schemas.microsoft.com/office/drawing/2014/main" id="{763EAE31-7D99-B2B2-BBF1-0FA389BE5249}"/>
                </a:ext>
              </a:extLst>
            </p:cNvPr>
            <p:cNvSpPr>
              <a:spLocks noChangeArrowheads="1"/>
            </p:cNvSpPr>
            <p:nvPr/>
          </p:nvSpPr>
          <p:spPr bwMode="auto">
            <a:xfrm>
              <a:off x="3905" y="932"/>
              <a:ext cx="498"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Source reg-</a:t>
              </a:r>
              <a:endParaRPr lang="en-US" altLang="es-ES" sz="4400"/>
            </a:p>
          </p:txBody>
        </p:sp>
        <p:sp>
          <p:nvSpPr>
            <p:cNvPr id="840720" name="Rectangle 16">
              <a:extLst>
                <a:ext uri="{FF2B5EF4-FFF2-40B4-BE49-F238E27FC236}">
                  <a16:creationId xmlns:a16="http://schemas.microsoft.com/office/drawing/2014/main" id="{0B6F673D-B6AA-F613-8ECA-1BA52F8FDB05}"/>
                </a:ext>
              </a:extLst>
            </p:cNvPr>
            <p:cNvSpPr>
              <a:spLocks noChangeArrowheads="1"/>
            </p:cNvSpPr>
            <p:nvPr/>
          </p:nvSpPr>
          <p:spPr bwMode="auto">
            <a:xfrm>
              <a:off x="3897" y="1021"/>
              <a:ext cx="50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ister B (SB)</a:t>
              </a:r>
              <a:endParaRPr lang="en-US" altLang="es-ES" sz="4400"/>
            </a:p>
          </p:txBody>
        </p:sp>
        <p:sp>
          <p:nvSpPr>
            <p:cNvPr id="840721" name="Rectangle 17">
              <a:extLst>
                <a:ext uri="{FF2B5EF4-FFF2-40B4-BE49-F238E27FC236}">
                  <a16:creationId xmlns:a16="http://schemas.microsoft.com/office/drawing/2014/main" id="{7DE3FFCC-B9FF-B5B1-4068-9B49621342F8}"/>
                </a:ext>
              </a:extLst>
            </p:cNvPr>
            <p:cNvSpPr>
              <a:spLocks noChangeArrowheads="1"/>
            </p:cNvSpPr>
            <p:nvPr/>
          </p:nvSpPr>
          <p:spPr bwMode="auto">
            <a:xfrm>
              <a:off x="1114" y="775"/>
              <a:ext cx="10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15</a:t>
              </a:r>
              <a:endParaRPr lang="en-US" altLang="es-ES" sz="4400"/>
            </a:p>
          </p:txBody>
        </p:sp>
        <p:sp>
          <p:nvSpPr>
            <p:cNvPr id="840722" name="Rectangle 18">
              <a:extLst>
                <a:ext uri="{FF2B5EF4-FFF2-40B4-BE49-F238E27FC236}">
                  <a16:creationId xmlns:a16="http://schemas.microsoft.com/office/drawing/2014/main" id="{43A124CC-CA00-FB85-B6EF-CB896C1ED550}"/>
                </a:ext>
              </a:extLst>
            </p:cNvPr>
            <p:cNvSpPr>
              <a:spLocks noChangeArrowheads="1"/>
            </p:cNvSpPr>
            <p:nvPr/>
          </p:nvSpPr>
          <p:spPr bwMode="auto">
            <a:xfrm>
              <a:off x="2437" y="775"/>
              <a:ext cx="5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9</a:t>
              </a:r>
              <a:endParaRPr lang="en-US" altLang="es-ES" sz="4400"/>
            </a:p>
          </p:txBody>
        </p:sp>
        <p:sp>
          <p:nvSpPr>
            <p:cNvPr id="840723" name="Rectangle 19">
              <a:extLst>
                <a:ext uri="{FF2B5EF4-FFF2-40B4-BE49-F238E27FC236}">
                  <a16:creationId xmlns:a16="http://schemas.microsoft.com/office/drawing/2014/main" id="{C83A4F13-90B4-D637-AD1B-6FAAD2B22BAA}"/>
                </a:ext>
              </a:extLst>
            </p:cNvPr>
            <p:cNvSpPr>
              <a:spLocks noChangeArrowheads="1"/>
            </p:cNvSpPr>
            <p:nvPr/>
          </p:nvSpPr>
          <p:spPr bwMode="auto">
            <a:xfrm>
              <a:off x="2559" y="775"/>
              <a:ext cx="5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8</a:t>
              </a:r>
              <a:endParaRPr lang="en-US" altLang="es-ES" sz="4400"/>
            </a:p>
          </p:txBody>
        </p:sp>
        <p:sp>
          <p:nvSpPr>
            <p:cNvPr id="840724" name="Rectangle 20">
              <a:extLst>
                <a:ext uri="{FF2B5EF4-FFF2-40B4-BE49-F238E27FC236}">
                  <a16:creationId xmlns:a16="http://schemas.microsoft.com/office/drawing/2014/main" id="{9FF97E32-4D40-C797-73D0-8E1A96723EEF}"/>
                </a:ext>
              </a:extLst>
            </p:cNvPr>
            <p:cNvSpPr>
              <a:spLocks noChangeArrowheads="1"/>
            </p:cNvSpPr>
            <p:nvPr/>
          </p:nvSpPr>
          <p:spPr bwMode="auto">
            <a:xfrm>
              <a:off x="3070" y="775"/>
              <a:ext cx="5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6</a:t>
              </a:r>
              <a:endParaRPr lang="en-US" altLang="es-ES" sz="4400"/>
            </a:p>
          </p:txBody>
        </p:sp>
        <p:sp>
          <p:nvSpPr>
            <p:cNvPr id="840725" name="Rectangle 21">
              <a:extLst>
                <a:ext uri="{FF2B5EF4-FFF2-40B4-BE49-F238E27FC236}">
                  <a16:creationId xmlns:a16="http://schemas.microsoft.com/office/drawing/2014/main" id="{C288E4A2-E9F4-D836-8F62-ABBC8628AFC5}"/>
                </a:ext>
              </a:extLst>
            </p:cNvPr>
            <p:cNvSpPr>
              <a:spLocks noChangeArrowheads="1"/>
            </p:cNvSpPr>
            <p:nvPr/>
          </p:nvSpPr>
          <p:spPr bwMode="auto">
            <a:xfrm>
              <a:off x="3182" y="775"/>
              <a:ext cx="5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5</a:t>
              </a:r>
              <a:endParaRPr lang="en-US" altLang="es-ES" sz="4400"/>
            </a:p>
          </p:txBody>
        </p:sp>
        <p:sp>
          <p:nvSpPr>
            <p:cNvPr id="840726" name="Rectangle 22">
              <a:extLst>
                <a:ext uri="{FF2B5EF4-FFF2-40B4-BE49-F238E27FC236}">
                  <a16:creationId xmlns:a16="http://schemas.microsoft.com/office/drawing/2014/main" id="{2E52DEC9-3267-5220-9626-E810242B8E6F}"/>
                </a:ext>
              </a:extLst>
            </p:cNvPr>
            <p:cNvSpPr>
              <a:spLocks noChangeArrowheads="1"/>
            </p:cNvSpPr>
            <p:nvPr/>
          </p:nvSpPr>
          <p:spPr bwMode="auto">
            <a:xfrm>
              <a:off x="3693" y="775"/>
              <a:ext cx="5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3</a:t>
              </a:r>
              <a:endParaRPr lang="en-US" altLang="es-ES" sz="4400"/>
            </a:p>
          </p:txBody>
        </p:sp>
        <p:sp>
          <p:nvSpPr>
            <p:cNvPr id="840727" name="Rectangle 23">
              <a:extLst>
                <a:ext uri="{FF2B5EF4-FFF2-40B4-BE49-F238E27FC236}">
                  <a16:creationId xmlns:a16="http://schemas.microsoft.com/office/drawing/2014/main" id="{DD4653B7-83DF-E001-EBD2-D8F98CE8F947}"/>
                </a:ext>
              </a:extLst>
            </p:cNvPr>
            <p:cNvSpPr>
              <a:spLocks noChangeArrowheads="1"/>
            </p:cNvSpPr>
            <p:nvPr/>
          </p:nvSpPr>
          <p:spPr bwMode="auto">
            <a:xfrm>
              <a:off x="3805" y="775"/>
              <a:ext cx="5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2</a:t>
              </a:r>
              <a:endParaRPr lang="en-US" altLang="es-ES" sz="4400"/>
            </a:p>
          </p:txBody>
        </p:sp>
        <p:sp>
          <p:nvSpPr>
            <p:cNvPr id="840728" name="Rectangle 24">
              <a:extLst>
                <a:ext uri="{FF2B5EF4-FFF2-40B4-BE49-F238E27FC236}">
                  <a16:creationId xmlns:a16="http://schemas.microsoft.com/office/drawing/2014/main" id="{D3DCBC65-6925-A6E8-32E4-F003D1B50402}"/>
                </a:ext>
              </a:extLst>
            </p:cNvPr>
            <p:cNvSpPr>
              <a:spLocks noChangeArrowheads="1"/>
            </p:cNvSpPr>
            <p:nvPr/>
          </p:nvSpPr>
          <p:spPr bwMode="auto">
            <a:xfrm>
              <a:off x="4316" y="775"/>
              <a:ext cx="5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400"/>
            </a:p>
          </p:txBody>
        </p:sp>
      </p:gr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C5919338-057E-33CF-ECF6-CFD603D825B9}"/>
              </a:ext>
            </a:extLst>
          </p:cNvPr>
          <p:cNvSpPr>
            <a:spLocks noGrp="1"/>
          </p:cNvSpPr>
          <p:nvPr>
            <p:ph type="sldNum" sz="quarter" idx="10"/>
          </p:nvPr>
        </p:nvSpPr>
        <p:spPr/>
        <p:txBody>
          <a:bodyPr/>
          <a:lstStyle/>
          <a:p>
            <a:r>
              <a:rPr lang="en-US" altLang="es-ES"/>
              <a:t>Chapter 9  Part 2   </a:t>
            </a:r>
            <a:fld id="{23816166-25F5-4E7A-8885-770C1A8BBE5C}" type="slidenum">
              <a:rPr lang="en-US" altLang="es-ES"/>
              <a:pPr/>
              <a:t>9</a:t>
            </a:fld>
            <a:endParaRPr lang="en-US" altLang="es-ES"/>
          </a:p>
        </p:txBody>
      </p:sp>
      <p:sp>
        <p:nvSpPr>
          <p:cNvPr id="841730" name="Rectangle 2">
            <a:extLst>
              <a:ext uri="{FF2B5EF4-FFF2-40B4-BE49-F238E27FC236}">
                <a16:creationId xmlns:a16="http://schemas.microsoft.com/office/drawing/2014/main" id="{D99DF775-5D26-1A9C-AE02-5E9392DD0457}"/>
              </a:ext>
            </a:extLst>
          </p:cNvPr>
          <p:cNvSpPr>
            <a:spLocks noGrp="1" noChangeArrowheads="1"/>
          </p:cNvSpPr>
          <p:nvPr>
            <p:ph type="title"/>
          </p:nvPr>
        </p:nvSpPr>
        <p:spPr/>
        <p:txBody>
          <a:bodyPr/>
          <a:lstStyle/>
          <a:p>
            <a:r>
              <a:rPr lang="en-US" altLang="es-ES"/>
              <a:t>ISA: Instruction Format </a:t>
            </a:r>
            <a:r>
              <a:rPr lang="en-US" altLang="es-ES" b="0"/>
              <a:t>(continued)</a:t>
            </a:r>
          </a:p>
        </p:txBody>
      </p:sp>
      <p:grpSp>
        <p:nvGrpSpPr>
          <p:cNvPr id="841791" name="Group 63">
            <a:extLst>
              <a:ext uri="{FF2B5EF4-FFF2-40B4-BE49-F238E27FC236}">
                <a16:creationId xmlns:a16="http://schemas.microsoft.com/office/drawing/2014/main" id="{D6A2509C-3031-AA8D-998B-87DEC158BF01}"/>
              </a:ext>
            </a:extLst>
          </p:cNvPr>
          <p:cNvGrpSpPr>
            <a:grpSpLocks/>
          </p:cNvGrpSpPr>
          <p:nvPr/>
        </p:nvGrpSpPr>
        <p:grpSpPr bwMode="auto">
          <a:xfrm>
            <a:off x="1400175" y="1243013"/>
            <a:ext cx="6080125" cy="1239837"/>
            <a:chOff x="1066" y="1399"/>
            <a:chExt cx="3342" cy="525"/>
          </a:xfrm>
        </p:grpSpPr>
        <p:sp>
          <p:nvSpPr>
            <p:cNvPr id="841752" name="Rectangle 24">
              <a:extLst>
                <a:ext uri="{FF2B5EF4-FFF2-40B4-BE49-F238E27FC236}">
                  <a16:creationId xmlns:a16="http://schemas.microsoft.com/office/drawing/2014/main" id="{10D9C348-3145-AB99-0F73-105300FA4855}"/>
                </a:ext>
              </a:extLst>
            </p:cNvPr>
            <p:cNvSpPr>
              <a:spLocks noChangeArrowheads="1"/>
            </p:cNvSpPr>
            <p:nvPr/>
          </p:nvSpPr>
          <p:spPr bwMode="auto">
            <a:xfrm>
              <a:off x="2491" y="1834"/>
              <a:ext cx="593"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 Immediate</a:t>
              </a:r>
              <a:endParaRPr lang="en-US" altLang="es-ES" sz="4400"/>
            </a:p>
          </p:txBody>
        </p:sp>
        <p:sp>
          <p:nvSpPr>
            <p:cNvPr id="841753" name="Freeform 25">
              <a:extLst>
                <a:ext uri="{FF2B5EF4-FFF2-40B4-BE49-F238E27FC236}">
                  <a16:creationId xmlns:a16="http://schemas.microsoft.com/office/drawing/2014/main" id="{02A727CE-E0AD-06F9-B3A2-4F61FF6A47AF}"/>
                </a:ext>
              </a:extLst>
            </p:cNvPr>
            <p:cNvSpPr>
              <a:spLocks/>
            </p:cNvSpPr>
            <p:nvPr/>
          </p:nvSpPr>
          <p:spPr bwMode="auto">
            <a:xfrm>
              <a:off x="1066" y="1510"/>
              <a:ext cx="3342" cy="277"/>
            </a:xfrm>
            <a:custGeom>
              <a:avLst/>
              <a:gdLst>
                <a:gd name="T0" fmla="*/ 0 w 3342"/>
                <a:gd name="T1" fmla="*/ 0 h 277"/>
                <a:gd name="T2" fmla="*/ 3342 w 3342"/>
                <a:gd name="T3" fmla="*/ 0 h 277"/>
                <a:gd name="T4" fmla="*/ 3342 w 3342"/>
                <a:gd name="T5" fmla="*/ 277 h 277"/>
                <a:gd name="T6" fmla="*/ 0 w 3342"/>
                <a:gd name="T7" fmla="*/ 277 h 277"/>
                <a:gd name="T8" fmla="*/ 0 w 3342"/>
                <a:gd name="T9" fmla="*/ 0 h 277"/>
                <a:gd name="T10" fmla="*/ 0 w 3342"/>
                <a:gd name="T11" fmla="*/ 0 h 277"/>
              </a:gdLst>
              <a:ahLst/>
              <a:cxnLst>
                <a:cxn ang="0">
                  <a:pos x="T0" y="T1"/>
                </a:cxn>
                <a:cxn ang="0">
                  <a:pos x="T2" y="T3"/>
                </a:cxn>
                <a:cxn ang="0">
                  <a:pos x="T4" y="T5"/>
                </a:cxn>
                <a:cxn ang="0">
                  <a:pos x="T6" y="T7"/>
                </a:cxn>
                <a:cxn ang="0">
                  <a:pos x="T8" y="T9"/>
                </a:cxn>
                <a:cxn ang="0">
                  <a:pos x="T10" y="T11"/>
                </a:cxn>
              </a:cxnLst>
              <a:rect l="0" t="0" r="r" b="b"/>
              <a:pathLst>
                <a:path w="3342" h="277">
                  <a:moveTo>
                    <a:pt x="0" y="0"/>
                  </a:moveTo>
                  <a:lnTo>
                    <a:pt x="3342" y="0"/>
                  </a:lnTo>
                  <a:lnTo>
                    <a:pt x="3342" y="277"/>
                  </a:lnTo>
                  <a:lnTo>
                    <a:pt x="0" y="277"/>
                  </a:lnTo>
                  <a:lnTo>
                    <a:pt x="0" y="0"/>
                  </a:lnTo>
                  <a:lnTo>
                    <a:pt x="0" y="0"/>
                  </a:lnTo>
                  <a:close/>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1754" name="Line 26">
              <a:extLst>
                <a:ext uri="{FF2B5EF4-FFF2-40B4-BE49-F238E27FC236}">
                  <a16:creationId xmlns:a16="http://schemas.microsoft.com/office/drawing/2014/main" id="{6C7B8032-615A-1499-AC22-65BDD19A9502}"/>
                </a:ext>
              </a:extLst>
            </p:cNvPr>
            <p:cNvSpPr>
              <a:spLocks noChangeShapeType="1"/>
            </p:cNvSpPr>
            <p:nvPr/>
          </p:nvSpPr>
          <p:spPr bwMode="auto">
            <a:xfrm>
              <a:off x="2531" y="1510"/>
              <a:ext cx="1" cy="277"/>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1755" name="Line 27">
              <a:extLst>
                <a:ext uri="{FF2B5EF4-FFF2-40B4-BE49-F238E27FC236}">
                  <a16:creationId xmlns:a16="http://schemas.microsoft.com/office/drawing/2014/main" id="{8A516ADA-AC87-3E30-8275-8069214C5764}"/>
                </a:ext>
              </a:extLst>
            </p:cNvPr>
            <p:cNvSpPr>
              <a:spLocks noChangeShapeType="1"/>
            </p:cNvSpPr>
            <p:nvPr/>
          </p:nvSpPr>
          <p:spPr bwMode="auto">
            <a:xfrm>
              <a:off x="3154" y="1510"/>
              <a:ext cx="1" cy="277"/>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1756" name="Line 28">
              <a:extLst>
                <a:ext uri="{FF2B5EF4-FFF2-40B4-BE49-F238E27FC236}">
                  <a16:creationId xmlns:a16="http://schemas.microsoft.com/office/drawing/2014/main" id="{D098FC97-BB97-63A6-23EE-02E7270AC9FF}"/>
                </a:ext>
              </a:extLst>
            </p:cNvPr>
            <p:cNvSpPr>
              <a:spLocks noChangeShapeType="1"/>
            </p:cNvSpPr>
            <p:nvPr/>
          </p:nvSpPr>
          <p:spPr bwMode="auto">
            <a:xfrm>
              <a:off x="3777" y="1510"/>
              <a:ext cx="1" cy="277"/>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1757" name="Rectangle 29">
              <a:extLst>
                <a:ext uri="{FF2B5EF4-FFF2-40B4-BE49-F238E27FC236}">
                  <a16:creationId xmlns:a16="http://schemas.microsoft.com/office/drawing/2014/main" id="{9AE2C239-9B6A-282B-5094-D07A6746EC43}"/>
                </a:ext>
              </a:extLst>
            </p:cNvPr>
            <p:cNvSpPr>
              <a:spLocks noChangeArrowheads="1"/>
            </p:cNvSpPr>
            <p:nvPr/>
          </p:nvSpPr>
          <p:spPr bwMode="auto">
            <a:xfrm>
              <a:off x="1700" y="1614"/>
              <a:ext cx="321"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Opcode</a:t>
              </a:r>
              <a:endParaRPr lang="en-US" altLang="es-ES" sz="4400"/>
            </a:p>
          </p:txBody>
        </p:sp>
        <p:sp>
          <p:nvSpPr>
            <p:cNvPr id="841758" name="Rectangle 30">
              <a:extLst>
                <a:ext uri="{FF2B5EF4-FFF2-40B4-BE49-F238E27FC236}">
                  <a16:creationId xmlns:a16="http://schemas.microsoft.com/office/drawing/2014/main" id="{CA25F6B4-C98B-D53C-12BE-D5875353BE8C}"/>
                </a:ext>
              </a:extLst>
            </p:cNvPr>
            <p:cNvSpPr>
              <a:spLocks noChangeArrowheads="1"/>
            </p:cNvSpPr>
            <p:nvPr/>
          </p:nvSpPr>
          <p:spPr bwMode="auto">
            <a:xfrm>
              <a:off x="2623" y="1558"/>
              <a:ext cx="477"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Destination</a:t>
              </a:r>
              <a:endParaRPr lang="en-US" altLang="es-ES" sz="4400"/>
            </a:p>
          </p:txBody>
        </p:sp>
        <p:sp>
          <p:nvSpPr>
            <p:cNvPr id="841759" name="Rectangle 31">
              <a:extLst>
                <a:ext uri="{FF2B5EF4-FFF2-40B4-BE49-F238E27FC236}">
                  <a16:creationId xmlns:a16="http://schemas.microsoft.com/office/drawing/2014/main" id="{E711F7AC-9749-329D-F2CA-1110FD22CA6F}"/>
                </a:ext>
              </a:extLst>
            </p:cNvPr>
            <p:cNvSpPr>
              <a:spLocks noChangeArrowheads="1"/>
            </p:cNvSpPr>
            <p:nvPr/>
          </p:nvSpPr>
          <p:spPr bwMode="auto">
            <a:xfrm>
              <a:off x="2591" y="1645"/>
              <a:ext cx="552"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register (DR)</a:t>
              </a:r>
              <a:endParaRPr lang="en-US" altLang="es-ES" sz="4400"/>
            </a:p>
          </p:txBody>
        </p:sp>
        <p:sp>
          <p:nvSpPr>
            <p:cNvPr id="841760" name="Rectangle 32">
              <a:extLst>
                <a:ext uri="{FF2B5EF4-FFF2-40B4-BE49-F238E27FC236}">
                  <a16:creationId xmlns:a16="http://schemas.microsoft.com/office/drawing/2014/main" id="{FDE65134-FEAF-A71F-6207-7272AA7EB62B}"/>
                </a:ext>
              </a:extLst>
            </p:cNvPr>
            <p:cNvSpPr>
              <a:spLocks noChangeArrowheads="1"/>
            </p:cNvSpPr>
            <p:nvPr/>
          </p:nvSpPr>
          <p:spPr bwMode="auto">
            <a:xfrm>
              <a:off x="3284" y="1558"/>
              <a:ext cx="481"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Source reg-</a:t>
              </a:r>
              <a:endParaRPr lang="en-US" altLang="es-ES" sz="4400"/>
            </a:p>
          </p:txBody>
        </p:sp>
        <p:sp>
          <p:nvSpPr>
            <p:cNvPr id="841761" name="Rectangle 33">
              <a:extLst>
                <a:ext uri="{FF2B5EF4-FFF2-40B4-BE49-F238E27FC236}">
                  <a16:creationId xmlns:a16="http://schemas.microsoft.com/office/drawing/2014/main" id="{F2646173-7C97-082F-2EA2-29154A10EDFA}"/>
                </a:ext>
              </a:extLst>
            </p:cNvPr>
            <p:cNvSpPr>
              <a:spLocks noChangeArrowheads="1"/>
            </p:cNvSpPr>
            <p:nvPr/>
          </p:nvSpPr>
          <p:spPr bwMode="auto">
            <a:xfrm>
              <a:off x="3269" y="1645"/>
              <a:ext cx="494"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ister A (SA)</a:t>
              </a:r>
              <a:endParaRPr lang="en-US" altLang="es-ES" sz="4400"/>
            </a:p>
          </p:txBody>
        </p:sp>
        <p:sp>
          <p:nvSpPr>
            <p:cNvPr id="841762" name="Rectangle 34">
              <a:extLst>
                <a:ext uri="{FF2B5EF4-FFF2-40B4-BE49-F238E27FC236}">
                  <a16:creationId xmlns:a16="http://schemas.microsoft.com/office/drawing/2014/main" id="{36B67441-ABE9-224A-763E-245558BB26CF}"/>
                </a:ext>
              </a:extLst>
            </p:cNvPr>
            <p:cNvSpPr>
              <a:spLocks noChangeArrowheads="1"/>
            </p:cNvSpPr>
            <p:nvPr/>
          </p:nvSpPr>
          <p:spPr bwMode="auto">
            <a:xfrm>
              <a:off x="1114" y="1399"/>
              <a:ext cx="98"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15</a:t>
              </a:r>
              <a:endParaRPr lang="en-US" altLang="es-ES" sz="4400"/>
            </a:p>
          </p:txBody>
        </p:sp>
        <p:sp>
          <p:nvSpPr>
            <p:cNvPr id="841763" name="Rectangle 35">
              <a:extLst>
                <a:ext uri="{FF2B5EF4-FFF2-40B4-BE49-F238E27FC236}">
                  <a16:creationId xmlns:a16="http://schemas.microsoft.com/office/drawing/2014/main" id="{0EB2675F-366C-8510-CEAB-255CFC1CD44A}"/>
                </a:ext>
              </a:extLst>
            </p:cNvPr>
            <p:cNvSpPr>
              <a:spLocks noChangeArrowheads="1"/>
            </p:cNvSpPr>
            <p:nvPr/>
          </p:nvSpPr>
          <p:spPr bwMode="auto">
            <a:xfrm>
              <a:off x="2437" y="1399"/>
              <a:ext cx="49"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9</a:t>
              </a:r>
              <a:endParaRPr lang="en-US" altLang="es-ES" sz="4400"/>
            </a:p>
          </p:txBody>
        </p:sp>
        <p:sp>
          <p:nvSpPr>
            <p:cNvPr id="841764" name="Rectangle 36">
              <a:extLst>
                <a:ext uri="{FF2B5EF4-FFF2-40B4-BE49-F238E27FC236}">
                  <a16:creationId xmlns:a16="http://schemas.microsoft.com/office/drawing/2014/main" id="{0637F936-25AE-DCA9-2656-162C71AA4176}"/>
                </a:ext>
              </a:extLst>
            </p:cNvPr>
            <p:cNvSpPr>
              <a:spLocks noChangeArrowheads="1"/>
            </p:cNvSpPr>
            <p:nvPr/>
          </p:nvSpPr>
          <p:spPr bwMode="auto">
            <a:xfrm>
              <a:off x="2559" y="1399"/>
              <a:ext cx="49"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8</a:t>
              </a:r>
              <a:endParaRPr lang="en-US" altLang="es-ES" sz="4400"/>
            </a:p>
          </p:txBody>
        </p:sp>
        <p:sp>
          <p:nvSpPr>
            <p:cNvPr id="841765" name="Rectangle 37">
              <a:extLst>
                <a:ext uri="{FF2B5EF4-FFF2-40B4-BE49-F238E27FC236}">
                  <a16:creationId xmlns:a16="http://schemas.microsoft.com/office/drawing/2014/main" id="{90059950-4C02-C4AA-BA25-3B070930C7AB}"/>
                </a:ext>
              </a:extLst>
            </p:cNvPr>
            <p:cNvSpPr>
              <a:spLocks noChangeArrowheads="1"/>
            </p:cNvSpPr>
            <p:nvPr/>
          </p:nvSpPr>
          <p:spPr bwMode="auto">
            <a:xfrm>
              <a:off x="3070" y="1399"/>
              <a:ext cx="49"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6</a:t>
              </a:r>
              <a:endParaRPr lang="en-US" altLang="es-ES" sz="4400"/>
            </a:p>
          </p:txBody>
        </p:sp>
        <p:sp>
          <p:nvSpPr>
            <p:cNvPr id="841766" name="Rectangle 38">
              <a:extLst>
                <a:ext uri="{FF2B5EF4-FFF2-40B4-BE49-F238E27FC236}">
                  <a16:creationId xmlns:a16="http://schemas.microsoft.com/office/drawing/2014/main" id="{EACBFC86-B6E6-F2CF-D165-41139CD7B385}"/>
                </a:ext>
              </a:extLst>
            </p:cNvPr>
            <p:cNvSpPr>
              <a:spLocks noChangeArrowheads="1"/>
            </p:cNvSpPr>
            <p:nvPr/>
          </p:nvSpPr>
          <p:spPr bwMode="auto">
            <a:xfrm>
              <a:off x="3182" y="1399"/>
              <a:ext cx="49"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5</a:t>
              </a:r>
              <a:endParaRPr lang="en-US" altLang="es-ES" sz="4400"/>
            </a:p>
          </p:txBody>
        </p:sp>
        <p:sp>
          <p:nvSpPr>
            <p:cNvPr id="841767" name="Rectangle 39">
              <a:extLst>
                <a:ext uri="{FF2B5EF4-FFF2-40B4-BE49-F238E27FC236}">
                  <a16:creationId xmlns:a16="http://schemas.microsoft.com/office/drawing/2014/main" id="{D9A53015-E7DF-3636-C4F1-AC7E0747EF10}"/>
                </a:ext>
              </a:extLst>
            </p:cNvPr>
            <p:cNvSpPr>
              <a:spLocks noChangeArrowheads="1"/>
            </p:cNvSpPr>
            <p:nvPr/>
          </p:nvSpPr>
          <p:spPr bwMode="auto">
            <a:xfrm>
              <a:off x="3693" y="1399"/>
              <a:ext cx="49"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3</a:t>
              </a:r>
              <a:endParaRPr lang="en-US" altLang="es-ES" sz="4400"/>
            </a:p>
          </p:txBody>
        </p:sp>
        <p:sp>
          <p:nvSpPr>
            <p:cNvPr id="841768" name="Rectangle 40">
              <a:extLst>
                <a:ext uri="{FF2B5EF4-FFF2-40B4-BE49-F238E27FC236}">
                  <a16:creationId xmlns:a16="http://schemas.microsoft.com/office/drawing/2014/main" id="{1B141964-EF29-02B6-3DC5-F406A5E8ECC3}"/>
                </a:ext>
              </a:extLst>
            </p:cNvPr>
            <p:cNvSpPr>
              <a:spLocks noChangeArrowheads="1"/>
            </p:cNvSpPr>
            <p:nvPr/>
          </p:nvSpPr>
          <p:spPr bwMode="auto">
            <a:xfrm>
              <a:off x="3805" y="1399"/>
              <a:ext cx="49"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2</a:t>
              </a:r>
              <a:endParaRPr lang="en-US" altLang="es-ES" sz="4400"/>
            </a:p>
          </p:txBody>
        </p:sp>
        <p:sp>
          <p:nvSpPr>
            <p:cNvPr id="841769" name="Rectangle 41">
              <a:extLst>
                <a:ext uri="{FF2B5EF4-FFF2-40B4-BE49-F238E27FC236}">
                  <a16:creationId xmlns:a16="http://schemas.microsoft.com/office/drawing/2014/main" id="{58F21022-DC84-3E57-FA19-2D3B8D5C8066}"/>
                </a:ext>
              </a:extLst>
            </p:cNvPr>
            <p:cNvSpPr>
              <a:spLocks noChangeArrowheads="1"/>
            </p:cNvSpPr>
            <p:nvPr/>
          </p:nvSpPr>
          <p:spPr bwMode="auto">
            <a:xfrm>
              <a:off x="4316" y="1399"/>
              <a:ext cx="49"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400"/>
            </a:p>
          </p:txBody>
        </p:sp>
        <p:sp>
          <p:nvSpPr>
            <p:cNvPr id="841770" name="Rectangle 42">
              <a:extLst>
                <a:ext uri="{FF2B5EF4-FFF2-40B4-BE49-F238E27FC236}">
                  <a16:creationId xmlns:a16="http://schemas.microsoft.com/office/drawing/2014/main" id="{7B9B5C98-613E-A3CA-25A9-B6B56E96B8D5}"/>
                </a:ext>
              </a:extLst>
            </p:cNvPr>
            <p:cNvSpPr>
              <a:spLocks noChangeArrowheads="1"/>
            </p:cNvSpPr>
            <p:nvPr/>
          </p:nvSpPr>
          <p:spPr bwMode="auto">
            <a:xfrm>
              <a:off x="3800" y="1614"/>
              <a:ext cx="598"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Operand (OP)</a:t>
              </a:r>
              <a:endParaRPr lang="en-US" altLang="es-ES" sz="4400"/>
            </a:p>
          </p:txBody>
        </p:sp>
      </p:grpSp>
      <p:sp>
        <p:nvSpPr>
          <p:cNvPr id="841792" name="Rectangle 64">
            <a:extLst>
              <a:ext uri="{FF2B5EF4-FFF2-40B4-BE49-F238E27FC236}">
                <a16:creationId xmlns:a16="http://schemas.microsoft.com/office/drawing/2014/main" id="{D2E4AF83-50B4-C9BF-0611-32F30B14BFF8}"/>
              </a:ext>
            </a:extLst>
          </p:cNvPr>
          <p:cNvSpPr>
            <a:spLocks noGrp="1" noChangeArrowheads="1"/>
          </p:cNvSpPr>
          <p:nvPr>
            <p:ph type="body" idx="1"/>
          </p:nvPr>
        </p:nvSpPr>
        <p:spPr>
          <a:xfrm>
            <a:off x="668338" y="2343150"/>
            <a:ext cx="7772400" cy="3884613"/>
          </a:xfrm>
          <a:noFill/>
          <a:ln/>
        </p:spPr>
        <p:txBody>
          <a:bodyPr/>
          <a:lstStyle/>
          <a:p>
            <a:r>
              <a:rPr lang="en-US" altLang="es-ES" sz="2400"/>
              <a:t>This format supports instructions described by:</a:t>
            </a:r>
          </a:p>
          <a:p>
            <a:pPr lvl="1"/>
            <a:r>
              <a:rPr lang="en-US" altLang="es-ES" sz="2000"/>
              <a:t>R1 ← R2 + 3</a:t>
            </a:r>
          </a:p>
          <a:p>
            <a:r>
              <a:rPr lang="en-US" altLang="es-ES" sz="2400">
                <a:latin typeface="MS Shell Dlg" panose="020B0604020202020204" pitchFamily="34" charset="0"/>
              </a:rPr>
              <a:t>The B Source Register field is replaced by an Operand field OP which specifies a constant. </a:t>
            </a:r>
          </a:p>
          <a:p>
            <a:r>
              <a:rPr lang="en-US" altLang="es-ES" sz="2400">
                <a:latin typeface="MS Shell Dlg" panose="020B0604020202020204" pitchFamily="34" charset="0"/>
              </a:rPr>
              <a:t>The Operand:</a:t>
            </a:r>
          </a:p>
          <a:p>
            <a:pPr lvl="1"/>
            <a:r>
              <a:rPr lang="en-US" altLang="es-ES" sz="2000">
                <a:latin typeface="MS Shell Dlg" panose="020B0604020202020204" pitchFamily="34" charset="0"/>
              </a:rPr>
              <a:t>3-bit constant</a:t>
            </a:r>
          </a:p>
          <a:p>
            <a:pPr lvl="1"/>
            <a:r>
              <a:rPr lang="en-US" altLang="es-ES" sz="2000">
                <a:latin typeface="MS Shell Dlg" panose="020B0604020202020204" pitchFamily="34" charset="0"/>
              </a:rPr>
              <a:t>Values from 0 to 7</a:t>
            </a:r>
          </a:p>
          <a:p>
            <a:r>
              <a:rPr lang="en-US" altLang="es-ES" sz="2400">
                <a:latin typeface="MS Shell Dlg" panose="020B0604020202020204" pitchFamily="34" charset="0"/>
              </a:rPr>
              <a:t>The constant:</a:t>
            </a:r>
          </a:p>
          <a:p>
            <a:pPr lvl="1"/>
            <a:r>
              <a:rPr lang="en-US" altLang="es-ES" sz="2000">
                <a:latin typeface="MS Shell Dlg" panose="020B0604020202020204" pitchFamily="34" charset="0"/>
              </a:rPr>
              <a:t>Zero-fill (on the left of) the Operand to form 16-bit constant</a:t>
            </a:r>
          </a:p>
          <a:p>
            <a:pPr lvl="1"/>
            <a:r>
              <a:rPr lang="en-US" altLang="es-ES" sz="2000">
                <a:latin typeface="MS Shell Dlg" panose="020B0604020202020204" pitchFamily="34" charset="0"/>
              </a:rPr>
              <a:t>16-bit representation for values 0 through 7</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EB54A81B-98E5-D6CE-64CB-EA6F95792199}"/>
              </a:ext>
            </a:extLst>
          </p:cNvPr>
          <p:cNvSpPr>
            <a:spLocks noGrp="1"/>
          </p:cNvSpPr>
          <p:nvPr>
            <p:ph type="sldNum" sz="quarter" idx="10"/>
          </p:nvPr>
        </p:nvSpPr>
        <p:spPr/>
        <p:txBody>
          <a:bodyPr/>
          <a:lstStyle/>
          <a:p>
            <a:r>
              <a:rPr lang="en-US" altLang="es-ES"/>
              <a:t>Chapter 9  Part 2   </a:t>
            </a:r>
            <a:fld id="{A7C16633-4AE0-418E-A894-3993984DA61F}" type="slidenum">
              <a:rPr lang="en-US" altLang="es-ES"/>
              <a:pPr/>
              <a:t>10</a:t>
            </a:fld>
            <a:endParaRPr lang="en-US" altLang="es-ES"/>
          </a:p>
        </p:txBody>
      </p:sp>
      <p:sp>
        <p:nvSpPr>
          <p:cNvPr id="842754" name="Rectangle 2">
            <a:extLst>
              <a:ext uri="{FF2B5EF4-FFF2-40B4-BE49-F238E27FC236}">
                <a16:creationId xmlns:a16="http://schemas.microsoft.com/office/drawing/2014/main" id="{6E66FEB1-3AE1-79F7-6042-EACF12A9CC6F}"/>
              </a:ext>
            </a:extLst>
          </p:cNvPr>
          <p:cNvSpPr>
            <a:spLocks noGrp="1" noChangeArrowheads="1"/>
          </p:cNvSpPr>
          <p:nvPr>
            <p:ph type="title"/>
          </p:nvPr>
        </p:nvSpPr>
        <p:spPr/>
        <p:txBody>
          <a:bodyPr/>
          <a:lstStyle/>
          <a:p>
            <a:r>
              <a:rPr lang="en-US" altLang="es-ES"/>
              <a:t>ISA: Instruction Format </a:t>
            </a:r>
            <a:r>
              <a:rPr lang="en-US" altLang="es-ES" b="0"/>
              <a:t>(continued)</a:t>
            </a:r>
          </a:p>
        </p:txBody>
      </p:sp>
      <p:sp>
        <p:nvSpPr>
          <p:cNvPr id="842755" name="Rectangle 3">
            <a:extLst>
              <a:ext uri="{FF2B5EF4-FFF2-40B4-BE49-F238E27FC236}">
                <a16:creationId xmlns:a16="http://schemas.microsoft.com/office/drawing/2014/main" id="{08AE7FEF-1005-7576-7B23-66C37023931B}"/>
              </a:ext>
            </a:extLst>
          </p:cNvPr>
          <p:cNvSpPr>
            <a:spLocks noGrp="1" noChangeArrowheads="1"/>
          </p:cNvSpPr>
          <p:nvPr>
            <p:ph type="body" idx="1"/>
          </p:nvPr>
        </p:nvSpPr>
        <p:spPr>
          <a:xfrm>
            <a:off x="731838" y="2444750"/>
            <a:ext cx="7772400" cy="3757613"/>
          </a:xfrm>
        </p:spPr>
        <p:txBody>
          <a:bodyPr/>
          <a:lstStyle/>
          <a:p>
            <a:r>
              <a:rPr lang="en-US" altLang="es-ES" sz="2400"/>
              <a:t>This instruction supports changes in the sequence of instruction execution by adding an extended, 6-bit, signed 2s-complement </a:t>
            </a:r>
            <a:r>
              <a:rPr lang="en-US" altLang="es-ES" sz="2400" i="1"/>
              <a:t>address offset</a:t>
            </a:r>
            <a:r>
              <a:rPr lang="en-US" altLang="es-ES" sz="2400"/>
              <a:t> to the PC value</a:t>
            </a:r>
          </a:p>
          <a:p>
            <a:r>
              <a:rPr lang="en-US" altLang="es-ES" sz="2400"/>
              <a:t>The 6-bit Address (AD) field replaces the DR and SB fields</a:t>
            </a:r>
          </a:p>
          <a:p>
            <a:pPr lvl="1"/>
            <a:r>
              <a:rPr lang="en-US" altLang="es-ES" sz="2000"/>
              <a:t>Example: Suppose that a jump is specified by the Opcode and the PC contains 45 (0…0101101) and Address contains – 12 (110100). Then the new PC value will be:</a:t>
            </a:r>
            <a:br>
              <a:rPr lang="en-US" altLang="es-ES" sz="2000"/>
            </a:br>
            <a:r>
              <a:rPr lang="en-US" altLang="es-ES" sz="2000"/>
              <a:t>0…0101101 + (1…110100) = 0…0100001 (45 + (– 12) = 33)   </a:t>
            </a:r>
          </a:p>
          <a:p>
            <a:r>
              <a:rPr lang="en-US" altLang="es-ES" sz="2400"/>
              <a:t>The SA field is retained to permit jumps and branches on N or Z based on the contents of Source register A </a:t>
            </a:r>
          </a:p>
        </p:txBody>
      </p:sp>
      <p:grpSp>
        <p:nvGrpSpPr>
          <p:cNvPr id="842815" name="Group 63">
            <a:extLst>
              <a:ext uri="{FF2B5EF4-FFF2-40B4-BE49-F238E27FC236}">
                <a16:creationId xmlns:a16="http://schemas.microsoft.com/office/drawing/2014/main" id="{9AFF3178-3D74-C356-6D3D-BBB6F2FF9EC7}"/>
              </a:ext>
            </a:extLst>
          </p:cNvPr>
          <p:cNvGrpSpPr>
            <a:grpSpLocks/>
          </p:cNvGrpSpPr>
          <p:nvPr/>
        </p:nvGrpSpPr>
        <p:grpSpPr bwMode="auto">
          <a:xfrm>
            <a:off x="1463675" y="1217613"/>
            <a:ext cx="6143625" cy="1377950"/>
            <a:chOff x="1066" y="2023"/>
            <a:chExt cx="3342" cy="522"/>
          </a:xfrm>
        </p:grpSpPr>
        <p:sp>
          <p:nvSpPr>
            <p:cNvPr id="842795" name="Rectangle 43">
              <a:extLst>
                <a:ext uri="{FF2B5EF4-FFF2-40B4-BE49-F238E27FC236}">
                  <a16:creationId xmlns:a16="http://schemas.microsoft.com/office/drawing/2014/main" id="{E9553930-88EE-D33C-EFB6-8964522BC74A}"/>
                </a:ext>
              </a:extLst>
            </p:cNvPr>
            <p:cNvSpPr>
              <a:spLocks noChangeArrowheads="1"/>
            </p:cNvSpPr>
            <p:nvPr/>
          </p:nvSpPr>
          <p:spPr bwMode="auto">
            <a:xfrm>
              <a:off x="2383" y="2465"/>
              <a:ext cx="877"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 Jump and Branch</a:t>
              </a:r>
              <a:endParaRPr lang="en-US" altLang="es-ES" sz="4400"/>
            </a:p>
          </p:txBody>
        </p:sp>
        <p:sp>
          <p:nvSpPr>
            <p:cNvPr id="842796" name="Freeform 44">
              <a:extLst>
                <a:ext uri="{FF2B5EF4-FFF2-40B4-BE49-F238E27FC236}">
                  <a16:creationId xmlns:a16="http://schemas.microsoft.com/office/drawing/2014/main" id="{39602116-C1A0-A4E8-F4D9-0C9E4932C1BB}"/>
                </a:ext>
              </a:extLst>
            </p:cNvPr>
            <p:cNvSpPr>
              <a:spLocks/>
            </p:cNvSpPr>
            <p:nvPr/>
          </p:nvSpPr>
          <p:spPr bwMode="auto">
            <a:xfrm>
              <a:off x="1066" y="2138"/>
              <a:ext cx="3342" cy="275"/>
            </a:xfrm>
            <a:custGeom>
              <a:avLst/>
              <a:gdLst>
                <a:gd name="T0" fmla="*/ 0 w 3342"/>
                <a:gd name="T1" fmla="*/ 0 h 275"/>
                <a:gd name="T2" fmla="*/ 3342 w 3342"/>
                <a:gd name="T3" fmla="*/ 0 h 275"/>
                <a:gd name="T4" fmla="*/ 3342 w 3342"/>
                <a:gd name="T5" fmla="*/ 275 h 275"/>
                <a:gd name="T6" fmla="*/ 0 w 3342"/>
                <a:gd name="T7" fmla="*/ 275 h 275"/>
                <a:gd name="T8" fmla="*/ 0 w 3342"/>
                <a:gd name="T9" fmla="*/ 0 h 275"/>
                <a:gd name="T10" fmla="*/ 0 w 3342"/>
                <a:gd name="T11" fmla="*/ 0 h 275"/>
              </a:gdLst>
              <a:ahLst/>
              <a:cxnLst>
                <a:cxn ang="0">
                  <a:pos x="T0" y="T1"/>
                </a:cxn>
                <a:cxn ang="0">
                  <a:pos x="T2" y="T3"/>
                </a:cxn>
                <a:cxn ang="0">
                  <a:pos x="T4" y="T5"/>
                </a:cxn>
                <a:cxn ang="0">
                  <a:pos x="T6" y="T7"/>
                </a:cxn>
                <a:cxn ang="0">
                  <a:pos x="T8" y="T9"/>
                </a:cxn>
                <a:cxn ang="0">
                  <a:pos x="T10" y="T11"/>
                </a:cxn>
              </a:cxnLst>
              <a:rect l="0" t="0" r="r" b="b"/>
              <a:pathLst>
                <a:path w="3342" h="275">
                  <a:moveTo>
                    <a:pt x="0" y="0"/>
                  </a:moveTo>
                  <a:lnTo>
                    <a:pt x="3342" y="0"/>
                  </a:lnTo>
                  <a:lnTo>
                    <a:pt x="3342" y="275"/>
                  </a:lnTo>
                  <a:lnTo>
                    <a:pt x="0" y="275"/>
                  </a:lnTo>
                  <a:lnTo>
                    <a:pt x="0" y="0"/>
                  </a:lnTo>
                  <a:lnTo>
                    <a:pt x="0" y="0"/>
                  </a:lnTo>
                  <a:close/>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2797" name="Line 45">
              <a:extLst>
                <a:ext uri="{FF2B5EF4-FFF2-40B4-BE49-F238E27FC236}">
                  <a16:creationId xmlns:a16="http://schemas.microsoft.com/office/drawing/2014/main" id="{5D83306C-9B91-F129-1E29-7BFB6CF1864D}"/>
                </a:ext>
              </a:extLst>
            </p:cNvPr>
            <p:cNvSpPr>
              <a:spLocks noChangeShapeType="1"/>
            </p:cNvSpPr>
            <p:nvPr/>
          </p:nvSpPr>
          <p:spPr bwMode="auto">
            <a:xfrm>
              <a:off x="2531" y="2138"/>
              <a:ext cx="1" cy="275"/>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2798" name="Line 46">
              <a:extLst>
                <a:ext uri="{FF2B5EF4-FFF2-40B4-BE49-F238E27FC236}">
                  <a16:creationId xmlns:a16="http://schemas.microsoft.com/office/drawing/2014/main" id="{21148BF3-9F99-0F55-896D-7B404A2C2536}"/>
                </a:ext>
              </a:extLst>
            </p:cNvPr>
            <p:cNvSpPr>
              <a:spLocks noChangeShapeType="1"/>
            </p:cNvSpPr>
            <p:nvPr/>
          </p:nvSpPr>
          <p:spPr bwMode="auto">
            <a:xfrm>
              <a:off x="3154" y="2138"/>
              <a:ext cx="1" cy="275"/>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2799" name="Line 47">
              <a:extLst>
                <a:ext uri="{FF2B5EF4-FFF2-40B4-BE49-F238E27FC236}">
                  <a16:creationId xmlns:a16="http://schemas.microsoft.com/office/drawing/2014/main" id="{0C3905E7-8574-AEDC-5606-BB5708C295D8}"/>
                </a:ext>
              </a:extLst>
            </p:cNvPr>
            <p:cNvSpPr>
              <a:spLocks noChangeShapeType="1"/>
            </p:cNvSpPr>
            <p:nvPr/>
          </p:nvSpPr>
          <p:spPr bwMode="auto">
            <a:xfrm>
              <a:off x="3777" y="2138"/>
              <a:ext cx="1" cy="275"/>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42800" name="Rectangle 48">
              <a:extLst>
                <a:ext uri="{FF2B5EF4-FFF2-40B4-BE49-F238E27FC236}">
                  <a16:creationId xmlns:a16="http://schemas.microsoft.com/office/drawing/2014/main" id="{606F1512-3242-2A01-FE3D-314AA1C7C5AE}"/>
                </a:ext>
              </a:extLst>
            </p:cNvPr>
            <p:cNvSpPr>
              <a:spLocks noChangeArrowheads="1"/>
            </p:cNvSpPr>
            <p:nvPr/>
          </p:nvSpPr>
          <p:spPr bwMode="auto">
            <a:xfrm>
              <a:off x="1700" y="2243"/>
              <a:ext cx="317"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Opcode</a:t>
              </a:r>
              <a:endParaRPr lang="en-US" altLang="es-ES" sz="4400"/>
            </a:p>
          </p:txBody>
        </p:sp>
        <p:sp>
          <p:nvSpPr>
            <p:cNvPr id="842801" name="Rectangle 49">
              <a:extLst>
                <a:ext uri="{FF2B5EF4-FFF2-40B4-BE49-F238E27FC236}">
                  <a16:creationId xmlns:a16="http://schemas.microsoft.com/office/drawing/2014/main" id="{0BC21309-6D75-D9B3-4CFF-512196A6B397}"/>
                </a:ext>
              </a:extLst>
            </p:cNvPr>
            <p:cNvSpPr>
              <a:spLocks noChangeArrowheads="1"/>
            </p:cNvSpPr>
            <p:nvPr/>
          </p:nvSpPr>
          <p:spPr bwMode="auto">
            <a:xfrm>
              <a:off x="3284" y="2185"/>
              <a:ext cx="475"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Source reg-</a:t>
              </a:r>
              <a:endParaRPr lang="en-US" altLang="es-ES" sz="4400"/>
            </a:p>
          </p:txBody>
        </p:sp>
        <p:sp>
          <p:nvSpPr>
            <p:cNvPr id="842802" name="Rectangle 50">
              <a:extLst>
                <a:ext uri="{FF2B5EF4-FFF2-40B4-BE49-F238E27FC236}">
                  <a16:creationId xmlns:a16="http://schemas.microsoft.com/office/drawing/2014/main" id="{8838A390-9098-51AF-DCE8-8E8A517ACCAC}"/>
                </a:ext>
              </a:extLst>
            </p:cNvPr>
            <p:cNvSpPr>
              <a:spLocks noChangeArrowheads="1"/>
            </p:cNvSpPr>
            <p:nvPr/>
          </p:nvSpPr>
          <p:spPr bwMode="auto">
            <a:xfrm>
              <a:off x="3269" y="2273"/>
              <a:ext cx="489"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ister A (SA)</a:t>
              </a:r>
              <a:endParaRPr lang="en-US" altLang="es-ES" sz="4400"/>
            </a:p>
          </p:txBody>
        </p:sp>
        <p:sp>
          <p:nvSpPr>
            <p:cNvPr id="842803" name="Rectangle 51">
              <a:extLst>
                <a:ext uri="{FF2B5EF4-FFF2-40B4-BE49-F238E27FC236}">
                  <a16:creationId xmlns:a16="http://schemas.microsoft.com/office/drawing/2014/main" id="{58C10D04-440A-85B5-5CCF-6DD1E25842CF}"/>
                </a:ext>
              </a:extLst>
            </p:cNvPr>
            <p:cNvSpPr>
              <a:spLocks noChangeArrowheads="1"/>
            </p:cNvSpPr>
            <p:nvPr/>
          </p:nvSpPr>
          <p:spPr bwMode="auto">
            <a:xfrm>
              <a:off x="1114" y="2023"/>
              <a:ext cx="97"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15</a:t>
              </a:r>
              <a:endParaRPr lang="en-US" altLang="es-ES" sz="4400"/>
            </a:p>
          </p:txBody>
        </p:sp>
        <p:sp>
          <p:nvSpPr>
            <p:cNvPr id="842804" name="Rectangle 52">
              <a:extLst>
                <a:ext uri="{FF2B5EF4-FFF2-40B4-BE49-F238E27FC236}">
                  <a16:creationId xmlns:a16="http://schemas.microsoft.com/office/drawing/2014/main" id="{96571841-2453-B91F-A38D-88AB7087FF80}"/>
                </a:ext>
              </a:extLst>
            </p:cNvPr>
            <p:cNvSpPr>
              <a:spLocks noChangeArrowheads="1"/>
            </p:cNvSpPr>
            <p:nvPr/>
          </p:nvSpPr>
          <p:spPr bwMode="auto">
            <a:xfrm>
              <a:off x="2437" y="2023"/>
              <a:ext cx="49"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9</a:t>
              </a:r>
              <a:endParaRPr lang="en-US" altLang="es-ES" sz="4400"/>
            </a:p>
          </p:txBody>
        </p:sp>
        <p:sp>
          <p:nvSpPr>
            <p:cNvPr id="842805" name="Rectangle 53">
              <a:extLst>
                <a:ext uri="{FF2B5EF4-FFF2-40B4-BE49-F238E27FC236}">
                  <a16:creationId xmlns:a16="http://schemas.microsoft.com/office/drawing/2014/main" id="{4DA03D02-D45B-6730-ADEC-4A228448A9D6}"/>
                </a:ext>
              </a:extLst>
            </p:cNvPr>
            <p:cNvSpPr>
              <a:spLocks noChangeArrowheads="1"/>
            </p:cNvSpPr>
            <p:nvPr/>
          </p:nvSpPr>
          <p:spPr bwMode="auto">
            <a:xfrm>
              <a:off x="2559" y="2023"/>
              <a:ext cx="48"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8</a:t>
              </a:r>
              <a:endParaRPr lang="en-US" altLang="es-ES" sz="4400"/>
            </a:p>
          </p:txBody>
        </p:sp>
        <p:sp>
          <p:nvSpPr>
            <p:cNvPr id="842806" name="Rectangle 54">
              <a:extLst>
                <a:ext uri="{FF2B5EF4-FFF2-40B4-BE49-F238E27FC236}">
                  <a16:creationId xmlns:a16="http://schemas.microsoft.com/office/drawing/2014/main" id="{528EFFCF-5206-998C-2869-C7409C81477D}"/>
                </a:ext>
              </a:extLst>
            </p:cNvPr>
            <p:cNvSpPr>
              <a:spLocks noChangeArrowheads="1"/>
            </p:cNvSpPr>
            <p:nvPr/>
          </p:nvSpPr>
          <p:spPr bwMode="auto">
            <a:xfrm>
              <a:off x="3070" y="2023"/>
              <a:ext cx="49"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6</a:t>
              </a:r>
              <a:endParaRPr lang="en-US" altLang="es-ES" sz="4400"/>
            </a:p>
          </p:txBody>
        </p:sp>
        <p:sp>
          <p:nvSpPr>
            <p:cNvPr id="842807" name="Rectangle 55">
              <a:extLst>
                <a:ext uri="{FF2B5EF4-FFF2-40B4-BE49-F238E27FC236}">
                  <a16:creationId xmlns:a16="http://schemas.microsoft.com/office/drawing/2014/main" id="{A96E4F93-60E9-3551-9098-4CBA40FB3B71}"/>
                </a:ext>
              </a:extLst>
            </p:cNvPr>
            <p:cNvSpPr>
              <a:spLocks noChangeArrowheads="1"/>
            </p:cNvSpPr>
            <p:nvPr/>
          </p:nvSpPr>
          <p:spPr bwMode="auto">
            <a:xfrm>
              <a:off x="3182" y="2023"/>
              <a:ext cx="48"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5</a:t>
              </a:r>
              <a:endParaRPr lang="en-US" altLang="es-ES" sz="4400"/>
            </a:p>
          </p:txBody>
        </p:sp>
        <p:sp>
          <p:nvSpPr>
            <p:cNvPr id="842808" name="Rectangle 56">
              <a:extLst>
                <a:ext uri="{FF2B5EF4-FFF2-40B4-BE49-F238E27FC236}">
                  <a16:creationId xmlns:a16="http://schemas.microsoft.com/office/drawing/2014/main" id="{E908CC80-1876-6B2E-3947-0836C8FB2861}"/>
                </a:ext>
              </a:extLst>
            </p:cNvPr>
            <p:cNvSpPr>
              <a:spLocks noChangeArrowheads="1"/>
            </p:cNvSpPr>
            <p:nvPr/>
          </p:nvSpPr>
          <p:spPr bwMode="auto">
            <a:xfrm>
              <a:off x="3693" y="2023"/>
              <a:ext cx="48"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3</a:t>
              </a:r>
              <a:endParaRPr lang="en-US" altLang="es-ES" sz="4400"/>
            </a:p>
          </p:txBody>
        </p:sp>
        <p:sp>
          <p:nvSpPr>
            <p:cNvPr id="842809" name="Rectangle 57">
              <a:extLst>
                <a:ext uri="{FF2B5EF4-FFF2-40B4-BE49-F238E27FC236}">
                  <a16:creationId xmlns:a16="http://schemas.microsoft.com/office/drawing/2014/main" id="{7D8D83A3-5BCB-7798-BE62-04832C8CFF57}"/>
                </a:ext>
              </a:extLst>
            </p:cNvPr>
            <p:cNvSpPr>
              <a:spLocks noChangeArrowheads="1"/>
            </p:cNvSpPr>
            <p:nvPr/>
          </p:nvSpPr>
          <p:spPr bwMode="auto">
            <a:xfrm>
              <a:off x="3805" y="2023"/>
              <a:ext cx="49"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2</a:t>
              </a:r>
              <a:endParaRPr lang="en-US" altLang="es-ES" sz="4400"/>
            </a:p>
          </p:txBody>
        </p:sp>
        <p:sp>
          <p:nvSpPr>
            <p:cNvPr id="842810" name="Rectangle 58">
              <a:extLst>
                <a:ext uri="{FF2B5EF4-FFF2-40B4-BE49-F238E27FC236}">
                  <a16:creationId xmlns:a16="http://schemas.microsoft.com/office/drawing/2014/main" id="{EC312D4B-76B0-756C-AB4C-09BA009667A4}"/>
                </a:ext>
              </a:extLst>
            </p:cNvPr>
            <p:cNvSpPr>
              <a:spLocks noChangeArrowheads="1"/>
            </p:cNvSpPr>
            <p:nvPr/>
          </p:nvSpPr>
          <p:spPr bwMode="auto">
            <a:xfrm>
              <a:off x="4316" y="2023"/>
              <a:ext cx="48"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400"/>
            </a:p>
          </p:txBody>
        </p:sp>
        <p:sp>
          <p:nvSpPr>
            <p:cNvPr id="842811" name="Rectangle 59">
              <a:extLst>
                <a:ext uri="{FF2B5EF4-FFF2-40B4-BE49-F238E27FC236}">
                  <a16:creationId xmlns:a16="http://schemas.microsoft.com/office/drawing/2014/main" id="{429DCDD2-1E05-6B49-100E-80A22799B48E}"/>
                </a:ext>
              </a:extLst>
            </p:cNvPr>
            <p:cNvSpPr>
              <a:spLocks noChangeArrowheads="1"/>
            </p:cNvSpPr>
            <p:nvPr/>
          </p:nvSpPr>
          <p:spPr bwMode="auto">
            <a:xfrm>
              <a:off x="3834" y="2180"/>
              <a:ext cx="567"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Address (AD)</a:t>
              </a:r>
              <a:endParaRPr lang="en-US" altLang="es-ES" sz="4400"/>
            </a:p>
          </p:txBody>
        </p:sp>
        <p:sp>
          <p:nvSpPr>
            <p:cNvPr id="842812" name="Rectangle 60">
              <a:extLst>
                <a:ext uri="{FF2B5EF4-FFF2-40B4-BE49-F238E27FC236}">
                  <a16:creationId xmlns:a16="http://schemas.microsoft.com/office/drawing/2014/main" id="{74E265FE-32D4-2E3E-FCBE-6D68CB80A631}"/>
                </a:ext>
              </a:extLst>
            </p:cNvPr>
            <p:cNvSpPr>
              <a:spLocks noChangeArrowheads="1"/>
            </p:cNvSpPr>
            <p:nvPr/>
          </p:nvSpPr>
          <p:spPr bwMode="auto">
            <a:xfrm>
              <a:off x="3955" y="2267"/>
              <a:ext cx="294"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(Right)</a:t>
              </a:r>
              <a:endParaRPr lang="en-US" altLang="es-ES" sz="4400"/>
            </a:p>
          </p:txBody>
        </p:sp>
        <p:sp>
          <p:nvSpPr>
            <p:cNvPr id="842813" name="Rectangle 61">
              <a:extLst>
                <a:ext uri="{FF2B5EF4-FFF2-40B4-BE49-F238E27FC236}">
                  <a16:creationId xmlns:a16="http://schemas.microsoft.com/office/drawing/2014/main" id="{DFDD5514-31EF-EECA-7C63-EC0BC901CDB6}"/>
                </a:ext>
              </a:extLst>
            </p:cNvPr>
            <p:cNvSpPr>
              <a:spLocks noChangeArrowheads="1"/>
            </p:cNvSpPr>
            <p:nvPr/>
          </p:nvSpPr>
          <p:spPr bwMode="auto">
            <a:xfrm>
              <a:off x="2569" y="2178"/>
              <a:ext cx="567"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Address (AD)</a:t>
              </a:r>
              <a:endParaRPr lang="en-US" altLang="es-ES" sz="4400"/>
            </a:p>
          </p:txBody>
        </p:sp>
        <p:sp>
          <p:nvSpPr>
            <p:cNvPr id="842814" name="Rectangle 62">
              <a:extLst>
                <a:ext uri="{FF2B5EF4-FFF2-40B4-BE49-F238E27FC236}">
                  <a16:creationId xmlns:a16="http://schemas.microsoft.com/office/drawing/2014/main" id="{17792B20-52BC-30AF-1E8A-910FBD917F6A}"/>
                </a:ext>
              </a:extLst>
            </p:cNvPr>
            <p:cNvSpPr>
              <a:spLocks noChangeArrowheads="1"/>
            </p:cNvSpPr>
            <p:nvPr/>
          </p:nvSpPr>
          <p:spPr bwMode="auto">
            <a:xfrm>
              <a:off x="2713" y="2265"/>
              <a:ext cx="236"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(Left)</a:t>
              </a:r>
              <a:endParaRPr lang="en-US" altLang="es-ES" sz="4400"/>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B6BBBBB1-360B-9D3C-0DB6-42A434AFFFEF}"/>
              </a:ext>
            </a:extLst>
          </p:cNvPr>
          <p:cNvSpPr>
            <a:spLocks noGrp="1"/>
          </p:cNvSpPr>
          <p:nvPr>
            <p:ph type="sldNum" sz="quarter" idx="10"/>
          </p:nvPr>
        </p:nvSpPr>
        <p:spPr/>
        <p:txBody>
          <a:bodyPr/>
          <a:lstStyle/>
          <a:p>
            <a:r>
              <a:rPr lang="en-US" altLang="es-ES"/>
              <a:t>Chapter 9  Part 2   </a:t>
            </a:r>
            <a:fld id="{3FF7C85C-9E42-4208-BE73-03CB03185E4E}" type="slidenum">
              <a:rPr lang="en-US" altLang="es-ES"/>
              <a:pPr/>
              <a:t>11</a:t>
            </a:fld>
            <a:endParaRPr lang="en-US" altLang="es-ES"/>
          </a:p>
        </p:txBody>
      </p:sp>
      <p:sp>
        <p:nvSpPr>
          <p:cNvPr id="844802" name="Rectangle 2">
            <a:extLst>
              <a:ext uri="{FF2B5EF4-FFF2-40B4-BE49-F238E27FC236}">
                <a16:creationId xmlns:a16="http://schemas.microsoft.com/office/drawing/2014/main" id="{6EC09D9B-C36D-4B1F-AC65-CDF7B70E2607}"/>
              </a:ext>
            </a:extLst>
          </p:cNvPr>
          <p:cNvSpPr>
            <a:spLocks noGrp="1" noChangeArrowheads="1"/>
          </p:cNvSpPr>
          <p:nvPr>
            <p:ph type="title"/>
          </p:nvPr>
        </p:nvSpPr>
        <p:spPr/>
        <p:txBody>
          <a:bodyPr/>
          <a:lstStyle/>
          <a:p>
            <a:r>
              <a:rPr lang="en-US" altLang="es-ES"/>
              <a:t>ISA: Instruction Specifications</a:t>
            </a:r>
          </a:p>
        </p:txBody>
      </p:sp>
      <p:sp>
        <p:nvSpPr>
          <p:cNvPr id="844803" name="Rectangle 3">
            <a:extLst>
              <a:ext uri="{FF2B5EF4-FFF2-40B4-BE49-F238E27FC236}">
                <a16:creationId xmlns:a16="http://schemas.microsoft.com/office/drawing/2014/main" id="{9A01A883-A6E4-9CC2-A9DF-C2E7043E4649}"/>
              </a:ext>
            </a:extLst>
          </p:cNvPr>
          <p:cNvSpPr>
            <a:spLocks noGrp="1" noChangeArrowheads="1"/>
          </p:cNvSpPr>
          <p:nvPr>
            <p:ph type="body" idx="1"/>
          </p:nvPr>
        </p:nvSpPr>
        <p:spPr/>
        <p:txBody>
          <a:bodyPr/>
          <a:lstStyle/>
          <a:p>
            <a:r>
              <a:rPr lang="en-US" altLang="es-ES"/>
              <a:t>The specifications provide:</a:t>
            </a:r>
          </a:p>
          <a:p>
            <a:pPr lvl="1"/>
            <a:r>
              <a:rPr lang="en-US" altLang="es-ES"/>
              <a:t>The name of the instruction</a:t>
            </a:r>
          </a:p>
          <a:p>
            <a:pPr lvl="1"/>
            <a:r>
              <a:rPr lang="en-US" altLang="es-ES"/>
              <a:t>The instruction's opcode</a:t>
            </a:r>
          </a:p>
          <a:p>
            <a:pPr lvl="1"/>
            <a:r>
              <a:rPr lang="en-US" altLang="es-ES"/>
              <a:t>A shorthand name for the opcode called a </a:t>
            </a:r>
            <a:r>
              <a:rPr lang="en-US" altLang="es-ES" i="1"/>
              <a:t>mnemonic</a:t>
            </a:r>
          </a:p>
          <a:p>
            <a:pPr lvl="1"/>
            <a:r>
              <a:rPr lang="en-US" altLang="es-ES"/>
              <a:t>A specification for the instruction format</a:t>
            </a:r>
          </a:p>
          <a:p>
            <a:pPr lvl="1"/>
            <a:r>
              <a:rPr lang="en-US" altLang="es-ES"/>
              <a:t>A register transfer description of the instruction, and</a:t>
            </a:r>
          </a:p>
          <a:p>
            <a:pPr lvl="1"/>
            <a:r>
              <a:rPr lang="en-US" altLang="es-ES" sz="2400"/>
              <a:t>A listing of the status bits that are meaningful  during an instruction's execution (not used in the architectures defined in this chapter)</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37A74A1D-1522-6C09-F6B4-398F03C811B3}"/>
              </a:ext>
            </a:extLst>
          </p:cNvPr>
          <p:cNvSpPr>
            <a:spLocks noGrp="1"/>
          </p:cNvSpPr>
          <p:nvPr>
            <p:ph type="sldNum" sz="quarter" idx="10"/>
          </p:nvPr>
        </p:nvSpPr>
        <p:spPr/>
        <p:txBody>
          <a:bodyPr/>
          <a:lstStyle/>
          <a:p>
            <a:r>
              <a:rPr lang="en-US" altLang="es-ES"/>
              <a:t>Chapter 9  Part 2   </a:t>
            </a:r>
            <a:fld id="{D04BB8FA-40ED-4D46-BB2A-115B5B39FBC3}" type="slidenum">
              <a:rPr lang="en-US" altLang="es-ES"/>
              <a:pPr/>
              <a:t>12</a:t>
            </a:fld>
            <a:endParaRPr lang="en-US" altLang="es-ES"/>
          </a:p>
        </p:txBody>
      </p:sp>
      <p:sp>
        <p:nvSpPr>
          <p:cNvPr id="845826" name="Rectangle 2">
            <a:extLst>
              <a:ext uri="{FF2B5EF4-FFF2-40B4-BE49-F238E27FC236}">
                <a16:creationId xmlns:a16="http://schemas.microsoft.com/office/drawing/2014/main" id="{8C8F503C-C7AC-0F9B-E796-E1D4DD0B2541}"/>
              </a:ext>
            </a:extLst>
          </p:cNvPr>
          <p:cNvSpPr>
            <a:spLocks noGrp="1" noChangeArrowheads="1"/>
          </p:cNvSpPr>
          <p:nvPr>
            <p:ph type="title"/>
          </p:nvPr>
        </p:nvSpPr>
        <p:spPr>
          <a:xfrm>
            <a:off x="461963" y="0"/>
            <a:ext cx="8428037" cy="1020763"/>
          </a:xfrm>
        </p:spPr>
        <p:txBody>
          <a:bodyPr/>
          <a:lstStyle/>
          <a:p>
            <a:r>
              <a:rPr lang="en-US" altLang="es-ES"/>
              <a:t>ISA: Instruction Specifications </a:t>
            </a:r>
            <a:r>
              <a:rPr lang="en-US" altLang="es-ES" b="0"/>
              <a:t>(continued)</a:t>
            </a:r>
          </a:p>
        </p:txBody>
      </p:sp>
      <p:sp>
        <p:nvSpPr>
          <p:cNvPr id="846024" name="AutoShape 200">
            <a:extLst>
              <a:ext uri="{FF2B5EF4-FFF2-40B4-BE49-F238E27FC236}">
                <a16:creationId xmlns:a16="http://schemas.microsoft.com/office/drawing/2014/main" id="{6EE02DCA-5930-2380-095C-2A595F73CBD4}"/>
              </a:ext>
            </a:extLst>
          </p:cNvPr>
          <p:cNvSpPr>
            <a:spLocks noChangeAspect="1" noChangeArrowheads="1" noTextEdit="1"/>
          </p:cNvSpPr>
          <p:nvPr/>
        </p:nvSpPr>
        <p:spPr bwMode="auto">
          <a:xfrm>
            <a:off x="1081088" y="366713"/>
            <a:ext cx="6981825"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pic>
        <p:nvPicPr>
          <p:cNvPr id="846433" name="Picture 609">
            <a:extLst>
              <a:ext uri="{FF2B5EF4-FFF2-40B4-BE49-F238E27FC236}">
                <a16:creationId xmlns:a16="http://schemas.microsoft.com/office/drawing/2014/main" id="{97589ADA-83C0-EB2B-3626-920441EDFE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088" y="1204913"/>
            <a:ext cx="6161087" cy="54054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D1B39718-88A1-DC97-5142-9F4788627B04}"/>
              </a:ext>
            </a:extLst>
          </p:cNvPr>
          <p:cNvSpPr>
            <a:spLocks noGrp="1"/>
          </p:cNvSpPr>
          <p:nvPr>
            <p:ph type="sldNum" sz="quarter" idx="10"/>
          </p:nvPr>
        </p:nvSpPr>
        <p:spPr/>
        <p:txBody>
          <a:bodyPr/>
          <a:lstStyle/>
          <a:p>
            <a:r>
              <a:rPr lang="en-US" altLang="es-ES"/>
              <a:t>Chapter 9  Part 2   </a:t>
            </a:r>
            <a:fld id="{F4527742-117B-4F09-A19D-A1AF411514AA}" type="slidenum">
              <a:rPr lang="en-US" altLang="es-ES"/>
              <a:pPr/>
              <a:t>13</a:t>
            </a:fld>
            <a:endParaRPr lang="en-US" altLang="es-ES"/>
          </a:p>
        </p:txBody>
      </p:sp>
      <p:sp>
        <p:nvSpPr>
          <p:cNvPr id="847874" name="Rectangle 2">
            <a:extLst>
              <a:ext uri="{FF2B5EF4-FFF2-40B4-BE49-F238E27FC236}">
                <a16:creationId xmlns:a16="http://schemas.microsoft.com/office/drawing/2014/main" id="{C044D154-9B9C-F767-0617-45C1BAF2F365}"/>
              </a:ext>
            </a:extLst>
          </p:cNvPr>
          <p:cNvSpPr>
            <a:spLocks noGrp="1" noChangeArrowheads="1"/>
          </p:cNvSpPr>
          <p:nvPr>
            <p:ph type="title"/>
          </p:nvPr>
        </p:nvSpPr>
        <p:spPr/>
        <p:txBody>
          <a:bodyPr/>
          <a:lstStyle/>
          <a:p>
            <a:r>
              <a:rPr lang="en-US" altLang="es-ES" sz="3200"/>
              <a:t>ISA:Example Instructions and Data in Memory</a:t>
            </a:r>
          </a:p>
        </p:txBody>
      </p:sp>
      <p:sp>
        <p:nvSpPr>
          <p:cNvPr id="847996" name="Rectangle 124">
            <a:extLst>
              <a:ext uri="{FF2B5EF4-FFF2-40B4-BE49-F238E27FC236}">
                <a16:creationId xmlns:a16="http://schemas.microsoft.com/office/drawing/2014/main" id="{F7AAC44F-3259-4B07-7BCC-F5590DECA59C}"/>
              </a:ext>
            </a:extLst>
          </p:cNvPr>
          <p:cNvSpPr>
            <a:spLocks noChangeArrowheads="1"/>
          </p:cNvSpPr>
          <p:nvPr/>
        </p:nvSpPr>
        <p:spPr bwMode="auto">
          <a:xfrm>
            <a:off x="1801813" y="2844800"/>
            <a:ext cx="2284412" cy="3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7999" name="Rectangle 127">
            <a:extLst>
              <a:ext uri="{FF2B5EF4-FFF2-40B4-BE49-F238E27FC236}">
                <a16:creationId xmlns:a16="http://schemas.microsoft.com/office/drawing/2014/main" id="{8EAFA161-3DB1-D5DB-01D3-93F4500E0F83}"/>
              </a:ext>
            </a:extLst>
          </p:cNvPr>
          <p:cNvSpPr>
            <a:spLocks noChangeArrowheads="1"/>
          </p:cNvSpPr>
          <p:nvPr/>
        </p:nvSpPr>
        <p:spPr bwMode="auto">
          <a:xfrm>
            <a:off x="1801813" y="3771900"/>
            <a:ext cx="2284412" cy="3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8001" name="Rectangle 129">
            <a:extLst>
              <a:ext uri="{FF2B5EF4-FFF2-40B4-BE49-F238E27FC236}">
                <a16:creationId xmlns:a16="http://schemas.microsoft.com/office/drawing/2014/main" id="{197310D5-B874-DC78-6C0D-38A2D731B2F9}"/>
              </a:ext>
            </a:extLst>
          </p:cNvPr>
          <p:cNvSpPr>
            <a:spLocks noChangeArrowheads="1"/>
          </p:cNvSpPr>
          <p:nvPr/>
        </p:nvSpPr>
        <p:spPr bwMode="auto">
          <a:xfrm>
            <a:off x="1801813" y="4633913"/>
            <a:ext cx="2284412" cy="3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8003" name="Rectangle 131">
            <a:extLst>
              <a:ext uri="{FF2B5EF4-FFF2-40B4-BE49-F238E27FC236}">
                <a16:creationId xmlns:a16="http://schemas.microsoft.com/office/drawing/2014/main" id="{AE59BE46-2BD1-5CE6-99AB-FD2498D6098D}"/>
              </a:ext>
            </a:extLst>
          </p:cNvPr>
          <p:cNvSpPr>
            <a:spLocks noChangeArrowheads="1"/>
          </p:cNvSpPr>
          <p:nvPr/>
        </p:nvSpPr>
        <p:spPr bwMode="auto">
          <a:xfrm>
            <a:off x="1801813" y="5495925"/>
            <a:ext cx="2284412" cy="3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8005" name="Rectangle 133">
            <a:extLst>
              <a:ext uri="{FF2B5EF4-FFF2-40B4-BE49-F238E27FC236}">
                <a16:creationId xmlns:a16="http://schemas.microsoft.com/office/drawing/2014/main" id="{C63DF5D4-0C90-1718-2899-448F3D51E374}"/>
              </a:ext>
            </a:extLst>
          </p:cNvPr>
          <p:cNvSpPr>
            <a:spLocks noChangeArrowheads="1"/>
          </p:cNvSpPr>
          <p:nvPr/>
        </p:nvSpPr>
        <p:spPr bwMode="auto">
          <a:xfrm>
            <a:off x="1801813" y="6043613"/>
            <a:ext cx="2284412" cy="63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grpSp>
        <p:nvGrpSpPr>
          <p:cNvPr id="848007" name="Group 135">
            <a:extLst>
              <a:ext uri="{FF2B5EF4-FFF2-40B4-BE49-F238E27FC236}">
                <a16:creationId xmlns:a16="http://schemas.microsoft.com/office/drawing/2014/main" id="{3D6C55C2-D2B8-C7BC-E9F1-1C18F846C30D}"/>
              </a:ext>
            </a:extLst>
          </p:cNvPr>
          <p:cNvGrpSpPr>
            <a:grpSpLocks/>
          </p:cNvGrpSpPr>
          <p:nvPr/>
        </p:nvGrpSpPr>
        <p:grpSpPr bwMode="auto">
          <a:xfrm>
            <a:off x="628650" y="1201738"/>
            <a:ext cx="8015288" cy="5189537"/>
            <a:chOff x="396" y="757"/>
            <a:chExt cx="5049" cy="3269"/>
          </a:xfrm>
        </p:grpSpPr>
        <p:sp>
          <p:nvSpPr>
            <p:cNvPr id="847877" name="Rectangle 5">
              <a:extLst>
                <a:ext uri="{FF2B5EF4-FFF2-40B4-BE49-F238E27FC236}">
                  <a16:creationId xmlns:a16="http://schemas.microsoft.com/office/drawing/2014/main" id="{11285C7C-56D2-9584-7A23-DF6046D9B2E0}"/>
                </a:ext>
              </a:extLst>
            </p:cNvPr>
            <p:cNvSpPr>
              <a:spLocks noChangeArrowheads="1"/>
            </p:cNvSpPr>
            <p:nvPr/>
          </p:nvSpPr>
          <p:spPr bwMode="auto">
            <a:xfrm>
              <a:off x="563" y="757"/>
              <a:ext cx="84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700" u="none" baseline="0">
                  <a:solidFill>
                    <a:srgbClr val="000000"/>
                  </a:solidFill>
                  <a:latin typeface="TimesTen" pitchFamily="18" charset="0"/>
                </a:rPr>
                <a:t>Memory Repr</a:t>
              </a:r>
              <a:endParaRPr lang="en-US" altLang="es-ES"/>
            </a:p>
          </p:txBody>
        </p:sp>
        <p:sp>
          <p:nvSpPr>
            <p:cNvPr id="847878" name="Rectangle 6">
              <a:extLst>
                <a:ext uri="{FF2B5EF4-FFF2-40B4-BE49-F238E27FC236}">
                  <a16:creationId xmlns:a16="http://schemas.microsoft.com/office/drawing/2014/main" id="{A8F2E3EB-7718-3A91-23B9-CCAA781AB97A}"/>
                </a:ext>
              </a:extLst>
            </p:cNvPr>
            <p:cNvSpPr>
              <a:spLocks noChangeArrowheads="1"/>
            </p:cNvSpPr>
            <p:nvPr/>
          </p:nvSpPr>
          <p:spPr bwMode="auto">
            <a:xfrm>
              <a:off x="1406" y="757"/>
              <a:ext cx="61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700" u="none" baseline="0">
                  <a:solidFill>
                    <a:srgbClr val="000000"/>
                  </a:solidFill>
                  <a:latin typeface="TimesTen" pitchFamily="18" charset="0"/>
                </a:rPr>
                <a:t>esentation</a:t>
              </a:r>
              <a:endParaRPr lang="en-US" altLang="es-ES"/>
            </a:p>
          </p:txBody>
        </p:sp>
        <p:sp>
          <p:nvSpPr>
            <p:cNvPr id="847879" name="Rectangle 7">
              <a:extLst>
                <a:ext uri="{FF2B5EF4-FFF2-40B4-BE49-F238E27FC236}">
                  <a16:creationId xmlns:a16="http://schemas.microsoft.com/office/drawing/2014/main" id="{E02FD4C9-C432-4821-E130-C9BE7761EA55}"/>
                </a:ext>
              </a:extLst>
            </p:cNvPr>
            <p:cNvSpPr>
              <a:spLocks noChangeArrowheads="1"/>
            </p:cNvSpPr>
            <p:nvPr/>
          </p:nvSpPr>
          <p:spPr bwMode="auto">
            <a:xfrm>
              <a:off x="2037" y="757"/>
              <a:ext cx="57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700" u="none" baseline="0">
                  <a:solidFill>
                    <a:srgbClr val="000000"/>
                  </a:solidFill>
                  <a:latin typeface="TimesTen" pitchFamily="18" charset="0"/>
                </a:rPr>
                <a:t>of Instruc</a:t>
              </a:r>
              <a:endParaRPr lang="en-US" altLang="es-ES"/>
            </a:p>
          </p:txBody>
        </p:sp>
        <p:sp>
          <p:nvSpPr>
            <p:cNvPr id="847880" name="Rectangle 8">
              <a:extLst>
                <a:ext uri="{FF2B5EF4-FFF2-40B4-BE49-F238E27FC236}">
                  <a16:creationId xmlns:a16="http://schemas.microsoft.com/office/drawing/2014/main" id="{AA8C0299-CE46-AA34-822B-FDC9AEA3D0C3}"/>
                </a:ext>
              </a:extLst>
            </p:cNvPr>
            <p:cNvSpPr>
              <a:spLocks noChangeArrowheads="1"/>
            </p:cNvSpPr>
            <p:nvPr/>
          </p:nvSpPr>
          <p:spPr bwMode="auto">
            <a:xfrm>
              <a:off x="2610" y="757"/>
              <a:ext cx="4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700" u="none" baseline="0">
                  <a:solidFill>
                    <a:srgbClr val="000000"/>
                  </a:solidFill>
                  <a:latin typeface="TimesTen" pitchFamily="18" charset="0"/>
                </a:rPr>
                <a:t>t</a:t>
              </a:r>
              <a:endParaRPr lang="en-US" altLang="es-ES"/>
            </a:p>
          </p:txBody>
        </p:sp>
        <p:sp>
          <p:nvSpPr>
            <p:cNvPr id="847881" name="Rectangle 9">
              <a:extLst>
                <a:ext uri="{FF2B5EF4-FFF2-40B4-BE49-F238E27FC236}">
                  <a16:creationId xmlns:a16="http://schemas.microsoft.com/office/drawing/2014/main" id="{7411D087-3920-6340-F768-506D399AAABE}"/>
                </a:ext>
              </a:extLst>
            </p:cNvPr>
            <p:cNvSpPr>
              <a:spLocks noChangeArrowheads="1"/>
            </p:cNvSpPr>
            <p:nvPr/>
          </p:nvSpPr>
          <p:spPr bwMode="auto">
            <a:xfrm>
              <a:off x="2654" y="757"/>
              <a:ext cx="49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700" u="none" baseline="0">
                  <a:solidFill>
                    <a:srgbClr val="000000"/>
                  </a:solidFill>
                  <a:latin typeface="TimesTen" pitchFamily="18" charset="0"/>
                </a:rPr>
                <a:t>ions and</a:t>
              </a:r>
              <a:endParaRPr lang="en-US" altLang="es-ES"/>
            </a:p>
          </p:txBody>
        </p:sp>
        <p:sp>
          <p:nvSpPr>
            <p:cNvPr id="847882" name="Rectangle 10">
              <a:extLst>
                <a:ext uri="{FF2B5EF4-FFF2-40B4-BE49-F238E27FC236}">
                  <a16:creationId xmlns:a16="http://schemas.microsoft.com/office/drawing/2014/main" id="{249FF39C-7CE0-E2D7-F2CD-8DC6B4B7928F}"/>
                </a:ext>
              </a:extLst>
            </p:cNvPr>
            <p:cNvSpPr>
              <a:spLocks noChangeArrowheads="1"/>
            </p:cNvSpPr>
            <p:nvPr/>
          </p:nvSpPr>
          <p:spPr bwMode="auto">
            <a:xfrm>
              <a:off x="3174" y="757"/>
              <a:ext cx="29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700" u="none" baseline="0">
                  <a:solidFill>
                    <a:srgbClr val="000000"/>
                  </a:solidFill>
                  <a:latin typeface="TimesTen" pitchFamily="18" charset="0"/>
                </a:rPr>
                <a:t>Data</a:t>
              </a:r>
              <a:endParaRPr lang="en-US" altLang="es-ES"/>
            </a:p>
          </p:txBody>
        </p:sp>
        <p:sp>
          <p:nvSpPr>
            <p:cNvPr id="847883" name="Rectangle 11">
              <a:extLst>
                <a:ext uri="{FF2B5EF4-FFF2-40B4-BE49-F238E27FC236}">
                  <a16:creationId xmlns:a16="http://schemas.microsoft.com/office/drawing/2014/main" id="{58526BB5-DC81-E437-B470-E27F782499EB}"/>
                </a:ext>
              </a:extLst>
            </p:cNvPr>
            <p:cNvSpPr>
              <a:spLocks noChangeArrowheads="1"/>
            </p:cNvSpPr>
            <p:nvPr/>
          </p:nvSpPr>
          <p:spPr bwMode="auto">
            <a:xfrm>
              <a:off x="518" y="1078"/>
              <a:ext cx="141"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D</a:t>
              </a:r>
              <a:endParaRPr lang="en-US" altLang="es-ES"/>
            </a:p>
          </p:txBody>
        </p:sp>
        <p:sp>
          <p:nvSpPr>
            <p:cNvPr id="847884" name="Rectangle 12">
              <a:extLst>
                <a:ext uri="{FF2B5EF4-FFF2-40B4-BE49-F238E27FC236}">
                  <a16:creationId xmlns:a16="http://schemas.microsoft.com/office/drawing/2014/main" id="{E15CAF3B-3602-0BDA-086A-A8E85E984B03}"/>
                </a:ext>
              </a:extLst>
            </p:cNvPr>
            <p:cNvSpPr>
              <a:spLocks noChangeArrowheads="1"/>
            </p:cNvSpPr>
            <p:nvPr/>
          </p:nvSpPr>
          <p:spPr bwMode="auto">
            <a:xfrm>
              <a:off x="599" y="1078"/>
              <a:ext cx="37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eciimal</a:t>
              </a:r>
              <a:endParaRPr lang="en-US" altLang="es-ES"/>
            </a:p>
          </p:txBody>
        </p:sp>
        <p:sp>
          <p:nvSpPr>
            <p:cNvPr id="847885" name="Rectangle 13">
              <a:extLst>
                <a:ext uri="{FF2B5EF4-FFF2-40B4-BE49-F238E27FC236}">
                  <a16:creationId xmlns:a16="http://schemas.microsoft.com/office/drawing/2014/main" id="{BF33D0A1-00C3-CE26-D0DB-CF13C5EDB9CB}"/>
                </a:ext>
              </a:extLst>
            </p:cNvPr>
            <p:cNvSpPr>
              <a:spLocks noChangeArrowheads="1"/>
            </p:cNvSpPr>
            <p:nvPr/>
          </p:nvSpPr>
          <p:spPr bwMode="auto">
            <a:xfrm>
              <a:off x="509" y="1202"/>
              <a:ext cx="20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Ad</a:t>
              </a:r>
              <a:endParaRPr lang="en-US" altLang="es-ES"/>
            </a:p>
          </p:txBody>
        </p:sp>
        <p:sp>
          <p:nvSpPr>
            <p:cNvPr id="847886" name="Rectangle 14">
              <a:extLst>
                <a:ext uri="{FF2B5EF4-FFF2-40B4-BE49-F238E27FC236}">
                  <a16:creationId xmlns:a16="http://schemas.microsoft.com/office/drawing/2014/main" id="{B4AD8C81-8A2C-C9AA-4A6C-F885BB55F975}"/>
                </a:ext>
              </a:extLst>
            </p:cNvPr>
            <p:cNvSpPr>
              <a:spLocks noChangeArrowheads="1"/>
            </p:cNvSpPr>
            <p:nvPr/>
          </p:nvSpPr>
          <p:spPr bwMode="auto">
            <a:xfrm>
              <a:off x="656" y="1202"/>
              <a:ext cx="13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d</a:t>
              </a:r>
              <a:endParaRPr lang="en-US" altLang="es-ES"/>
            </a:p>
          </p:txBody>
        </p:sp>
        <p:sp>
          <p:nvSpPr>
            <p:cNvPr id="847887" name="Rectangle 15">
              <a:extLst>
                <a:ext uri="{FF2B5EF4-FFF2-40B4-BE49-F238E27FC236}">
                  <a16:creationId xmlns:a16="http://schemas.microsoft.com/office/drawing/2014/main" id="{7F5EBEA1-2FBB-EB16-40CE-850C504C830B}"/>
                </a:ext>
              </a:extLst>
            </p:cNvPr>
            <p:cNvSpPr>
              <a:spLocks noChangeArrowheads="1"/>
            </p:cNvSpPr>
            <p:nvPr/>
          </p:nvSpPr>
          <p:spPr bwMode="auto">
            <a:xfrm>
              <a:off x="725" y="1202"/>
              <a:ext cx="10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r</a:t>
              </a:r>
              <a:endParaRPr lang="en-US" altLang="es-ES"/>
            </a:p>
          </p:txBody>
        </p:sp>
        <p:sp>
          <p:nvSpPr>
            <p:cNvPr id="847888" name="Rectangle 16">
              <a:extLst>
                <a:ext uri="{FF2B5EF4-FFF2-40B4-BE49-F238E27FC236}">
                  <a16:creationId xmlns:a16="http://schemas.microsoft.com/office/drawing/2014/main" id="{2447737E-1342-4BF4-6D65-CCAAA4A80544}"/>
                </a:ext>
              </a:extLst>
            </p:cNvPr>
            <p:cNvSpPr>
              <a:spLocks noChangeArrowheads="1"/>
            </p:cNvSpPr>
            <p:nvPr/>
          </p:nvSpPr>
          <p:spPr bwMode="auto">
            <a:xfrm>
              <a:off x="768" y="1202"/>
              <a:ext cx="18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ess</a:t>
              </a:r>
              <a:endParaRPr lang="en-US" altLang="es-ES"/>
            </a:p>
          </p:txBody>
        </p:sp>
        <p:sp>
          <p:nvSpPr>
            <p:cNvPr id="847889" name="Rectangle 17">
              <a:extLst>
                <a:ext uri="{FF2B5EF4-FFF2-40B4-BE49-F238E27FC236}">
                  <a16:creationId xmlns:a16="http://schemas.microsoft.com/office/drawing/2014/main" id="{01C51794-2FAA-0472-21A6-8D13EB5DE670}"/>
                </a:ext>
              </a:extLst>
            </p:cNvPr>
            <p:cNvSpPr>
              <a:spLocks noChangeArrowheads="1"/>
            </p:cNvSpPr>
            <p:nvPr/>
          </p:nvSpPr>
          <p:spPr bwMode="auto">
            <a:xfrm>
              <a:off x="1384" y="1202"/>
              <a:ext cx="2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Mem</a:t>
              </a:r>
              <a:endParaRPr lang="en-US" altLang="es-ES"/>
            </a:p>
          </p:txBody>
        </p:sp>
        <p:sp>
          <p:nvSpPr>
            <p:cNvPr id="847890" name="Rectangle 18">
              <a:extLst>
                <a:ext uri="{FF2B5EF4-FFF2-40B4-BE49-F238E27FC236}">
                  <a16:creationId xmlns:a16="http://schemas.microsoft.com/office/drawing/2014/main" id="{4E743F90-AE09-760F-1DBB-DA8EBCB79B1B}"/>
                </a:ext>
              </a:extLst>
            </p:cNvPr>
            <p:cNvSpPr>
              <a:spLocks noChangeArrowheads="1"/>
            </p:cNvSpPr>
            <p:nvPr/>
          </p:nvSpPr>
          <p:spPr bwMode="auto">
            <a:xfrm>
              <a:off x="1638" y="1202"/>
              <a:ext cx="12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o</a:t>
              </a:r>
              <a:endParaRPr lang="en-US" altLang="es-ES"/>
            </a:p>
          </p:txBody>
        </p:sp>
        <p:sp>
          <p:nvSpPr>
            <p:cNvPr id="847891" name="Rectangle 19">
              <a:extLst>
                <a:ext uri="{FF2B5EF4-FFF2-40B4-BE49-F238E27FC236}">
                  <a16:creationId xmlns:a16="http://schemas.microsoft.com/office/drawing/2014/main" id="{1369D548-B0E9-CA98-2419-2BFEE50E033D}"/>
                </a:ext>
              </a:extLst>
            </p:cNvPr>
            <p:cNvSpPr>
              <a:spLocks noChangeArrowheads="1"/>
            </p:cNvSpPr>
            <p:nvPr/>
          </p:nvSpPr>
          <p:spPr bwMode="auto">
            <a:xfrm>
              <a:off x="1706" y="1202"/>
              <a:ext cx="10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r</a:t>
              </a:r>
              <a:endParaRPr lang="en-US" altLang="es-ES"/>
            </a:p>
          </p:txBody>
        </p:sp>
        <p:sp>
          <p:nvSpPr>
            <p:cNvPr id="847892" name="Rectangle 20">
              <a:extLst>
                <a:ext uri="{FF2B5EF4-FFF2-40B4-BE49-F238E27FC236}">
                  <a16:creationId xmlns:a16="http://schemas.microsoft.com/office/drawing/2014/main" id="{23B89E88-4232-969B-41B0-9418C48F4687}"/>
                </a:ext>
              </a:extLst>
            </p:cNvPr>
            <p:cNvSpPr>
              <a:spLocks noChangeArrowheads="1"/>
            </p:cNvSpPr>
            <p:nvPr/>
          </p:nvSpPr>
          <p:spPr bwMode="auto">
            <a:xfrm>
              <a:off x="1750" y="1202"/>
              <a:ext cx="12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y</a:t>
              </a:r>
              <a:endParaRPr lang="en-US" altLang="es-ES"/>
            </a:p>
          </p:txBody>
        </p:sp>
        <p:sp>
          <p:nvSpPr>
            <p:cNvPr id="847893" name="Rectangle 21">
              <a:extLst>
                <a:ext uri="{FF2B5EF4-FFF2-40B4-BE49-F238E27FC236}">
                  <a16:creationId xmlns:a16="http://schemas.microsoft.com/office/drawing/2014/main" id="{6136D3E0-8040-A5EF-4E62-B17AAEDBC75A}"/>
                </a:ext>
              </a:extLst>
            </p:cNvPr>
            <p:cNvSpPr>
              <a:spLocks noChangeArrowheads="1"/>
            </p:cNvSpPr>
            <p:nvPr/>
          </p:nvSpPr>
          <p:spPr bwMode="auto">
            <a:xfrm>
              <a:off x="1812" y="1202"/>
              <a:ext cx="17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 C</a:t>
              </a:r>
              <a:endParaRPr lang="en-US" altLang="es-ES"/>
            </a:p>
          </p:txBody>
        </p:sp>
        <p:sp>
          <p:nvSpPr>
            <p:cNvPr id="847894" name="Rectangle 22">
              <a:extLst>
                <a:ext uri="{FF2B5EF4-FFF2-40B4-BE49-F238E27FC236}">
                  <a16:creationId xmlns:a16="http://schemas.microsoft.com/office/drawing/2014/main" id="{1217112E-42F6-7AE5-09A5-4A11880B949A}"/>
                </a:ext>
              </a:extLst>
            </p:cNvPr>
            <p:cNvSpPr>
              <a:spLocks noChangeArrowheads="1"/>
            </p:cNvSpPr>
            <p:nvPr/>
          </p:nvSpPr>
          <p:spPr bwMode="auto">
            <a:xfrm>
              <a:off x="1923" y="1202"/>
              <a:ext cx="40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ontents</a:t>
              </a:r>
              <a:endParaRPr lang="en-US" altLang="es-ES"/>
            </a:p>
          </p:txBody>
        </p:sp>
        <p:sp>
          <p:nvSpPr>
            <p:cNvPr id="847895" name="Rectangle 23">
              <a:extLst>
                <a:ext uri="{FF2B5EF4-FFF2-40B4-BE49-F238E27FC236}">
                  <a16:creationId xmlns:a16="http://schemas.microsoft.com/office/drawing/2014/main" id="{83180FD1-CA5A-370B-9F2C-A489EF5E4E38}"/>
                </a:ext>
              </a:extLst>
            </p:cNvPr>
            <p:cNvSpPr>
              <a:spLocks noChangeArrowheads="1"/>
            </p:cNvSpPr>
            <p:nvPr/>
          </p:nvSpPr>
          <p:spPr bwMode="auto">
            <a:xfrm>
              <a:off x="2826" y="1078"/>
              <a:ext cx="267"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Dec</a:t>
              </a:r>
              <a:endParaRPr lang="en-US" altLang="es-ES"/>
            </a:p>
          </p:txBody>
        </p:sp>
        <p:sp>
          <p:nvSpPr>
            <p:cNvPr id="847896" name="Rectangle 24">
              <a:extLst>
                <a:ext uri="{FF2B5EF4-FFF2-40B4-BE49-F238E27FC236}">
                  <a16:creationId xmlns:a16="http://schemas.microsoft.com/office/drawing/2014/main" id="{6B7940E7-D20C-53DC-B7CD-6594B5E024BF}"/>
                </a:ext>
              </a:extLst>
            </p:cNvPr>
            <p:cNvSpPr>
              <a:spLocks noChangeArrowheads="1"/>
            </p:cNvSpPr>
            <p:nvPr/>
          </p:nvSpPr>
          <p:spPr bwMode="auto">
            <a:xfrm>
              <a:off x="3031" y="1078"/>
              <a:ext cx="9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i</a:t>
              </a:r>
              <a:endParaRPr lang="en-US" altLang="es-ES"/>
            </a:p>
          </p:txBody>
        </p:sp>
        <p:sp>
          <p:nvSpPr>
            <p:cNvPr id="847897" name="Rectangle 25">
              <a:extLst>
                <a:ext uri="{FF2B5EF4-FFF2-40B4-BE49-F238E27FC236}">
                  <a16:creationId xmlns:a16="http://schemas.microsoft.com/office/drawing/2014/main" id="{BFB93B16-2A7D-9084-8420-3CE7474245C4}"/>
                </a:ext>
              </a:extLst>
            </p:cNvPr>
            <p:cNvSpPr>
              <a:spLocks noChangeArrowheads="1"/>
            </p:cNvSpPr>
            <p:nvPr/>
          </p:nvSpPr>
          <p:spPr bwMode="auto">
            <a:xfrm>
              <a:off x="3062" y="1078"/>
              <a:ext cx="254"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mal</a:t>
              </a:r>
              <a:endParaRPr lang="en-US" altLang="es-ES"/>
            </a:p>
          </p:txBody>
        </p:sp>
        <p:sp>
          <p:nvSpPr>
            <p:cNvPr id="847898" name="Rectangle 26">
              <a:extLst>
                <a:ext uri="{FF2B5EF4-FFF2-40B4-BE49-F238E27FC236}">
                  <a16:creationId xmlns:a16="http://schemas.microsoft.com/office/drawing/2014/main" id="{B70DC20E-997E-308D-4EA9-6BD0DE75490B}"/>
                </a:ext>
              </a:extLst>
            </p:cNvPr>
            <p:cNvSpPr>
              <a:spLocks noChangeArrowheads="1"/>
            </p:cNvSpPr>
            <p:nvPr/>
          </p:nvSpPr>
          <p:spPr bwMode="auto">
            <a:xfrm>
              <a:off x="2833" y="1202"/>
              <a:ext cx="21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Op</a:t>
              </a:r>
              <a:endParaRPr lang="en-US" altLang="es-ES"/>
            </a:p>
          </p:txBody>
        </p:sp>
        <p:sp>
          <p:nvSpPr>
            <p:cNvPr id="847899" name="Rectangle 27">
              <a:extLst>
                <a:ext uri="{FF2B5EF4-FFF2-40B4-BE49-F238E27FC236}">
                  <a16:creationId xmlns:a16="http://schemas.microsoft.com/office/drawing/2014/main" id="{30D25D04-A369-E2FB-E53D-9BA78C3C79BE}"/>
                </a:ext>
              </a:extLst>
            </p:cNvPr>
            <p:cNvSpPr>
              <a:spLocks noChangeArrowheads="1"/>
            </p:cNvSpPr>
            <p:nvPr/>
          </p:nvSpPr>
          <p:spPr bwMode="auto">
            <a:xfrm>
              <a:off x="2988" y="1202"/>
              <a:ext cx="26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cod</a:t>
              </a:r>
              <a:endParaRPr lang="en-US" altLang="es-ES"/>
            </a:p>
          </p:txBody>
        </p:sp>
        <p:sp>
          <p:nvSpPr>
            <p:cNvPr id="847900" name="Rectangle 28">
              <a:extLst>
                <a:ext uri="{FF2B5EF4-FFF2-40B4-BE49-F238E27FC236}">
                  <a16:creationId xmlns:a16="http://schemas.microsoft.com/office/drawing/2014/main" id="{3D81E058-4E55-39AC-AB0F-3DCE0B63C988}"/>
                </a:ext>
              </a:extLst>
            </p:cNvPr>
            <p:cNvSpPr>
              <a:spLocks noChangeArrowheads="1"/>
            </p:cNvSpPr>
            <p:nvPr/>
          </p:nvSpPr>
          <p:spPr bwMode="auto">
            <a:xfrm>
              <a:off x="3186" y="1202"/>
              <a:ext cx="12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e</a:t>
              </a:r>
              <a:endParaRPr lang="en-US" altLang="es-ES"/>
            </a:p>
          </p:txBody>
        </p:sp>
        <p:sp>
          <p:nvSpPr>
            <p:cNvPr id="847901" name="Rectangle 29">
              <a:extLst>
                <a:ext uri="{FF2B5EF4-FFF2-40B4-BE49-F238E27FC236}">
                  <a16:creationId xmlns:a16="http://schemas.microsoft.com/office/drawing/2014/main" id="{D8A54293-A989-DBCE-A5EC-A80532049A85}"/>
                </a:ext>
              </a:extLst>
            </p:cNvPr>
            <p:cNvSpPr>
              <a:spLocks noChangeArrowheads="1"/>
            </p:cNvSpPr>
            <p:nvPr/>
          </p:nvSpPr>
          <p:spPr bwMode="auto">
            <a:xfrm>
              <a:off x="3698" y="1202"/>
              <a:ext cx="457"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Other F</a:t>
              </a:r>
              <a:endParaRPr lang="en-US" altLang="es-ES"/>
            </a:p>
          </p:txBody>
        </p:sp>
        <p:sp>
          <p:nvSpPr>
            <p:cNvPr id="847902" name="Rectangle 30">
              <a:extLst>
                <a:ext uri="{FF2B5EF4-FFF2-40B4-BE49-F238E27FC236}">
                  <a16:creationId xmlns:a16="http://schemas.microsoft.com/office/drawing/2014/main" id="{269D5A6A-3EDF-7C56-96D8-2F3F308056D7}"/>
                </a:ext>
              </a:extLst>
            </p:cNvPr>
            <p:cNvSpPr>
              <a:spLocks noChangeArrowheads="1"/>
            </p:cNvSpPr>
            <p:nvPr/>
          </p:nvSpPr>
          <p:spPr bwMode="auto">
            <a:xfrm>
              <a:off x="4094" y="1202"/>
              <a:ext cx="9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i</a:t>
              </a:r>
              <a:endParaRPr lang="en-US" altLang="es-ES"/>
            </a:p>
          </p:txBody>
        </p:sp>
        <p:sp>
          <p:nvSpPr>
            <p:cNvPr id="847903" name="Rectangle 31">
              <a:extLst>
                <a:ext uri="{FF2B5EF4-FFF2-40B4-BE49-F238E27FC236}">
                  <a16:creationId xmlns:a16="http://schemas.microsoft.com/office/drawing/2014/main" id="{4D756E32-5256-A8E3-D078-B70BBCEB7EC6}"/>
                </a:ext>
              </a:extLst>
            </p:cNvPr>
            <p:cNvSpPr>
              <a:spLocks noChangeArrowheads="1"/>
            </p:cNvSpPr>
            <p:nvPr/>
          </p:nvSpPr>
          <p:spPr bwMode="auto">
            <a:xfrm>
              <a:off x="4124" y="1202"/>
              <a:ext cx="22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elds</a:t>
              </a:r>
              <a:endParaRPr lang="en-US" altLang="es-ES"/>
            </a:p>
          </p:txBody>
        </p:sp>
        <p:sp>
          <p:nvSpPr>
            <p:cNvPr id="847904" name="Rectangle 32">
              <a:extLst>
                <a:ext uri="{FF2B5EF4-FFF2-40B4-BE49-F238E27FC236}">
                  <a16:creationId xmlns:a16="http://schemas.microsoft.com/office/drawing/2014/main" id="{7B7C7B88-B391-3757-076C-4C7EEC68E1B9}"/>
                </a:ext>
              </a:extLst>
            </p:cNvPr>
            <p:cNvSpPr>
              <a:spLocks noChangeArrowheads="1"/>
            </p:cNvSpPr>
            <p:nvPr/>
          </p:nvSpPr>
          <p:spPr bwMode="auto">
            <a:xfrm>
              <a:off x="4716" y="1202"/>
              <a:ext cx="21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Op</a:t>
              </a:r>
              <a:endParaRPr lang="en-US" altLang="es-ES"/>
            </a:p>
          </p:txBody>
        </p:sp>
        <p:sp>
          <p:nvSpPr>
            <p:cNvPr id="847905" name="Rectangle 33">
              <a:extLst>
                <a:ext uri="{FF2B5EF4-FFF2-40B4-BE49-F238E27FC236}">
                  <a16:creationId xmlns:a16="http://schemas.microsoft.com/office/drawing/2014/main" id="{41AB418F-307B-AA73-8F95-A03A49F713B4}"/>
                </a:ext>
              </a:extLst>
            </p:cNvPr>
            <p:cNvSpPr>
              <a:spLocks noChangeArrowheads="1"/>
            </p:cNvSpPr>
            <p:nvPr/>
          </p:nvSpPr>
          <p:spPr bwMode="auto">
            <a:xfrm>
              <a:off x="4871" y="1202"/>
              <a:ext cx="37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eration</a:t>
              </a:r>
              <a:endParaRPr lang="en-US" altLang="es-ES"/>
            </a:p>
          </p:txBody>
        </p:sp>
        <p:sp>
          <p:nvSpPr>
            <p:cNvPr id="847906" name="Rectangle 34">
              <a:extLst>
                <a:ext uri="{FF2B5EF4-FFF2-40B4-BE49-F238E27FC236}">
                  <a16:creationId xmlns:a16="http://schemas.microsoft.com/office/drawing/2014/main" id="{B7D5C3F3-8315-DCE6-8AFB-BC46963E8DDA}"/>
                </a:ext>
              </a:extLst>
            </p:cNvPr>
            <p:cNvSpPr>
              <a:spLocks noChangeArrowheads="1"/>
            </p:cNvSpPr>
            <p:nvPr/>
          </p:nvSpPr>
          <p:spPr bwMode="auto">
            <a:xfrm>
              <a:off x="887" y="1604"/>
              <a:ext cx="196"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25</a:t>
              </a:r>
              <a:endParaRPr lang="en-US" altLang="es-ES"/>
            </a:p>
          </p:txBody>
        </p:sp>
        <p:sp>
          <p:nvSpPr>
            <p:cNvPr id="847907" name="Rectangle 35">
              <a:extLst>
                <a:ext uri="{FF2B5EF4-FFF2-40B4-BE49-F238E27FC236}">
                  <a16:creationId xmlns:a16="http://schemas.microsoft.com/office/drawing/2014/main" id="{21605E41-937A-DFAB-6E65-3628376408C9}"/>
                </a:ext>
              </a:extLst>
            </p:cNvPr>
            <p:cNvSpPr>
              <a:spLocks noChangeArrowheads="1"/>
            </p:cNvSpPr>
            <p:nvPr/>
          </p:nvSpPr>
          <p:spPr bwMode="auto">
            <a:xfrm>
              <a:off x="1307" y="1604"/>
              <a:ext cx="39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00001</a:t>
              </a:r>
              <a:endParaRPr lang="en-US" altLang="es-ES"/>
            </a:p>
          </p:txBody>
        </p:sp>
        <p:sp>
          <p:nvSpPr>
            <p:cNvPr id="847908" name="Rectangle 36">
              <a:extLst>
                <a:ext uri="{FF2B5EF4-FFF2-40B4-BE49-F238E27FC236}">
                  <a16:creationId xmlns:a16="http://schemas.microsoft.com/office/drawing/2014/main" id="{53E1333A-30C7-6365-DB19-633D92D8631A}"/>
                </a:ext>
              </a:extLst>
            </p:cNvPr>
            <p:cNvSpPr>
              <a:spLocks noChangeArrowheads="1"/>
            </p:cNvSpPr>
            <p:nvPr/>
          </p:nvSpPr>
          <p:spPr bwMode="auto">
            <a:xfrm>
              <a:off x="1619" y="1604"/>
              <a:ext cx="42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01 001</a:t>
              </a:r>
              <a:endParaRPr lang="en-US" altLang="es-ES"/>
            </a:p>
          </p:txBody>
        </p:sp>
        <p:sp>
          <p:nvSpPr>
            <p:cNvPr id="847909" name="Rectangle 37">
              <a:extLst>
                <a:ext uri="{FF2B5EF4-FFF2-40B4-BE49-F238E27FC236}">
                  <a16:creationId xmlns:a16="http://schemas.microsoft.com/office/drawing/2014/main" id="{CF6B6BFC-9DC7-0CA4-EFD8-62F4880135DC}"/>
                </a:ext>
              </a:extLst>
            </p:cNvPr>
            <p:cNvSpPr>
              <a:spLocks noChangeArrowheads="1"/>
            </p:cNvSpPr>
            <p:nvPr/>
          </p:nvSpPr>
          <p:spPr bwMode="auto">
            <a:xfrm>
              <a:off x="1963" y="1604"/>
              <a:ext cx="294"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 010</a:t>
              </a:r>
              <a:endParaRPr lang="en-US" altLang="es-ES"/>
            </a:p>
          </p:txBody>
        </p:sp>
        <p:sp>
          <p:nvSpPr>
            <p:cNvPr id="847910" name="Rectangle 38">
              <a:extLst>
                <a:ext uri="{FF2B5EF4-FFF2-40B4-BE49-F238E27FC236}">
                  <a16:creationId xmlns:a16="http://schemas.microsoft.com/office/drawing/2014/main" id="{886E39A7-8690-CAB6-3AB1-F6E59028332E}"/>
                </a:ext>
              </a:extLst>
            </p:cNvPr>
            <p:cNvSpPr>
              <a:spLocks noChangeArrowheads="1"/>
            </p:cNvSpPr>
            <p:nvPr/>
          </p:nvSpPr>
          <p:spPr bwMode="auto">
            <a:xfrm>
              <a:off x="2213" y="1604"/>
              <a:ext cx="26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011</a:t>
              </a:r>
              <a:endParaRPr lang="en-US" altLang="es-ES"/>
            </a:p>
          </p:txBody>
        </p:sp>
        <p:sp>
          <p:nvSpPr>
            <p:cNvPr id="847911" name="Rectangle 39">
              <a:extLst>
                <a:ext uri="{FF2B5EF4-FFF2-40B4-BE49-F238E27FC236}">
                  <a16:creationId xmlns:a16="http://schemas.microsoft.com/office/drawing/2014/main" id="{62EE461D-B6A0-8AEC-C780-D112B9BBA0F9}"/>
                </a:ext>
              </a:extLst>
            </p:cNvPr>
            <p:cNvSpPr>
              <a:spLocks noChangeArrowheads="1"/>
            </p:cNvSpPr>
            <p:nvPr/>
          </p:nvSpPr>
          <p:spPr bwMode="auto">
            <a:xfrm>
              <a:off x="2666" y="1604"/>
              <a:ext cx="73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5 (Subtract)</a:t>
              </a:r>
              <a:endParaRPr lang="en-US" altLang="es-ES"/>
            </a:p>
          </p:txBody>
        </p:sp>
        <p:sp>
          <p:nvSpPr>
            <p:cNvPr id="847912" name="Rectangle 40">
              <a:extLst>
                <a:ext uri="{FF2B5EF4-FFF2-40B4-BE49-F238E27FC236}">
                  <a16:creationId xmlns:a16="http://schemas.microsoft.com/office/drawing/2014/main" id="{64C16D99-6600-6CBE-CEBE-F0E96422EB0E}"/>
                </a:ext>
              </a:extLst>
            </p:cNvPr>
            <p:cNvSpPr>
              <a:spLocks noChangeArrowheads="1"/>
            </p:cNvSpPr>
            <p:nvPr/>
          </p:nvSpPr>
          <p:spPr bwMode="auto">
            <a:xfrm>
              <a:off x="3468" y="1604"/>
              <a:ext cx="404"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DR:1,</a:t>
              </a:r>
              <a:endParaRPr lang="en-US" altLang="es-ES"/>
            </a:p>
          </p:txBody>
        </p:sp>
        <p:sp>
          <p:nvSpPr>
            <p:cNvPr id="847913" name="Rectangle 41">
              <a:extLst>
                <a:ext uri="{FF2B5EF4-FFF2-40B4-BE49-F238E27FC236}">
                  <a16:creationId xmlns:a16="http://schemas.microsoft.com/office/drawing/2014/main" id="{6EA0B7A0-CD05-198B-2216-A7388F1EEA2B}"/>
                </a:ext>
              </a:extLst>
            </p:cNvPr>
            <p:cNvSpPr>
              <a:spLocks noChangeArrowheads="1"/>
            </p:cNvSpPr>
            <p:nvPr/>
          </p:nvSpPr>
          <p:spPr bwMode="auto">
            <a:xfrm>
              <a:off x="3826" y="1604"/>
              <a:ext cx="37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SA:2,</a:t>
              </a:r>
              <a:endParaRPr lang="en-US" altLang="es-ES"/>
            </a:p>
          </p:txBody>
        </p:sp>
        <p:sp>
          <p:nvSpPr>
            <p:cNvPr id="847914" name="Rectangle 42">
              <a:extLst>
                <a:ext uri="{FF2B5EF4-FFF2-40B4-BE49-F238E27FC236}">
                  <a16:creationId xmlns:a16="http://schemas.microsoft.com/office/drawing/2014/main" id="{075D80AE-1650-C7F3-D462-79AE1B618D98}"/>
                </a:ext>
              </a:extLst>
            </p:cNvPr>
            <p:cNvSpPr>
              <a:spLocks noChangeArrowheads="1"/>
            </p:cNvSpPr>
            <p:nvPr/>
          </p:nvSpPr>
          <p:spPr bwMode="auto">
            <a:xfrm>
              <a:off x="4156" y="1604"/>
              <a:ext cx="328"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SB:3</a:t>
              </a:r>
              <a:endParaRPr lang="en-US" altLang="es-ES"/>
            </a:p>
          </p:txBody>
        </p:sp>
        <p:sp>
          <p:nvSpPr>
            <p:cNvPr id="847915" name="Rectangle 43">
              <a:extLst>
                <a:ext uri="{FF2B5EF4-FFF2-40B4-BE49-F238E27FC236}">
                  <a16:creationId xmlns:a16="http://schemas.microsoft.com/office/drawing/2014/main" id="{B86AB1A3-AA69-9DC1-9835-4FCF12EBE05E}"/>
                </a:ext>
              </a:extLst>
            </p:cNvPr>
            <p:cNvSpPr>
              <a:spLocks noChangeArrowheads="1"/>
            </p:cNvSpPr>
            <p:nvPr/>
          </p:nvSpPr>
          <p:spPr bwMode="auto">
            <a:xfrm>
              <a:off x="4576" y="1604"/>
              <a:ext cx="23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R1</a:t>
              </a:r>
              <a:endParaRPr lang="en-US" altLang="es-ES"/>
            </a:p>
          </p:txBody>
        </p:sp>
        <p:sp>
          <p:nvSpPr>
            <p:cNvPr id="847916" name="Rectangle 44">
              <a:extLst>
                <a:ext uri="{FF2B5EF4-FFF2-40B4-BE49-F238E27FC236}">
                  <a16:creationId xmlns:a16="http://schemas.microsoft.com/office/drawing/2014/main" id="{B3C1110F-1F96-9882-C6BE-134E7B00F72F}"/>
                </a:ext>
              </a:extLst>
            </p:cNvPr>
            <p:cNvSpPr>
              <a:spLocks noChangeArrowheads="1"/>
            </p:cNvSpPr>
            <p:nvPr/>
          </p:nvSpPr>
          <p:spPr bwMode="auto">
            <a:xfrm>
              <a:off x="4767" y="1596"/>
              <a:ext cx="193"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Symbol" panose="05050102010706020507" pitchFamily="18" charset="2"/>
                </a:rPr>
                <a:t>¬</a:t>
              </a:r>
              <a:endParaRPr lang="en-US" altLang="es-ES"/>
            </a:p>
          </p:txBody>
        </p:sp>
        <p:sp>
          <p:nvSpPr>
            <p:cNvPr id="847917" name="Rectangle 45">
              <a:extLst>
                <a:ext uri="{FF2B5EF4-FFF2-40B4-BE49-F238E27FC236}">
                  <a16:creationId xmlns:a16="http://schemas.microsoft.com/office/drawing/2014/main" id="{730DBA57-DB1B-6D7F-783D-31FD9F38B857}"/>
                </a:ext>
              </a:extLst>
            </p:cNvPr>
            <p:cNvSpPr>
              <a:spLocks noChangeArrowheads="1"/>
            </p:cNvSpPr>
            <p:nvPr/>
          </p:nvSpPr>
          <p:spPr bwMode="auto">
            <a:xfrm>
              <a:off x="4890" y="1604"/>
              <a:ext cx="265"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 R2</a:t>
              </a:r>
              <a:endParaRPr lang="en-US" altLang="es-ES"/>
            </a:p>
          </p:txBody>
        </p:sp>
        <p:sp>
          <p:nvSpPr>
            <p:cNvPr id="847918" name="Rectangle 46">
              <a:extLst>
                <a:ext uri="{FF2B5EF4-FFF2-40B4-BE49-F238E27FC236}">
                  <a16:creationId xmlns:a16="http://schemas.microsoft.com/office/drawing/2014/main" id="{E28D26E3-44D3-1818-0DEB-ED4E1B0C3533}"/>
                </a:ext>
              </a:extLst>
            </p:cNvPr>
            <p:cNvSpPr>
              <a:spLocks noChangeArrowheads="1"/>
            </p:cNvSpPr>
            <p:nvPr/>
          </p:nvSpPr>
          <p:spPr bwMode="auto">
            <a:xfrm>
              <a:off x="5112" y="1596"/>
              <a:ext cx="13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Symbol" panose="05050102010706020507" pitchFamily="18" charset="2"/>
                </a:rPr>
                <a:t>-</a:t>
              </a:r>
              <a:endParaRPr lang="en-US" altLang="es-ES"/>
            </a:p>
          </p:txBody>
        </p:sp>
        <p:sp>
          <p:nvSpPr>
            <p:cNvPr id="847919" name="Rectangle 47">
              <a:extLst>
                <a:ext uri="{FF2B5EF4-FFF2-40B4-BE49-F238E27FC236}">
                  <a16:creationId xmlns:a16="http://schemas.microsoft.com/office/drawing/2014/main" id="{C1F0F3A5-164B-D145-1D3C-4DA5A7FF3600}"/>
                </a:ext>
              </a:extLst>
            </p:cNvPr>
            <p:cNvSpPr>
              <a:spLocks noChangeArrowheads="1"/>
            </p:cNvSpPr>
            <p:nvPr/>
          </p:nvSpPr>
          <p:spPr bwMode="auto">
            <a:xfrm>
              <a:off x="5213" y="1604"/>
              <a:ext cx="23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R3</a:t>
              </a:r>
              <a:endParaRPr lang="en-US" altLang="es-ES"/>
            </a:p>
          </p:txBody>
        </p:sp>
        <p:sp>
          <p:nvSpPr>
            <p:cNvPr id="847920" name="Rectangle 48">
              <a:extLst>
                <a:ext uri="{FF2B5EF4-FFF2-40B4-BE49-F238E27FC236}">
                  <a16:creationId xmlns:a16="http://schemas.microsoft.com/office/drawing/2014/main" id="{8DF85769-AC66-C0CA-08D6-B13333EE30B5}"/>
                </a:ext>
              </a:extLst>
            </p:cNvPr>
            <p:cNvSpPr>
              <a:spLocks noChangeArrowheads="1"/>
            </p:cNvSpPr>
            <p:nvPr/>
          </p:nvSpPr>
          <p:spPr bwMode="auto">
            <a:xfrm>
              <a:off x="887" y="1994"/>
              <a:ext cx="196"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35</a:t>
              </a:r>
              <a:endParaRPr lang="en-US" altLang="es-ES"/>
            </a:p>
          </p:txBody>
        </p:sp>
        <p:sp>
          <p:nvSpPr>
            <p:cNvPr id="847921" name="Rectangle 49">
              <a:extLst>
                <a:ext uri="{FF2B5EF4-FFF2-40B4-BE49-F238E27FC236}">
                  <a16:creationId xmlns:a16="http://schemas.microsoft.com/office/drawing/2014/main" id="{1E607996-10FB-F38D-C187-D4FAC7A6001B}"/>
                </a:ext>
              </a:extLst>
            </p:cNvPr>
            <p:cNvSpPr>
              <a:spLocks noChangeArrowheads="1"/>
            </p:cNvSpPr>
            <p:nvPr/>
          </p:nvSpPr>
          <p:spPr bwMode="auto">
            <a:xfrm>
              <a:off x="1307" y="1994"/>
              <a:ext cx="39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01000</a:t>
              </a:r>
              <a:endParaRPr lang="en-US" altLang="es-ES"/>
            </a:p>
          </p:txBody>
        </p:sp>
        <p:sp>
          <p:nvSpPr>
            <p:cNvPr id="847922" name="Rectangle 50">
              <a:extLst>
                <a:ext uri="{FF2B5EF4-FFF2-40B4-BE49-F238E27FC236}">
                  <a16:creationId xmlns:a16="http://schemas.microsoft.com/office/drawing/2014/main" id="{F0675188-B3AA-B75B-9ED5-E746FAB43C81}"/>
                </a:ext>
              </a:extLst>
            </p:cNvPr>
            <p:cNvSpPr>
              <a:spLocks noChangeArrowheads="1"/>
            </p:cNvSpPr>
            <p:nvPr/>
          </p:nvSpPr>
          <p:spPr bwMode="auto">
            <a:xfrm>
              <a:off x="1620" y="1994"/>
              <a:ext cx="421"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00 000</a:t>
              </a:r>
              <a:endParaRPr lang="en-US" altLang="es-ES"/>
            </a:p>
          </p:txBody>
        </p:sp>
        <p:sp>
          <p:nvSpPr>
            <p:cNvPr id="847923" name="Rectangle 51">
              <a:extLst>
                <a:ext uri="{FF2B5EF4-FFF2-40B4-BE49-F238E27FC236}">
                  <a16:creationId xmlns:a16="http://schemas.microsoft.com/office/drawing/2014/main" id="{3E49F4CB-4961-17D9-2ECE-88CBCCB40721}"/>
                </a:ext>
              </a:extLst>
            </p:cNvPr>
            <p:cNvSpPr>
              <a:spLocks noChangeArrowheads="1"/>
            </p:cNvSpPr>
            <p:nvPr/>
          </p:nvSpPr>
          <p:spPr bwMode="auto">
            <a:xfrm>
              <a:off x="1964" y="1994"/>
              <a:ext cx="29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 100</a:t>
              </a:r>
              <a:endParaRPr lang="en-US" altLang="es-ES"/>
            </a:p>
          </p:txBody>
        </p:sp>
        <p:sp>
          <p:nvSpPr>
            <p:cNvPr id="847924" name="Rectangle 52">
              <a:extLst>
                <a:ext uri="{FF2B5EF4-FFF2-40B4-BE49-F238E27FC236}">
                  <a16:creationId xmlns:a16="http://schemas.microsoft.com/office/drawing/2014/main" id="{BC97669D-C44B-4B90-ACAE-221B5B709DCA}"/>
                </a:ext>
              </a:extLst>
            </p:cNvPr>
            <p:cNvSpPr>
              <a:spLocks noChangeArrowheads="1"/>
            </p:cNvSpPr>
            <p:nvPr/>
          </p:nvSpPr>
          <p:spPr bwMode="auto">
            <a:xfrm>
              <a:off x="2214" y="1994"/>
              <a:ext cx="262"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101</a:t>
              </a:r>
              <a:endParaRPr lang="en-US" altLang="es-ES"/>
            </a:p>
          </p:txBody>
        </p:sp>
        <p:sp>
          <p:nvSpPr>
            <p:cNvPr id="847925" name="Rectangle 53">
              <a:extLst>
                <a:ext uri="{FF2B5EF4-FFF2-40B4-BE49-F238E27FC236}">
                  <a16:creationId xmlns:a16="http://schemas.microsoft.com/office/drawing/2014/main" id="{82E0BED7-4FC4-34C4-51C6-0CDD33A04F24}"/>
                </a:ext>
              </a:extLst>
            </p:cNvPr>
            <p:cNvSpPr>
              <a:spLocks noChangeArrowheads="1"/>
            </p:cNvSpPr>
            <p:nvPr/>
          </p:nvSpPr>
          <p:spPr bwMode="auto">
            <a:xfrm>
              <a:off x="2667" y="1994"/>
              <a:ext cx="577"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32 (Store</a:t>
              </a:r>
              <a:endParaRPr lang="en-US" altLang="es-ES"/>
            </a:p>
          </p:txBody>
        </p:sp>
        <p:sp>
          <p:nvSpPr>
            <p:cNvPr id="847926" name="Rectangle 54">
              <a:extLst>
                <a:ext uri="{FF2B5EF4-FFF2-40B4-BE49-F238E27FC236}">
                  <a16:creationId xmlns:a16="http://schemas.microsoft.com/office/drawing/2014/main" id="{164B5A9C-5A7E-7DB1-0329-B1C333C80197}"/>
                </a:ext>
              </a:extLst>
            </p:cNvPr>
            <p:cNvSpPr>
              <a:spLocks noChangeArrowheads="1"/>
            </p:cNvSpPr>
            <p:nvPr/>
          </p:nvSpPr>
          <p:spPr bwMode="auto">
            <a:xfrm>
              <a:off x="3165" y="1994"/>
              <a:ext cx="119"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a:t>
              </a:r>
              <a:endParaRPr lang="en-US" altLang="es-ES"/>
            </a:p>
          </p:txBody>
        </p:sp>
        <p:sp>
          <p:nvSpPr>
            <p:cNvPr id="847927" name="Rectangle 55">
              <a:extLst>
                <a:ext uri="{FF2B5EF4-FFF2-40B4-BE49-F238E27FC236}">
                  <a16:creationId xmlns:a16="http://schemas.microsoft.com/office/drawing/2014/main" id="{46D71CC9-C272-BF25-9019-128C5E3F55AC}"/>
                </a:ext>
              </a:extLst>
            </p:cNvPr>
            <p:cNvSpPr>
              <a:spLocks noChangeArrowheads="1"/>
            </p:cNvSpPr>
            <p:nvPr/>
          </p:nvSpPr>
          <p:spPr bwMode="auto">
            <a:xfrm>
              <a:off x="3469" y="1994"/>
              <a:ext cx="141"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S</a:t>
              </a:r>
              <a:endParaRPr lang="en-US" altLang="es-ES"/>
            </a:p>
          </p:txBody>
        </p:sp>
        <p:sp>
          <p:nvSpPr>
            <p:cNvPr id="847928" name="Rectangle 56">
              <a:extLst>
                <a:ext uri="{FF2B5EF4-FFF2-40B4-BE49-F238E27FC236}">
                  <a16:creationId xmlns:a16="http://schemas.microsoft.com/office/drawing/2014/main" id="{4ABD103F-FE9A-C525-DBB0-4577BF2C3095}"/>
                </a:ext>
              </a:extLst>
            </p:cNvPr>
            <p:cNvSpPr>
              <a:spLocks noChangeArrowheads="1"/>
            </p:cNvSpPr>
            <p:nvPr/>
          </p:nvSpPr>
          <p:spPr bwMode="auto">
            <a:xfrm>
              <a:off x="3539" y="1994"/>
              <a:ext cx="59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A:4, SB:5</a:t>
              </a:r>
              <a:endParaRPr lang="en-US" altLang="es-ES"/>
            </a:p>
          </p:txBody>
        </p:sp>
        <p:sp>
          <p:nvSpPr>
            <p:cNvPr id="847929" name="Rectangle 57">
              <a:extLst>
                <a:ext uri="{FF2B5EF4-FFF2-40B4-BE49-F238E27FC236}">
                  <a16:creationId xmlns:a16="http://schemas.microsoft.com/office/drawing/2014/main" id="{26BCDDBA-06BA-87B1-4A4D-86D8993555DE}"/>
                </a:ext>
              </a:extLst>
            </p:cNvPr>
            <p:cNvSpPr>
              <a:spLocks noChangeArrowheads="1"/>
            </p:cNvSpPr>
            <p:nvPr/>
          </p:nvSpPr>
          <p:spPr bwMode="auto">
            <a:xfrm>
              <a:off x="4578" y="1994"/>
              <a:ext cx="232"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M[</a:t>
              </a:r>
              <a:endParaRPr lang="en-US" altLang="es-ES"/>
            </a:p>
          </p:txBody>
        </p:sp>
        <p:sp>
          <p:nvSpPr>
            <p:cNvPr id="847930" name="Rectangle 58">
              <a:extLst>
                <a:ext uri="{FF2B5EF4-FFF2-40B4-BE49-F238E27FC236}">
                  <a16:creationId xmlns:a16="http://schemas.microsoft.com/office/drawing/2014/main" id="{89746582-584D-A74D-14BC-9BD6D23CC9DE}"/>
                </a:ext>
              </a:extLst>
            </p:cNvPr>
            <p:cNvSpPr>
              <a:spLocks noChangeArrowheads="1"/>
            </p:cNvSpPr>
            <p:nvPr/>
          </p:nvSpPr>
          <p:spPr bwMode="auto">
            <a:xfrm>
              <a:off x="4737" y="1994"/>
              <a:ext cx="27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R4]</a:t>
              </a:r>
              <a:endParaRPr lang="en-US" altLang="es-ES"/>
            </a:p>
          </p:txBody>
        </p:sp>
        <p:sp>
          <p:nvSpPr>
            <p:cNvPr id="847931" name="Rectangle 59">
              <a:extLst>
                <a:ext uri="{FF2B5EF4-FFF2-40B4-BE49-F238E27FC236}">
                  <a16:creationId xmlns:a16="http://schemas.microsoft.com/office/drawing/2014/main" id="{0EC3EE6E-48BE-C3CE-FC1C-3EC9003E9540}"/>
                </a:ext>
              </a:extLst>
            </p:cNvPr>
            <p:cNvSpPr>
              <a:spLocks noChangeArrowheads="1"/>
            </p:cNvSpPr>
            <p:nvPr/>
          </p:nvSpPr>
          <p:spPr bwMode="auto">
            <a:xfrm>
              <a:off x="4968" y="1986"/>
              <a:ext cx="193"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Symbol" panose="05050102010706020507" pitchFamily="18" charset="2"/>
                </a:rPr>
                <a:t>¬</a:t>
              </a:r>
              <a:endParaRPr lang="en-US" altLang="es-ES"/>
            </a:p>
          </p:txBody>
        </p:sp>
        <p:sp>
          <p:nvSpPr>
            <p:cNvPr id="847932" name="Rectangle 60">
              <a:extLst>
                <a:ext uri="{FF2B5EF4-FFF2-40B4-BE49-F238E27FC236}">
                  <a16:creationId xmlns:a16="http://schemas.microsoft.com/office/drawing/2014/main" id="{12C2B7D7-701D-18E7-0D14-661F45BFBE7C}"/>
                </a:ext>
              </a:extLst>
            </p:cNvPr>
            <p:cNvSpPr>
              <a:spLocks noChangeArrowheads="1"/>
            </p:cNvSpPr>
            <p:nvPr/>
          </p:nvSpPr>
          <p:spPr bwMode="auto">
            <a:xfrm>
              <a:off x="5092" y="1994"/>
              <a:ext cx="26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 R5</a:t>
              </a:r>
              <a:endParaRPr lang="en-US" altLang="es-ES"/>
            </a:p>
          </p:txBody>
        </p:sp>
        <p:sp>
          <p:nvSpPr>
            <p:cNvPr id="847933" name="Rectangle 61">
              <a:extLst>
                <a:ext uri="{FF2B5EF4-FFF2-40B4-BE49-F238E27FC236}">
                  <a16:creationId xmlns:a16="http://schemas.microsoft.com/office/drawing/2014/main" id="{158C5153-CBCD-EEF6-2713-80F9205C5A58}"/>
                </a:ext>
              </a:extLst>
            </p:cNvPr>
            <p:cNvSpPr>
              <a:spLocks noChangeArrowheads="1"/>
            </p:cNvSpPr>
            <p:nvPr/>
          </p:nvSpPr>
          <p:spPr bwMode="auto">
            <a:xfrm>
              <a:off x="887" y="2382"/>
              <a:ext cx="196"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45</a:t>
              </a:r>
              <a:endParaRPr lang="en-US" altLang="es-ES"/>
            </a:p>
          </p:txBody>
        </p:sp>
        <p:sp>
          <p:nvSpPr>
            <p:cNvPr id="847934" name="Rectangle 62">
              <a:extLst>
                <a:ext uri="{FF2B5EF4-FFF2-40B4-BE49-F238E27FC236}">
                  <a16:creationId xmlns:a16="http://schemas.microsoft.com/office/drawing/2014/main" id="{3DAEEB7E-CB9C-528F-6115-558F9E80A82E}"/>
                </a:ext>
              </a:extLst>
            </p:cNvPr>
            <p:cNvSpPr>
              <a:spLocks noChangeArrowheads="1"/>
            </p:cNvSpPr>
            <p:nvPr/>
          </p:nvSpPr>
          <p:spPr bwMode="auto">
            <a:xfrm>
              <a:off x="1307" y="2382"/>
              <a:ext cx="39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10000</a:t>
              </a:r>
              <a:endParaRPr lang="en-US" altLang="es-ES"/>
            </a:p>
          </p:txBody>
        </p:sp>
        <p:sp>
          <p:nvSpPr>
            <p:cNvPr id="847935" name="Rectangle 63">
              <a:extLst>
                <a:ext uri="{FF2B5EF4-FFF2-40B4-BE49-F238E27FC236}">
                  <a16:creationId xmlns:a16="http://schemas.microsoft.com/office/drawing/2014/main" id="{41E6411C-01F2-60E3-EE5C-9F5E7876531C}"/>
                </a:ext>
              </a:extLst>
            </p:cNvPr>
            <p:cNvSpPr>
              <a:spLocks noChangeArrowheads="1"/>
            </p:cNvSpPr>
            <p:nvPr/>
          </p:nvSpPr>
          <p:spPr bwMode="auto">
            <a:xfrm>
              <a:off x="1620" y="2382"/>
              <a:ext cx="42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10 010</a:t>
              </a:r>
              <a:endParaRPr lang="en-US" altLang="es-ES"/>
            </a:p>
          </p:txBody>
        </p:sp>
        <p:sp>
          <p:nvSpPr>
            <p:cNvPr id="847936" name="Rectangle 64">
              <a:extLst>
                <a:ext uri="{FF2B5EF4-FFF2-40B4-BE49-F238E27FC236}">
                  <a16:creationId xmlns:a16="http://schemas.microsoft.com/office/drawing/2014/main" id="{2555C7DD-CDB4-4FD0-7339-2AC34527D225}"/>
                </a:ext>
              </a:extLst>
            </p:cNvPr>
            <p:cNvSpPr>
              <a:spLocks noChangeArrowheads="1"/>
            </p:cNvSpPr>
            <p:nvPr/>
          </p:nvSpPr>
          <p:spPr bwMode="auto">
            <a:xfrm>
              <a:off x="1964" y="2382"/>
              <a:ext cx="294"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 111</a:t>
              </a:r>
              <a:endParaRPr lang="en-US" altLang="es-ES"/>
            </a:p>
          </p:txBody>
        </p:sp>
        <p:sp>
          <p:nvSpPr>
            <p:cNvPr id="847937" name="Rectangle 65">
              <a:extLst>
                <a:ext uri="{FF2B5EF4-FFF2-40B4-BE49-F238E27FC236}">
                  <a16:creationId xmlns:a16="http://schemas.microsoft.com/office/drawing/2014/main" id="{483EA63D-1B75-54CF-F951-2307017825DB}"/>
                </a:ext>
              </a:extLst>
            </p:cNvPr>
            <p:cNvSpPr>
              <a:spLocks noChangeArrowheads="1"/>
            </p:cNvSpPr>
            <p:nvPr/>
          </p:nvSpPr>
          <p:spPr bwMode="auto">
            <a:xfrm>
              <a:off x="2214" y="2382"/>
              <a:ext cx="26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011</a:t>
              </a:r>
              <a:endParaRPr lang="en-US" altLang="es-ES"/>
            </a:p>
          </p:txBody>
        </p:sp>
        <p:sp>
          <p:nvSpPr>
            <p:cNvPr id="847938" name="Rectangle 66">
              <a:extLst>
                <a:ext uri="{FF2B5EF4-FFF2-40B4-BE49-F238E27FC236}">
                  <a16:creationId xmlns:a16="http://schemas.microsoft.com/office/drawing/2014/main" id="{4F57541C-7DF5-3DE2-B069-A4D7056ECA3F}"/>
                </a:ext>
              </a:extLst>
            </p:cNvPr>
            <p:cNvSpPr>
              <a:spLocks noChangeArrowheads="1"/>
            </p:cNvSpPr>
            <p:nvPr/>
          </p:nvSpPr>
          <p:spPr bwMode="auto">
            <a:xfrm>
              <a:off x="2667" y="2382"/>
              <a:ext cx="527"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66 (Add</a:t>
              </a:r>
              <a:endParaRPr lang="en-US" altLang="es-ES"/>
            </a:p>
          </p:txBody>
        </p:sp>
        <p:sp>
          <p:nvSpPr>
            <p:cNvPr id="847939" name="Rectangle 67">
              <a:extLst>
                <a:ext uri="{FF2B5EF4-FFF2-40B4-BE49-F238E27FC236}">
                  <a16:creationId xmlns:a16="http://schemas.microsoft.com/office/drawing/2014/main" id="{63526B53-F07E-A3D2-02B7-9D17D1AA5195}"/>
                </a:ext>
              </a:extLst>
            </p:cNvPr>
            <p:cNvSpPr>
              <a:spLocks noChangeArrowheads="1"/>
            </p:cNvSpPr>
            <p:nvPr/>
          </p:nvSpPr>
          <p:spPr bwMode="auto">
            <a:xfrm>
              <a:off x="2667" y="2536"/>
              <a:ext cx="1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Im</a:t>
              </a:r>
              <a:endParaRPr lang="en-US" altLang="es-ES"/>
            </a:p>
          </p:txBody>
        </p:sp>
        <p:sp>
          <p:nvSpPr>
            <p:cNvPr id="847940" name="Rectangle 68">
              <a:extLst>
                <a:ext uri="{FF2B5EF4-FFF2-40B4-BE49-F238E27FC236}">
                  <a16:creationId xmlns:a16="http://schemas.microsoft.com/office/drawing/2014/main" id="{83B06A8C-F03F-C921-F523-020DF93D9D76}"/>
                </a:ext>
              </a:extLst>
            </p:cNvPr>
            <p:cNvSpPr>
              <a:spLocks noChangeArrowheads="1"/>
            </p:cNvSpPr>
            <p:nvPr/>
          </p:nvSpPr>
          <p:spPr bwMode="auto">
            <a:xfrm>
              <a:off x="2819" y="2536"/>
              <a:ext cx="565"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mediate)</a:t>
              </a:r>
              <a:endParaRPr lang="en-US" altLang="es-ES"/>
            </a:p>
          </p:txBody>
        </p:sp>
        <p:sp>
          <p:nvSpPr>
            <p:cNvPr id="847941" name="Rectangle 69">
              <a:extLst>
                <a:ext uri="{FF2B5EF4-FFF2-40B4-BE49-F238E27FC236}">
                  <a16:creationId xmlns:a16="http://schemas.microsoft.com/office/drawing/2014/main" id="{25D8D992-954E-3F5E-B3F5-67EBD16AC6E3}"/>
                </a:ext>
              </a:extLst>
            </p:cNvPr>
            <p:cNvSpPr>
              <a:spLocks noChangeArrowheads="1"/>
            </p:cNvSpPr>
            <p:nvPr/>
          </p:nvSpPr>
          <p:spPr bwMode="auto">
            <a:xfrm>
              <a:off x="3468" y="2382"/>
              <a:ext cx="306"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DR:</a:t>
              </a:r>
              <a:endParaRPr lang="en-US" altLang="es-ES"/>
            </a:p>
          </p:txBody>
        </p:sp>
        <p:sp>
          <p:nvSpPr>
            <p:cNvPr id="847942" name="Rectangle 70">
              <a:extLst>
                <a:ext uri="{FF2B5EF4-FFF2-40B4-BE49-F238E27FC236}">
                  <a16:creationId xmlns:a16="http://schemas.microsoft.com/office/drawing/2014/main" id="{69461B29-6674-EFCD-FE64-9C7C551BD903}"/>
                </a:ext>
              </a:extLst>
            </p:cNvPr>
            <p:cNvSpPr>
              <a:spLocks noChangeArrowheads="1"/>
            </p:cNvSpPr>
            <p:nvPr/>
          </p:nvSpPr>
          <p:spPr bwMode="auto">
            <a:xfrm>
              <a:off x="3701" y="2382"/>
              <a:ext cx="13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2</a:t>
              </a:r>
              <a:endParaRPr lang="en-US" altLang="es-ES"/>
            </a:p>
          </p:txBody>
        </p:sp>
        <p:sp>
          <p:nvSpPr>
            <p:cNvPr id="847943" name="Rectangle 71">
              <a:extLst>
                <a:ext uri="{FF2B5EF4-FFF2-40B4-BE49-F238E27FC236}">
                  <a16:creationId xmlns:a16="http://schemas.microsoft.com/office/drawing/2014/main" id="{D754FC72-B90C-2934-B1DB-636AE3AB29C2}"/>
                </a:ext>
              </a:extLst>
            </p:cNvPr>
            <p:cNvSpPr>
              <a:spLocks noChangeArrowheads="1"/>
            </p:cNvSpPr>
            <p:nvPr/>
          </p:nvSpPr>
          <p:spPr bwMode="auto">
            <a:xfrm>
              <a:off x="3764" y="2382"/>
              <a:ext cx="204"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 S</a:t>
              </a:r>
              <a:endParaRPr lang="en-US" altLang="es-ES"/>
            </a:p>
          </p:txBody>
        </p:sp>
        <p:sp>
          <p:nvSpPr>
            <p:cNvPr id="847944" name="Rectangle 72">
              <a:extLst>
                <a:ext uri="{FF2B5EF4-FFF2-40B4-BE49-F238E27FC236}">
                  <a16:creationId xmlns:a16="http://schemas.microsoft.com/office/drawing/2014/main" id="{2ECB0807-BD48-1B87-46E8-150D0A6118EE}"/>
                </a:ext>
              </a:extLst>
            </p:cNvPr>
            <p:cNvSpPr>
              <a:spLocks noChangeArrowheads="1"/>
            </p:cNvSpPr>
            <p:nvPr/>
          </p:nvSpPr>
          <p:spPr bwMode="auto">
            <a:xfrm>
              <a:off x="3896" y="2382"/>
              <a:ext cx="174"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A</a:t>
              </a:r>
              <a:endParaRPr lang="en-US" altLang="es-ES"/>
            </a:p>
          </p:txBody>
        </p:sp>
        <p:sp>
          <p:nvSpPr>
            <p:cNvPr id="847945" name="Rectangle 73">
              <a:extLst>
                <a:ext uri="{FF2B5EF4-FFF2-40B4-BE49-F238E27FC236}">
                  <a16:creationId xmlns:a16="http://schemas.microsoft.com/office/drawing/2014/main" id="{0558585C-2E39-5129-A638-DA5AC437D89A}"/>
                </a:ext>
              </a:extLst>
            </p:cNvPr>
            <p:cNvSpPr>
              <a:spLocks noChangeArrowheads="1"/>
            </p:cNvSpPr>
            <p:nvPr/>
          </p:nvSpPr>
          <p:spPr bwMode="auto">
            <a:xfrm>
              <a:off x="4000" y="2382"/>
              <a:ext cx="10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a:t>
              </a:r>
              <a:endParaRPr lang="en-US" altLang="es-ES"/>
            </a:p>
          </p:txBody>
        </p:sp>
        <p:sp>
          <p:nvSpPr>
            <p:cNvPr id="847946" name="Rectangle 74">
              <a:extLst>
                <a:ext uri="{FF2B5EF4-FFF2-40B4-BE49-F238E27FC236}">
                  <a16:creationId xmlns:a16="http://schemas.microsoft.com/office/drawing/2014/main" id="{45CE411C-CC8F-BEAF-7292-E8739B3E44E3}"/>
                </a:ext>
              </a:extLst>
            </p:cNvPr>
            <p:cNvSpPr>
              <a:spLocks noChangeArrowheads="1"/>
            </p:cNvSpPr>
            <p:nvPr/>
          </p:nvSpPr>
          <p:spPr bwMode="auto">
            <a:xfrm>
              <a:off x="4032" y="2382"/>
              <a:ext cx="13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7</a:t>
              </a:r>
              <a:endParaRPr lang="en-US" altLang="es-ES"/>
            </a:p>
          </p:txBody>
        </p:sp>
        <p:sp>
          <p:nvSpPr>
            <p:cNvPr id="847947" name="Rectangle 75">
              <a:extLst>
                <a:ext uri="{FF2B5EF4-FFF2-40B4-BE49-F238E27FC236}">
                  <a16:creationId xmlns:a16="http://schemas.microsoft.com/office/drawing/2014/main" id="{A08D1CDC-116D-E7DE-0358-96FE1C55D75E}"/>
                </a:ext>
              </a:extLst>
            </p:cNvPr>
            <p:cNvSpPr>
              <a:spLocks noChangeArrowheads="1"/>
            </p:cNvSpPr>
            <p:nvPr/>
          </p:nvSpPr>
          <p:spPr bwMode="auto">
            <a:xfrm>
              <a:off x="4094" y="2382"/>
              <a:ext cx="318"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 OP</a:t>
              </a:r>
              <a:endParaRPr lang="en-US" altLang="es-ES"/>
            </a:p>
          </p:txBody>
        </p:sp>
        <p:sp>
          <p:nvSpPr>
            <p:cNvPr id="847948" name="Rectangle 76">
              <a:extLst>
                <a:ext uri="{FF2B5EF4-FFF2-40B4-BE49-F238E27FC236}">
                  <a16:creationId xmlns:a16="http://schemas.microsoft.com/office/drawing/2014/main" id="{C5AEB8E8-4449-C59C-784B-4970FBD5B4C7}"/>
                </a:ext>
              </a:extLst>
            </p:cNvPr>
            <p:cNvSpPr>
              <a:spLocks noChangeArrowheads="1"/>
            </p:cNvSpPr>
            <p:nvPr/>
          </p:nvSpPr>
          <p:spPr bwMode="auto">
            <a:xfrm>
              <a:off x="4337" y="2382"/>
              <a:ext cx="165"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:3</a:t>
              </a:r>
              <a:endParaRPr lang="en-US" altLang="es-ES"/>
            </a:p>
          </p:txBody>
        </p:sp>
        <p:sp>
          <p:nvSpPr>
            <p:cNvPr id="847949" name="Rectangle 77">
              <a:extLst>
                <a:ext uri="{FF2B5EF4-FFF2-40B4-BE49-F238E27FC236}">
                  <a16:creationId xmlns:a16="http://schemas.microsoft.com/office/drawing/2014/main" id="{5DF41957-C8C5-90F4-6245-A667B155F223}"/>
                </a:ext>
              </a:extLst>
            </p:cNvPr>
            <p:cNvSpPr>
              <a:spLocks noChangeArrowheads="1"/>
            </p:cNvSpPr>
            <p:nvPr/>
          </p:nvSpPr>
          <p:spPr bwMode="auto">
            <a:xfrm>
              <a:off x="4576" y="2382"/>
              <a:ext cx="16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R</a:t>
              </a:r>
              <a:endParaRPr lang="en-US" altLang="es-ES"/>
            </a:p>
          </p:txBody>
        </p:sp>
        <p:sp>
          <p:nvSpPr>
            <p:cNvPr id="847950" name="Rectangle 78">
              <a:extLst>
                <a:ext uri="{FF2B5EF4-FFF2-40B4-BE49-F238E27FC236}">
                  <a16:creationId xmlns:a16="http://schemas.microsoft.com/office/drawing/2014/main" id="{DD948319-306E-70D1-64B1-4F0DA83AE263}"/>
                </a:ext>
              </a:extLst>
            </p:cNvPr>
            <p:cNvSpPr>
              <a:spLocks noChangeArrowheads="1"/>
            </p:cNvSpPr>
            <p:nvPr/>
          </p:nvSpPr>
          <p:spPr bwMode="auto">
            <a:xfrm>
              <a:off x="4673" y="2382"/>
              <a:ext cx="13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2</a:t>
              </a:r>
              <a:endParaRPr lang="en-US" altLang="es-ES"/>
            </a:p>
          </p:txBody>
        </p:sp>
        <p:sp>
          <p:nvSpPr>
            <p:cNvPr id="847951" name="Rectangle 79">
              <a:extLst>
                <a:ext uri="{FF2B5EF4-FFF2-40B4-BE49-F238E27FC236}">
                  <a16:creationId xmlns:a16="http://schemas.microsoft.com/office/drawing/2014/main" id="{03922D1C-EA85-BB2A-24CD-F95BB62A27C5}"/>
                </a:ext>
              </a:extLst>
            </p:cNvPr>
            <p:cNvSpPr>
              <a:spLocks noChangeArrowheads="1"/>
            </p:cNvSpPr>
            <p:nvPr/>
          </p:nvSpPr>
          <p:spPr bwMode="auto">
            <a:xfrm>
              <a:off x="4767" y="2374"/>
              <a:ext cx="193"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Symbol" panose="05050102010706020507" pitchFamily="18" charset="2"/>
                </a:rPr>
                <a:t>¬</a:t>
              </a:r>
              <a:endParaRPr lang="en-US" altLang="es-ES"/>
            </a:p>
          </p:txBody>
        </p:sp>
        <p:sp>
          <p:nvSpPr>
            <p:cNvPr id="847952" name="Rectangle 80">
              <a:extLst>
                <a:ext uri="{FF2B5EF4-FFF2-40B4-BE49-F238E27FC236}">
                  <a16:creationId xmlns:a16="http://schemas.microsoft.com/office/drawing/2014/main" id="{F8FA8F20-A21B-2DFE-2C31-36E60E0306FB}"/>
                </a:ext>
              </a:extLst>
            </p:cNvPr>
            <p:cNvSpPr>
              <a:spLocks noChangeArrowheads="1"/>
            </p:cNvSpPr>
            <p:nvPr/>
          </p:nvSpPr>
          <p:spPr bwMode="auto">
            <a:xfrm>
              <a:off x="4890" y="2382"/>
              <a:ext cx="265"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 R7</a:t>
              </a:r>
              <a:endParaRPr lang="en-US" altLang="es-ES"/>
            </a:p>
          </p:txBody>
        </p:sp>
        <p:sp>
          <p:nvSpPr>
            <p:cNvPr id="847953" name="Rectangle 81">
              <a:extLst>
                <a:ext uri="{FF2B5EF4-FFF2-40B4-BE49-F238E27FC236}">
                  <a16:creationId xmlns:a16="http://schemas.microsoft.com/office/drawing/2014/main" id="{197D9FB6-47F9-6B9A-5F26-679FE344DE28}"/>
                </a:ext>
              </a:extLst>
            </p:cNvPr>
            <p:cNvSpPr>
              <a:spLocks noChangeArrowheads="1"/>
            </p:cNvSpPr>
            <p:nvPr/>
          </p:nvSpPr>
          <p:spPr bwMode="auto">
            <a:xfrm>
              <a:off x="5112" y="2374"/>
              <a:ext cx="235"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Symbol" panose="05050102010706020507" pitchFamily="18" charset="2"/>
                </a:rPr>
                <a:t>+ 3</a:t>
              </a:r>
              <a:endParaRPr lang="en-US" altLang="es-ES"/>
            </a:p>
          </p:txBody>
        </p:sp>
        <p:sp>
          <p:nvSpPr>
            <p:cNvPr id="847954" name="Rectangle 82">
              <a:extLst>
                <a:ext uri="{FF2B5EF4-FFF2-40B4-BE49-F238E27FC236}">
                  <a16:creationId xmlns:a16="http://schemas.microsoft.com/office/drawing/2014/main" id="{1458D5DC-51E7-E6C6-CCB7-F8C63C061B6F}"/>
                </a:ext>
              </a:extLst>
            </p:cNvPr>
            <p:cNvSpPr>
              <a:spLocks noChangeArrowheads="1"/>
            </p:cNvSpPr>
            <p:nvPr/>
          </p:nvSpPr>
          <p:spPr bwMode="auto">
            <a:xfrm>
              <a:off x="887" y="2926"/>
              <a:ext cx="196"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55</a:t>
              </a:r>
              <a:endParaRPr lang="en-US" altLang="es-ES"/>
            </a:p>
          </p:txBody>
        </p:sp>
        <p:sp>
          <p:nvSpPr>
            <p:cNvPr id="847955" name="Rectangle 83">
              <a:extLst>
                <a:ext uri="{FF2B5EF4-FFF2-40B4-BE49-F238E27FC236}">
                  <a16:creationId xmlns:a16="http://schemas.microsoft.com/office/drawing/2014/main" id="{3EF6D509-3B12-61A1-F4C2-E388E3B0E565}"/>
                </a:ext>
              </a:extLst>
            </p:cNvPr>
            <p:cNvSpPr>
              <a:spLocks noChangeArrowheads="1"/>
            </p:cNvSpPr>
            <p:nvPr/>
          </p:nvSpPr>
          <p:spPr bwMode="auto">
            <a:xfrm>
              <a:off x="1307" y="2926"/>
              <a:ext cx="39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11000</a:t>
              </a:r>
              <a:endParaRPr lang="en-US" altLang="es-ES"/>
            </a:p>
          </p:txBody>
        </p:sp>
        <p:sp>
          <p:nvSpPr>
            <p:cNvPr id="847956" name="Rectangle 84">
              <a:extLst>
                <a:ext uri="{FF2B5EF4-FFF2-40B4-BE49-F238E27FC236}">
                  <a16:creationId xmlns:a16="http://schemas.microsoft.com/office/drawing/2014/main" id="{4BB6DF28-30A1-1F5A-943C-1D0CDB56F6D7}"/>
                </a:ext>
              </a:extLst>
            </p:cNvPr>
            <p:cNvSpPr>
              <a:spLocks noChangeArrowheads="1"/>
            </p:cNvSpPr>
            <p:nvPr/>
          </p:nvSpPr>
          <p:spPr bwMode="auto">
            <a:xfrm>
              <a:off x="1619" y="2926"/>
              <a:ext cx="42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00 101</a:t>
              </a:r>
              <a:endParaRPr lang="en-US" altLang="es-ES"/>
            </a:p>
          </p:txBody>
        </p:sp>
        <p:sp>
          <p:nvSpPr>
            <p:cNvPr id="847957" name="Rectangle 85">
              <a:extLst>
                <a:ext uri="{FF2B5EF4-FFF2-40B4-BE49-F238E27FC236}">
                  <a16:creationId xmlns:a16="http://schemas.microsoft.com/office/drawing/2014/main" id="{01D62AA7-0A35-540E-39E6-973C973701FE}"/>
                </a:ext>
              </a:extLst>
            </p:cNvPr>
            <p:cNvSpPr>
              <a:spLocks noChangeArrowheads="1"/>
            </p:cNvSpPr>
            <p:nvPr/>
          </p:nvSpPr>
          <p:spPr bwMode="auto">
            <a:xfrm>
              <a:off x="1963" y="2926"/>
              <a:ext cx="294"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 110</a:t>
              </a:r>
              <a:endParaRPr lang="en-US" altLang="es-ES"/>
            </a:p>
          </p:txBody>
        </p:sp>
        <p:sp>
          <p:nvSpPr>
            <p:cNvPr id="847958" name="Rectangle 86">
              <a:extLst>
                <a:ext uri="{FF2B5EF4-FFF2-40B4-BE49-F238E27FC236}">
                  <a16:creationId xmlns:a16="http://schemas.microsoft.com/office/drawing/2014/main" id="{B7066603-7D8C-BF66-DF7F-7653D8509FE6}"/>
                </a:ext>
              </a:extLst>
            </p:cNvPr>
            <p:cNvSpPr>
              <a:spLocks noChangeArrowheads="1"/>
            </p:cNvSpPr>
            <p:nvPr/>
          </p:nvSpPr>
          <p:spPr bwMode="auto">
            <a:xfrm>
              <a:off x="2214" y="2926"/>
              <a:ext cx="26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100</a:t>
              </a:r>
              <a:endParaRPr lang="en-US" altLang="es-ES"/>
            </a:p>
          </p:txBody>
        </p:sp>
        <p:sp>
          <p:nvSpPr>
            <p:cNvPr id="847959" name="Rectangle 87">
              <a:extLst>
                <a:ext uri="{FF2B5EF4-FFF2-40B4-BE49-F238E27FC236}">
                  <a16:creationId xmlns:a16="http://schemas.microsoft.com/office/drawing/2014/main" id="{0E62ABDF-48C2-C964-2F4E-694EA6B4484B}"/>
                </a:ext>
              </a:extLst>
            </p:cNvPr>
            <p:cNvSpPr>
              <a:spLocks noChangeArrowheads="1"/>
            </p:cNvSpPr>
            <p:nvPr/>
          </p:nvSpPr>
          <p:spPr bwMode="auto">
            <a:xfrm>
              <a:off x="2667" y="2926"/>
              <a:ext cx="68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96 (Branch</a:t>
              </a:r>
              <a:endParaRPr lang="en-US" altLang="es-ES"/>
            </a:p>
          </p:txBody>
        </p:sp>
        <p:sp>
          <p:nvSpPr>
            <p:cNvPr id="847960" name="Rectangle 88">
              <a:extLst>
                <a:ext uri="{FF2B5EF4-FFF2-40B4-BE49-F238E27FC236}">
                  <a16:creationId xmlns:a16="http://schemas.microsoft.com/office/drawing/2014/main" id="{2B341ACD-07D0-ACC7-6C38-6ABB1EFDE877}"/>
                </a:ext>
              </a:extLst>
            </p:cNvPr>
            <p:cNvSpPr>
              <a:spLocks noChangeArrowheads="1"/>
            </p:cNvSpPr>
            <p:nvPr/>
          </p:nvSpPr>
          <p:spPr bwMode="auto">
            <a:xfrm>
              <a:off x="2667" y="3079"/>
              <a:ext cx="21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on</a:t>
              </a:r>
              <a:endParaRPr lang="en-US" altLang="es-ES"/>
            </a:p>
          </p:txBody>
        </p:sp>
        <p:sp>
          <p:nvSpPr>
            <p:cNvPr id="847961" name="Rectangle 89">
              <a:extLst>
                <a:ext uri="{FF2B5EF4-FFF2-40B4-BE49-F238E27FC236}">
                  <a16:creationId xmlns:a16="http://schemas.microsoft.com/office/drawing/2014/main" id="{7881A2D7-0D55-6E4F-67C1-C5E1EBC1064E}"/>
                </a:ext>
              </a:extLst>
            </p:cNvPr>
            <p:cNvSpPr>
              <a:spLocks noChangeArrowheads="1"/>
            </p:cNvSpPr>
            <p:nvPr/>
          </p:nvSpPr>
          <p:spPr bwMode="auto">
            <a:xfrm>
              <a:off x="2806" y="3079"/>
              <a:ext cx="19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 Z</a:t>
              </a:r>
              <a:endParaRPr lang="en-US" altLang="es-ES"/>
            </a:p>
          </p:txBody>
        </p:sp>
        <p:sp>
          <p:nvSpPr>
            <p:cNvPr id="847962" name="Rectangle 90">
              <a:extLst>
                <a:ext uri="{FF2B5EF4-FFF2-40B4-BE49-F238E27FC236}">
                  <a16:creationId xmlns:a16="http://schemas.microsoft.com/office/drawing/2014/main" id="{F6670C78-235E-A800-4D64-663ED7C037A1}"/>
                </a:ext>
              </a:extLst>
            </p:cNvPr>
            <p:cNvSpPr>
              <a:spLocks noChangeArrowheads="1"/>
            </p:cNvSpPr>
            <p:nvPr/>
          </p:nvSpPr>
          <p:spPr bwMode="auto">
            <a:xfrm>
              <a:off x="2927" y="3079"/>
              <a:ext cx="13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e</a:t>
              </a:r>
              <a:endParaRPr lang="en-US" altLang="es-ES"/>
            </a:p>
          </p:txBody>
        </p:sp>
        <p:sp>
          <p:nvSpPr>
            <p:cNvPr id="847963" name="Rectangle 91">
              <a:extLst>
                <a:ext uri="{FF2B5EF4-FFF2-40B4-BE49-F238E27FC236}">
                  <a16:creationId xmlns:a16="http://schemas.microsoft.com/office/drawing/2014/main" id="{3B69DF09-1908-1EBE-C321-31BBE275E0D2}"/>
                </a:ext>
              </a:extLst>
            </p:cNvPr>
            <p:cNvSpPr>
              <a:spLocks noChangeArrowheads="1"/>
            </p:cNvSpPr>
            <p:nvPr/>
          </p:nvSpPr>
          <p:spPr bwMode="auto">
            <a:xfrm>
              <a:off x="2990" y="3079"/>
              <a:ext cx="12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ro</a:t>
              </a:r>
              <a:endParaRPr lang="en-US" altLang="es-ES"/>
            </a:p>
          </p:txBody>
        </p:sp>
        <p:sp>
          <p:nvSpPr>
            <p:cNvPr id="847964" name="Rectangle 92">
              <a:extLst>
                <a:ext uri="{FF2B5EF4-FFF2-40B4-BE49-F238E27FC236}">
                  <a16:creationId xmlns:a16="http://schemas.microsoft.com/office/drawing/2014/main" id="{930AB52A-CD41-5508-FAF0-2080DBFF6B44}"/>
                </a:ext>
              </a:extLst>
            </p:cNvPr>
            <p:cNvSpPr>
              <a:spLocks noChangeArrowheads="1"/>
            </p:cNvSpPr>
            <p:nvPr/>
          </p:nvSpPr>
          <p:spPr bwMode="auto">
            <a:xfrm>
              <a:off x="3108" y="3079"/>
              <a:ext cx="12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a:t>
              </a:r>
              <a:endParaRPr lang="en-US" altLang="es-ES"/>
            </a:p>
          </p:txBody>
        </p:sp>
        <p:sp>
          <p:nvSpPr>
            <p:cNvPr id="847965" name="Rectangle 93">
              <a:extLst>
                <a:ext uri="{FF2B5EF4-FFF2-40B4-BE49-F238E27FC236}">
                  <a16:creationId xmlns:a16="http://schemas.microsoft.com/office/drawing/2014/main" id="{16DF44BF-7998-2C8C-8839-BC9782A6AA2B}"/>
                </a:ext>
              </a:extLst>
            </p:cNvPr>
            <p:cNvSpPr>
              <a:spLocks noChangeArrowheads="1"/>
            </p:cNvSpPr>
            <p:nvPr/>
          </p:nvSpPr>
          <p:spPr bwMode="auto">
            <a:xfrm>
              <a:off x="3468" y="2926"/>
              <a:ext cx="314"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AD:</a:t>
              </a:r>
              <a:endParaRPr lang="en-US" altLang="es-ES"/>
            </a:p>
          </p:txBody>
        </p:sp>
        <p:sp>
          <p:nvSpPr>
            <p:cNvPr id="847966" name="Rectangle 94">
              <a:extLst>
                <a:ext uri="{FF2B5EF4-FFF2-40B4-BE49-F238E27FC236}">
                  <a16:creationId xmlns:a16="http://schemas.microsoft.com/office/drawing/2014/main" id="{9EEC8BA3-AAA5-0270-716F-2F429C0B88A1}"/>
                </a:ext>
              </a:extLst>
            </p:cNvPr>
            <p:cNvSpPr>
              <a:spLocks noChangeArrowheads="1"/>
            </p:cNvSpPr>
            <p:nvPr/>
          </p:nvSpPr>
          <p:spPr bwMode="auto">
            <a:xfrm>
              <a:off x="3739" y="2926"/>
              <a:ext cx="535"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44, SA:6</a:t>
              </a:r>
              <a:endParaRPr lang="en-US" altLang="es-ES"/>
            </a:p>
          </p:txBody>
        </p:sp>
        <p:sp>
          <p:nvSpPr>
            <p:cNvPr id="847967" name="Rectangle 95">
              <a:extLst>
                <a:ext uri="{FF2B5EF4-FFF2-40B4-BE49-F238E27FC236}">
                  <a16:creationId xmlns:a16="http://schemas.microsoft.com/office/drawing/2014/main" id="{94730142-5011-10E2-1003-9F6714F5B846}"/>
                </a:ext>
              </a:extLst>
            </p:cNvPr>
            <p:cNvSpPr>
              <a:spLocks noChangeArrowheads="1"/>
            </p:cNvSpPr>
            <p:nvPr/>
          </p:nvSpPr>
          <p:spPr bwMode="auto">
            <a:xfrm>
              <a:off x="4576" y="2926"/>
              <a:ext cx="46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If R6 =</a:t>
              </a:r>
              <a:endParaRPr lang="en-US" altLang="es-ES"/>
            </a:p>
          </p:txBody>
        </p:sp>
        <p:sp>
          <p:nvSpPr>
            <p:cNvPr id="847968" name="Rectangle 96">
              <a:extLst>
                <a:ext uri="{FF2B5EF4-FFF2-40B4-BE49-F238E27FC236}">
                  <a16:creationId xmlns:a16="http://schemas.microsoft.com/office/drawing/2014/main" id="{126D232B-87DB-B137-EB21-DE6562799B2D}"/>
                </a:ext>
              </a:extLst>
            </p:cNvPr>
            <p:cNvSpPr>
              <a:spLocks noChangeArrowheads="1"/>
            </p:cNvSpPr>
            <p:nvPr/>
          </p:nvSpPr>
          <p:spPr bwMode="auto">
            <a:xfrm>
              <a:off x="4996" y="2926"/>
              <a:ext cx="165"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0,</a:t>
              </a:r>
              <a:endParaRPr lang="en-US" altLang="es-ES"/>
            </a:p>
          </p:txBody>
        </p:sp>
        <p:sp>
          <p:nvSpPr>
            <p:cNvPr id="847969" name="Rectangle 97">
              <a:extLst>
                <a:ext uri="{FF2B5EF4-FFF2-40B4-BE49-F238E27FC236}">
                  <a16:creationId xmlns:a16="http://schemas.microsoft.com/office/drawing/2014/main" id="{62B85A41-8EC7-E8DA-CFC5-512900CACF15}"/>
                </a:ext>
              </a:extLst>
            </p:cNvPr>
            <p:cNvSpPr>
              <a:spLocks noChangeArrowheads="1"/>
            </p:cNvSpPr>
            <p:nvPr/>
          </p:nvSpPr>
          <p:spPr bwMode="auto">
            <a:xfrm>
              <a:off x="4576" y="3079"/>
              <a:ext cx="24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PC</a:t>
              </a:r>
              <a:endParaRPr lang="en-US" altLang="es-ES"/>
            </a:p>
          </p:txBody>
        </p:sp>
        <p:sp>
          <p:nvSpPr>
            <p:cNvPr id="847970" name="Rectangle 98">
              <a:extLst>
                <a:ext uri="{FF2B5EF4-FFF2-40B4-BE49-F238E27FC236}">
                  <a16:creationId xmlns:a16="http://schemas.microsoft.com/office/drawing/2014/main" id="{E301F0F0-B81D-06C8-2102-A560DB6DF454}"/>
                </a:ext>
              </a:extLst>
            </p:cNvPr>
            <p:cNvSpPr>
              <a:spLocks noChangeArrowheads="1"/>
            </p:cNvSpPr>
            <p:nvPr/>
          </p:nvSpPr>
          <p:spPr bwMode="auto">
            <a:xfrm>
              <a:off x="4774" y="3071"/>
              <a:ext cx="192"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Symbol" panose="05050102010706020507" pitchFamily="18" charset="2"/>
                </a:rPr>
                <a:t>¬</a:t>
              </a:r>
              <a:endParaRPr lang="en-US" altLang="es-ES"/>
            </a:p>
          </p:txBody>
        </p:sp>
        <p:sp>
          <p:nvSpPr>
            <p:cNvPr id="847971" name="Rectangle 99">
              <a:extLst>
                <a:ext uri="{FF2B5EF4-FFF2-40B4-BE49-F238E27FC236}">
                  <a16:creationId xmlns:a16="http://schemas.microsoft.com/office/drawing/2014/main" id="{4AD84728-BBD5-7818-EEFC-18757FBA2905}"/>
                </a:ext>
              </a:extLst>
            </p:cNvPr>
            <p:cNvSpPr>
              <a:spLocks noChangeArrowheads="1"/>
            </p:cNvSpPr>
            <p:nvPr/>
          </p:nvSpPr>
          <p:spPr bwMode="auto">
            <a:xfrm>
              <a:off x="4897" y="3079"/>
              <a:ext cx="27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 PC</a:t>
              </a:r>
              <a:endParaRPr lang="en-US" altLang="es-ES"/>
            </a:p>
          </p:txBody>
        </p:sp>
        <p:sp>
          <p:nvSpPr>
            <p:cNvPr id="847972" name="Rectangle 100">
              <a:extLst>
                <a:ext uri="{FF2B5EF4-FFF2-40B4-BE49-F238E27FC236}">
                  <a16:creationId xmlns:a16="http://schemas.microsoft.com/office/drawing/2014/main" id="{A1169A8B-E73C-A653-7479-A42B1CCBD66E}"/>
                </a:ext>
              </a:extLst>
            </p:cNvPr>
            <p:cNvSpPr>
              <a:spLocks noChangeArrowheads="1"/>
            </p:cNvSpPr>
            <p:nvPr/>
          </p:nvSpPr>
          <p:spPr bwMode="auto">
            <a:xfrm>
              <a:off x="5127" y="3071"/>
              <a:ext cx="137"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Symbol" panose="05050102010706020507" pitchFamily="18" charset="2"/>
                </a:rPr>
                <a:t>-</a:t>
              </a:r>
              <a:endParaRPr lang="en-US" altLang="es-ES"/>
            </a:p>
          </p:txBody>
        </p:sp>
        <p:sp>
          <p:nvSpPr>
            <p:cNvPr id="847973" name="Rectangle 101">
              <a:extLst>
                <a:ext uri="{FF2B5EF4-FFF2-40B4-BE49-F238E27FC236}">
                  <a16:creationId xmlns:a16="http://schemas.microsoft.com/office/drawing/2014/main" id="{68E191C5-5636-06F9-C4F0-4E375F7A31A8}"/>
                </a:ext>
              </a:extLst>
            </p:cNvPr>
            <p:cNvSpPr>
              <a:spLocks noChangeArrowheads="1"/>
            </p:cNvSpPr>
            <p:nvPr/>
          </p:nvSpPr>
          <p:spPr bwMode="auto">
            <a:xfrm>
              <a:off x="5227" y="3079"/>
              <a:ext cx="196"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20</a:t>
              </a:r>
              <a:endParaRPr lang="en-US" altLang="es-ES"/>
            </a:p>
          </p:txBody>
        </p:sp>
        <p:sp>
          <p:nvSpPr>
            <p:cNvPr id="847974" name="Rectangle 102">
              <a:extLst>
                <a:ext uri="{FF2B5EF4-FFF2-40B4-BE49-F238E27FC236}">
                  <a16:creationId xmlns:a16="http://schemas.microsoft.com/office/drawing/2014/main" id="{D1A8D7D9-A471-C289-44C0-1B375997F97F}"/>
                </a:ext>
              </a:extLst>
            </p:cNvPr>
            <p:cNvSpPr>
              <a:spLocks noChangeArrowheads="1"/>
            </p:cNvSpPr>
            <p:nvPr/>
          </p:nvSpPr>
          <p:spPr bwMode="auto">
            <a:xfrm>
              <a:off x="887" y="3469"/>
              <a:ext cx="196"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70</a:t>
              </a:r>
              <a:endParaRPr lang="en-US" altLang="es-ES"/>
            </a:p>
          </p:txBody>
        </p:sp>
        <p:sp>
          <p:nvSpPr>
            <p:cNvPr id="847975" name="Rectangle 103">
              <a:extLst>
                <a:ext uri="{FF2B5EF4-FFF2-40B4-BE49-F238E27FC236}">
                  <a16:creationId xmlns:a16="http://schemas.microsoft.com/office/drawing/2014/main" id="{D998D6B8-6616-587A-55B7-930913D3E615}"/>
                </a:ext>
              </a:extLst>
            </p:cNvPr>
            <p:cNvSpPr>
              <a:spLocks noChangeArrowheads="1"/>
            </p:cNvSpPr>
            <p:nvPr/>
          </p:nvSpPr>
          <p:spPr bwMode="auto">
            <a:xfrm>
              <a:off x="1323" y="3469"/>
              <a:ext cx="26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000</a:t>
              </a:r>
              <a:endParaRPr lang="en-US" altLang="es-ES"/>
            </a:p>
          </p:txBody>
        </p:sp>
        <p:sp>
          <p:nvSpPr>
            <p:cNvPr id="847976" name="Rectangle 104">
              <a:extLst>
                <a:ext uri="{FF2B5EF4-FFF2-40B4-BE49-F238E27FC236}">
                  <a16:creationId xmlns:a16="http://schemas.microsoft.com/office/drawing/2014/main" id="{21EC51F4-AFB7-2244-3328-180B206F8141}"/>
                </a:ext>
              </a:extLst>
            </p:cNvPr>
            <p:cNvSpPr>
              <a:spLocks noChangeArrowheads="1"/>
            </p:cNvSpPr>
            <p:nvPr/>
          </p:nvSpPr>
          <p:spPr bwMode="auto">
            <a:xfrm>
              <a:off x="1510" y="3469"/>
              <a:ext cx="646"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000000110</a:t>
              </a:r>
              <a:endParaRPr lang="en-US" altLang="es-ES"/>
            </a:p>
          </p:txBody>
        </p:sp>
        <p:sp>
          <p:nvSpPr>
            <p:cNvPr id="847977" name="Rectangle 105">
              <a:extLst>
                <a:ext uri="{FF2B5EF4-FFF2-40B4-BE49-F238E27FC236}">
                  <a16:creationId xmlns:a16="http://schemas.microsoft.com/office/drawing/2014/main" id="{5CF42E5F-1CE1-4FE4-11DF-7389DC07E0DF}"/>
                </a:ext>
              </a:extLst>
            </p:cNvPr>
            <p:cNvSpPr>
              <a:spLocks noChangeArrowheads="1"/>
            </p:cNvSpPr>
            <p:nvPr/>
          </p:nvSpPr>
          <p:spPr bwMode="auto">
            <a:xfrm>
              <a:off x="2073" y="3469"/>
              <a:ext cx="38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00000</a:t>
              </a:r>
              <a:endParaRPr lang="en-US" altLang="es-ES"/>
            </a:p>
          </p:txBody>
        </p:sp>
        <p:sp>
          <p:nvSpPr>
            <p:cNvPr id="847978" name="Rectangle 106">
              <a:extLst>
                <a:ext uri="{FF2B5EF4-FFF2-40B4-BE49-F238E27FC236}">
                  <a16:creationId xmlns:a16="http://schemas.microsoft.com/office/drawing/2014/main" id="{52C1BD21-8141-3D7B-F3FE-7A553AAA54DA}"/>
                </a:ext>
              </a:extLst>
            </p:cNvPr>
            <p:cNvSpPr>
              <a:spLocks noChangeArrowheads="1"/>
            </p:cNvSpPr>
            <p:nvPr/>
          </p:nvSpPr>
          <p:spPr bwMode="auto">
            <a:xfrm>
              <a:off x="2667" y="3469"/>
              <a:ext cx="45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Data =</a:t>
              </a:r>
              <a:endParaRPr lang="en-US" altLang="es-ES"/>
            </a:p>
          </p:txBody>
        </p:sp>
        <p:sp>
          <p:nvSpPr>
            <p:cNvPr id="847979" name="Rectangle 107">
              <a:extLst>
                <a:ext uri="{FF2B5EF4-FFF2-40B4-BE49-F238E27FC236}">
                  <a16:creationId xmlns:a16="http://schemas.microsoft.com/office/drawing/2014/main" id="{31CFAF87-9A8E-7EB7-3FA2-91945D0047DF}"/>
                </a:ext>
              </a:extLst>
            </p:cNvPr>
            <p:cNvSpPr>
              <a:spLocks noChangeArrowheads="1"/>
            </p:cNvSpPr>
            <p:nvPr/>
          </p:nvSpPr>
          <p:spPr bwMode="auto">
            <a:xfrm>
              <a:off x="3076" y="3469"/>
              <a:ext cx="13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1</a:t>
              </a:r>
              <a:endParaRPr lang="en-US" altLang="es-ES"/>
            </a:p>
          </p:txBody>
        </p:sp>
        <p:sp>
          <p:nvSpPr>
            <p:cNvPr id="847980" name="Rectangle 108">
              <a:extLst>
                <a:ext uri="{FF2B5EF4-FFF2-40B4-BE49-F238E27FC236}">
                  <a16:creationId xmlns:a16="http://schemas.microsoft.com/office/drawing/2014/main" id="{20E04832-0A7D-93D5-617E-F308E3FDF78F}"/>
                </a:ext>
              </a:extLst>
            </p:cNvPr>
            <p:cNvSpPr>
              <a:spLocks noChangeArrowheads="1"/>
            </p:cNvSpPr>
            <p:nvPr/>
          </p:nvSpPr>
          <p:spPr bwMode="auto">
            <a:xfrm>
              <a:off x="3138" y="3469"/>
              <a:ext cx="45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92. Aft</a:t>
              </a:r>
              <a:endParaRPr lang="en-US" altLang="es-ES"/>
            </a:p>
          </p:txBody>
        </p:sp>
        <p:sp>
          <p:nvSpPr>
            <p:cNvPr id="847981" name="Rectangle 109">
              <a:extLst>
                <a:ext uri="{FF2B5EF4-FFF2-40B4-BE49-F238E27FC236}">
                  <a16:creationId xmlns:a16="http://schemas.microsoft.com/office/drawing/2014/main" id="{F70B12F4-CD77-93B0-AC68-F2F09EADCE7E}"/>
                </a:ext>
              </a:extLst>
            </p:cNvPr>
            <p:cNvSpPr>
              <a:spLocks noChangeArrowheads="1"/>
            </p:cNvSpPr>
            <p:nvPr/>
          </p:nvSpPr>
          <p:spPr bwMode="auto">
            <a:xfrm>
              <a:off x="3512" y="3469"/>
              <a:ext cx="134"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e</a:t>
              </a:r>
              <a:endParaRPr lang="en-US" altLang="es-ES"/>
            </a:p>
          </p:txBody>
        </p:sp>
        <p:sp>
          <p:nvSpPr>
            <p:cNvPr id="847982" name="Rectangle 110">
              <a:extLst>
                <a:ext uri="{FF2B5EF4-FFF2-40B4-BE49-F238E27FC236}">
                  <a16:creationId xmlns:a16="http://schemas.microsoft.com/office/drawing/2014/main" id="{720D4D1F-70B0-1A87-3F57-FB577483FFF7}"/>
                </a:ext>
              </a:extLst>
            </p:cNvPr>
            <p:cNvSpPr>
              <a:spLocks noChangeArrowheads="1"/>
            </p:cNvSpPr>
            <p:nvPr/>
          </p:nvSpPr>
          <p:spPr bwMode="auto">
            <a:xfrm>
              <a:off x="3575" y="3469"/>
              <a:ext cx="83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r execution of</a:t>
              </a:r>
              <a:endParaRPr lang="en-US" altLang="es-ES"/>
            </a:p>
          </p:txBody>
        </p:sp>
        <p:sp>
          <p:nvSpPr>
            <p:cNvPr id="847983" name="Rectangle 111">
              <a:extLst>
                <a:ext uri="{FF2B5EF4-FFF2-40B4-BE49-F238E27FC236}">
                  <a16:creationId xmlns:a16="http://schemas.microsoft.com/office/drawing/2014/main" id="{622F9816-521D-0B9A-C294-2F36F84EF307}"/>
                </a:ext>
              </a:extLst>
            </p:cNvPr>
            <p:cNvSpPr>
              <a:spLocks noChangeArrowheads="1"/>
            </p:cNvSpPr>
            <p:nvPr/>
          </p:nvSpPr>
          <p:spPr bwMode="auto">
            <a:xfrm>
              <a:off x="4357" y="3469"/>
              <a:ext cx="79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instruction in</a:t>
              </a:r>
              <a:endParaRPr lang="en-US" altLang="es-ES"/>
            </a:p>
          </p:txBody>
        </p:sp>
        <p:sp>
          <p:nvSpPr>
            <p:cNvPr id="847984" name="Rectangle 112">
              <a:extLst>
                <a:ext uri="{FF2B5EF4-FFF2-40B4-BE49-F238E27FC236}">
                  <a16:creationId xmlns:a16="http://schemas.microsoft.com/office/drawing/2014/main" id="{82646E03-1D4B-791A-251E-29552AEB4131}"/>
                </a:ext>
              </a:extLst>
            </p:cNvPr>
            <p:cNvSpPr>
              <a:spLocks noChangeArrowheads="1"/>
            </p:cNvSpPr>
            <p:nvPr/>
          </p:nvSpPr>
          <p:spPr bwMode="auto">
            <a:xfrm>
              <a:off x="5109" y="3469"/>
              <a:ext cx="23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35,</a:t>
              </a:r>
              <a:endParaRPr lang="en-US" altLang="es-ES"/>
            </a:p>
          </p:txBody>
        </p:sp>
        <p:sp>
          <p:nvSpPr>
            <p:cNvPr id="847985" name="Rectangle 113">
              <a:extLst>
                <a:ext uri="{FF2B5EF4-FFF2-40B4-BE49-F238E27FC236}">
                  <a16:creationId xmlns:a16="http://schemas.microsoft.com/office/drawing/2014/main" id="{AE3A37FF-D2E8-1E13-FB2B-9FBC1F766DC2}"/>
                </a:ext>
              </a:extLst>
            </p:cNvPr>
            <p:cNvSpPr>
              <a:spLocks noChangeArrowheads="1"/>
            </p:cNvSpPr>
            <p:nvPr/>
          </p:nvSpPr>
          <p:spPr bwMode="auto">
            <a:xfrm>
              <a:off x="2667" y="3622"/>
              <a:ext cx="453"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Data =</a:t>
              </a:r>
              <a:endParaRPr lang="en-US" altLang="es-ES"/>
            </a:p>
          </p:txBody>
        </p:sp>
        <p:sp>
          <p:nvSpPr>
            <p:cNvPr id="847986" name="Rectangle 114">
              <a:extLst>
                <a:ext uri="{FF2B5EF4-FFF2-40B4-BE49-F238E27FC236}">
                  <a16:creationId xmlns:a16="http://schemas.microsoft.com/office/drawing/2014/main" id="{5EBC9B22-E308-5564-2845-C0A280584618}"/>
                </a:ext>
              </a:extLst>
            </p:cNvPr>
            <p:cNvSpPr>
              <a:spLocks noChangeArrowheads="1"/>
            </p:cNvSpPr>
            <p:nvPr/>
          </p:nvSpPr>
          <p:spPr bwMode="auto">
            <a:xfrm>
              <a:off x="3076" y="3622"/>
              <a:ext cx="133"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8</a:t>
              </a:r>
              <a:endParaRPr lang="en-US" altLang="es-ES"/>
            </a:p>
          </p:txBody>
        </p:sp>
        <p:sp>
          <p:nvSpPr>
            <p:cNvPr id="847987" name="Rectangle 115">
              <a:extLst>
                <a:ext uri="{FF2B5EF4-FFF2-40B4-BE49-F238E27FC236}">
                  <a16:creationId xmlns:a16="http://schemas.microsoft.com/office/drawing/2014/main" id="{F8F869D4-E13A-FE9E-EEFE-A5CF13538578}"/>
                </a:ext>
              </a:extLst>
            </p:cNvPr>
            <p:cNvSpPr>
              <a:spLocks noChangeArrowheads="1"/>
            </p:cNvSpPr>
            <p:nvPr/>
          </p:nvSpPr>
          <p:spPr bwMode="auto">
            <a:xfrm>
              <a:off x="3137" y="3622"/>
              <a:ext cx="133"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0</a:t>
              </a:r>
              <a:endParaRPr lang="en-US" altLang="es-ES"/>
            </a:p>
          </p:txBody>
        </p:sp>
        <p:sp>
          <p:nvSpPr>
            <p:cNvPr id="847988" name="Rectangle 116">
              <a:extLst>
                <a:ext uri="{FF2B5EF4-FFF2-40B4-BE49-F238E27FC236}">
                  <a16:creationId xmlns:a16="http://schemas.microsoft.com/office/drawing/2014/main" id="{721AE229-FD7E-D626-F41E-00A18D1948ED}"/>
                </a:ext>
              </a:extLst>
            </p:cNvPr>
            <p:cNvSpPr>
              <a:spLocks noChangeArrowheads="1"/>
            </p:cNvSpPr>
            <p:nvPr/>
          </p:nvSpPr>
          <p:spPr bwMode="auto">
            <a:xfrm>
              <a:off x="3200" y="3622"/>
              <a:ext cx="101"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b="0" u="none" baseline="0">
                  <a:solidFill>
                    <a:srgbClr val="000000"/>
                  </a:solidFill>
                  <a:latin typeface="TimesTen" pitchFamily="18" charset="0"/>
                </a:rPr>
                <a:t>.</a:t>
              </a:r>
              <a:endParaRPr lang="en-US" altLang="es-ES"/>
            </a:p>
          </p:txBody>
        </p:sp>
        <p:sp>
          <p:nvSpPr>
            <p:cNvPr id="847989" name="Rectangle 117">
              <a:extLst>
                <a:ext uri="{FF2B5EF4-FFF2-40B4-BE49-F238E27FC236}">
                  <a16:creationId xmlns:a16="http://schemas.microsoft.com/office/drawing/2014/main" id="{DB81AB8C-57D1-3D84-0A5A-C3DC75FCB8A9}"/>
                </a:ext>
              </a:extLst>
            </p:cNvPr>
            <p:cNvSpPr>
              <a:spLocks noChangeArrowheads="1"/>
            </p:cNvSpPr>
            <p:nvPr/>
          </p:nvSpPr>
          <p:spPr bwMode="auto">
            <a:xfrm>
              <a:off x="1135" y="1007"/>
              <a:ext cx="6" cy="301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7990" name="Rectangle 118">
              <a:extLst>
                <a:ext uri="{FF2B5EF4-FFF2-40B4-BE49-F238E27FC236}">
                  <a16:creationId xmlns:a16="http://schemas.microsoft.com/office/drawing/2014/main" id="{0CE54EC8-89B7-A6E0-4A8F-7CA9856028DA}"/>
                </a:ext>
              </a:extLst>
            </p:cNvPr>
            <p:cNvSpPr>
              <a:spLocks noChangeArrowheads="1"/>
            </p:cNvSpPr>
            <p:nvPr/>
          </p:nvSpPr>
          <p:spPr bwMode="auto">
            <a:xfrm>
              <a:off x="2568" y="1007"/>
              <a:ext cx="6" cy="301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7991" name="Rectangle 119">
              <a:extLst>
                <a:ext uri="{FF2B5EF4-FFF2-40B4-BE49-F238E27FC236}">
                  <a16:creationId xmlns:a16="http://schemas.microsoft.com/office/drawing/2014/main" id="{49392F52-99D9-67F4-A257-FFBD37E8341C}"/>
                </a:ext>
              </a:extLst>
            </p:cNvPr>
            <p:cNvSpPr>
              <a:spLocks noChangeArrowheads="1"/>
            </p:cNvSpPr>
            <p:nvPr/>
          </p:nvSpPr>
          <p:spPr bwMode="auto">
            <a:xfrm>
              <a:off x="396" y="1007"/>
              <a:ext cx="4984" cy="14"/>
            </a:xfrm>
            <a:prstGeom prst="rect">
              <a:avLst/>
            </a:prstGeom>
            <a:solidFill>
              <a:srgbClr val="2CB0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7992" name="Rectangle 120">
              <a:extLst>
                <a:ext uri="{FF2B5EF4-FFF2-40B4-BE49-F238E27FC236}">
                  <a16:creationId xmlns:a16="http://schemas.microsoft.com/office/drawing/2014/main" id="{D5401AA6-AB02-B630-6790-0AD53E9EA77E}"/>
                </a:ext>
              </a:extLst>
            </p:cNvPr>
            <p:cNvSpPr>
              <a:spLocks noChangeArrowheads="1"/>
            </p:cNvSpPr>
            <p:nvPr/>
          </p:nvSpPr>
          <p:spPr bwMode="auto">
            <a:xfrm>
              <a:off x="396" y="1396"/>
              <a:ext cx="672" cy="14"/>
            </a:xfrm>
            <a:prstGeom prst="rect">
              <a:avLst/>
            </a:prstGeom>
            <a:solidFill>
              <a:srgbClr val="2CB0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7993" name="Rectangle 121">
              <a:extLst>
                <a:ext uri="{FF2B5EF4-FFF2-40B4-BE49-F238E27FC236}">
                  <a16:creationId xmlns:a16="http://schemas.microsoft.com/office/drawing/2014/main" id="{327DC3E0-01DB-537E-9796-5BDAD8B689CA}"/>
                </a:ext>
              </a:extLst>
            </p:cNvPr>
            <p:cNvSpPr>
              <a:spLocks noChangeArrowheads="1"/>
            </p:cNvSpPr>
            <p:nvPr/>
          </p:nvSpPr>
          <p:spPr bwMode="auto">
            <a:xfrm>
              <a:off x="1135" y="1396"/>
              <a:ext cx="1439" cy="14"/>
            </a:xfrm>
            <a:prstGeom prst="rect">
              <a:avLst/>
            </a:prstGeom>
            <a:solidFill>
              <a:srgbClr val="2CB0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7994" name="Rectangle 122">
              <a:extLst>
                <a:ext uri="{FF2B5EF4-FFF2-40B4-BE49-F238E27FC236}">
                  <a16:creationId xmlns:a16="http://schemas.microsoft.com/office/drawing/2014/main" id="{6EE1EBBA-FCCE-910B-E74C-9DFCD2766D63}"/>
                </a:ext>
              </a:extLst>
            </p:cNvPr>
            <p:cNvSpPr>
              <a:spLocks noChangeArrowheads="1"/>
            </p:cNvSpPr>
            <p:nvPr/>
          </p:nvSpPr>
          <p:spPr bwMode="auto">
            <a:xfrm>
              <a:off x="2612" y="1396"/>
              <a:ext cx="2768" cy="14"/>
            </a:xfrm>
            <a:prstGeom prst="rect">
              <a:avLst/>
            </a:prstGeom>
            <a:solidFill>
              <a:srgbClr val="2CB0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7995" name="Rectangle 123">
              <a:extLst>
                <a:ext uri="{FF2B5EF4-FFF2-40B4-BE49-F238E27FC236}">
                  <a16:creationId xmlns:a16="http://schemas.microsoft.com/office/drawing/2014/main" id="{63AEEA75-C6AA-7832-D76E-15E7DBEB7E98}"/>
                </a:ext>
              </a:extLst>
            </p:cNvPr>
            <p:cNvSpPr>
              <a:spLocks noChangeArrowheads="1"/>
            </p:cNvSpPr>
            <p:nvPr/>
          </p:nvSpPr>
          <p:spPr bwMode="auto">
            <a:xfrm>
              <a:off x="1135" y="1595"/>
              <a:ext cx="143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7997" name="Rectangle 125">
              <a:extLst>
                <a:ext uri="{FF2B5EF4-FFF2-40B4-BE49-F238E27FC236}">
                  <a16:creationId xmlns:a16="http://schemas.microsoft.com/office/drawing/2014/main" id="{BA6D24F2-B157-E71B-3500-1C37E80F0AF9}"/>
                </a:ext>
              </a:extLst>
            </p:cNvPr>
            <p:cNvSpPr>
              <a:spLocks noChangeArrowheads="1"/>
            </p:cNvSpPr>
            <p:nvPr/>
          </p:nvSpPr>
          <p:spPr bwMode="auto">
            <a:xfrm>
              <a:off x="1135" y="1987"/>
              <a:ext cx="1439"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7998" name="Rectangle 126">
              <a:extLst>
                <a:ext uri="{FF2B5EF4-FFF2-40B4-BE49-F238E27FC236}">
                  <a16:creationId xmlns:a16="http://schemas.microsoft.com/office/drawing/2014/main" id="{3A0D9122-8C8E-7AE7-77B8-86FD6E3DFBD8}"/>
                </a:ext>
              </a:extLst>
            </p:cNvPr>
            <p:cNvSpPr>
              <a:spLocks noChangeArrowheads="1"/>
            </p:cNvSpPr>
            <p:nvPr/>
          </p:nvSpPr>
          <p:spPr bwMode="auto">
            <a:xfrm>
              <a:off x="1135" y="2179"/>
              <a:ext cx="143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8000" name="Rectangle 128">
              <a:extLst>
                <a:ext uri="{FF2B5EF4-FFF2-40B4-BE49-F238E27FC236}">
                  <a16:creationId xmlns:a16="http://schemas.microsoft.com/office/drawing/2014/main" id="{F86ABF78-16DC-1EC1-970B-0EBF55C72278}"/>
                </a:ext>
              </a:extLst>
            </p:cNvPr>
            <p:cNvSpPr>
              <a:spLocks noChangeArrowheads="1"/>
            </p:cNvSpPr>
            <p:nvPr/>
          </p:nvSpPr>
          <p:spPr bwMode="auto">
            <a:xfrm>
              <a:off x="1135" y="2722"/>
              <a:ext cx="143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8002" name="Rectangle 130">
              <a:extLst>
                <a:ext uri="{FF2B5EF4-FFF2-40B4-BE49-F238E27FC236}">
                  <a16:creationId xmlns:a16="http://schemas.microsoft.com/office/drawing/2014/main" id="{C3D179D0-D7BB-0A8A-4997-5BFF42501920}"/>
                </a:ext>
              </a:extLst>
            </p:cNvPr>
            <p:cNvSpPr>
              <a:spLocks noChangeArrowheads="1"/>
            </p:cNvSpPr>
            <p:nvPr/>
          </p:nvSpPr>
          <p:spPr bwMode="auto">
            <a:xfrm>
              <a:off x="1135" y="3265"/>
              <a:ext cx="143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8004" name="Rectangle 132">
              <a:extLst>
                <a:ext uri="{FF2B5EF4-FFF2-40B4-BE49-F238E27FC236}">
                  <a16:creationId xmlns:a16="http://schemas.microsoft.com/office/drawing/2014/main" id="{D3CAE3D0-E504-12A3-470A-9D226DFCC622}"/>
                </a:ext>
              </a:extLst>
            </p:cNvPr>
            <p:cNvSpPr>
              <a:spLocks noChangeArrowheads="1"/>
            </p:cNvSpPr>
            <p:nvPr/>
          </p:nvSpPr>
          <p:spPr bwMode="auto">
            <a:xfrm>
              <a:off x="2612" y="3460"/>
              <a:ext cx="27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48006" name="Rectangle 134">
              <a:extLst>
                <a:ext uri="{FF2B5EF4-FFF2-40B4-BE49-F238E27FC236}">
                  <a16:creationId xmlns:a16="http://schemas.microsoft.com/office/drawing/2014/main" id="{8FC662C3-7C4D-CD96-0A67-E281749D91E3}"/>
                </a:ext>
              </a:extLst>
            </p:cNvPr>
            <p:cNvSpPr>
              <a:spLocks noChangeArrowheads="1"/>
            </p:cNvSpPr>
            <p:nvPr/>
          </p:nvSpPr>
          <p:spPr bwMode="auto">
            <a:xfrm>
              <a:off x="396" y="4012"/>
              <a:ext cx="4984" cy="14"/>
            </a:xfrm>
            <a:prstGeom prst="rect">
              <a:avLst/>
            </a:prstGeom>
            <a:solidFill>
              <a:srgbClr val="2CB0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9AB7E8DA-06D1-6683-08E9-42A0960488D3}"/>
              </a:ext>
            </a:extLst>
          </p:cNvPr>
          <p:cNvSpPr>
            <a:spLocks noGrp="1"/>
          </p:cNvSpPr>
          <p:nvPr>
            <p:ph type="sldNum" sz="quarter" idx="10"/>
          </p:nvPr>
        </p:nvSpPr>
        <p:spPr/>
        <p:txBody>
          <a:bodyPr/>
          <a:lstStyle/>
          <a:p>
            <a:r>
              <a:rPr lang="en-US" altLang="es-ES"/>
              <a:t>Chapter 9  Part 2   </a:t>
            </a:r>
            <a:fld id="{E2BE49CF-9040-4362-8505-A3D3A08D1169}" type="slidenum">
              <a:rPr lang="en-US" altLang="es-ES"/>
              <a:pPr/>
              <a:t>14</a:t>
            </a:fld>
            <a:endParaRPr lang="en-US" altLang="es-ES"/>
          </a:p>
        </p:txBody>
      </p:sp>
      <p:sp>
        <p:nvSpPr>
          <p:cNvPr id="848898" name="Rectangle 2">
            <a:extLst>
              <a:ext uri="{FF2B5EF4-FFF2-40B4-BE49-F238E27FC236}">
                <a16:creationId xmlns:a16="http://schemas.microsoft.com/office/drawing/2014/main" id="{133520F6-090C-98B3-50A2-F60B09395AF7}"/>
              </a:ext>
            </a:extLst>
          </p:cNvPr>
          <p:cNvSpPr>
            <a:spLocks noGrp="1" noChangeArrowheads="1"/>
          </p:cNvSpPr>
          <p:nvPr>
            <p:ph type="title"/>
          </p:nvPr>
        </p:nvSpPr>
        <p:spPr/>
        <p:txBody>
          <a:bodyPr/>
          <a:lstStyle/>
          <a:p>
            <a:r>
              <a:rPr lang="en-US" altLang="es-ES"/>
              <a:t>Single-Cycle Hardwired Control</a:t>
            </a:r>
          </a:p>
        </p:txBody>
      </p:sp>
      <p:sp>
        <p:nvSpPr>
          <p:cNvPr id="848899" name="Rectangle 3">
            <a:extLst>
              <a:ext uri="{FF2B5EF4-FFF2-40B4-BE49-F238E27FC236}">
                <a16:creationId xmlns:a16="http://schemas.microsoft.com/office/drawing/2014/main" id="{A09D9367-8A0D-6DCA-ACD7-0FD3E259585C}"/>
              </a:ext>
            </a:extLst>
          </p:cNvPr>
          <p:cNvSpPr>
            <a:spLocks noGrp="1" noChangeArrowheads="1"/>
          </p:cNvSpPr>
          <p:nvPr>
            <p:ph type="body" idx="1"/>
          </p:nvPr>
        </p:nvSpPr>
        <p:spPr/>
        <p:txBody>
          <a:bodyPr/>
          <a:lstStyle/>
          <a:p>
            <a:r>
              <a:rPr lang="en-US" altLang="es-ES" sz="2400"/>
              <a:t>Based on the ISA defined, design a computer architecture to support the ISA</a:t>
            </a:r>
          </a:p>
          <a:p>
            <a:r>
              <a:rPr lang="en-US" altLang="es-ES" sz="2400"/>
              <a:t>The architecture is to fetch and execute each instruction in a single clock cycle</a:t>
            </a:r>
          </a:p>
          <a:p>
            <a:r>
              <a:rPr lang="en-US" altLang="es-ES" sz="2400"/>
              <a:t>The datapath from Figure 10-11 will be used</a:t>
            </a:r>
          </a:p>
          <a:p>
            <a:r>
              <a:rPr lang="en-US" altLang="es-ES" sz="2400"/>
              <a:t>The control unit will be defined as a part of the design</a:t>
            </a:r>
          </a:p>
          <a:p>
            <a:r>
              <a:rPr lang="en-US" altLang="es-ES" sz="2400"/>
              <a:t>The block diagram is shown on the next slide</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A0E6599-37DB-88FB-49E0-F204ECC839CD}"/>
              </a:ext>
            </a:extLst>
          </p:cNvPr>
          <p:cNvSpPr>
            <a:spLocks noGrp="1"/>
          </p:cNvSpPr>
          <p:nvPr>
            <p:ph type="sldNum" sz="quarter" idx="10"/>
          </p:nvPr>
        </p:nvSpPr>
        <p:spPr/>
        <p:txBody>
          <a:bodyPr/>
          <a:lstStyle/>
          <a:p>
            <a:r>
              <a:rPr lang="en-US" altLang="es-ES"/>
              <a:t>Chapter 9  Part 2   </a:t>
            </a:r>
            <a:fld id="{9BEF47F7-A602-4951-8C04-EF00925060FA}" type="slidenum">
              <a:rPr lang="en-US" altLang="es-ES"/>
              <a:pPr/>
              <a:t>15</a:t>
            </a:fld>
            <a:endParaRPr lang="en-US" altLang="es-ES"/>
          </a:p>
        </p:txBody>
      </p:sp>
      <p:pic>
        <p:nvPicPr>
          <p:cNvPr id="850223" name="Picture 303">
            <a:extLst>
              <a:ext uri="{FF2B5EF4-FFF2-40B4-BE49-F238E27FC236}">
                <a16:creationId xmlns:a16="http://schemas.microsoft.com/office/drawing/2014/main" id="{1A04E4C0-DE68-A782-4D47-FA67E2F1AE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763" y="95250"/>
            <a:ext cx="6848475" cy="666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0860700C-4251-F9A4-518B-1E559CD99983}"/>
              </a:ext>
            </a:extLst>
          </p:cNvPr>
          <p:cNvSpPr>
            <a:spLocks noGrp="1"/>
          </p:cNvSpPr>
          <p:nvPr>
            <p:ph type="sldNum" sz="quarter" idx="10"/>
          </p:nvPr>
        </p:nvSpPr>
        <p:spPr/>
        <p:txBody>
          <a:bodyPr/>
          <a:lstStyle/>
          <a:p>
            <a:r>
              <a:rPr lang="en-US" altLang="es-ES"/>
              <a:t>Chapter 9  Part 2   </a:t>
            </a:r>
            <a:fld id="{FD6F098B-4943-4E78-A3B1-A20DBF3E17D4}" type="slidenum">
              <a:rPr lang="en-US" altLang="es-ES"/>
              <a:pPr/>
              <a:t>16</a:t>
            </a:fld>
            <a:endParaRPr lang="en-US" altLang="es-ES"/>
          </a:p>
        </p:txBody>
      </p:sp>
      <p:sp>
        <p:nvSpPr>
          <p:cNvPr id="851970" name="Rectangle 2">
            <a:extLst>
              <a:ext uri="{FF2B5EF4-FFF2-40B4-BE49-F238E27FC236}">
                <a16:creationId xmlns:a16="http://schemas.microsoft.com/office/drawing/2014/main" id="{3F525553-5AD3-F909-ECF2-F5985B293C1D}"/>
              </a:ext>
            </a:extLst>
          </p:cNvPr>
          <p:cNvSpPr>
            <a:spLocks noGrp="1" noChangeArrowheads="1"/>
          </p:cNvSpPr>
          <p:nvPr>
            <p:ph type="title"/>
          </p:nvPr>
        </p:nvSpPr>
        <p:spPr/>
        <p:txBody>
          <a:bodyPr/>
          <a:lstStyle/>
          <a:p>
            <a:r>
              <a:rPr lang="en-US" altLang="es-ES"/>
              <a:t>The Control Unit</a:t>
            </a:r>
          </a:p>
        </p:txBody>
      </p:sp>
      <p:sp>
        <p:nvSpPr>
          <p:cNvPr id="851971" name="Rectangle 3">
            <a:extLst>
              <a:ext uri="{FF2B5EF4-FFF2-40B4-BE49-F238E27FC236}">
                <a16:creationId xmlns:a16="http://schemas.microsoft.com/office/drawing/2014/main" id="{EA8454F6-73FF-D41F-29B9-CA3E4C635A98}"/>
              </a:ext>
            </a:extLst>
          </p:cNvPr>
          <p:cNvSpPr>
            <a:spLocks noGrp="1" noChangeArrowheads="1"/>
          </p:cNvSpPr>
          <p:nvPr>
            <p:ph type="body" idx="1"/>
          </p:nvPr>
        </p:nvSpPr>
        <p:spPr>
          <a:xfrm>
            <a:off x="719138" y="1200150"/>
            <a:ext cx="7772400" cy="5027613"/>
          </a:xfrm>
        </p:spPr>
        <p:txBody>
          <a:bodyPr/>
          <a:lstStyle/>
          <a:p>
            <a:r>
              <a:rPr lang="en-US" altLang="es-ES" sz="2400"/>
              <a:t>The Data Memory has been attached to the Address Out and Data Out and Data In lines of the Datapath.</a:t>
            </a:r>
          </a:p>
          <a:p>
            <a:r>
              <a:rPr lang="en-US" altLang="es-ES" sz="2400"/>
              <a:t>The MW input to the Data Memory is the Memory Write signal from the Control Unit.</a:t>
            </a:r>
          </a:p>
          <a:p>
            <a:r>
              <a:rPr lang="en-US" altLang="es-ES" sz="2400"/>
              <a:t>For convenience, the Instruction Memory, which is not usually a part of the Control Unit is shown within it. </a:t>
            </a:r>
          </a:p>
          <a:p>
            <a:r>
              <a:rPr lang="en-US" altLang="es-ES" sz="2400"/>
              <a:t>The Instruction Memory address input is provided by the PC and its instruction output feeds the Instruction Decoder.</a:t>
            </a:r>
          </a:p>
          <a:p>
            <a:r>
              <a:rPr lang="en-US" altLang="es-ES" sz="2400"/>
              <a:t>Zero-filled IR(2:0) becomes Constant In</a:t>
            </a:r>
          </a:p>
          <a:p>
            <a:r>
              <a:rPr lang="en-US" altLang="es-ES" sz="2400"/>
              <a:t>Extended IR(8:6) || IR(2:0) and Bus A are address inputs to the PC.</a:t>
            </a:r>
          </a:p>
          <a:p>
            <a:r>
              <a:rPr lang="en-US" altLang="es-ES" sz="2400"/>
              <a:t>The PC is controlled by Branch Control logic</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BA5FA5AA-1853-3BCB-1CAE-BE5750F2AFAD}"/>
              </a:ext>
            </a:extLst>
          </p:cNvPr>
          <p:cNvSpPr>
            <a:spLocks noGrp="1"/>
          </p:cNvSpPr>
          <p:nvPr>
            <p:ph type="sldNum" sz="quarter" idx="10"/>
          </p:nvPr>
        </p:nvSpPr>
        <p:spPr/>
        <p:txBody>
          <a:bodyPr/>
          <a:lstStyle/>
          <a:p>
            <a:r>
              <a:rPr lang="en-US" altLang="es-ES"/>
              <a:t>Chapter 9  Part 2   </a:t>
            </a:r>
            <a:fld id="{8F3A72C9-EDB7-4695-8C52-146D74B901BA}" type="slidenum">
              <a:rPr lang="en-US" altLang="es-ES"/>
              <a:pPr/>
              <a:t>17</a:t>
            </a:fld>
            <a:endParaRPr lang="en-US" altLang="es-ES"/>
          </a:p>
        </p:txBody>
      </p:sp>
      <p:sp>
        <p:nvSpPr>
          <p:cNvPr id="855042" name="Rectangle 2">
            <a:extLst>
              <a:ext uri="{FF2B5EF4-FFF2-40B4-BE49-F238E27FC236}">
                <a16:creationId xmlns:a16="http://schemas.microsoft.com/office/drawing/2014/main" id="{7186F5BA-0E0F-FEA2-3369-FC2FD4872690}"/>
              </a:ext>
            </a:extLst>
          </p:cNvPr>
          <p:cNvSpPr>
            <a:spLocks noGrp="1" noChangeArrowheads="1"/>
          </p:cNvSpPr>
          <p:nvPr>
            <p:ph type="title"/>
          </p:nvPr>
        </p:nvSpPr>
        <p:spPr/>
        <p:txBody>
          <a:bodyPr/>
          <a:lstStyle/>
          <a:p>
            <a:r>
              <a:rPr lang="en-US" altLang="es-ES"/>
              <a:t>PC Function</a:t>
            </a:r>
          </a:p>
        </p:txBody>
      </p:sp>
      <p:sp>
        <p:nvSpPr>
          <p:cNvPr id="855043" name="Rectangle 3">
            <a:extLst>
              <a:ext uri="{FF2B5EF4-FFF2-40B4-BE49-F238E27FC236}">
                <a16:creationId xmlns:a16="http://schemas.microsoft.com/office/drawing/2014/main" id="{53A0C9D7-B9A8-CB3A-686C-651BE038F465}"/>
              </a:ext>
            </a:extLst>
          </p:cNvPr>
          <p:cNvSpPr>
            <a:spLocks noGrp="1" noChangeArrowheads="1"/>
          </p:cNvSpPr>
          <p:nvPr>
            <p:ph type="body" idx="1"/>
          </p:nvPr>
        </p:nvSpPr>
        <p:spPr/>
        <p:txBody>
          <a:bodyPr/>
          <a:lstStyle/>
          <a:p>
            <a:r>
              <a:rPr lang="en-US" altLang="es-ES" sz="2400"/>
              <a:t>PC function is based on instruction specifications involving jumps and branches taken from Slide 13:</a:t>
            </a:r>
          </a:p>
          <a:p>
            <a:endParaRPr lang="en-US" altLang="es-ES" sz="2400"/>
          </a:p>
          <a:p>
            <a:endParaRPr lang="en-US" altLang="es-ES" sz="1800"/>
          </a:p>
          <a:p>
            <a:r>
              <a:rPr lang="en-US" altLang="es-ES" sz="2400"/>
              <a:t>In addition to the above register transfers, the PC must also implement:  PC ←  PC + 1</a:t>
            </a:r>
          </a:p>
          <a:p>
            <a:r>
              <a:rPr lang="en-US" altLang="es-ES" sz="2400"/>
              <a:t>The first two transfers above require addition to the PC of:  Address Offset = Extended IR(8:6) || IR(2:0) </a:t>
            </a:r>
          </a:p>
          <a:p>
            <a:r>
              <a:rPr lang="en-US" altLang="es-ES" sz="2400"/>
              <a:t>The third transfer requires that the PC be loaded with:  Jump Address = Bus A = R[SA]</a:t>
            </a:r>
          </a:p>
          <a:p>
            <a:r>
              <a:rPr lang="en-US" altLang="es-ES" sz="2400"/>
              <a:t>The counting function of the PC requires addition to the PC of  1</a:t>
            </a:r>
          </a:p>
        </p:txBody>
      </p:sp>
      <p:sp>
        <p:nvSpPr>
          <p:cNvPr id="855045" name="Rectangle 5">
            <a:extLst>
              <a:ext uri="{FF2B5EF4-FFF2-40B4-BE49-F238E27FC236}">
                <a16:creationId xmlns:a16="http://schemas.microsoft.com/office/drawing/2014/main" id="{53237721-022D-7A01-0919-CB537451C193}"/>
              </a:ext>
            </a:extLst>
          </p:cNvPr>
          <p:cNvSpPr>
            <a:spLocks noChangeArrowheads="1"/>
          </p:cNvSpPr>
          <p:nvPr/>
        </p:nvSpPr>
        <p:spPr bwMode="auto">
          <a:xfrm>
            <a:off x="1500188" y="2111375"/>
            <a:ext cx="7635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Branch</a:t>
            </a:r>
            <a:endParaRPr lang="en-US" altLang="es-ES" sz="4000"/>
          </a:p>
        </p:txBody>
      </p:sp>
      <p:sp>
        <p:nvSpPr>
          <p:cNvPr id="855046" name="Rectangle 6">
            <a:extLst>
              <a:ext uri="{FF2B5EF4-FFF2-40B4-BE49-F238E27FC236}">
                <a16:creationId xmlns:a16="http://schemas.microsoft.com/office/drawing/2014/main" id="{1FBA2234-3FCF-6D78-E661-89EFEE399F1A}"/>
              </a:ext>
            </a:extLst>
          </p:cNvPr>
          <p:cNvSpPr>
            <a:spLocks noChangeArrowheads="1"/>
          </p:cNvSpPr>
          <p:nvPr/>
        </p:nvSpPr>
        <p:spPr bwMode="auto">
          <a:xfrm>
            <a:off x="2289175" y="2111375"/>
            <a:ext cx="2555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on</a:t>
            </a:r>
            <a:endParaRPr lang="en-US" altLang="es-ES" sz="4000"/>
          </a:p>
        </p:txBody>
      </p:sp>
      <p:sp>
        <p:nvSpPr>
          <p:cNvPr id="855047" name="Rectangle 7">
            <a:extLst>
              <a:ext uri="{FF2B5EF4-FFF2-40B4-BE49-F238E27FC236}">
                <a16:creationId xmlns:a16="http://schemas.microsoft.com/office/drawing/2014/main" id="{3B3DCC9C-85D0-0323-68B7-184EF15BA404}"/>
              </a:ext>
            </a:extLst>
          </p:cNvPr>
          <p:cNvSpPr>
            <a:spLocks noChangeArrowheads="1"/>
          </p:cNvSpPr>
          <p:nvPr/>
        </p:nvSpPr>
        <p:spPr bwMode="auto">
          <a:xfrm>
            <a:off x="2586038" y="2111375"/>
            <a:ext cx="4937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Zero</a:t>
            </a:r>
            <a:endParaRPr lang="en-US" altLang="es-ES" sz="4000"/>
          </a:p>
        </p:txBody>
      </p:sp>
      <p:sp>
        <p:nvSpPr>
          <p:cNvPr id="855049" name="Rectangle 9">
            <a:extLst>
              <a:ext uri="{FF2B5EF4-FFF2-40B4-BE49-F238E27FC236}">
                <a16:creationId xmlns:a16="http://schemas.microsoft.com/office/drawing/2014/main" id="{F38A9954-03D6-ED96-3E42-C86C8546F731}"/>
              </a:ext>
            </a:extLst>
          </p:cNvPr>
          <p:cNvSpPr>
            <a:spLocks noChangeArrowheads="1"/>
          </p:cNvSpPr>
          <p:nvPr/>
        </p:nvSpPr>
        <p:spPr bwMode="auto">
          <a:xfrm>
            <a:off x="3595688" y="2111375"/>
            <a:ext cx="495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BRZ</a:t>
            </a:r>
            <a:endParaRPr lang="en-US" altLang="es-ES" sz="4000"/>
          </a:p>
        </p:txBody>
      </p:sp>
      <p:sp>
        <p:nvSpPr>
          <p:cNvPr id="855052" name="Rectangle 12">
            <a:extLst>
              <a:ext uri="{FF2B5EF4-FFF2-40B4-BE49-F238E27FC236}">
                <a16:creationId xmlns:a16="http://schemas.microsoft.com/office/drawing/2014/main" id="{C5D19204-68BA-4DFD-47B1-6CE801C54099}"/>
              </a:ext>
            </a:extLst>
          </p:cNvPr>
          <p:cNvSpPr>
            <a:spLocks noChangeArrowheads="1"/>
          </p:cNvSpPr>
          <p:nvPr/>
        </p:nvSpPr>
        <p:spPr bwMode="auto">
          <a:xfrm>
            <a:off x="4832350" y="2111375"/>
            <a:ext cx="54451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if (R[</a:t>
            </a:r>
            <a:endParaRPr lang="en-US" altLang="es-ES" sz="4000"/>
          </a:p>
        </p:txBody>
      </p:sp>
      <p:sp>
        <p:nvSpPr>
          <p:cNvPr id="855053" name="Rectangle 13">
            <a:extLst>
              <a:ext uri="{FF2B5EF4-FFF2-40B4-BE49-F238E27FC236}">
                <a16:creationId xmlns:a16="http://schemas.microsoft.com/office/drawing/2014/main" id="{FBD09AC2-5C1A-ADA2-7BF2-41612DBDB9CE}"/>
              </a:ext>
            </a:extLst>
          </p:cNvPr>
          <p:cNvSpPr>
            <a:spLocks noChangeArrowheads="1"/>
          </p:cNvSpPr>
          <p:nvPr/>
        </p:nvSpPr>
        <p:spPr bwMode="auto">
          <a:xfrm>
            <a:off x="5364163" y="2111375"/>
            <a:ext cx="1349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S</a:t>
            </a:r>
            <a:endParaRPr lang="en-US" altLang="es-ES" sz="4000"/>
          </a:p>
        </p:txBody>
      </p:sp>
      <p:sp>
        <p:nvSpPr>
          <p:cNvPr id="855054" name="Rectangle 14">
            <a:extLst>
              <a:ext uri="{FF2B5EF4-FFF2-40B4-BE49-F238E27FC236}">
                <a16:creationId xmlns:a16="http://schemas.microsoft.com/office/drawing/2014/main" id="{771EB64D-5C74-D8F7-225C-614314D2497B}"/>
              </a:ext>
            </a:extLst>
          </p:cNvPr>
          <p:cNvSpPr>
            <a:spLocks noChangeArrowheads="1"/>
          </p:cNvSpPr>
          <p:nvPr/>
        </p:nvSpPr>
        <p:spPr bwMode="auto">
          <a:xfrm>
            <a:off x="5480050" y="2111375"/>
            <a:ext cx="4540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A] =</a:t>
            </a:r>
            <a:endParaRPr lang="en-US" altLang="es-ES" sz="4000"/>
          </a:p>
        </p:txBody>
      </p:sp>
      <p:sp>
        <p:nvSpPr>
          <p:cNvPr id="855055" name="Rectangle 15">
            <a:extLst>
              <a:ext uri="{FF2B5EF4-FFF2-40B4-BE49-F238E27FC236}">
                <a16:creationId xmlns:a16="http://schemas.microsoft.com/office/drawing/2014/main" id="{D6DBED9E-D118-32C9-B60C-6B1DD7B1EC73}"/>
              </a:ext>
            </a:extLst>
          </p:cNvPr>
          <p:cNvSpPr>
            <a:spLocks noChangeArrowheads="1"/>
          </p:cNvSpPr>
          <p:nvPr/>
        </p:nvSpPr>
        <p:spPr bwMode="auto">
          <a:xfrm>
            <a:off x="5902325" y="2111375"/>
            <a:ext cx="644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 0) PC</a:t>
            </a:r>
            <a:endParaRPr lang="en-US" altLang="es-ES" sz="4000"/>
          </a:p>
        </p:txBody>
      </p:sp>
      <p:sp>
        <p:nvSpPr>
          <p:cNvPr id="855056" name="Rectangle 16">
            <a:extLst>
              <a:ext uri="{FF2B5EF4-FFF2-40B4-BE49-F238E27FC236}">
                <a16:creationId xmlns:a16="http://schemas.microsoft.com/office/drawing/2014/main" id="{0279AC33-BB88-ED39-E525-C3517C4D08C8}"/>
              </a:ext>
            </a:extLst>
          </p:cNvPr>
          <p:cNvSpPr>
            <a:spLocks noChangeArrowheads="1"/>
          </p:cNvSpPr>
          <p:nvPr/>
        </p:nvSpPr>
        <p:spPr bwMode="auto">
          <a:xfrm flipH="1">
            <a:off x="6570663" y="2322513"/>
            <a:ext cx="3603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es-ES" sz="2400" u="none" baseline="0"/>
              <a:t>←</a:t>
            </a:r>
          </a:p>
        </p:txBody>
      </p:sp>
      <p:sp>
        <p:nvSpPr>
          <p:cNvPr id="855057" name="Rectangle 17">
            <a:extLst>
              <a:ext uri="{FF2B5EF4-FFF2-40B4-BE49-F238E27FC236}">
                <a16:creationId xmlns:a16="http://schemas.microsoft.com/office/drawing/2014/main" id="{E0A2F596-93D9-9D49-5D91-0CAD923CAA3C}"/>
              </a:ext>
            </a:extLst>
          </p:cNvPr>
          <p:cNvSpPr>
            <a:spLocks noChangeArrowheads="1"/>
          </p:cNvSpPr>
          <p:nvPr/>
        </p:nvSpPr>
        <p:spPr bwMode="auto">
          <a:xfrm>
            <a:off x="6858000" y="2111375"/>
            <a:ext cx="3825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 PC</a:t>
            </a:r>
            <a:endParaRPr lang="en-US" altLang="es-ES" sz="4000"/>
          </a:p>
        </p:txBody>
      </p:sp>
      <p:sp>
        <p:nvSpPr>
          <p:cNvPr id="855058" name="Rectangle 18">
            <a:extLst>
              <a:ext uri="{FF2B5EF4-FFF2-40B4-BE49-F238E27FC236}">
                <a16:creationId xmlns:a16="http://schemas.microsoft.com/office/drawing/2014/main" id="{B5FCEA96-1092-570A-64EF-7CEF67BF09B0}"/>
              </a:ext>
            </a:extLst>
          </p:cNvPr>
          <p:cNvSpPr>
            <a:spLocks noChangeArrowheads="1"/>
          </p:cNvSpPr>
          <p:nvPr/>
        </p:nvSpPr>
        <p:spPr bwMode="auto">
          <a:xfrm>
            <a:off x="7188200" y="2111375"/>
            <a:ext cx="3524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 + s</a:t>
            </a:r>
            <a:endParaRPr lang="en-US" altLang="es-ES" sz="4000"/>
          </a:p>
        </p:txBody>
      </p:sp>
      <p:sp>
        <p:nvSpPr>
          <p:cNvPr id="855059" name="Rectangle 19">
            <a:extLst>
              <a:ext uri="{FF2B5EF4-FFF2-40B4-BE49-F238E27FC236}">
                <a16:creationId xmlns:a16="http://schemas.microsoft.com/office/drawing/2014/main" id="{3D1FB38B-A300-AE95-A578-33446DD92451}"/>
              </a:ext>
            </a:extLst>
          </p:cNvPr>
          <p:cNvSpPr>
            <a:spLocks noChangeArrowheads="1"/>
          </p:cNvSpPr>
          <p:nvPr/>
        </p:nvSpPr>
        <p:spPr bwMode="auto">
          <a:xfrm>
            <a:off x="7550150" y="2111375"/>
            <a:ext cx="1666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e </a:t>
            </a:r>
            <a:endParaRPr lang="en-US" altLang="es-ES" sz="4000"/>
          </a:p>
        </p:txBody>
      </p:sp>
      <p:sp>
        <p:nvSpPr>
          <p:cNvPr id="855060" name="Rectangle 20">
            <a:extLst>
              <a:ext uri="{FF2B5EF4-FFF2-40B4-BE49-F238E27FC236}">
                <a16:creationId xmlns:a16="http://schemas.microsoft.com/office/drawing/2014/main" id="{BF1D3860-98E5-CF18-5904-B3D980F9EE97}"/>
              </a:ext>
            </a:extLst>
          </p:cNvPr>
          <p:cNvSpPr>
            <a:spLocks noChangeArrowheads="1"/>
          </p:cNvSpPr>
          <p:nvPr/>
        </p:nvSpPr>
        <p:spPr bwMode="auto">
          <a:xfrm>
            <a:off x="7627938" y="2111375"/>
            <a:ext cx="2349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 A</a:t>
            </a:r>
            <a:endParaRPr lang="en-US" altLang="es-ES" sz="4000"/>
          </a:p>
        </p:txBody>
      </p:sp>
      <p:sp>
        <p:nvSpPr>
          <p:cNvPr id="855061" name="Rectangle 21">
            <a:extLst>
              <a:ext uri="{FF2B5EF4-FFF2-40B4-BE49-F238E27FC236}">
                <a16:creationId xmlns:a16="http://schemas.microsoft.com/office/drawing/2014/main" id="{8C97537A-4AB2-CE40-55CD-E88259B4D043}"/>
              </a:ext>
            </a:extLst>
          </p:cNvPr>
          <p:cNvSpPr>
            <a:spLocks noChangeArrowheads="1"/>
          </p:cNvSpPr>
          <p:nvPr/>
        </p:nvSpPr>
        <p:spPr bwMode="auto">
          <a:xfrm>
            <a:off x="7856538" y="2111375"/>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D</a:t>
            </a:r>
            <a:endParaRPr lang="en-US" altLang="es-ES" sz="4000"/>
          </a:p>
        </p:txBody>
      </p:sp>
      <p:sp>
        <p:nvSpPr>
          <p:cNvPr id="855062" name="Rectangle 22">
            <a:extLst>
              <a:ext uri="{FF2B5EF4-FFF2-40B4-BE49-F238E27FC236}">
                <a16:creationId xmlns:a16="http://schemas.microsoft.com/office/drawing/2014/main" id="{9F9E1938-212A-55EF-82F7-CF41FBF5EC67}"/>
              </a:ext>
            </a:extLst>
          </p:cNvPr>
          <p:cNvSpPr>
            <a:spLocks noChangeArrowheads="1"/>
          </p:cNvSpPr>
          <p:nvPr/>
        </p:nvSpPr>
        <p:spPr bwMode="auto">
          <a:xfrm>
            <a:off x="1500188" y="2376488"/>
            <a:ext cx="7635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Branch</a:t>
            </a:r>
            <a:endParaRPr lang="en-US" altLang="es-ES" sz="4000"/>
          </a:p>
        </p:txBody>
      </p:sp>
      <p:sp>
        <p:nvSpPr>
          <p:cNvPr id="855063" name="Rectangle 23">
            <a:extLst>
              <a:ext uri="{FF2B5EF4-FFF2-40B4-BE49-F238E27FC236}">
                <a16:creationId xmlns:a16="http://schemas.microsoft.com/office/drawing/2014/main" id="{437A0BC6-0856-66EE-2FDA-7093E795CCBE}"/>
              </a:ext>
            </a:extLst>
          </p:cNvPr>
          <p:cNvSpPr>
            <a:spLocks noChangeArrowheads="1"/>
          </p:cNvSpPr>
          <p:nvPr/>
        </p:nvSpPr>
        <p:spPr bwMode="auto">
          <a:xfrm>
            <a:off x="2301875" y="2376488"/>
            <a:ext cx="2555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on</a:t>
            </a:r>
            <a:endParaRPr lang="en-US" altLang="es-ES" sz="4000"/>
          </a:p>
        </p:txBody>
      </p:sp>
      <p:sp>
        <p:nvSpPr>
          <p:cNvPr id="855064" name="Rectangle 24">
            <a:extLst>
              <a:ext uri="{FF2B5EF4-FFF2-40B4-BE49-F238E27FC236}">
                <a16:creationId xmlns:a16="http://schemas.microsoft.com/office/drawing/2014/main" id="{E8FF7122-41BA-1B44-A923-FEDA5C9F0700}"/>
              </a:ext>
            </a:extLst>
          </p:cNvPr>
          <p:cNvSpPr>
            <a:spLocks noChangeArrowheads="1"/>
          </p:cNvSpPr>
          <p:nvPr/>
        </p:nvSpPr>
        <p:spPr bwMode="auto">
          <a:xfrm>
            <a:off x="2611438" y="2376488"/>
            <a:ext cx="8969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Negative</a:t>
            </a:r>
            <a:endParaRPr lang="en-US" altLang="es-ES" sz="4000"/>
          </a:p>
        </p:txBody>
      </p:sp>
      <p:sp>
        <p:nvSpPr>
          <p:cNvPr id="855066" name="Rectangle 26">
            <a:extLst>
              <a:ext uri="{FF2B5EF4-FFF2-40B4-BE49-F238E27FC236}">
                <a16:creationId xmlns:a16="http://schemas.microsoft.com/office/drawing/2014/main" id="{5CF9CB70-E651-7F3D-C1CE-937FD7BB8BC1}"/>
              </a:ext>
            </a:extLst>
          </p:cNvPr>
          <p:cNvSpPr>
            <a:spLocks noChangeArrowheads="1"/>
          </p:cNvSpPr>
          <p:nvPr/>
        </p:nvSpPr>
        <p:spPr bwMode="auto">
          <a:xfrm>
            <a:off x="3595688" y="2376488"/>
            <a:ext cx="5095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BRN</a:t>
            </a:r>
            <a:endParaRPr lang="en-US" altLang="es-ES" sz="4000"/>
          </a:p>
        </p:txBody>
      </p:sp>
      <p:sp>
        <p:nvSpPr>
          <p:cNvPr id="855069" name="Rectangle 29">
            <a:extLst>
              <a:ext uri="{FF2B5EF4-FFF2-40B4-BE49-F238E27FC236}">
                <a16:creationId xmlns:a16="http://schemas.microsoft.com/office/drawing/2014/main" id="{CD9EC297-083B-9599-AE99-C5DC2DC07BD7}"/>
              </a:ext>
            </a:extLst>
          </p:cNvPr>
          <p:cNvSpPr>
            <a:spLocks noChangeArrowheads="1"/>
          </p:cNvSpPr>
          <p:nvPr/>
        </p:nvSpPr>
        <p:spPr bwMode="auto">
          <a:xfrm>
            <a:off x="4832350" y="2376488"/>
            <a:ext cx="54451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if (R[</a:t>
            </a:r>
            <a:endParaRPr lang="en-US" altLang="es-ES" sz="4000"/>
          </a:p>
        </p:txBody>
      </p:sp>
      <p:sp>
        <p:nvSpPr>
          <p:cNvPr id="855070" name="Rectangle 30">
            <a:extLst>
              <a:ext uri="{FF2B5EF4-FFF2-40B4-BE49-F238E27FC236}">
                <a16:creationId xmlns:a16="http://schemas.microsoft.com/office/drawing/2014/main" id="{DDF301E0-9128-1E8F-45C7-480EC835F48E}"/>
              </a:ext>
            </a:extLst>
          </p:cNvPr>
          <p:cNvSpPr>
            <a:spLocks noChangeArrowheads="1"/>
          </p:cNvSpPr>
          <p:nvPr/>
        </p:nvSpPr>
        <p:spPr bwMode="auto">
          <a:xfrm>
            <a:off x="5364163" y="2376488"/>
            <a:ext cx="1349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S</a:t>
            </a:r>
            <a:endParaRPr lang="en-US" altLang="es-ES" sz="4000"/>
          </a:p>
        </p:txBody>
      </p:sp>
      <p:sp>
        <p:nvSpPr>
          <p:cNvPr id="855071" name="Rectangle 31">
            <a:extLst>
              <a:ext uri="{FF2B5EF4-FFF2-40B4-BE49-F238E27FC236}">
                <a16:creationId xmlns:a16="http://schemas.microsoft.com/office/drawing/2014/main" id="{16BD6C97-365B-59DF-689F-46D9F3D1B11B}"/>
              </a:ext>
            </a:extLst>
          </p:cNvPr>
          <p:cNvSpPr>
            <a:spLocks noChangeArrowheads="1"/>
          </p:cNvSpPr>
          <p:nvPr/>
        </p:nvSpPr>
        <p:spPr bwMode="auto">
          <a:xfrm>
            <a:off x="5480050" y="2376488"/>
            <a:ext cx="4540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A] &lt;</a:t>
            </a:r>
            <a:endParaRPr lang="en-US" altLang="es-ES" sz="4000"/>
          </a:p>
        </p:txBody>
      </p:sp>
      <p:sp>
        <p:nvSpPr>
          <p:cNvPr id="855072" name="Rectangle 32">
            <a:extLst>
              <a:ext uri="{FF2B5EF4-FFF2-40B4-BE49-F238E27FC236}">
                <a16:creationId xmlns:a16="http://schemas.microsoft.com/office/drawing/2014/main" id="{B092E1B4-A352-9CDF-FC79-8BDFF62F831C}"/>
              </a:ext>
            </a:extLst>
          </p:cNvPr>
          <p:cNvSpPr>
            <a:spLocks noChangeArrowheads="1"/>
          </p:cNvSpPr>
          <p:nvPr/>
        </p:nvSpPr>
        <p:spPr bwMode="auto">
          <a:xfrm>
            <a:off x="5902325" y="2376488"/>
            <a:ext cx="644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 0) PC</a:t>
            </a:r>
            <a:endParaRPr lang="en-US" altLang="es-ES" sz="4000"/>
          </a:p>
        </p:txBody>
      </p:sp>
      <p:sp>
        <p:nvSpPr>
          <p:cNvPr id="855074" name="Rectangle 34">
            <a:extLst>
              <a:ext uri="{FF2B5EF4-FFF2-40B4-BE49-F238E27FC236}">
                <a16:creationId xmlns:a16="http://schemas.microsoft.com/office/drawing/2014/main" id="{FD138466-8674-ADB6-3C28-94E06A96FF7F}"/>
              </a:ext>
            </a:extLst>
          </p:cNvPr>
          <p:cNvSpPr>
            <a:spLocks noChangeArrowheads="1"/>
          </p:cNvSpPr>
          <p:nvPr/>
        </p:nvSpPr>
        <p:spPr bwMode="auto">
          <a:xfrm>
            <a:off x="6858000" y="2376488"/>
            <a:ext cx="3825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 PC</a:t>
            </a:r>
            <a:endParaRPr lang="en-US" altLang="es-ES" sz="4000"/>
          </a:p>
        </p:txBody>
      </p:sp>
      <p:sp>
        <p:nvSpPr>
          <p:cNvPr id="855075" name="Rectangle 35">
            <a:extLst>
              <a:ext uri="{FF2B5EF4-FFF2-40B4-BE49-F238E27FC236}">
                <a16:creationId xmlns:a16="http://schemas.microsoft.com/office/drawing/2014/main" id="{2BB9221C-CFBB-965E-2F8F-C360BF1A6996}"/>
              </a:ext>
            </a:extLst>
          </p:cNvPr>
          <p:cNvSpPr>
            <a:spLocks noChangeArrowheads="1"/>
          </p:cNvSpPr>
          <p:nvPr/>
        </p:nvSpPr>
        <p:spPr bwMode="auto">
          <a:xfrm>
            <a:off x="7188200" y="2376488"/>
            <a:ext cx="3524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 + s</a:t>
            </a:r>
            <a:endParaRPr lang="en-US" altLang="es-ES" sz="4000"/>
          </a:p>
        </p:txBody>
      </p:sp>
      <p:sp>
        <p:nvSpPr>
          <p:cNvPr id="855076" name="Rectangle 36">
            <a:extLst>
              <a:ext uri="{FF2B5EF4-FFF2-40B4-BE49-F238E27FC236}">
                <a16:creationId xmlns:a16="http://schemas.microsoft.com/office/drawing/2014/main" id="{C0240695-8949-3822-28C8-42272803DFD6}"/>
              </a:ext>
            </a:extLst>
          </p:cNvPr>
          <p:cNvSpPr>
            <a:spLocks noChangeArrowheads="1"/>
          </p:cNvSpPr>
          <p:nvPr/>
        </p:nvSpPr>
        <p:spPr bwMode="auto">
          <a:xfrm>
            <a:off x="7550150" y="2376488"/>
            <a:ext cx="1063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e</a:t>
            </a:r>
            <a:endParaRPr lang="en-US" altLang="es-ES" sz="4000"/>
          </a:p>
        </p:txBody>
      </p:sp>
      <p:sp>
        <p:nvSpPr>
          <p:cNvPr id="855077" name="Rectangle 37">
            <a:extLst>
              <a:ext uri="{FF2B5EF4-FFF2-40B4-BE49-F238E27FC236}">
                <a16:creationId xmlns:a16="http://schemas.microsoft.com/office/drawing/2014/main" id="{375655DC-85F5-DFEA-D8CE-5769C38E488C}"/>
              </a:ext>
            </a:extLst>
          </p:cNvPr>
          <p:cNvSpPr>
            <a:spLocks noChangeArrowheads="1"/>
          </p:cNvSpPr>
          <p:nvPr/>
        </p:nvSpPr>
        <p:spPr bwMode="auto">
          <a:xfrm>
            <a:off x="7627938" y="2376488"/>
            <a:ext cx="2349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 A</a:t>
            </a:r>
            <a:endParaRPr lang="en-US" altLang="es-ES" sz="4000"/>
          </a:p>
        </p:txBody>
      </p:sp>
      <p:sp>
        <p:nvSpPr>
          <p:cNvPr id="855078" name="Rectangle 38">
            <a:extLst>
              <a:ext uri="{FF2B5EF4-FFF2-40B4-BE49-F238E27FC236}">
                <a16:creationId xmlns:a16="http://schemas.microsoft.com/office/drawing/2014/main" id="{7A1A2B0E-50E1-C459-BA52-278A29B01581}"/>
              </a:ext>
            </a:extLst>
          </p:cNvPr>
          <p:cNvSpPr>
            <a:spLocks noChangeArrowheads="1"/>
          </p:cNvSpPr>
          <p:nvPr/>
        </p:nvSpPr>
        <p:spPr bwMode="auto">
          <a:xfrm>
            <a:off x="7856538" y="2376488"/>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D</a:t>
            </a:r>
            <a:endParaRPr lang="en-US" altLang="es-ES" sz="4000"/>
          </a:p>
        </p:txBody>
      </p:sp>
      <p:sp>
        <p:nvSpPr>
          <p:cNvPr id="855079" name="Rectangle 39">
            <a:extLst>
              <a:ext uri="{FF2B5EF4-FFF2-40B4-BE49-F238E27FC236}">
                <a16:creationId xmlns:a16="http://schemas.microsoft.com/office/drawing/2014/main" id="{8DCA519D-55C3-5C75-0224-228B7BD49733}"/>
              </a:ext>
            </a:extLst>
          </p:cNvPr>
          <p:cNvSpPr>
            <a:spLocks noChangeArrowheads="1"/>
          </p:cNvSpPr>
          <p:nvPr/>
        </p:nvSpPr>
        <p:spPr bwMode="auto">
          <a:xfrm>
            <a:off x="1500188" y="264160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J</a:t>
            </a:r>
            <a:endParaRPr lang="en-US" altLang="es-ES" sz="4000"/>
          </a:p>
        </p:txBody>
      </p:sp>
      <p:sp>
        <p:nvSpPr>
          <p:cNvPr id="855080" name="Rectangle 40">
            <a:extLst>
              <a:ext uri="{FF2B5EF4-FFF2-40B4-BE49-F238E27FC236}">
                <a16:creationId xmlns:a16="http://schemas.microsoft.com/office/drawing/2014/main" id="{6AC3A23B-46C2-FC92-B629-E5C238E5C01C}"/>
              </a:ext>
            </a:extLst>
          </p:cNvPr>
          <p:cNvSpPr>
            <a:spLocks noChangeArrowheads="1"/>
          </p:cNvSpPr>
          <p:nvPr/>
        </p:nvSpPr>
        <p:spPr bwMode="auto">
          <a:xfrm>
            <a:off x="1581150" y="26416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u</a:t>
            </a:r>
            <a:endParaRPr lang="en-US" altLang="es-ES" sz="4000"/>
          </a:p>
        </p:txBody>
      </p:sp>
      <p:sp>
        <p:nvSpPr>
          <p:cNvPr id="855081" name="Rectangle 41">
            <a:extLst>
              <a:ext uri="{FF2B5EF4-FFF2-40B4-BE49-F238E27FC236}">
                <a16:creationId xmlns:a16="http://schemas.microsoft.com/office/drawing/2014/main" id="{31735307-8ABB-C3BE-7334-47A6A7B46575}"/>
              </a:ext>
            </a:extLst>
          </p:cNvPr>
          <p:cNvSpPr>
            <a:spLocks noChangeArrowheads="1"/>
          </p:cNvSpPr>
          <p:nvPr/>
        </p:nvSpPr>
        <p:spPr bwMode="auto">
          <a:xfrm>
            <a:off x="1697038" y="2641600"/>
            <a:ext cx="3365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mp</a:t>
            </a:r>
            <a:endParaRPr lang="en-US" altLang="es-ES" sz="4000"/>
          </a:p>
        </p:txBody>
      </p:sp>
      <p:sp>
        <p:nvSpPr>
          <p:cNvPr id="855083" name="Rectangle 43">
            <a:extLst>
              <a:ext uri="{FF2B5EF4-FFF2-40B4-BE49-F238E27FC236}">
                <a16:creationId xmlns:a16="http://schemas.microsoft.com/office/drawing/2014/main" id="{86256038-5FC8-716F-D578-95440BDA677F}"/>
              </a:ext>
            </a:extLst>
          </p:cNvPr>
          <p:cNvSpPr>
            <a:spLocks noChangeArrowheads="1"/>
          </p:cNvSpPr>
          <p:nvPr/>
        </p:nvSpPr>
        <p:spPr bwMode="auto">
          <a:xfrm>
            <a:off x="3595688" y="2641600"/>
            <a:ext cx="495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JMP</a:t>
            </a:r>
            <a:endParaRPr lang="en-US" altLang="es-ES" sz="4000"/>
          </a:p>
        </p:txBody>
      </p:sp>
      <p:sp>
        <p:nvSpPr>
          <p:cNvPr id="855086" name="Rectangle 46">
            <a:extLst>
              <a:ext uri="{FF2B5EF4-FFF2-40B4-BE49-F238E27FC236}">
                <a16:creationId xmlns:a16="http://schemas.microsoft.com/office/drawing/2014/main" id="{43AB46F4-081B-CF1B-9387-5323EE258EC9}"/>
              </a:ext>
            </a:extLst>
          </p:cNvPr>
          <p:cNvSpPr>
            <a:spLocks noChangeArrowheads="1"/>
          </p:cNvSpPr>
          <p:nvPr/>
        </p:nvSpPr>
        <p:spPr bwMode="auto">
          <a:xfrm>
            <a:off x="4833938" y="2641600"/>
            <a:ext cx="1476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P</a:t>
            </a:r>
            <a:endParaRPr lang="en-US" altLang="es-ES" sz="4000"/>
          </a:p>
        </p:txBody>
      </p:sp>
      <p:sp>
        <p:nvSpPr>
          <p:cNvPr id="855087" name="Rectangle 47">
            <a:extLst>
              <a:ext uri="{FF2B5EF4-FFF2-40B4-BE49-F238E27FC236}">
                <a16:creationId xmlns:a16="http://schemas.microsoft.com/office/drawing/2014/main" id="{B035AFD9-2C0A-6C40-337A-3DA97215CE0A}"/>
              </a:ext>
            </a:extLst>
          </p:cNvPr>
          <p:cNvSpPr>
            <a:spLocks noChangeArrowheads="1"/>
          </p:cNvSpPr>
          <p:nvPr/>
        </p:nvSpPr>
        <p:spPr bwMode="auto">
          <a:xfrm>
            <a:off x="4960938" y="2641600"/>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C</a:t>
            </a:r>
            <a:endParaRPr lang="en-US" altLang="es-ES" sz="4000"/>
          </a:p>
        </p:txBody>
      </p:sp>
      <p:sp>
        <p:nvSpPr>
          <p:cNvPr id="855089" name="Rectangle 49">
            <a:extLst>
              <a:ext uri="{FF2B5EF4-FFF2-40B4-BE49-F238E27FC236}">
                <a16:creationId xmlns:a16="http://schemas.microsoft.com/office/drawing/2014/main" id="{48BA4A4B-7453-09EB-94D5-2F3C77ED819F}"/>
              </a:ext>
            </a:extLst>
          </p:cNvPr>
          <p:cNvSpPr>
            <a:spLocks noChangeArrowheads="1"/>
          </p:cNvSpPr>
          <p:nvPr/>
        </p:nvSpPr>
        <p:spPr bwMode="auto">
          <a:xfrm>
            <a:off x="5446713" y="2641600"/>
            <a:ext cx="6254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 R[SA</a:t>
            </a:r>
            <a:endParaRPr lang="en-US" altLang="es-ES" sz="4000"/>
          </a:p>
        </p:txBody>
      </p:sp>
      <p:sp>
        <p:nvSpPr>
          <p:cNvPr id="855090" name="Rectangle 50">
            <a:extLst>
              <a:ext uri="{FF2B5EF4-FFF2-40B4-BE49-F238E27FC236}">
                <a16:creationId xmlns:a16="http://schemas.microsoft.com/office/drawing/2014/main" id="{578C1079-51D3-7AFC-50C0-A4627057A814}"/>
              </a:ext>
            </a:extLst>
          </p:cNvPr>
          <p:cNvSpPr>
            <a:spLocks noChangeArrowheads="1"/>
          </p:cNvSpPr>
          <p:nvPr/>
        </p:nvSpPr>
        <p:spPr bwMode="auto">
          <a:xfrm>
            <a:off x="6046788" y="2641600"/>
            <a:ext cx="80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900" u="none" baseline="0">
                <a:solidFill>
                  <a:srgbClr val="000000"/>
                </a:solidFill>
              </a:rPr>
              <a:t>]</a:t>
            </a:r>
            <a:endParaRPr lang="en-US" altLang="es-ES" sz="4000"/>
          </a:p>
        </p:txBody>
      </p:sp>
      <p:sp>
        <p:nvSpPr>
          <p:cNvPr id="855092" name="Rectangle 52">
            <a:extLst>
              <a:ext uri="{FF2B5EF4-FFF2-40B4-BE49-F238E27FC236}">
                <a16:creationId xmlns:a16="http://schemas.microsoft.com/office/drawing/2014/main" id="{FE0C2493-3FC7-B948-7433-E028CCEFF3C7}"/>
              </a:ext>
            </a:extLst>
          </p:cNvPr>
          <p:cNvSpPr>
            <a:spLocks noChangeArrowheads="1"/>
          </p:cNvSpPr>
          <p:nvPr/>
        </p:nvSpPr>
        <p:spPr bwMode="auto">
          <a:xfrm flipH="1">
            <a:off x="6570663" y="2043113"/>
            <a:ext cx="3603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es-ES" sz="2400" u="none" baseline="0"/>
              <a:t>←</a:t>
            </a:r>
          </a:p>
        </p:txBody>
      </p:sp>
      <p:sp>
        <p:nvSpPr>
          <p:cNvPr id="855093" name="Rectangle 53">
            <a:extLst>
              <a:ext uri="{FF2B5EF4-FFF2-40B4-BE49-F238E27FC236}">
                <a16:creationId xmlns:a16="http://schemas.microsoft.com/office/drawing/2014/main" id="{6040EB91-71EC-DE3A-59F7-402D309FD500}"/>
              </a:ext>
            </a:extLst>
          </p:cNvPr>
          <p:cNvSpPr>
            <a:spLocks noChangeArrowheads="1"/>
          </p:cNvSpPr>
          <p:nvPr/>
        </p:nvSpPr>
        <p:spPr bwMode="auto">
          <a:xfrm flipH="1">
            <a:off x="5148263" y="2589213"/>
            <a:ext cx="3603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es-ES" sz="2400" u="none" baseline="0"/>
              <a:t>←</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7F1A12E2-FD88-229D-E3D8-BF6CED163987}"/>
              </a:ext>
            </a:extLst>
          </p:cNvPr>
          <p:cNvSpPr>
            <a:spLocks noGrp="1"/>
          </p:cNvSpPr>
          <p:nvPr>
            <p:ph type="sldNum" sz="quarter" idx="10"/>
          </p:nvPr>
        </p:nvSpPr>
        <p:spPr/>
        <p:txBody>
          <a:bodyPr/>
          <a:lstStyle/>
          <a:p>
            <a:r>
              <a:rPr lang="en-US" altLang="es-ES"/>
              <a:t>Chapter 9  Part 2   </a:t>
            </a:r>
            <a:fld id="{29431278-70DB-42CC-9927-A868D7E643EA}" type="slidenum">
              <a:rPr lang="en-US" altLang="es-ES"/>
              <a:pPr/>
              <a:t>18</a:t>
            </a:fld>
            <a:endParaRPr lang="en-US" altLang="es-ES"/>
          </a:p>
        </p:txBody>
      </p:sp>
      <p:sp>
        <p:nvSpPr>
          <p:cNvPr id="857090" name="Rectangle 2">
            <a:extLst>
              <a:ext uri="{FF2B5EF4-FFF2-40B4-BE49-F238E27FC236}">
                <a16:creationId xmlns:a16="http://schemas.microsoft.com/office/drawing/2014/main" id="{370AB36E-D144-4F2E-28A1-7959A0096772}"/>
              </a:ext>
            </a:extLst>
          </p:cNvPr>
          <p:cNvSpPr>
            <a:spLocks noGrp="1" noChangeArrowheads="1"/>
          </p:cNvSpPr>
          <p:nvPr>
            <p:ph type="title"/>
          </p:nvPr>
        </p:nvSpPr>
        <p:spPr/>
        <p:txBody>
          <a:bodyPr/>
          <a:lstStyle/>
          <a:p>
            <a:r>
              <a:rPr lang="en-US" altLang="es-ES"/>
              <a:t>PC Function (continued)</a:t>
            </a:r>
          </a:p>
        </p:txBody>
      </p:sp>
      <p:sp>
        <p:nvSpPr>
          <p:cNvPr id="857091" name="Rectangle 3">
            <a:extLst>
              <a:ext uri="{FF2B5EF4-FFF2-40B4-BE49-F238E27FC236}">
                <a16:creationId xmlns:a16="http://schemas.microsoft.com/office/drawing/2014/main" id="{8C4EE73F-2A72-D61D-AC6C-1715FD15CCE2}"/>
              </a:ext>
            </a:extLst>
          </p:cNvPr>
          <p:cNvSpPr>
            <a:spLocks noGrp="1" noChangeArrowheads="1"/>
          </p:cNvSpPr>
          <p:nvPr>
            <p:ph type="body" idx="1"/>
          </p:nvPr>
        </p:nvSpPr>
        <p:spPr>
          <a:xfrm>
            <a:off x="719138" y="1200150"/>
            <a:ext cx="8077200" cy="5027613"/>
          </a:xfrm>
        </p:spPr>
        <p:txBody>
          <a:bodyPr/>
          <a:lstStyle/>
          <a:p>
            <a:r>
              <a:rPr lang="en-US" altLang="es-ES" sz="2400"/>
              <a:t>Branch Control determines the PC transfers based on five of its inputs defined as follows:</a:t>
            </a:r>
          </a:p>
          <a:p>
            <a:pPr lvl="1"/>
            <a:r>
              <a:rPr lang="en-US" altLang="es-ES" sz="2000"/>
              <a:t>N,Z – negative and zero status bits</a:t>
            </a:r>
          </a:p>
          <a:p>
            <a:pPr lvl="1"/>
            <a:r>
              <a:rPr lang="en-US" altLang="es-ES" sz="2000"/>
              <a:t>PL – load enable for the PC</a:t>
            </a:r>
          </a:p>
          <a:p>
            <a:pPr lvl="1"/>
            <a:r>
              <a:rPr lang="en-US" altLang="es-ES" sz="2000"/>
              <a:t>JB – Jump/Branch select: If JB = 1, Jump, else Branch</a:t>
            </a:r>
          </a:p>
          <a:p>
            <a:pPr lvl="1"/>
            <a:r>
              <a:rPr lang="en-US" altLang="es-ES" sz="2000"/>
              <a:t>BC  –  Branch Condition select: If BC = 1, branch for N = 1, else branch for Z = 1. </a:t>
            </a:r>
          </a:p>
          <a:p>
            <a:r>
              <a:rPr lang="en-US" altLang="es-ES" sz="2400"/>
              <a:t> The above is summarize by the following table:</a:t>
            </a:r>
          </a:p>
          <a:p>
            <a:endParaRPr lang="en-US" altLang="es-ES" sz="2400"/>
          </a:p>
          <a:p>
            <a:endParaRPr lang="en-US" altLang="es-ES" sz="2400"/>
          </a:p>
          <a:p>
            <a:endParaRPr lang="en-US" altLang="es-ES" sz="2400"/>
          </a:p>
          <a:p>
            <a:endParaRPr lang="en-US" altLang="es-ES" sz="2400"/>
          </a:p>
          <a:p>
            <a:r>
              <a:rPr lang="en-US" altLang="es-ES" sz="2400"/>
              <a:t>Sufficient information is provided here to design the PC</a:t>
            </a:r>
            <a:endParaRPr lang="en-US" altLang="es-ES" sz="2800"/>
          </a:p>
        </p:txBody>
      </p:sp>
      <p:graphicFrame>
        <p:nvGraphicFramePr>
          <p:cNvPr id="857159" name="Group 71">
            <a:extLst>
              <a:ext uri="{FF2B5EF4-FFF2-40B4-BE49-F238E27FC236}">
                <a16:creationId xmlns:a16="http://schemas.microsoft.com/office/drawing/2014/main" id="{D79A4A08-F34B-4F8E-3FD4-F558631C38C8}"/>
              </a:ext>
            </a:extLst>
          </p:cNvPr>
          <p:cNvGraphicFramePr>
            <a:graphicFrameLocks noGrp="1"/>
          </p:cNvGraphicFramePr>
          <p:nvPr/>
        </p:nvGraphicFramePr>
        <p:xfrm>
          <a:off x="1295400" y="4216400"/>
          <a:ext cx="5740400" cy="1825625"/>
        </p:xfrm>
        <a:graphic>
          <a:graphicData uri="http://schemas.openxmlformats.org/drawingml/2006/table">
            <a:tbl>
              <a:tblPr/>
              <a:tblGrid>
                <a:gridCol w="4076700">
                  <a:extLst>
                    <a:ext uri="{9D8B030D-6E8A-4147-A177-3AD203B41FA5}">
                      <a16:colId xmlns:a16="http://schemas.microsoft.com/office/drawing/2014/main" val="3481484912"/>
                    </a:ext>
                  </a:extLst>
                </a:gridCol>
                <a:gridCol w="571500">
                  <a:extLst>
                    <a:ext uri="{9D8B030D-6E8A-4147-A177-3AD203B41FA5}">
                      <a16:colId xmlns:a16="http://schemas.microsoft.com/office/drawing/2014/main" val="2531917550"/>
                    </a:ext>
                  </a:extLst>
                </a:gridCol>
                <a:gridCol w="558800">
                  <a:extLst>
                    <a:ext uri="{9D8B030D-6E8A-4147-A177-3AD203B41FA5}">
                      <a16:colId xmlns:a16="http://schemas.microsoft.com/office/drawing/2014/main" val="915198953"/>
                    </a:ext>
                  </a:extLst>
                </a:gridCol>
                <a:gridCol w="533400">
                  <a:extLst>
                    <a:ext uri="{9D8B030D-6E8A-4147-A177-3AD203B41FA5}">
                      <a16:colId xmlns:a16="http://schemas.microsoft.com/office/drawing/2014/main" val="2155286393"/>
                    </a:ext>
                  </a:extLst>
                </a:gridCol>
              </a:tblGrid>
              <a:tr h="0">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PC Operation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PL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JB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BC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78178037"/>
                  </a:ext>
                </a:extLst>
              </a:tr>
              <a:tr h="0">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Count Up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31411291"/>
                  </a:ext>
                </a:extLst>
              </a:tr>
              <a:tr h="0">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Jump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79555804"/>
                  </a:ext>
                </a:extLst>
              </a:tr>
              <a:tr h="0">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Branch on Negative (else Count Up)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96174536"/>
                  </a:ext>
                </a:extLst>
              </a:tr>
              <a:tr h="0">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Branch on Zero (else Count Up)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3333FF"/>
                        </a:buClr>
                        <a:buFont typeface="Wingdings" panose="05000000000000000000" pitchFamily="2" charset="2"/>
                        <a:defRPr sz="2800" b="1">
                          <a:solidFill>
                            <a:schemeClr val="tx1"/>
                          </a:solidFill>
                          <a:latin typeface="Times New Roman" panose="02020603050405020304" pitchFamily="18" charset="0"/>
                        </a:defRPr>
                      </a:lvl1pPr>
                      <a:lvl2pPr>
                        <a:spcBef>
                          <a:spcPct val="20000"/>
                        </a:spcBef>
                        <a:buClr>
                          <a:srgbClr val="3333FF"/>
                        </a:buClr>
                        <a:defRPr sz="2400" b="1">
                          <a:solidFill>
                            <a:schemeClr val="tx1"/>
                          </a:solidFill>
                          <a:latin typeface="Times New Roman" panose="02020603050405020304" pitchFamily="18" charset="0"/>
                        </a:defRPr>
                      </a:lvl2pPr>
                      <a:lvl3pPr>
                        <a:spcBef>
                          <a:spcPct val="20000"/>
                        </a:spcBef>
                        <a:buClr>
                          <a:srgbClr val="3333FF"/>
                        </a:buClr>
                        <a:buFont typeface="Wingdings" panose="05000000000000000000" pitchFamily="2" charset="2"/>
                        <a:defRPr sz="2000" b="1">
                          <a:solidFill>
                            <a:schemeClr val="tx1"/>
                          </a:solidFill>
                          <a:latin typeface="Times New Roman" panose="02020603050405020304" pitchFamily="18" charset="0"/>
                        </a:defRPr>
                      </a:lvl3pPr>
                      <a:lvl4pPr>
                        <a:spcBef>
                          <a:spcPct val="20000"/>
                        </a:spcBef>
                        <a:buClr>
                          <a:srgbClr val="3333FF"/>
                        </a:buClr>
                        <a:defRPr b="1">
                          <a:solidFill>
                            <a:schemeClr val="tx1"/>
                          </a:solidFill>
                          <a:latin typeface="Times New Roman" panose="02020603050405020304" pitchFamily="18" charset="0"/>
                        </a:defRPr>
                      </a:lvl4pPr>
                      <a:lvl5pPr>
                        <a:spcBef>
                          <a:spcPct val="20000"/>
                        </a:spcBef>
                        <a:buClr>
                          <a:srgbClr val="3333FF"/>
                        </a:buClr>
                        <a:buFont typeface="Wingdings" panose="05000000000000000000" pitchFamily="2" charset="2"/>
                        <a:defRPr b="1">
                          <a:solidFill>
                            <a:schemeClr val="tx1"/>
                          </a:solidFill>
                          <a:latin typeface="Times New Roman" panose="02020603050405020304" pitchFamily="18" charset="0"/>
                        </a:defRPr>
                      </a:lvl5pPr>
                      <a:lvl6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6pPr>
                      <a:lvl7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7pPr>
                      <a:lvl8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8pPr>
                      <a:lvl9pPr eaLnBrk="0" fontAlgn="base" hangingPunct="0">
                        <a:spcBef>
                          <a:spcPct val="20000"/>
                        </a:spcBef>
                        <a:spcAft>
                          <a:spcPct val="0"/>
                        </a:spcAft>
                        <a:buClr>
                          <a:srgbClr val="3333FF"/>
                        </a:buClr>
                        <a:buFont typeface="Wingdings" panose="05000000000000000000" pitchFamily="2" charset="2"/>
                        <a:defRPr b="1">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tabLst/>
                      </a:pPr>
                      <a:r>
                        <a:rPr kumimoji="0" lang="en-US" altLang="es-ES" sz="1800" b="1" i="0" u="none" strike="noStrike" cap="none" normalizeH="0" baseline="0">
                          <a:ln>
                            <a:noFill/>
                          </a:ln>
                          <a:solidFill>
                            <a:schemeClr val="tx1"/>
                          </a:solidFill>
                          <a:effectLst/>
                          <a:latin typeface="Times New Roman" panose="02020603050405020304"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58639018"/>
                  </a:ext>
                </a:extLst>
              </a:tr>
            </a:tbl>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DA48E6C5-590C-D8FD-7BD0-253B4041A3A1}"/>
              </a:ext>
            </a:extLst>
          </p:cNvPr>
          <p:cNvSpPr>
            <a:spLocks noGrp="1"/>
          </p:cNvSpPr>
          <p:nvPr>
            <p:ph type="sldNum" sz="quarter" idx="10"/>
          </p:nvPr>
        </p:nvSpPr>
        <p:spPr/>
        <p:txBody>
          <a:bodyPr/>
          <a:lstStyle/>
          <a:p>
            <a:r>
              <a:rPr lang="en-US" altLang="es-ES"/>
              <a:t>Chapter 9  Part 2   </a:t>
            </a:r>
            <a:fld id="{A09D736E-CEAF-44F9-98B2-3D944126D831}" type="slidenum">
              <a:rPr lang="en-US" altLang="es-ES"/>
              <a:pPr/>
              <a:t>19</a:t>
            </a:fld>
            <a:endParaRPr lang="en-US" altLang="es-ES"/>
          </a:p>
        </p:txBody>
      </p:sp>
      <p:sp>
        <p:nvSpPr>
          <p:cNvPr id="854018" name="Rectangle 2">
            <a:extLst>
              <a:ext uri="{FF2B5EF4-FFF2-40B4-BE49-F238E27FC236}">
                <a16:creationId xmlns:a16="http://schemas.microsoft.com/office/drawing/2014/main" id="{8DC45C8F-002E-80F3-C284-58CB3C128A26}"/>
              </a:ext>
            </a:extLst>
          </p:cNvPr>
          <p:cNvSpPr>
            <a:spLocks noGrp="1" noChangeArrowheads="1"/>
          </p:cNvSpPr>
          <p:nvPr>
            <p:ph type="title"/>
          </p:nvPr>
        </p:nvSpPr>
        <p:spPr/>
        <p:txBody>
          <a:bodyPr/>
          <a:lstStyle/>
          <a:p>
            <a:r>
              <a:rPr lang="en-US" altLang="es-ES"/>
              <a:t>Instruction Decoder</a:t>
            </a:r>
          </a:p>
        </p:txBody>
      </p:sp>
      <p:sp>
        <p:nvSpPr>
          <p:cNvPr id="854019" name="Rectangle 3">
            <a:extLst>
              <a:ext uri="{FF2B5EF4-FFF2-40B4-BE49-F238E27FC236}">
                <a16:creationId xmlns:a16="http://schemas.microsoft.com/office/drawing/2014/main" id="{222C0190-FD50-0AB0-F85E-20C7CEA01565}"/>
              </a:ext>
            </a:extLst>
          </p:cNvPr>
          <p:cNvSpPr>
            <a:spLocks noGrp="1" noChangeArrowheads="1"/>
          </p:cNvSpPr>
          <p:nvPr>
            <p:ph type="body" idx="1"/>
          </p:nvPr>
        </p:nvSpPr>
        <p:spPr>
          <a:xfrm>
            <a:off x="719138" y="1314450"/>
            <a:ext cx="8115300" cy="5027613"/>
          </a:xfrm>
        </p:spPr>
        <p:txBody>
          <a:bodyPr/>
          <a:lstStyle/>
          <a:p>
            <a:r>
              <a:rPr lang="en-US" altLang="es-ES" sz="2400"/>
              <a:t>The combinational instruction decoder converts the instruction into the signals necessary to control all parts of the computer during the single cycle execution</a:t>
            </a:r>
          </a:p>
          <a:p>
            <a:r>
              <a:rPr lang="en-US" altLang="es-ES" sz="2400"/>
              <a:t>The input is the 16-bit Instruction</a:t>
            </a:r>
          </a:p>
          <a:p>
            <a:r>
              <a:rPr lang="en-US" altLang="es-ES" sz="2400"/>
              <a:t>The outputs are control signals:</a:t>
            </a:r>
          </a:p>
          <a:p>
            <a:pPr lvl="1"/>
            <a:r>
              <a:rPr lang="en-US" altLang="es-ES" sz="2000"/>
              <a:t>Register file addresses DA, AA, and BA,</a:t>
            </a:r>
          </a:p>
          <a:p>
            <a:pPr lvl="1"/>
            <a:r>
              <a:rPr lang="en-US" altLang="es-ES" sz="2000"/>
              <a:t>Function Unit Select FS</a:t>
            </a:r>
          </a:p>
          <a:p>
            <a:pPr lvl="1"/>
            <a:r>
              <a:rPr lang="en-US" altLang="es-ES" sz="2000"/>
              <a:t>Multiplexer Select Controls MB and MD, </a:t>
            </a:r>
          </a:p>
          <a:p>
            <a:pPr lvl="1"/>
            <a:r>
              <a:rPr lang="en-US" altLang="es-ES" sz="2000"/>
              <a:t>Register file and Data Memory Write Controls RW and MW, and</a:t>
            </a:r>
          </a:p>
          <a:p>
            <a:pPr lvl="1"/>
            <a:r>
              <a:rPr lang="en-US" altLang="es-ES" sz="2000"/>
              <a:t>PC Controls PL, JB, and BC</a:t>
            </a:r>
          </a:p>
          <a:p>
            <a:r>
              <a:rPr lang="en-US" altLang="es-ES" sz="2400"/>
              <a:t>The register file outputs are simply pass-through signals:</a:t>
            </a:r>
            <a:br>
              <a:rPr lang="en-US" altLang="es-ES" sz="2400"/>
            </a:br>
            <a:r>
              <a:rPr lang="en-US" altLang="es-ES" sz="2400"/>
              <a:t>     DA = DR, AA = SA, and BA = SB</a:t>
            </a:r>
            <a:br>
              <a:rPr lang="en-US" altLang="es-ES" sz="2400"/>
            </a:br>
            <a:r>
              <a:rPr lang="en-US" altLang="es-ES" sz="2400"/>
              <a:t>Determination of the remaining signals is more complex.</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6FCBE625-832B-552D-CFE0-E62FB5CE2F1A}"/>
              </a:ext>
            </a:extLst>
          </p:cNvPr>
          <p:cNvSpPr>
            <a:spLocks noGrp="1"/>
          </p:cNvSpPr>
          <p:nvPr>
            <p:ph type="sldNum" sz="quarter" idx="10"/>
          </p:nvPr>
        </p:nvSpPr>
        <p:spPr/>
        <p:txBody>
          <a:bodyPr/>
          <a:lstStyle/>
          <a:p>
            <a:r>
              <a:rPr lang="en-US" altLang="es-ES"/>
              <a:t>Chapter 9  Part 2   </a:t>
            </a:r>
            <a:fld id="{3DFBBDF8-EF6B-42C7-B2D0-860ACA2433DF}" type="slidenum">
              <a:rPr lang="en-US" altLang="es-ES"/>
              <a:pPr/>
              <a:t>20</a:t>
            </a:fld>
            <a:endParaRPr lang="en-US" altLang="es-ES"/>
          </a:p>
        </p:txBody>
      </p:sp>
      <p:sp>
        <p:nvSpPr>
          <p:cNvPr id="858114" name="Rectangle 2">
            <a:extLst>
              <a:ext uri="{FF2B5EF4-FFF2-40B4-BE49-F238E27FC236}">
                <a16:creationId xmlns:a16="http://schemas.microsoft.com/office/drawing/2014/main" id="{CC746F3D-8EEB-B6C2-981F-987DADAF2B52}"/>
              </a:ext>
            </a:extLst>
          </p:cNvPr>
          <p:cNvSpPr>
            <a:spLocks noGrp="1" noChangeArrowheads="1"/>
          </p:cNvSpPr>
          <p:nvPr>
            <p:ph type="title"/>
          </p:nvPr>
        </p:nvSpPr>
        <p:spPr/>
        <p:txBody>
          <a:bodyPr/>
          <a:lstStyle/>
          <a:p>
            <a:r>
              <a:rPr lang="en-US" altLang="es-ES"/>
              <a:t>Instruction Decoder </a:t>
            </a:r>
            <a:r>
              <a:rPr lang="en-US" altLang="es-ES" b="0"/>
              <a:t>(continued)</a:t>
            </a:r>
          </a:p>
        </p:txBody>
      </p:sp>
      <p:sp>
        <p:nvSpPr>
          <p:cNvPr id="858115" name="Rectangle 3">
            <a:extLst>
              <a:ext uri="{FF2B5EF4-FFF2-40B4-BE49-F238E27FC236}">
                <a16:creationId xmlns:a16="http://schemas.microsoft.com/office/drawing/2014/main" id="{B2C9EF88-9CF7-D086-9CD5-F3F9D78AFAFE}"/>
              </a:ext>
            </a:extLst>
          </p:cNvPr>
          <p:cNvSpPr>
            <a:spLocks noGrp="1" noChangeArrowheads="1"/>
          </p:cNvSpPr>
          <p:nvPr>
            <p:ph type="body" idx="1"/>
          </p:nvPr>
        </p:nvSpPr>
        <p:spPr/>
        <p:txBody>
          <a:bodyPr/>
          <a:lstStyle/>
          <a:p>
            <a:r>
              <a:rPr lang="en-US" altLang="es-ES" sz="2400"/>
              <a:t>The remaining control signals do not depend on the addresses, so must be a function of IR(13:9)</a:t>
            </a:r>
          </a:p>
          <a:p>
            <a:r>
              <a:rPr lang="en-US" altLang="es-ES" sz="2400"/>
              <a:t>Formulation requires examining relationships between the outputs and the opcodes given in Slides 12 and 13. </a:t>
            </a:r>
          </a:p>
          <a:p>
            <a:r>
              <a:rPr lang="en-US" altLang="es-ES" sz="2400"/>
              <a:t>Observe that for other than branches and jumps, FS = IR(12:9) </a:t>
            </a:r>
          </a:p>
          <a:p>
            <a:r>
              <a:rPr lang="en-US" altLang="es-ES" sz="2400"/>
              <a:t>This implies that the other control signals should depend as much as possible on IR(15:13) (which actually were assigned with decoding in mind!)</a:t>
            </a:r>
          </a:p>
          <a:p>
            <a:r>
              <a:rPr lang="en-US" altLang="es-ES" sz="2400"/>
              <a:t>To make some sense of this, we divide instructions into types as shown in the table on the next page</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3853DCB4-D8D0-E113-2581-682F91CFD579}"/>
              </a:ext>
            </a:extLst>
          </p:cNvPr>
          <p:cNvSpPr>
            <a:spLocks noGrp="1"/>
          </p:cNvSpPr>
          <p:nvPr>
            <p:ph type="sldNum" sz="quarter" idx="10"/>
          </p:nvPr>
        </p:nvSpPr>
        <p:spPr/>
        <p:txBody>
          <a:bodyPr/>
          <a:lstStyle/>
          <a:p>
            <a:r>
              <a:rPr lang="en-US" altLang="es-ES"/>
              <a:t>Chapter 9  Part 2   </a:t>
            </a:r>
            <a:fld id="{A8CF9C75-3567-4FB8-80DB-8D70460FB4F2}" type="slidenum">
              <a:rPr lang="en-US" altLang="es-ES"/>
              <a:pPr/>
              <a:t>21</a:t>
            </a:fld>
            <a:endParaRPr lang="en-US" altLang="es-ES"/>
          </a:p>
        </p:txBody>
      </p:sp>
      <p:sp>
        <p:nvSpPr>
          <p:cNvPr id="859138" name="Rectangle 2">
            <a:extLst>
              <a:ext uri="{FF2B5EF4-FFF2-40B4-BE49-F238E27FC236}">
                <a16:creationId xmlns:a16="http://schemas.microsoft.com/office/drawing/2014/main" id="{770E65D5-F66D-AFAF-FF5A-3E158F89FAD6}"/>
              </a:ext>
            </a:extLst>
          </p:cNvPr>
          <p:cNvSpPr>
            <a:spLocks noGrp="1" noChangeArrowheads="1"/>
          </p:cNvSpPr>
          <p:nvPr>
            <p:ph type="title"/>
          </p:nvPr>
        </p:nvSpPr>
        <p:spPr/>
        <p:txBody>
          <a:bodyPr/>
          <a:lstStyle/>
          <a:p>
            <a:r>
              <a:rPr lang="en-US" altLang="es-ES"/>
              <a:t>Instruction Decoder </a:t>
            </a:r>
            <a:r>
              <a:rPr lang="en-US" altLang="es-ES" b="0"/>
              <a:t>(continued)</a:t>
            </a:r>
          </a:p>
        </p:txBody>
      </p:sp>
      <p:grpSp>
        <p:nvGrpSpPr>
          <p:cNvPr id="859236" name="Group 100">
            <a:extLst>
              <a:ext uri="{FF2B5EF4-FFF2-40B4-BE49-F238E27FC236}">
                <a16:creationId xmlns:a16="http://schemas.microsoft.com/office/drawing/2014/main" id="{992C963E-67D3-E1EC-CC56-99A6549BF3A9}"/>
              </a:ext>
            </a:extLst>
          </p:cNvPr>
          <p:cNvGrpSpPr>
            <a:grpSpLocks/>
          </p:cNvGrpSpPr>
          <p:nvPr/>
        </p:nvGrpSpPr>
        <p:grpSpPr bwMode="auto">
          <a:xfrm>
            <a:off x="504825" y="1276350"/>
            <a:ext cx="8032750" cy="4699000"/>
            <a:chOff x="318" y="804"/>
            <a:chExt cx="5060" cy="2960"/>
          </a:xfrm>
        </p:grpSpPr>
        <p:sp>
          <p:nvSpPr>
            <p:cNvPr id="859141" name="Rectangle 5">
              <a:extLst>
                <a:ext uri="{FF2B5EF4-FFF2-40B4-BE49-F238E27FC236}">
                  <a16:creationId xmlns:a16="http://schemas.microsoft.com/office/drawing/2014/main" id="{F89AE462-F2AA-6AA9-8550-01452E4CDA54}"/>
                </a:ext>
              </a:extLst>
            </p:cNvPr>
            <p:cNvSpPr>
              <a:spLocks noChangeArrowheads="1"/>
            </p:cNvSpPr>
            <p:nvPr/>
          </p:nvSpPr>
          <p:spPr bwMode="auto">
            <a:xfrm>
              <a:off x="486" y="804"/>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700" u="none" baseline="0">
                  <a:solidFill>
                    <a:srgbClr val="000000"/>
                  </a:solidFill>
                </a:rPr>
                <a:t>T</a:t>
              </a:r>
              <a:endParaRPr lang="en-US" altLang="es-ES"/>
            </a:p>
          </p:txBody>
        </p:sp>
        <p:sp>
          <p:nvSpPr>
            <p:cNvPr id="859142" name="Rectangle 6">
              <a:extLst>
                <a:ext uri="{FF2B5EF4-FFF2-40B4-BE49-F238E27FC236}">
                  <a16:creationId xmlns:a16="http://schemas.microsoft.com/office/drawing/2014/main" id="{FC481110-8F8D-E844-CD9E-5D7DA114BCD1}"/>
                </a:ext>
              </a:extLst>
            </p:cNvPr>
            <p:cNvSpPr>
              <a:spLocks noChangeArrowheads="1"/>
            </p:cNvSpPr>
            <p:nvPr/>
          </p:nvSpPr>
          <p:spPr bwMode="auto">
            <a:xfrm>
              <a:off x="565" y="804"/>
              <a:ext cx="25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700" u="none" baseline="0">
                  <a:solidFill>
                    <a:srgbClr val="000000"/>
                  </a:solidFill>
                </a:rPr>
                <a:t>ruth</a:t>
              </a:r>
              <a:endParaRPr lang="en-US" altLang="es-ES"/>
            </a:p>
          </p:txBody>
        </p:sp>
        <p:sp>
          <p:nvSpPr>
            <p:cNvPr id="859143" name="Rectangle 7">
              <a:extLst>
                <a:ext uri="{FF2B5EF4-FFF2-40B4-BE49-F238E27FC236}">
                  <a16:creationId xmlns:a16="http://schemas.microsoft.com/office/drawing/2014/main" id="{51A6FAB1-3500-15CF-105E-428D5C3B3840}"/>
                </a:ext>
              </a:extLst>
            </p:cNvPr>
            <p:cNvSpPr>
              <a:spLocks noChangeArrowheads="1"/>
            </p:cNvSpPr>
            <p:nvPr/>
          </p:nvSpPr>
          <p:spPr bwMode="auto">
            <a:xfrm>
              <a:off x="840" y="804"/>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700" u="none" baseline="0">
                  <a:solidFill>
                    <a:srgbClr val="000000"/>
                  </a:solidFill>
                </a:rPr>
                <a:t>T</a:t>
              </a:r>
              <a:endParaRPr lang="en-US" altLang="es-ES"/>
            </a:p>
          </p:txBody>
        </p:sp>
        <p:sp>
          <p:nvSpPr>
            <p:cNvPr id="859144" name="Rectangle 8">
              <a:extLst>
                <a:ext uri="{FF2B5EF4-FFF2-40B4-BE49-F238E27FC236}">
                  <a16:creationId xmlns:a16="http://schemas.microsoft.com/office/drawing/2014/main" id="{55A8EE96-798E-A0AE-438E-9E44DBD9E1FB}"/>
                </a:ext>
              </a:extLst>
            </p:cNvPr>
            <p:cNvSpPr>
              <a:spLocks noChangeArrowheads="1"/>
            </p:cNvSpPr>
            <p:nvPr/>
          </p:nvSpPr>
          <p:spPr bwMode="auto">
            <a:xfrm>
              <a:off x="919" y="804"/>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700" u="none" baseline="0">
                  <a:solidFill>
                    <a:srgbClr val="000000"/>
                  </a:solidFill>
                </a:rPr>
                <a:t>a</a:t>
              </a:r>
              <a:endParaRPr lang="en-US" altLang="es-ES"/>
            </a:p>
          </p:txBody>
        </p:sp>
        <p:sp>
          <p:nvSpPr>
            <p:cNvPr id="859145" name="Rectangle 9">
              <a:extLst>
                <a:ext uri="{FF2B5EF4-FFF2-40B4-BE49-F238E27FC236}">
                  <a16:creationId xmlns:a16="http://schemas.microsoft.com/office/drawing/2014/main" id="{5321B28A-CEF5-6781-FBF3-4263DB430A36}"/>
                </a:ext>
              </a:extLst>
            </p:cNvPr>
            <p:cNvSpPr>
              <a:spLocks noChangeArrowheads="1"/>
            </p:cNvSpPr>
            <p:nvPr/>
          </p:nvSpPr>
          <p:spPr bwMode="auto">
            <a:xfrm>
              <a:off x="987" y="804"/>
              <a:ext cx="194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700" u="none" baseline="0">
                  <a:solidFill>
                    <a:srgbClr val="000000"/>
                  </a:solidFill>
                </a:rPr>
                <a:t>ble for Instruction Decoder Logic</a:t>
              </a:r>
              <a:endParaRPr lang="en-US" altLang="es-ES"/>
            </a:p>
          </p:txBody>
        </p:sp>
        <p:sp>
          <p:nvSpPr>
            <p:cNvPr id="859146" name="Rectangle 10">
              <a:extLst>
                <a:ext uri="{FF2B5EF4-FFF2-40B4-BE49-F238E27FC236}">
                  <a16:creationId xmlns:a16="http://schemas.microsoft.com/office/drawing/2014/main" id="{FB175C64-6C9E-1E0C-5899-2E2708E45467}"/>
                </a:ext>
              </a:extLst>
            </p:cNvPr>
            <p:cNvSpPr>
              <a:spLocks noChangeArrowheads="1"/>
            </p:cNvSpPr>
            <p:nvPr/>
          </p:nvSpPr>
          <p:spPr bwMode="auto">
            <a:xfrm>
              <a:off x="318" y="1453"/>
              <a:ext cx="106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Instruction Function</a:t>
              </a:r>
              <a:endParaRPr lang="en-US" altLang="es-ES"/>
            </a:p>
          </p:txBody>
        </p:sp>
        <p:sp>
          <p:nvSpPr>
            <p:cNvPr id="859147" name="Rectangle 11">
              <a:extLst>
                <a:ext uri="{FF2B5EF4-FFF2-40B4-BE49-F238E27FC236}">
                  <a16:creationId xmlns:a16="http://schemas.microsoft.com/office/drawing/2014/main" id="{4E45CFDF-3EEB-342C-A495-81BA72B3D615}"/>
                </a:ext>
              </a:extLst>
            </p:cNvPr>
            <p:cNvSpPr>
              <a:spLocks noChangeArrowheads="1"/>
            </p:cNvSpPr>
            <p:nvPr/>
          </p:nvSpPr>
          <p:spPr bwMode="auto">
            <a:xfrm>
              <a:off x="1418" y="1453"/>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T</a:t>
              </a:r>
              <a:endParaRPr lang="en-US" altLang="es-ES"/>
            </a:p>
          </p:txBody>
        </p:sp>
        <p:sp>
          <p:nvSpPr>
            <p:cNvPr id="859148" name="Rectangle 12">
              <a:extLst>
                <a:ext uri="{FF2B5EF4-FFF2-40B4-BE49-F238E27FC236}">
                  <a16:creationId xmlns:a16="http://schemas.microsoft.com/office/drawing/2014/main" id="{35D4D93E-1C7A-62BD-17EF-EA4162D223D3}"/>
                </a:ext>
              </a:extLst>
            </p:cNvPr>
            <p:cNvSpPr>
              <a:spLocks noChangeArrowheads="1"/>
            </p:cNvSpPr>
            <p:nvPr/>
          </p:nvSpPr>
          <p:spPr bwMode="auto">
            <a:xfrm>
              <a:off x="1491" y="1453"/>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ype</a:t>
              </a:r>
              <a:endParaRPr lang="en-US" altLang="es-ES"/>
            </a:p>
          </p:txBody>
        </p:sp>
        <p:sp>
          <p:nvSpPr>
            <p:cNvPr id="859149" name="Rectangle 13">
              <a:extLst>
                <a:ext uri="{FF2B5EF4-FFF2-40B4-BE49-F238E27FC236}">
                  <a16:creationId xmlns:a16="http://schemas.microsoft.com/office/drawing/2014/main" id="{5E416E03-1906-1CA6-C3EC-D55945CC0B69}"/>
                </a:ext>
              </a:extLst>
            </p:cNvPr>
            <p:cNvSpPr>
              <a:spLocks noChangeArrowheads="1"/>
            </p:cNvSpPr>
            <p:nvPr/>
          </p:nvSpPr>
          <p:spPr bwMode="auto">
            <a:xfrm>
              <a:off x="2387" y="1124"/>
              <a:ext cx="8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Instruction Bits</a:t>
              </a:r>
              <a:endParaRPr lang="en-US" altLang="es-ES"/>
            </a:p>
          </p:txBody>
        </p:sp>
        <p:sp>
          <p:nvSpPr>
            <p:cNvPr id="859150" name="Rectangle 14">
              <a:extLst>
                <a:ext uri="{FF2B5EF4-FFF2-40B4-BE49-F238E27FC236}">
                  <a16:creationId xmlns:a16="http://schemas.microsoft.com/office/drawing/2014/main" id="{AE7B5096-F618-9626-7032-1C559A4A8AD8}"/>
                </a:ext>
              </a:extLst>
            </p:cNvPr>
            <p:cNvSpPr>
              <a:spLocks noChangeArrowheads="1"/>
            </p:cNvSpPr>
            <p:nvPr/>
          </p:nvSpPr>
          <p:spPr bwMode="auto">
            <a:xfrm>
              <a:off x="3939" y="1124"/>
              <a:ext cx="3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Contr</a:t>
              </a:r>
              <a:endParaRPr lang="en-US" altLang="es-ES"/>
            </a:p>
          </p:txBody>
        </p:sp>
        <p:sp>
          <p:nvSpPr>
            <p:cNvPr id="859151" name="Rectangle 15">
              <a:extLst>
                <a:ext uri="{FF2B5EF4-FFF2-40B4-BE49-F238E27FC236}">
                  <a16:creationId xmlns:a16="http://schemas.microsoft.com/office/drawing/2014/main" id="{B7321842-BC47-FFDD-4E78-FA0955EE4F45}"/>
                </a:ext>
              </a:extLst>
            </p:cNvPr>
            <p:cNvSpPr>
              <a:spLocks noChangeArrowheads="1"/>
            </p:cNvSpPr>
            <p:nvPr/>
          </p:nvSpPr>
          <p:spPr bwMode="auto">
            <a:xfrm>
              <a:off x="4239" y="1124"/>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ol</a:t>
              </a:r>
              <a:endParaRPr lang="en-US" altLang="es-ES"/>
            </a:p>
          </p:txBody>
        </p:sp>
        <p:sp>
          <p:nvSpPr>
            <p:cNvPr id="859152" name="Rectangle 16">
              <a:extLst>
                <a:ext uri="{FF2B5EF4-FFF2-40B4-BE49-F238E27FC236}">
                  <a16:creationId xmlns:a16="http://schemas.microsoft.com/office/drawing/2014/main" id="{A0330D95-4649-5076-2F1B-EDCF4EAC02DA}"/>
                </a:ext>
              </a:extLst>
            </p:cNvPr>
            <p:cNvSpPr>
              <a:spLocks noChangeArrowheads="1"/>
            </p:cNvSpPr>
            <p:nvPr/>
          </p:nvSpPr>
          <p:spPr bwMode="auto">
            <a:xfrm>
              <a:off x="4388" y="1124"/>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W</a:t>
              </a:r>
              <a:endParaRPr lang="en-US" altLang="es-ES"/>
            </a:p>
          </p:txBody>
        </p:sp>
        <p:sp>
          <p:nvSpPr>
            <p:cNvPr id="859153" name="Rectangle 17">
              <a:extLst>
                <a:ext uri="{FF2B5EF4-FFF2-40B4-BE49-F238E27FC236}">
                  <a16:creationId xmlns:a16="http://schemas.microsoft.com/office/drawing/2014/main" id="{674420A0-7DD4-89FA-5037-90E617D958D5}"/>
                </a:ext>
              </a:extLst>
            </p:cNvPr>
            <p:cNvSpPr>
              <a:spLocks noChangeArrowheads="1"/>
            </p:cNvSpPr>
            <p:nvPr/>
          </p:nvSpPr>
          <p:spPr bwMode="auto">
            <a:xfrm>
              <a:off x="4493" y="1124"/>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o</a:t>
              </a:r>
              <a:endParaRPr lang="en-US" altLang="es-ES"/>
            </a:p>
          </p:txBody>
        </p:sp>
        <p:sp>
          <p:nvSpPr>
            <p:cNvPr id="859154" name="Rectangle 18">
              <a:extLst>
                <a:ext uri="{FF2B5EF4-FFF2-40B4-BE49-F238E27FC236}">
                  <a16:creationId xmlns:a16="http://schemas.microsoft.com/office/drawing/2014/main" id="{6C48003C-9B4F-3729-A8FC-76883DEB22BB}"/>
                </a:ext>
              </a:extLst>
            </p:cNvPr>
            <p:cNvSpPr>
              <a:spLocks noChangeArrowheads="1"/>
            </p:cNvSpPr>
            <p:nvPr/>
          </p:nvSpPr>
          <p:spPr bwMode="auto">
            <a:xfrm>
              <a:off x="4566" y="1124"/>
              <a:ext cx="5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r</a:t>
              </a:r>
              <a:endParaRPr lang="en-US" altLang="es-ES"/>
            </a:p>
          </p:txBody>
        </p:sp>
        <p:sp>
          <p:nvSpPr>
            <p:cNvPr id="859155" name="Rectangle 19">
              <a:extLst>
                <a:ext uri="{FF2B5EF4-FFF2-40B4-BE49-F238E27FC236}">
                  <a16:creationId xmlns:a16="http://schemas.microsoft.com/office/drawing/2014/main" id="{D4F3EF1A-C956-32FA-4316-F7145AEB2C21}"/>
                </a:ext>
              </a:extLst>
            </p:cNvPr>
            <p:cNvSpPr>
              <a:spLocks noChangeArrowheads="1"/>
            </p:cNvSpPr>
            <p:nvPr/>
          </p:nvSpPr>
          <p:spPr bwMode="auto">
            <a:xfrm>
              <a:off x="4610" y="112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d</a:t>
              </a:r>
              <a:endParaRPr lang="en-US" altLang="es-ES"/>
            </a:p>
          </p:txBody>
        </p:sp>
        <p:sp>
          <p:nvSpPr>
            <p:cNvPr id="859156" name="Rectangle 20">
              <a:extLst>
                <a:ext uri="{FF2B5EF4-FFF2-40B4-BE49-F238E27FC236}">
                  <a16:creationId xmlns:a16="http://schemas.microsoft.com/office/drawing/2014/main" id="{246A99D1-ED96-593C-CE90-5B89747B431F}"/>
                </a:ext>
              </a:extLst>
            </p:cNvPr>
            <p:cNvSpPr>
              <a:spLocks noChangeArrowheads="1"/>
            </p:cNvSpPr>
            <p:nvPr/>
          </p:nvSpPr>
          <p:spPr bwMode="auto">
            <a:xfrm>
              <a:off x="4682" y="1124"/>
              <a:ext cx="23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 Bits</a:t>
              </a:r>
              <a:endParaRPr lang="en-US" altLang="es-ES"/>
            </a:p>
          </p:txBody>
        </p:sp>
        <p:sp>
          <p:nvSpPr>
            <p:cNvPr id="859157" name="Rectangle 21">
              <a:extLst>
                <a:ext uri="{FF2B5EF4-FFF2-40B4-BE49-F238E27FC236}">
                  <a16:creationId xmlns:a16="http://schemas.microsoft.com/office/drawing/2014/main" id="{415018E7-BC1F-3C67-0C67-ABCA530CBA05}"/>
                </a:ext>
              </a:extLst>
            </p:cNvPr>
            <p:cNvSpPr>
              <a:spLocks noChangeArrowheads="1"/>
            </p:cNvSpPr>
            <p:nvPr/>
          </p:nvSpPr>
          <p:spPr bwMode="auto">
            <a:xfrm>
              <a:off x="2285" y="1453"/>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15</a:t>
              </a:r>
              <a:endParaRPr lang="en-US" altLang="es-ES"/>
            </a:p>
          </p:txBody>
        </p:sp>
        <p:sp>
          <p:nvSpPr>
            <p:cNvPr id="859158" name="Rectangle 22">
              <a:extLst>
                <a:ext uri="{FF2B5EF4-FFF2-40B4-BE49-F238E27FC236}">
                  <a16:creationId xmlns:a16="http://schemas.microsoft.com/office/drawing/2014/main" id="{A873DD11-63E1-2C33-C569-FB3ADBB4621F}"/>
                </a:ext>
              </a:extLst>
            </p:cNvPr>
            <p:cNvSpPr>
              <a:spLocks noChangeArrowheads="1"/>
            </p:cNvSpPr>
            <p:nvPr/>
          </p:nvSpPr>
          <p:spPr bwMode="auto">
            <a:xfrm>
              <a:off x="2575" y="1453"/>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14</a:t>
              </a:r>
              <a:endParaRPr lang="en-US" altLang="es-ES"/>
            </a:p>
          </p:txBody>
        </p:sp>
        <p:sp>
          <p:nvSpPr>
            <p:cNvPr id="859159" name="Rectangle 23">
              <a:extLst>
                <a:ext uri="{FF2B5EF4-FFF2-40B4-BE49-F238E27FC236}">
                  <a16:creationId xmlns:a16="http://schemas.microsoft.com/office/drawing/2014/main" id="{57E7BCEE-3279-3D44-EEC9-08DC17687B7B}"/>
                </a:ext>
              </a:extLst>
            </p:cNvPr>
            <p:cNvSpPr>
              <a:spLocks noChangeArrowheads="1"/>
            </p:cNvSpPr>
            <p:nvPr/>
          </p:nvSpPr>
          <p:spPr bwMode="auto">
            <a:xfrm>
              <a:off x="2864" y="1453"/>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13</a:t>
              </a:r>
              <a:endParaRPr lang="en-US" altLang="es-ES"/>
            </a:p>
          </p:txBody>
        </p:sp>
        <p:sp>
          <p:nvSpPr>
            <p:cNvPr id="859160" name="Rectangle 24">
              <a:extLst>
                <a:ext uri="{FF2B5EF4-FFF2-40B4-BE49-F238E27FC236}">
                  <a16:creationId xmlns:a16="http://schemas.microsoft.com/office/drawing/2014/main" id="{6FA773DB-D621-50F6-C05E-0103B98BA1CB}"/>
                </a:ext>
              </a:extLst>
            </p:cNvPr>
            <p:cNvSpPr>
              <a:spLocks noChangeArrowheads="1"/>
            </p:cNvSpPr>
            <p:nvPr/>
          </p:nvSpPr>
          <p:spPr bwMode="auto">
            <a:xfrm>
              <a:off x="3116" y="1453"/>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9</a:t>
              </a:r>
              <a:endParaRPr lang="en-US" altLang="es-ES"/>
            </a:p>
          </p:txBody>
        </p:sp>
        <p:sp>
          <p:nvSpPr>
            <p:cNvPr id="859161" name="Rectangle 25">
              <a:extLst>
                <a:ext uri="{FF2B5EF4-FFF2-40B4-BE49-F238E27FC236}">
                  <a16:creationId xmlns:a16="http://schemas.microsoft.com/office/drawing/2014/main" id="{9C956B73-E47A-FC76-9465-59440CA96BE5}"/>
                </a:ext>
              </a:extLst>
            </p:cNvPr>
            <p:cNvSpPr>
              <a:spLocks noChangeArrowheads="1"/>
            </p:cNvSpPr>
            <p:nvPr/>
          </p:nvSpPr>
          <p:spPr bwMode="auto">
            <a:xfrm>
              <a:off x="3505" y="1453"/>
              <a:ext cx="1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M</a:t>
              </a:r>
              <a:endParaRPr lang="en-US" altLang="es-ES"/>
            </a:p>
          </p:txBody>
        </p:sp>
        <p:sp>
          <p:nvSpPr>
            <p:cNvPr id="859162" name="Rectangle 26">
              <a:extLst>
                <a:ext uri="{FF2B5EF4-FFF2-40B4-BE49-F238E27FC236}">
                  <a16:creationId xmlns:a16="http://schemas.microsoft.com/office/drawing/2014/main" id="{130DA2A1-3611-F208-E0F9-262BA509895B}"/>
                </a:ext>
              </a:extLst>
            </p:cNvPr>
            <p:cNvSpPr>
              <a:spLocks noChangeArrowheads="1"/>
            </p:cNvSpPr>
            <p:nvPr/>
          </p:nvSpPr>
          <p:spPr bwMode="auto">
            <a:xfrm>
              <a:off x="3604" y="1453"/>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B</a:t>
              </a:r>
              <a:endParaRPr lang="en-US" altLang="es-ES"/>
            </a:p>
          </p:txBody>
        </p:sp>
        <p:sp>
          <p:nvSpPr>
            <p:cNvPr id="859163" name="Rectangle 27">
              <a:extLst>
                <a:ext uri="{FF2B5EF4-FFF2-40B4-BE49-F238E27FC236}">
                  <a16:creationId xmlns:a16="http://schemas.microsoft.com/office/drawing/2014/main" id="{C6792201-9987-9475-48E7-AE848AB36500}"/>
                </a:ext>
              </a:extLst>
            </p:cNvPr>
            <p:cNvSpPr>
              <a:spLocks noChangeArrowheads="1"/>
            </p:cNvSpPr>
            <p:nvPr/>
          </p:nvSpPr>
          <p:spPr bwMode="auto">
            <a:xfrm>
              <a:off x="3766" y="1453"/>
              <a:ext cx="1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M</a:t>
              </a:r>
              <a:endParaRPr lang="en-US" altLang="es-ES"/>
            </a:p>
          </p:txBody>
        </p:sp>
        <p:sp>
          <p:nvSpPr>
            <p:cNvPr id="859164" name="Rectangle 28">
              <a:extLst>
                <a:ext uri="{FF2B5EF4-FFF2-40B4-BE49-F238E27FC236}">
                  <a16:creationId xmlns:a16="http://schemas.microsoft.com/office/drawing/2014/main" id="{A0BF1E0C-6D52-E6A8-2B10-B1967138AA3D}"/>
                </a:ext>
              </a:extLst>
            </p:cNvPr>
            <p:cNvSpPr>
              <a:spLocks noChangeArrowheads="1"/>
            </p:cNvSpPr>
            <p:nvPr/>
          </p:nvSpPr>
          <p:spPr bwMode="auto">
            <a:xfrm>
              <a:off x="3865" y="1453"/>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D</a:t>
              </a:r>
              <a:endParaRPr lang="en-US" altLang="es-ES"/>
            </a:p>
          </p:txBody>
        </p:sp>
        <p:sp>
          <p:nvSpPr>
            <p:cNvPr id="859165" name="Rectangle 29">
              <a:extLst>
                <a:ext uri="{FF2B5EF4-FFF2-40B4-BE49-F238E27FC236}">
                  <a16:creationId xmlns:a16="http://schemas.microsoft.com/office/drawing/2014/main" id="{21FA7A12-4D21-BEC0-33E2-AB3473839556}"/>
                </a:ext>
              </a:extLst>
            </p:cNvPr>
            <p:cNvSpPr>
              <a:spLocks noChangeArrowheads="1"/>
            </p:cNvSpPr>
            <p:nvPr/>
          </p:nvSpPr>
          <p:spPr bwMode="auto">
            <a:xfrm>
              <a:off x="4035" y="1453"/>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R</a:t>
              </a:r>
              <a:endParaRPr lang="en-US" altLang="es-ES"/>
            </a:p>
          </p:txBody>
        </p:sp>
        <p:sp>
          <p:nvSpPr>
            <p:cNvPr id="859166" name="Rectangle 30">
              <a:extLst>
                <a:ext uri="{FF2B5EF4-FFF2-40B4-BE49-F238E27FC236}">
                  <a16:creationId xmlns:a16="http://schemas.microsoft.com/office/drawing/2014/main" id="{D4C31367-06A3-78FC-DA22-5F821C2021AB}"/>
                </a:ext>
              </a:extLst>
            </p:cNvPr>
            <p:cNvSpPr>
              <a:spLocks noChangeArrowheads="1"/>
            </p:cNvSpPr>
            <p:nvPr/>
          </p:nvSpPr>
          <p:spPr bwMode="auto">
            <a:xfrm>
              <a:off x="4116" y="1453"/>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W</a:t>
              </a:r>
              <a:endParaRPr lang="en-US" altLang="es-ES"/>
            </a:p>
          </p:txBody>
        </p:sp>
        <p:sp>
          <p:nvSpPr>
            <p:cNvPr id="859167" name="Rectangle 31">
              <a:extLst>
                <a:ext uri="{FF2B5EF4-FFF2-40B4-BE49-F238E27FC236}">
                  <a16:creationId xmlns:a16="http://schemas.microsoft.com/office/drawing/2014/main" id="{E609D0B5-B0E5-CDD3-F14A-6AD01257E1BA}"/>
                </a:ext>
              </a:extLst>
            </p:cNvPr>
            <p:cNvSpPr>
              <a:spLocks noChangeArrowheads="1"/>
            </p:cNvSpPr>
            <p:nvPr/>
          </p:nvSpPr>
          <p:spPr bwMode="auto">
            <a:xfrm>
              <a:off x="4328" y="1453"/>
              <a:ext cx="1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M</a:t>
              </a:r>
              <a:endParaRPr lang="en-US" altLang="es-ES"/>
            </a:p>
          </p:txBody>
        </p:sp>
        <p:sp>
          <p:nvSpPr>
            <p:cNvPr id="859168" name="Rectangle 32">
              <a:extLst>
                <a:ext uri="{FF2B5EF4-FFF2-40B4-BE49-F238E27FC236}">
                  <a16:creationId xmlns:a16="http://schemas.microsoft.com/office/drawing/2014/main" id="{9CA61099-7527-17C4-9D37-375C7A31943D}"/>
                </a:ext>
              </a:extLst>
            </p:cNvPr>
            <p:cNvSpPr>
              <a:spLocks noChangeArrowheads="1"/>
            </p:cNvSpPr>
            <p:nvPr/>
          </p:nvSpPr>
          <p:spPr bwMode="auto">
            <a:xfrm>
              <a:off x="4427" y="1453"/>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W</a:t>
              </a:r>
              <a:endParaRPr lang="en-US" altLang="es-ES"/>
            </a:p>
          </p:txBody>
        </p:sp>
        <p:sp>
          <p:nvSpPr>
            <p:cNvPr id="859169" name="Rectangle 33">
              <a:extLst>
                <a:ext uri="{FF2B5EF4-FFF2-40B4-BE49-F238E27FC236}">
                  <a16:creationId xmlns:a16="http://schemas.microsoft.com/office/drawing/2014/main" id="{1C81DE86-1EEC-674F-5ACB-7EF7565BEF95}"/>
                </a:ext>
              </a:extLst>
            </p:cNvPr>
            <p:cNvSpPr>
              <a:spLocks noChangeArrowheads="1"/>
            </p:cNvSpPr>
            <p:nvPr/>
          </p:nvSpPr>
          <p:spPr bwMode="auto">
            <a:xfrm>
              <a:off x="4614" y="1453"/>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P</a:t>
              </a:r>
              <a:endParaRPr lang="en-US" altLang="es-ES"/>
            </a:p>
          </p:txBody>
        </p:sp>
        <p:sp>
          <p:nvSpPr>
            <p:cNvPr id="859170" name="Rectangle 34">
              <a:extLst>
                <a:ext uri="{FF2B5EF4-FFF2-40B4-BE49-F238E27FC236}">
                  <a16:creationId xmlns:a16="http://schemas.microsoft.com/office/drawing/2014/main" id="{92341210-0310-00B8-D471-5328E4888A9C}"/>
                </a:ext>
              </a:extLst>
            </p:cNvPr>
            <p:cNvSpPr>
              <a:spLocks noChangeArrowheads="1"/>
            </p:cNvSpPr>
            <p:nvPr/>
          </p:nvSpPr>
          <p:spPr bwMode="auto">
            <a:xfrm>
              <a:off x="4694" y="1453"/>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L</a:t>
              </a:r>
              <a:endParaRPr lang="en-US" altLang="es-ES"/>
            </a:p>
          </p:txBody>
        </p:sp>
        <p:sp>
          <p:nvSpPr>
            <p:cNvPr id="859171" name="Rectangle 35">
              <a:extLst>
                <a:ext uri="{FF2B5EF4-FFF2-40B4-BE49-F238E27FC236}">
                  <a16:creationId xmlns:a16="http://schemas.microsoft.com/office/drawing/2014/main" id="{E9EB43B4-7A64-9F7D-EB0A-38C799CFE595}"/>
                </a:ext>
              </a:extLst>
            </p:cNvPr>
            <p:cNvSpPr>
              <a:spLocks noChangeArrowheads="1"/>
            </p:cNvSpPr>
            <p:nvPr/>
          </p:nvSpPr>
          <p:spPr bwMode="auto">
            <a:xfrm>
              <a:off x="4861" y="1453"/>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J</a:t>
              </a:r>
              <a:endParaRPr lang="en-US" altLang="es-ES"/>
            </a:p>
          </p:txBody>
        </p:sp>
        <p:sp>
          <p:nvSpPr>
            <p:cNvPr id="859172" name="Rectangle 36">
              <a:extLst>
                <a:ext uri="{FF2B5EF4-FFF2-40B4-BE49-F238E27FC236}">
                  <a16:creationId xmlns:a16="http://schemas.microsoft.com/office/drawing/2014/main" id="{422D87D8-2EBE-D005-E24C-D13888BB47BF}"/>
                </a:ext>
              </a:extLst>
            </p:cNvPr>
            <p:cNvSpPr>
              <a:spLocks noChangeArrowheads="1"/>
            </p:cNvSpPr>
            <p:nvPr/>
          </p:nvSpPr>
          <p:spPr bwMode="auto">
            <a:xfrm>
              <a:off x="4927" y="1453"/>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B</a:t>
              </a:r>
              <a:endParaRPr lang="en-US" altLang="es-ES"/>
            </a:p>
          </p:txBody>
        </p:sp>
        <p:sp>
          <p:nvSpPr>
            <p:cNvPr id="859173" name="Rectangle 37">
              <a:extLst>
                <a:ext uri="{FF2B5EF4-FFF2-40B4-BE49-F238E27FC236}">
                  <a16:creationId xmlns:a16="http://schemas.microsoft.com/office/drawing/2014/main" id="{7DAA77DC-C438-98E4-6286-9D7FD1078EE7}"/>
                </a:ext>
              </a:extLst>
            </p:cNvPr>
            <p:cNvSpPr>
              <a:spLocks noChangeArrowheads="1"/>
            </p:cNvSpPr>
            <p:nvPr/>
          </p:nvSpPr>
          <p:spPr bwMode="auto">
            <a:xfrm>
              <a:off x="5116" y="1453"/>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B</a:t>
              </a:r>
              <a:endParaRPr lang="en-US" altLang="es-ES"/>
            </a:p>
          </p:txBody>
        </p:sp>
        <p:sp>
          <p:nvSpPr>
            <p:cNvPr id="859174" name="Rectangle 38">
              <a:extLst>
                <a:ext uri="{FF2B5EF4-FFF2-40B4-BE49-F238E27FC236}">
                  <a16:creationId xmlns:a16="http://schemas.microsoft.com/office/drawing/2014/main" id="{B428C514-2ADB-28C9-3982-E4C75A0B5E90}"/>
                </a:ext>
              </a:extLst>
            </p:cNvPr>
            <p:cNvSpPr>
              <a:spLocks noChangeArrowheads="1"/>
            </p:cNvSpPr>
            <p:nvPr/>
          </p:nvSpPr>
          <p:spPr bwMode="auto">
            <a:xfrm>
              <a:off x="5202" y="1453"/>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rPr>
                <a:t>C</a:t>
              </a:r>
              <a:endParaRPr lang="en-US" altLang="es-ES"/>
            </a:p>
          </p:txBody>
        </p:sp>
        <p:sp>
          <p:nvSpPr>
            <p:cNvPr id="859175" name="Rectangle 39">
              <a:extLst>
                <a:ext uri="{FF2B5EF4-FFF2-40B4-BE49-F238E27FC236}">
                  <a16:creationId xmlns:a16="http://schemas.microsoft.com/office/drawing/2014/main" id="{7DF665AE-B15F-760D-F3D4-CAD6BB94E37F}"/>
                </a:ext>
              </a:extLst>
            </p:cNvPr>
            <p:cNvSpPr>
              <a:spLocks noChangeArrowheads="1"/>
            </p:cNvSpPr>
            <p:nvPr/>
          </p:nvSpPr>
          <p:spPr bwMode="auto">
            <a:xfrm>
              <a:off x="318" y="1782"/>
              <a:ext cx="167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Function unit operations using</a:t>
              </a:r>
              <a:endParaRPr lang="en-US" altLang="es-ES"/>
            </a:p>
          </p:txBody>
        </p:sp>
        <p:sp>
          <p:nvSpPr>
            <p:cNvPr id="859176" name="Rectangle 40">
              <a:extLst>
                <a:ext uri="{FF2B5EF4-FFF2-40B4-BE49-F238E27FC236}">
                  <a16:creationId xmlns:a16="http://schemas.microsoft.com/office/drawing/2014/main" id="{2CF42585-D324-E3FB-9FCE-24FE410AD57E}"/>
                </a:ext>
              </a:extLst>
            </p:cNvPr>
            <p:cNvSpPr>
              <a:spLocks noChangeArrowheads="1"/>
            </p:cNvSpPr>
            <p:nvPr/>
          </p:nvSpPr>
          <p:spPr bwMode="auto">
            <a:xfrm>
              <a:off x="318" y="1936"/>
              <a:ext cx="4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registers</a:t>
              </a:r>
              <a:endParaRPr lang="en-US" altLang="es-ES"/>
            </a:p>
          </p:txBody>
        </p:sp>
        <p:sp>
          <p:nvSpPr>
            <p:cNvPr id="859177" name="Rectangle 41">
              <a:extLst>
                <a:ext uri="{FF2B5EF4-FFF2-40B4-BE49-F238E27FC236}">
                  <a16:creationId xmlns:a16="http://schemas.microsoft.com/office/drawing/2014/main" id="{EDFECCD8-4CCB-A56C-2A5B-EA3F5B31FB5B}"/>
                </a:ext>
              </a:extLst>
            </p:cNvPr>
            <p:cNvSpPr>
              <a:spLocks noChangeArrowheads="1"/>
            </p:cNvSpPr>
            <p:nvPr/>
          </p:nvSpPr>
          <p:spPr bwMode="auto">
            <a:xfrm>
              <a:off x="2285" y="1782"/>
              <a:ext cx="6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0       0       0</a:t>
              </a:r>
              <a:endParaRPr lang="en-US" altLang="es-ES"/>
            </a:p>
          </p:txBody>
        </p:sp>
        <p:sp>
          <p:nvSpPr>
            <p:cNvPr id="859178" name="Rectangle 42">
              <a:extLst>
                <a:ext uri="{FF2B5EF4-FFF2-40B4-BE49-F238E27FC236}">
                  <a16:creationId xmlns:a16="http://schemas.microsoft.com/office/drawing/2014/main" id="{928365A8-8A54-EB40-3E6B-5BFDC22F59E8}"/>
                </a:ext>
              </a:extLst>
            </p:cNvPr>
            <p:cNvSpPr>
              <a:spLocks noChangeArrowheads="1"/>
            </p:cNvSpPr>
            <p:nvPr/>
          </p:nvSpPr>
          <p:spPr bwMode="auto">
            <a:xfrm>
              <a:off x="3116" y="1782"/>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a:t>
              </a:r>
              <a:endParaRPr lang="en-US" altLang="es-ES"/>
            </a:p>
          </p:txBody>
        </p:sp>
        <p:sp>
          <p:nvSpPr>
            <p:cNvPr id="859179" name="Rectangle 43">
              <a:extLst>
                <a:ext uri="{FF2B5EF4-FFF2-40B4-BE49-F238E27FC236}">
                  <a16:creationId xmlns:a16="http://schemas.microsoft.com/office/drawing/2014/main" id="{5937FFCC-FA42-5523-2F62-A4CD0F9373D5}"/>
                </a:ext>
              </a:extLst>
            </p:cNvPr>
            <p:cNvSpPr>
              <a:spLocks noChangeArrowheads="1"/>
            </p:cNvSpPr>
            <p:nvPr/>
          </p:nvSpPr>
          <p:spPr bwMode="auto">
            <a:xfrm>
              <a:off x="3505" y="1782"/>
              <a:ext cx="8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0       0      1       0</a:t>
              </a:r>
              <a:endParaRPr lang="en-US" altLang="es-ES"/>
            </a:p>
          </p:txBody>
        </p:sp>
        <p:sp>
          <p:nvSpPr>
            <p:cNvPr id="859180" name="Rectangle 44">
              <a:extLst>
                <a:ext uri="{FF2B5EF4-FFF2-40B4-BE49-F238E27FC236}">
                  <a16:creationId xmlns:a16="http://schemas.microsoft.com/office/drawing/2014/main" id="{729055BD-1A02-CB12-240C-B21BE2FF517E}"/>
                </a:ext>
              </a:extLst>
            </p:cNvPr>
            <p:cNvSpPr>
              <a:spLocks noChangeArrowheads="1"/>
            </p:cNvSpPr>
            <p:nvPr/>
          </p:nvSpPr>
          <p:spPr bwMode="auto">
            <a:xfrm>
              <a:off x="4615" y="1782"/>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181" name="Rectangle 45">
              <a:extLst>
                <a:ext uri="{FF2B5EF4-FFF2-40B4-BE49-F238E27FC236}">
                  <a16:creationId xmlns:a16="http://schemas.microsoft.com/office/drawing/2014/main" id="{1595AD70-DA98-BFB0-3041-FBCAC2AEE2CA}"/>
                </a:ext>
              </a:extLst>
            </p:cNvPr>
            <p:cNvSpPr>
              <a:spLocks noChangeArrowheads="1"/>
            </p:cNvSpPr>
            <p:nvPr/>
          </p:nvSpPr>
          <p:spPr bwMode="auto">
            <a:xfrm>
              <a:off x="4869" y="1782"/>
              <a:ext cx="3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     X</a:t>
              </a:r>
              <a:endParaRPr lang="en-US" altLang="es-ES"/>
            </a:p>
          </p:txBody>
        </p:sp>
        <p:sp>
          <p:nvSpPr>
            <p:cNvPr id="859182" name="Rectangle 46">
              <a:extLst>
                <a:ext uri="{FF2B5EF4-FFF2-40B4-BE49-F238E27FC236}">
                  <a16:creationId xmlns:a16="http://schemas.microsoft.com/office/drawing/2014/main" id="{20D3DF2C-E8EE-BA2D-A731-14F12F4ACE77}"/>
                </a:ext>
              </a:extLst>
            </p:cNvPr>
            <p:cNvSpPr>
              <a:spLocks noChangeArrowheads="1"/>
            </p:cNvSpPr>
            <p:nvPr/>
          </p:nvSpPr>
          <p:spPr bwMode="auto">
            <a:xfrm>
              <a:off x="318" y="2146"/>
              <a:ext cx="75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Memory read</a:t>
              </a:r>
              <a:endParaRPr lang="en-US" altLang="es-ES"/>
            </a:p>
          </p:txBody>
        </p:sp>
        <p:sp>
          <p:nvSpPr>
            <p:cNvPr id="859183" name="Rectangle 47">
              <a:extLst>
                <a:ext uri="{FF2B5EF4-FFF2-40B4-BE49-F238E27FC236}">
                  <a16:creationId xmlns:a16="http://schemas.microsoft.com/office/drawing/2014/main" id="{1ED3DEC9-30F4-E320-8F18-262515E185A1}"/>
                </a:ext>
              </a:extLst>
            </p:cNvPr>
            <p:cNvSpPr>
              <a:spLocks noChangeArrowheads="1"/>
            </p:cNvSpPr>
            <p:nvPr/>
          </p:nvSpPr>
          <p:spPr bwMode="auto">
            <a:xfrm>
              <a:off x="2285" y="2146"/>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184" name="Rectangle 48">
              <a:extLst>
                <a:ext uri="{FF2B5EF4-FFF2-40B4-BE49-F238E27FC236}">
                  <a16:creationId xmlns:a16="http://schemas.microsoft.com/office/drawing/2014/main" id="{489C6095-2667-6E30-A3EE-837C76102E43}"/>
                </a:ext>
              </a:extLst>
            </p:cNvPr>
            <p:cNvSpPr>
              <a:spLocks noChangeArrowheads="1"/>
            </p:cNvSpPr>
            <p:nvPr/>
          </p:nvSpPr>
          <p:spPr bwMode="auto">
            <a:xfrm>
              <a:off x="2575" y="2146"/>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185" name="Rectangle 49">
              <a:extLst>
                <a:ext uri="{FF2B5EF4-FFF2-40B4-BE49-F238E27FC236}">
                  <a16:creationId xmlns:a16="http://schemas.microsoft.com/office/drawing/2014/main" id="{729C71FA-6608-73F3-F258-E7247BECC675}"/>
                </a:ext>
              </a:extLst>
            </p:cNvPr>
            <p:cNvSpPr>
              <a:spLocks noChangeArrowheads="1"/>
            </p:cNvSpPr>
            <p:nvPr/>
          </p:nvSpPr>
          <p:spPr bwMode="auto">
            <a:xfrm>
              <a:off x="2864" y="2146"/>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1</a:t>
              </a:r>
              <a:endParaRPr lang="en-US" altLang="es-ES"/>
            </a:p>
          </p:txBody>
        </p:sp>
        <p:sp>
          <p:nvSpPr>
            <p:cNvPr id="859186" name="Rectangle 50">
              <a:extLst>
                <a:ext uri="{FF2B5EF4-FFF2-40B4-BE49-F238E27FC236}">
                  <a16:creationId xmlns:a16="http://schemas.microsoft.com/office/drawing/2014/main" id="{49753D8E-2507-F0D3-202D-262ED1B26C52}"/>
                </a:ext>
              </a:extLst>
            </p:cNvPr>
            <p:cNvSpPr>
              <a:spLocks noChangeArrowheads="1"/>
            </p:cNvSpPr>
            <p:nvPr/>
          </p:nvSpPr>
          <p:spPr bwMode="auto">
            <a:xfrm>
              <a:off x="3116" y="2146"/>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a:t>
              </a:r>
              <a:endParaRPr lang="en-US" altLang="es-ES"/>
            </a:p>
          </p:txBody>
        </p:sp>
        <p:sp>
          <p:nvSpPr>
            <p:cNvPr id="859187" name="Rectangle 51">
              <a:extLst>
                <a:ext uri="{FF2B5EF4-FFF2-40B4-BE49-F238E27FC236}">
                  <a16:creationId xmlns:a16="http://schemas.microsoft.com/office/drawing/2014/main" id="{BFBF0928-99D4-42D4-55AD-6FA6A5C7D9AA}"/>
                </a:ext>
              </a:extLst>
            </p:cNvPr>
            <p:cNvSpPr>
              <a:spLocks noChangeArrowheads="1"/>
            </p:cNvSpPr>
            <p:nvPr/>
          </p:nvSpPr>
          <p:spPr bwMode="auto">
            <a:xfrm>
              <a:off x="3505" y="2146"/>
              <a:ext cx="8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0       1      1       0</a:t>
              </a:r>
              <a:endParaRPr lang="en-US" altLang="es-ES"/>
            </a:p>
          </p:txBody>
        </p:sp>
        <p:sp>
          <p:nvSpPr>
            <p:cNvPr id="859188" name="Rectangle 52">
              <a:extLst>
                <a:ext uri="{FF2B5EF4-FFF2-40B4-BE49-F238E27FC236}">
                  <a16:creationId xmlns:a16="http://schemas.microsoft.com/office/drawing/2014/main" id="{6EDB13FD-A23E-52F0-FD59-4F0E2E2B634E}"/>
                </a:ext>
              </a:extLst>
            </p:cNvPr>
            <p:cNvSpPr>
              <a:spLocks noChangeArrowheads="1"/>
            </p:cNvSpPr>
            <p:nvPr/>
          </p:nvSpPr>
          <p:spPr bwMode="auto">
            <a:xfrm>
              <a:off x="4615" y="2146"/>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189" name="Rectangle 53">
              <a:extLst>
                <a:ext uri="{FF2B5EF4-FFF2-40B4-BE49-F238E27FC236}">
                  <a16:creationId xmlns:a16="http://schemas.microsoft.com/office/drawing/2014/main" id="{7E14D7C5-0845-3482-B83A-42D2B212B580}"/>
                </a:ext>
              </a:extLst>
            </p:cNvPr>
            <p:cNvSpPr>
              <a:spLocks noChangeArrowheads="1"/>
            </p:cNvSpPr>
            <p:nvPr/>
          </p:nvSpPr>
          <p:spPr bwMode="auto">
            <a:xfrm>
              <a:off x="4869" y="2146"/>
              <a:ext cx="3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     X</a:t>
              </a:r>
              <a:endParaRPr lang="en-US" altLang="es-ES"/>
            </a:p>
          </p:txBody>
        </p:sp>
        <p:sp>
          <p:nvSpPr>
            <p:cNvPr id="859190" name="Rectangle 54">
              <a:extLst>
                <a:ext uri="{FF2B5EF4-FFF2-40B4-BE49-F238E27FC236}">
                  <a16:creationId xmlns:a16="http://schemas.microsoft.com/office/drawing/2014/main" id="{6D17B18C-30F1-5455-8C3A-EA56DC889419}"/>
                </a:ext>
              </a:extLst>
            </p:cNvPr>
            <p:cNvSpPr>
              <a:spLocks noChangeArrowheads="1"/>
            </p:cNvSpPr>
            <p:nvPr/>
          </p:nvSpPr>
          <p:spPr bwMode="auto">
            <a:xfrm>
              <a:off x="318" y="2398"/>
              <a:ext cx="78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Memory write</a:t>
              </a:r>
              <a:endParaRPr lang="en-US" altLang="es-ES"/>
            </a:p>
          </p:txBody>
        </p:sp>
        <p:sp>
          <p:nvSpPr>
            <p:cNvPr id="859191" name="Rectangle 55">
              <a:extLst>
                <a:ext uri="{FF2B5EF4-FFF2-40B4-BE49-F238E27FC236}">
                  <a16:creationId xmlns:a16="http://schemas.microsoft.com/office/drawing/2014/main" id="{70BE25E5-19A1-2E94-7503-BC7E5B3E3F95}"/>
                </a:ext>
              </a:extLst>
            </p:cNvPr>
            <p:cNvSpPr>
              <a:spLocks noChangeArrowheads="1"/>
            </p:cNvSpPr>
            <p:nvPr/>
          </p:nvSpPr>
          <p:spPr bwMode="auto">
            <a:xfrm>
              <a:off x="2285" y="239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192" name="Rectangle 56">
              <a:extLst>
                <a:ext uri="{FF2B5EF4-FFF2-40B4-BE49-F238E27FC236}">
                  <a16:creationId xmlns:a16="http://schemas.microsoft.com/office/drawing/2014/main" id="{85F0397C-85A2-E005-04F5-5C0C94DF8E39}"/>
                </a:ext>
              </a:extLst>
            </p:cNvPr>
            <p:cNvSpPr>
              <a:spLocks noChangeArrowheads="1"/>
            </p:cNvSpPr>
            <p:nvPr/>
          </p:nvSpPr>
          <p:spPr bwMode="auto">
            <a:xfrm>
              <a:off x="2575" y="239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1</a:t>
              </a:r>
              <a:endParaRPr lang="en-US" altLang="es-ES"/>
            </a:p>
          </p:txBody>
        </p:sp>
        <p:sp>
          <p:nvSpPr>
            <p:cNvPr id="859193" name="Rectangle 57">
              <a:extLst>
                <a:ext uri="{FF2B5EF4-FFF2-40B4-BE49-F238E27FC236}">
                  <a16:creationId xmlns:a16="http://schemas.microsoft.com/office/drawing/2014/main" id="{55D5A2FD-4FBD-E48A-8A06-AFDA34614EBE}"/>
                </a:ext>
              </a:extLst>
            </p:cNvPr>
            <p:cNvSpPr>
              <a:spLocks noChangeArrowheads="1"/>
            </p:cNvSpPr>
            <p:nvPr/>
          </p:nvSpPr>
          <p:spPr bwMode="auto">
            <a:xfrm>
              <a:off x="2864" y="239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194" name="Rectangle 58">
              <a:extLst>
                <a:ext uri="{FF2B5EF4-FFF2-40B4-BE49-F238E27FC236}">
                  <a16:creationId xmlns:a16="http://schemas.microsoft.com/office/drawing/2014/main" id="{9356CCBB-DF03-71E2-6727-24C3B31058DD}"/>
                </a:ext>
              </a:extLst>
            </p:cNvPr>
            <p:cNvSpPr>
              <a:spLocks noChangeArrowheads="1"/>
            </p:cNvSpPr>
            <p:nvPr/>
          </p:nvSpPr>
          <p:spPr bwMode="auto">
            <a:xfrm>
              <a:off x="3116" y="2398"/>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a:t>
              </a:r>
              <a:endParaRPr lang="en-US" altLang="es-ES"/>
            </a:p>
          </p:txBody>
        </p:sp>
        <p:sp>
          <p:nvSpPr>
            <p:cNvPr id="859195" name="Rectangle 59">
              <a:extLst>
                <a:ext uri="{FF2B5EF4-FFF2-40B4-BE49-F238E27FC236}">
                  <a16:creationId xmlns:a16="http://schemas.microsoft.com/office/drawing/2014/main" id="{D91EEEE3-5D5E-FAF5-0684-2CB556AE36A5}"/>
                </a:ext>
              </a:extLst>
            </p:cNvPr>
            <p:cNvSpPr>
              <a:spLocks noChangeArrowheads="1"/>
            </p:cNvSpPr>
            <p:nvPr/>
          </p:nvSpPr>
          <p:spPr bwMode="auto">
            <a:xfrm>
              <a:off x="3505" y="239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196" name="Rectangle 60">
              <a:extLst>
                <a:ext uri="{FF2B5EF4-FFF2-40B4-BE49-F238E27FC236}">
                  <a16:creationId xmlns:a16="http://schemas.microsoft.com/office/drawing/2014/main" id="{CDB22042-4169-A35D-9482-4BE825B7461A}"/>
                </a:ext>
              </a:extLst>
            </p:cNvPr>
            <p:cNvSpPr>
              <a:spLocks noChangeArrowheads="1"/>
            </p:cNvSpPr>
            <p:nvPr/>
          </p:nvSpPr>
          <p:spPr bwMode="auto">
            <a:xfrm>
              <a:off x="3790" y="2398"/>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a:t>
              </a:r>
              <a:endParaRPr lang="en-US" altLang="es-ES"/>
            </a:p>
          </p:txBody>
        </p:sp>
        <p:sp>
          <p:nvSpPr>
            <p:cNvPr id="859197" name="Rectangle 61">
              <a:extLst>
                <a:ext uri="{FF2B5EF4-FFF2-40B4-BE49-F238E27FC236}">
                  <a16:creationId xmlns:a16="http://schemas.microsoft.com/office/drawing/2014/main" id="{9E9B7AB1-984D-D5BB-5DE2-EE616B8D1408}"/>
                </a:ext>
              </a:extLst>
            </p:cNvPr>
            <p:cNvSpPr>
              <a:spLocks noChangeArrowheads="1"/>
            </p:cNvSpPr>
            <p:nvPr/>
          </p:nvSpPr>
          <p:spPr bwMode="auto">
            <a:xfrm>
              <a:off x="4075" y="2398"/>
              <a:ext cx="32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0      1</a:t>
              </a:r>
              <a:endParaRPr lang="en-US" altLang="es-ES"/>
            </a:p>
          </p:txBody>
        </p:sp>
        <p:sp>
          <p:nvSpPr>
            <p:cNvPr id="859198" name="Rectangle 62">
              <a:extLst>
                <a:ext uri="{FF2B5EF4-FFF2-40B4-BE49-F238E27FC236}">
                  <a16:creationId xmlns:a16="http://schemas.microsoft.com/office/drawing/2014/main" id="{42D95C0A-6857-7205-53A4-2014C94DAF0E}"/>
                </a:ext>
              </a:extLst>
            </p:cNvPr>
            <p:cNvSpPr>
              <a:spLocks noChangeArrowheads="1"/>
            </p:cNvSpPr>
            <p:nvPr/>
          </p:nvSpPr>
          <p:spPr bwMode="auto">
            <a:xfrm>
              <a:off x="4615" y="239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199" name="Rectangle 63">
              <a:extLst>
                <a:ext uri="{FF2B5EF4-FFF2-40B4-BE49-F238E27FC236}">
                  <a16:creationId xmlns:a16="http://schemas.microsoft.com/office/drawing/2014/main" id="{38BB039E-509C-3D49-4C45-CCC4EED19C38}"/>
                </a:ext>
              </a:extLst>
            </p:cNvPr>
            <p:cNvSpPr>
              <a:spLocks noChangeArrowheads="1"/>
            </p:cNvSpPr>
            <p:nvPr/>
          </p:nvSpPr>
          <p:spPr bwMode="auto">
            <a:xfrm>
              <a:off x="4869" y="2398"/>
              <a:ext cx="3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     X</a:t>
              </a:r>
              <a:endParaRPr lang="en-US" altLang="es-ES"/>
            </a:p>
          </p:txBody>
        </p:sp>
        <p:sp>
          <p:nvSpPr>
            <p:cNvPr id="859200" name="Rectangle 64">
              <a:extLst>
                <a:ext uri="{FF2B5EF4-FFF2-40B4-BE49-F238E27FC236}">
                  <a16:creationId xmlns:a16="http://schemas.microsoft.com/office/drawing/2014/main" id="{7D84580D-7556-E9BB-9A41-DB772F233F80}"/>
                </a:ext>
              </a:extLst>
            </p:cNvPr>
            <p:cNvSpPr>
              <a:spLocks noChangeArrowheads="1"/>
            </p:cNvSpPr>
            <p:nvPr/>
          </p:nvSpPr>
          <p:spPr bwMode="auto">
            <a:xfrm>
              <a:off x="318" y="2650"/>
              <a:ext cx="167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Function unit operations using</a:t>
              </a:r>
              <a:endParaRPr lang="en-US" altLang="es-ES"/>
            </a:p>
          </p:txBody>
        </p:sp>
        <p:sp>
          <p:nvSpPr>
            <p:cNvPr id="859201" name="Rectangle 65">
              <a:extLst>
                <a:ext uri="{FF2B5EF4-FFF2-40B4-BE49-F238E27FC236}">
                  <a16:creationId xmlns:a16="http://schemas.microsoft.com/office/drawing/2014/main" id="{76C8DF52-93A8-AFE0-BE64-DEDFEE7A3F2C}"/>
                </a:ext>
              </a:extLst>
            </p:cNvPr>
            <p:cNvSpPr>
              <a:spLocks noChangeArrowheads="1"/>
            </p:cNvSpPr>
            <p:nvPr/>
          </p:nvSpPr>
          <p:spPr bwMode="auto">
            <a:xfrm>
              <a:off x="318" y="2804"/>
              <a:ext cx="115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register and constant</a:t>
              </a:r>
              <a:endParaRPr lang="en-US" altLang="es-ES"/>
            </a:p>
          </p:txBody>
        </p:sp>
        <p:sp>
          <p:nvSpPr>
            <p:cNvPr id="859202" name="Rectangle 66">
              <a:extLst>
                <a:ext uri="{FF2B5EF4-FFF2-40B4-BE49-F238E27FC236}">
                  <a16:creationId xmlns:a16="http://schemas.microsoft.com/office/drawing/2014/main" id="{5AD4347D-E897-FDDB-804F-7A314CCD2A2B}"/>
                </a:ext>
              </a:extLst>
            </p:cNvPr>
            <p:cNvSpPr>
              <a:spLocks noChangeArrowheads="1"/>
            </p:cNvSpPr>
            <p:nvPr/>
          </p:nvSpPr>
          <p:spPr bwMode="auto">
            <a:xfrm>
              <a:off x="2285" y="2650"/>
              <a:ext cx="64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1       0       0</a:t>
              </a:r>
              <a:endParaRPr lang="en-US" altLang="es-ES"/>
            </a:p>
          </p:txBody>
        </p:sp>
        <p:sp>
          <p:nvSpPr>
            <p:cNvPr id="859203" name="Rectangle 67">
              <a:extLst>
                <a:ext uri="{FF2B5EF4-FFF2-40B4-BE49-F238E27FC236}">
                  <a16:creationId xmlns:a16="http://schemas.microsoft.com/office/drawing/2014/main" id="{CDDE350C-DA18-468D-2404-70E4F6BEE158}"/>
                </a:ext>
              </a:extLst>
            </p:cNvPr>
            <p:cNvSpPr>
              <a:spLocks noChangeArrowheads="1"/>
            </p:cNvSpPr>
            <p:nvPr/>
          </p:nvSpPr>
          <p:spPr bwMode="auto">
            <a:xfrm>
              <a:off x="3116" y="2650"/>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a:t>
              </a:r>
              <a:endParaRPr lang="en-US" altLang="es-ES"/>
            </a:p>
          </p:txBody>
        </p:sp>
        <p:sp>
          <p:nvSpPr>
            <p:cNvPr id="859204" name="Rectangle 68">
              <a:extLst>
                <a:ext uri="{FF2B5EF4-FFF2-40B4-BE49-F238E27FC236}">
                  <a16:creationId xmlns:a16="http://schemas.microsoft.com/office/drawing/2014/main" id="{E6D1B6D5-B239-DFC1-1551-EEA17A1F6695}"/>
                </a:ext>
              </a:extLst>
            </p:cNvPr>
            <p:cNvSpPr>
              <a:spLocks noChangeArrowheads="1"/>
            </p:cNvSpPr>
            <p:nvPr/>
          </p:nvSpPr>
          <p:spPr bwMode="auto">
            <a:xfrm>
              <a:off x="3505" y="2650"/>
              <a:ext cx="89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1        0      1      0</a:t>
              </a:r>
              <a:endParaRPr lang="en-US" altLang="es-ES"/>
            </a:p>
          </p:txBody>
        </p:sp>
        <p:sp>
          <p:nvSpPr>
            <p:cNvPr id="859205" name="Rectangle 69">
              <a:extLst>
                <a:ext uri="{FF2B5EF4-FFF2-40B4-BE49-F238E27FC236}">
                  <a16:creationId xmlns:a16="http://schemas.microsoft.com/office/drawing/2014/main" id="{01646804-4595-8D44-297C-E4D3607DA364}"/>
                </a:ext>
              </a:extLst>
            </p:cNvPr>
            <p:cNvSpPr>
              <a:spLocks noChangeArrowheads="1"/>
            </p:cNvSpPr>
            <p:nvPr/>
          </p:nvSpPr>
          <p:spPr bwMode="auto">
            <a:xfrm>
              <a:off x="4615" y="2650"/>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206" name="Rectangle 70">
              <a:extLst>
                <a:ext uri="{FF2B5EF4-FFF2-40B4-BE49-F238E27FC236}">
                  <a16:creationId xmlns:a16="http://schemas.microsoft.com/office/drawing/2014/main" id="{DB792BFC-B877-9E97-30CA-EB8A2E460B4F}"/>
                </a:ext>
              </a:extLst>
            </p:cNvPr>
            <p:cNvSpPr>
              <a:spLocks noChangeArrowheads="1"/>
            </p:cNvSpPr>
            <p:nvPr/>
          </p:nvSpPr>
          <p:spPr bwMode="auto">
            <a:xfrm>
              <a:off x="4869" y="2650"/>
              <a:ext cx="34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     X</a:t>
              </a:r>
              <a:endParaRPr lang="en-US" altLang="es-ES"/>
            </a:p>
          </p:txBody>
        </p:sp>
        <p:sp>
          <p:nvSpPr>
            <p:cNvPr id="859207" name="Rectangle 71">
              <a:extLst>
                <a:ext uri="{FF2B5EF4-FFF2-40B4-BE49-F238E27FC236}">
                  <a16:creationId xmlns:a16="http://schemas.microsoft.com/office/drawing/2014/main" id="{021C747A-3C9A-0375-1B08-F0AEF43D31BA}"/>
                </a:ext>
              </a:extLst>
            </p:cNvPr>
            <p:cNvSpPr>
              <a:spLocks noChangeArrowheads="1"/>
            </p:cNvSpPr>
            <p:nvPr/>
          </p:nvSpPr>
          <p:spPr bwMode="auto">
            <a:xfrm>
              <a:off x="318" y="3014"/>
              <a:ext cx="170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Conditional branch on zero (Z)</a:t>
              </a:r>
              <a:endParaRPr lang="en-US" altLang="es-ES"/>
            </a:p>
          </p:txBody>
        </p:sp>
        <p:sp>
          <p:nvSpPr>
            <p:cNvPr id="859208" name="Rectangle 72">
              <a:extLst>
                <a:ext uri="{FF2B5EF4-FFF2-40B4-BE49-F238E27FC236}">
                  <a16:creationId xmlns:a16="http://schemas.microsoft.com/office/drawing/2014/main" id="{15A1FAF3-423B-3B17-D347-A5F1A3FC14BC}"/>
                </a:ext>
              </a:extLst>
            </p:cNvPr>
            <p:cNvSpPr>
              <a:spLocks noChangeArrowheads="1"/>
            </p:cNvSpPr>
            <p:nvPr/>
          </p:nvSpPr>
          <p:spPr bwMode="auto">
            <a:xfrm>
              <a:off x="2285" y="3014"/>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1</a:t>
              </a:r>
              <a:endParaRPr lang="en-US" altLang="es-ES"/>
            </a:p>
          </p:txBody>
        </p:sp>
        <p:sp>
          <p:nvSpPr>
            <p:cNvPr id="859209" name="Rectangle 73">
              <a:extLst>
                <a:ext uri="{FF2B5EF4-FFF2-40B4-BE49-F238E27FC236}">
                  <a16:creationId xmlns:a16="http://schemas.microsoft.com/office/drawing/2014/main" id="{140B7AD9-7D49-652E-80D8-2A757538BBBD}"/>
                </a:ext>
              </a:extLst>
            </p:cNvPr>
            <p:cNvSpPr>
              <a:spLocks noChangeArrowheads="1"/>
            </p:cNvSpPr>
            <p:nvPr/>
          </p:nvSpPr>
          <p:spPr bwMode="auto">
            <a:xfrm>
              <a:off x="2575" y="3014"/>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1</a:t>
              </a:r>
              <a:endParaRPr lang="en-US" altLang="es-ES"/>
            </a:p>
          </p:txBody>
        </p:sp>
        <p:sp>
          <p:nvSpPr>
            <p:cNvPr id="859210" name="Rectangle 74">
              <a:extLst>
                <a:ext uri="{FF2B5EF4-FFF2-40B4-BE49-F238E27FC236}">
                  <a16:creationId xmlns:a16="http://schemas.microsoft.com/office/drawing/2014/main" id="{B355D1C6-DF7B-F926-F57C-FA5249513FBB}"/>
                </a:ext>
              </a:extLst>
            </p:cNvPr>
            <p:cNvSpPr>
              <a:spLocks noChangeArrowheads="1"/>
            </p:cNvSpPr>
            <p:nvPr/>
          </p:nvSpPr>
          <p:spPr bwMode="auto">
            <a:xfrm>
              <a:off x="2865" y="3014"/>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211" name="Rectangle 75">
              <a:extLst>
                <a:ext uri="{FF2B5EF4-FFF2-40B4-BE49-F238E27FC236}">
                  <a16:creationId xmlns:a16="http://schemas.microsoft.com/office/drawing/2014/main" id="{8F259B99-6DEE-6233-D9F8-4B5BBA458EEE}"/>
                </a:ext>
              </a:extLst>
            </p:cNvPr>
            <p:cNvSpPr>
              <a:spLocks noChangeArrowheads="1"/>
            </p:cNvSpPr>
            <p:nvPr/>
          </p:nvSpPr>
          <p:spPr bwMode="auto">
            <a:xfrm>
              <a:off x="3116" y="3014"/>
              <a:ext cx="47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          X</a:t>
              </a:r>
              <a:endParaRPr lang="en-US" altLang="es-ES"/>
            </a:p>
          </p:txBody>
        </p:sp>
        <p:sp>
          <p:nvSpPr>
            <p:cNvPr id="859212" name="Rectangle 76">
              <a:extLst>
                <a:ext uri="{FF2B5EF4-FFF2-40B4-BE49-F238E27FC236}">
                  <a16:creationId xmlns:a16="http://schemas.microsoft.com/office/drawing/2014/main" id="{D01B8967-C1BE-76F5-AF71-99BA1481C0F3}"/>
                </a:ext>
              </a:extLst>
            </p:cNvPr>
            <p:cNvSpPr>
              <a:spLocks noChangeArrowheads="1"/>
            </p:cNvSpPr>
            <p:nvPr/>
          </p:nvSpPr>
          <p:spPr bwMode="auto">
            <a:xfrm>
              <a:off x="3790" y="3014"/>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a:t>
              </a:r>
              <a:endParaRPr lang="en-US" altLang="es-ES"/>
            </a:p>
          </p:txBody>
        </p:sp>
        <p:sp>
          <p:nvSpPr>
            <p:cNvPr id="859213" name="Rectangle 77">
              <a:extLst>
                <a:ext uri="{FF2B5EF4-FFF2-40B4-BE49-F238E27FC236}">
                  <a16:creationId xmlns:a16="http://schemas.microsoft.com/office/drawing/2014/main" id="{9D46213B-DD84-2A0B-6208-E91D434AED31}"/>
                </a:ext>
              </a:extLst>
            </p:cNvPr>
            <p:cNvSpPr>
              <a:spLocks noChangeArrowheads="1"/>
            </p:cNvSpPr>
            <p:nvPr/>
          </p:nvSpPr>
          <p:spPr bwMode="auto">
            <a:xfrm>
              <a:off x="4075" y="3014"/>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214" name="Rectangle 78">
              <a:extLst>
                <a:ext uri="{FF2B5EF4-FFF2-40B4-BE49-F238E27FC236}">
                  <a16:creationId xmlns:a16="http://schemas.microsoft.com/office/drawing/2014/main" id="{E125560F-5EE2-0A37-EC58-3E539F0903BC}"/>
                </a:ext>
              </a:extLst>
            </p:cNvPr>
            <p:cNvSpPr>
              <a:spLocks noChangeArrowheads="1"/>
            </p:cNvSpPr>
            <p:nvPr/>
          </p:nvSpPr>
          <p:spPr bwMode="auto">
            <a:xfrm>
              <a:off x="4360" y="3014"/>
              <a:ext cx="8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0      1      0      0</a:t>
              </a:r>
              <a:endParaRPr lang="en-US" altLang="es-ES"/>
            </a:p>
          </p:txBody>
        </p:sp>
        <p:sp>
          <p:nvSpPr>
            <p:cNvPr id="859215" name="Rectangle 79">
              <a:extLst>
                <a:ext uri="{FF2B5EF4-FFF2-40B4-BE49-F238E27FC236}">
                  <a16:creationId xmlns:a16="http://schemas.microsoft.com/office/drawing/2014/main" id="{173048D3-3113-7B01-167B-F68CF935C482}"/>
                </a:ext>
              </a:extLst>
            </p:cNvPr>
            <p:cNvSpPr>
              <a:spLocks noChangeArrowheads="1"/>
            </p:cNvSpPr>
            <p:nvPr/>
          </p:nvSpPr>
          <p:spPr bwMode="auto">
            <a:xfrm>
              <a:off x="318" y="3266"/>
              <a:ext cx="19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Conditional branch on negative (N)</a:t>
              </a:r>
              <a:endParaRPr lang="en-US" altLang="es-ES"/>
            </a:p>
          </p:txBody>
        </p:sp>
        <p:sp>
          <p:nvSpPr>
            <p:cNvPr id="859216" name="Rectangle 80">
              <a:extLst>
                <a:ext uri="{FF2B5EF4-FFF2-40B4-BE49-F238E27FC236}">
                  <a16:creationId xmlns:a16="http://schemas.microsoft.com/office/drawing/2014/main" id="{11D2FB5F-15EF-6C9D-BC6A-51AE7278117E}"/>
                </a:ext>
              </a:extLst>
            </p:cNvPr>
            <p:cNvSpPr>
              <a:spLocks noChangeArrowheads="1"/>
            </p:cNvSpPr>
            <p:nvPr/>
          </p:nvSpPr>
          <p:spPr bwMode="auto">
            <a:xfrm>
              <a:off x="2285" y="3266"/>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1</a:t>
              </a:r>
              <a:endParaRPr lang="en-US" altLang="es-ES"/>
            </a:p>
          </p:txBody>
        </p:sp>
        <p:sp>
          <p:nvSpPr>
            <p:cNvPr id="859217" name="Rectangle 81">
              <a:extLst>
                <a:ext uri="{FF2B5EF4-FFF2-40B4-BE49-F238E27FC236}">
                  <a16:creationId xmlns:a16="http://schemas.microsoft.com/office/drawing/2014/main" id="{607E8AD4-ABC8-1052-C11B-7BAB6A51B547}"/>
                </a:ext>
              </a:extLst>
            </p:cNvPr>
            <p:cNvSpPr>
              <a:spLocks noChangeArrowheads="1"/>
            </p:cNvSpPr>
            <p:nvPr/>
          </p:nvSpPr>
          <p:spPr bwMode="auto">
            <a:xfrm>
              <a:off x="2575" y="3266"/>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1</a:t>
              </a:r>
              <a:endParaRPr lang="en-US" altLang="es-ES"/>
            </a:p>
          </p:txBody>
        </p:sp>
        <p:sp>
          <p:nvSpPr>
            <p:cNvPr id="859218" name="Rectangle 82">
              <a:extLst>
                <a:ext uri="{FF2B5EF4-FFF2-40B4-BE49-F238E27FC236}">
                  <a16:creationId xmlns:a16="http://schemas.microsoft.com/office/drawing/2014/main" id="{E4EC3670-3AD0-EE9E-FC7A-B7871E54C182}"/>
                </a:ext>
              </a:extLst>
            </p:cNvPr>
            <p:cNvSpPr>
              <a:spLocks noChangeArrowheads="1"/>
            </p:cNvSpPr>
            <p:nvPr/>
          </p:nvSpPr>
          <p:spPr bwMode="auto">
            <a:xfrm>
              <a:off x="2865" y="3266"/>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219" name="Rectangle 83">
              <a:extLst>
                <a:ext uri="{FF2B5EF4-FFF2-40B4-BE49-F238E27FC236}">
                  <a16:creationId xmlns:a16="http://schemas.microsoft.com/office/drawing/2014/main" id="{D9698F04-F970-317E-42B6-973EC96DDE6F}"/>
                </a:ext>
              </a:extLst>
            </p:cNvPr>
            <p:cNvSpPr>
              <a:spLocks noChangeArrowheads="1"/>
            </p:cNvSpPr>
            <p:nvPr/>
          </p:nvSpPr>
          <p:spPr bwMode="auto">
            <a:xfrm>
              <a:off x="3116" y="3266"/>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1</a:t>
              </a:r>
              <a:endParaRPr lang="en-US" altLang="es-ES"/>
            </a:p>
          </p:txBody>
        </p:sp>
        <p:sp>
          <p:nvSpPr>
            <p:cNvPr id="859220" name="Rectangle 84">
              <a:extLst>
                <a:ext uri="{FF2B5EF4-FFF2-40B4-BE49-F238E27FC236}">
                  <a16:creationId xmlns:a16="http://schemas.microsoft.com/office/drawing/2014/main" id="{D5E59B60-9EF2-3AD7-6A1A-B2D9175B1EC1}"/>
                </a:ext>
              </a:extLst>
            </p:cNvPr>
            <p:cNvSpPr>
              <a:spLocks noChangeArrowheads="1"/>
            </p:cNvSpPr>
            <p:nvPr/>
          </p:nvSpPr>
          <p:spPr bwMode="auto">
            <a:xfrm>
              <a:off x="3505" y="3266"/>
              <a:ext cx="37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      X</a:t>
              </a:r>
              <a:endParaRPr lang="en-US" altLang="es-ES"/>
            </a:p>
          </p:txBody>
        </p:sp>
        <p:sp>
          <p:nvSpPr>
            <p:cNvPr id="859221" name="Rectangle 85">
              <a:extLst>
                <a:ext uri="{FF2B5EF4-FFF2-40B4-BE49-F238E27FC236}">
                  <a16:creationId xmlns:a16="http://schemas.microsoft.com/office/drawing/2014/main" id="{FAE252F8-0709-CC04-CB89-DF85B3AF3411}"/>
                </a:ext>
              </a:extLst>
            </p:cNvPr>
            <p:cNvSpPr>
              <a:spLocks noChangeArrowheads="1"/>
            </p:cNvSpPr>
            <p:nvPr/>
          </p:nvSpPr>
          <p:spPr bwMode="auto">
            <a:xfrm>
              <a:off x="4075" y="3266"/>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222" name="Rectangle 86">
              <a:extLst>
                <a:ext uri="{FF2B5EF4-FFF2-40B4-BE49-F238E27FC236}">
                  <a16:creationId xmlns:a16="http://schemas.microsoft.com/office/drawing/2014/main" id="{41A77F55-1BF8-FA16-7C93-1EE944FB4169}"/>
                </a:ext>
              </a:extLst>
            </p:cNvPr>
            <p:cNvSpPr>
              <a:spLocks noChangeArrowheads="1"/>
            </p:cNvSpPr>
            <p:nvPr/>
          </p:nvSpPr>
          <p:spPr bwMode="auto">
            <a:xfrm>
              <a:off x="4360" y="3266"/>
              <a:ext cx="8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0      1      0      1</a:t>
              </a:r>
              <a:endParaRPr lang="en-US" altLang="es-ES"/>
            </a:p>
          </p:txBody>
        </p:sp>
        <p:sp>
          <p:nvSpPr>
            <p:cNvPr id="859223" name="Rectangle 87">
              <a:extLst>
                <a:ext uri="{FF2B5EF4-FFF2-40B4-BE49-F238E27FC236}">
                  <a16:creationId xmlns:a16="http://schemas.microsoft.com/office/drawing/2014/main" id="{2FBAE0DF-5891-CE3B-401F-49111A5A4CD3}"/>
                </a:ext>
              </a:extLst>
            </p:cNvPr>
            <p:cNvSpPr>
              <a:spLocks noChangeArrowheads="1"/>
            </p:cNvSpPr>
            <p:nvPr/>
          </p:nvSpPr>
          <p:spPr bwMode="auto">
            <a:xfrm>
              <a:off x="318" y="3518"/>
              <a:ext cx="8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Unconditional J</a:t>
              </a:r>
              <a:endParaRPr lang="en-US" altLang="es-ES"/>
            </a:p>
          </p:txBody>
        </p:sp>
        <p:sp>
          <p:nvSpPr>
            <p:cNvPr id="859224" name="Rectangle 88">
              <a:extLst>
                <a:ext uri="{FF2B5EF4-FFF2-40B4-BE49-F238E27FC236}">
                  <a16:creationId xmlns:a16="http://schemas.microsoft.com/office/drawing/2014/main" id="{B062CB8C-4928-119E-E718-348FCEFE18BE}"/>
                </a:ext>
              </a:extLst>
            </p:cNvPr>
            <p:cNvSpPr>
              <a:spLocks noChangeArrowheads="1"/>
            </p:cNvSpPr>
            <p:nvPr/>
          </p:nvSpPr>
          <p:spPr bwMode="auto">
            <a:xfrm>
              <a:off x="1193" y="3518"/>
              <a:ext cx="2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ump</a:t>
              </a:r>
              <a:endParaRPr lang="en-US" altLang="es-ES"/>
            </a:p>
          </p:txBody>
        </p:sp>
        <p:sp>
          <p:nvSpPr>
            <p:cNvPr id="859225" name="Rectangle 89">
              <a:extLst>
                <a:ext uri="{FF2B5EF4-FFF2-40B4-BE49-F238E27FC236}">
                  <a16:creationId xmlns:a16="http://schemas.microsoft.com/office/drawing/2014/main" id="{F7BE989F-AF56-0A63-EFE0-EA0F1A3F4D2B}"/>
                </a:ext>
              </a:extLst>
            </p:cNvPr>
            <p:cNvSpPr>
              <a:spLocks noChangeArrowheads="1"/>
            </p:cNvSpPr>
            <p:nvPr/>
          </p:nvSpPr>
          <p:spPr bwMode="auto">
            <a:xfrm>
              <a:off x="2285" y="351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1</a:t>
              </a:r>
              <a:endParaRPr lang="en-US" altLang="es-ES"/>
            </a:p>
          </p:txBody>
        </p:sp>
        <p:sp>
          <p:nvSpPr>
            <p:cNvPr id="859226" name="Rectangle 90">
              <a:extLst>
                <a:ext uri="{FF2B5EF4-FFF2-40B4-BE49-F238E27FC236}">
                  <a16:creationId xmlns:a16="http://schemas.microsoft.com/office/drawing/2014/main" id="{5C84DF48-13DC-5E6F-C879-71B4A1296DB3}"/>
                </a:ext>
              </a:extLst>
            </p:cNvPr>
            <p:cNvSpPr>
              <a:spLocks noChangeArrowheads="1"/>
            </p:cNvSpPr>
            <p:nvPr/>
          </p:nvSpPr>
          <p:spPr bwMode="auto">
            <a:xfrm>
              <a:off x="2575" y="351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1</a:t>
              </a:r>
              <a:endParaRPr lang="en-US" altLang="es-ES"/>
            </a:p>
          </p:txBody>
        </p:sp>
        <p:sp>
          <p:nvSpPr>
            <p:cNvPr id="859227" name="Rectangle 91">
              <a:extLst>
                <a:ext uri="{FF2B5EF4-FFF2-40B4-BE49-F238E27FC236}">
                  <a16:creationId xmlns:a16="http://schemas.microsoft.com/office/drawing/2014/main" id="{160959D8-6AF3-6247-33F3-5EC41D361394}"/>
                </a:ext>
              </a:extLst>
            </p:cNvPr>
            <p:cNvSpPr>
              <a:spLocks noChangeArrowheads="1"/>
            </p:cNvSpPr>
            <p:nvPr/>
          </p:nvSpPr>
          <p:spPr bwMode="auto">
            <a:xfrm>
              <a:off x="2865" y="351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1</a:t>
              </a:r>
              <a:endParaRPr lang="en-US" altLang="es-ES"/>
            </a:p>
          </p:txBody>
        </p:sp>
        <p:sp>
          <p:nvSpPr>
            <p:cNvPr id="859228" name="Rectangle 92">
              <a:extLst>
                <a:ext uri="{FF2B5EF4-FFF2-40B4-BE49-F238E27FC236}">
                  <a16:creationId xmlns:a16="http://schemas.microsoft.com/office/drawing/2014/main" id="{798EE6D1-3D99-A2C0-7921-67E3ED380F5E}"/>
                </a:ext>
              </a:extLst>
            </p:cNvPr>
            <p:cNvSpPr>
              <a:spLocks noChangeArrowheads="1"/>
            </p:cNvSpPr>
            <p:nvPr/>
          </p:nvSpPr>
          <p:spPr bwMode="auto">
            <a:xfrm>
              <a:off x="3116" y="3518"/>
              <a:ext cx="4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         X</a:t>
              </a:r>
              <a:endParaRPr lang="en-US" altLang="es-ES"/>
            </a:p>
          </p:txBody>
        </p:sp>
        <p:sp>
          <p:nvSpPr>
            <p:cNvPr id="859229" name="Rectangle 93">
              <a:extLst>
                <a:ext uri="{FF2B5EF4-FFF2-40B4-BE49-F238E27FC236}">
                  <a16:creationId xmlns:a16="http://schemas.microsoft.com/office/drawing/2014/main" id="{2D3B7D34-457D-D598-9158-6582B99D5077}"/>
                </a:ext>
              </a:extLst>
            </p:cNvPr>
            <p:cNvSpPr>
              <a:spLocks noChangeArrowheads="1"/>
            </p:cNvSpPr>
            <p:nvPr/>
          </p:nvSpPr>
          <p:spPr bwMode="auto">
            <a:xfrm>
              <a:off x="3790" y="3518"/>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a:t>
              </a:r>
              <a:endParaRPr lang="en-US" altLang="es-ES"/>
            </a:p>
          </p:txBody>
        </p:sp>
        <p:sp>
          <p:nvSpPr>
            <p:cNvPr id="859230" name="Rectangle 94">
              <a:extLst>
                <a:ext uri="{FF2B5EF4-FFF2-40B4-BE49-F238E27FC236}">
                  <a16:creationId xmlns:a16="http://schemas.microsoft.com/office/drawing/2014/main" id="{6890DA91-4E16-0903-5342-74A34BFE9E84}"/>
                </a:ext>
              </a:extLst>
            </p:cNvPr>
            <p:cNvSpPr>
              <a:spLocks noChangeArrowheads="1"/>
            </p:cNvSpPr>
            <p:nvPr/>
          </p:nvSpPr>
          <p:spPr bwMode="auto">
            <a:xfrm>
              <a:off x="4075" y="351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a:t>
              </a:r>
              <a:endParaRPr lang="en-US" altLang="es-ES"/>
            </a:p>
          </p:txBody>
        </p:sp>
        <p:sp>
          <p:nvSpPr>
            <p:cNvPr id="859231" name="Rectangle 95">
              <a:extLst>
                <a:ext uri="{FF2B5EF4-FFF2-40B4-BE49-F238E27FC236}">
                  <a16:creationId xmlns:a16="http://schemas.microsoft.com/office/drawing/2014/main" id="{8FAE17D8-36CF-62B1-4DB4-E17EB090F988}"/>
                </a:ext>
              </a:extLst>
            </p:cNvPr>
            <p:cNvSpPr>
              <a:spLocks noChangeArrowheads="1"/>
            </p:cNvSpPr>
            <p:nvPr/>
          </p:nvSpPr>
          <p:spPr bwMode="auto">
            <a:xfrm>
              <a:off x="4360" y="3518"/>
              <a:ext cx="57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0      1      1</a:t>
              </a:r>
              <a:endParaRPr lang="en-US" altLang="es-ES"/>
            </a:p>
          </p:txBody>
        </p:sp>
        <p:sp>
          <p:nvSpPr>
            <p:cNvPr id="859232" name="Rectangle 96">
              <a:extLst>
                <a:ext uri="{FF2B5EF4-FFF2-40B4-BE49-F238E27FC236}">
                  <a16:creationId xmlns:a16="http://schemas.microsoft.com/office/drawing/2014/main" id="{5A1EB885-364C-E87F-CDB9-0B0CEA7A5BBD}"/>
                </a:ext>
              </a:extLst>
            </p:cNvPr>
            <p:cNvSpPr>
              <a:spLocks noChangeArrowheads="1"/>
            </p:cNvSpPr>
            <p:nvPr/>
          </p:nvSpPr>
          <p:spPr bwMode="auto">
            <a:xfrm>
              <a:off x="5124" y="3518"/>
              <a:ext cx="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600" u="none" baseline="0">
                  <a:solidFill>
                    <a:srgbClr val="000000"/>
                  </a:solidFill>
                </a:rPr>
                <a:t>X</a:t>
              </a:r>
              <a:endParaRPr lang="en-US" altLang="es-ES"/>
            </a:p>
          </p:txBody>
        </p:sp>
        <p:sp>
          <p:nvSpPr>
            <p:cNvPr id="859233" name="Line 97">
              <a:extLst>
                <a:ext uri="{FF2B5EF4-FFF2-40B4-BE49-F238E27FC236}">
                  <a16:creationId xmlns:a16="http://schemas.microsoft.com/office/drawing/2014/main" id="{7AD9A784-2F76-FCF2-9D1F-6AAA115F681C}"/>
                </a:ext>
              </a:extLst>
            </p:cNvPr>
            <p:cNvSpPr>
              <a:spLocks noChangeShapeType="1"/>
            </p:cNvSpPr>
            <p:nvPr/>
          </p:nvSpPr>
          <p:spPr bwMode="auto">
            <a:xfrm>
              <a:off x="318" y="1034"/>
              <a:ext cx="5060" cy="1"/>
            </a:xfrm>
            <a:prstGeom prst="line">
              <a:avLst/>
            </a:prstGeom>
            <a:noFill/>
            <a:ln w="2222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59234" name="Freeform 98">
              <a:extLst>
                <a:ext uri="{FF2B5EF4-FFF2-40B4-BE49-F238E27FC236}">
                  <a16:creationId xmlns:a16="http://schemas.microsoft.com/office/drawing/2014/main" id="{A8F4520C-88DB-56A6-B2B9-AB92AC173F22}"/>
                </a:ext>
              </a:extLst>
            </p:cNvPr>
            <p:cNvSpPr>
              <a:spLocks noEditPoints="1"/>
            </p:cNvSpPr>
            <p:nvPr/>
          </p:nvSpPr>
          <p:spPr bwMode="auto">
            <a:xfrm>
              <a:off x="2286" y="1364"/>
              <a:ext cx="3092" cy="1"/>
            </a:xfrm>
            <a:custGeom>
              <a:avLst/>
              <a:gdLst>
                <a:gd name="T0" fmla="*/ 0 w 3092"/>
                <a:gd name="T1" fmla="*/ 1080 w 3092"/>
                <a:gd name="T2" fmla="*/ 1220 w 3092"/>
                <a:gd name="T3" fmla="*/ 3092 w 3092"/>
              </a:gdLst>
              <a:ahLst/>
              <a:cxnLst>
                <a:cxn ang="0">
                  <a:pos x="T0" y="0"/>
                </a:cxn>
                <a:cxn ang="0">
                  <a:pos x="T1" y="0"/>
                </a:cxn>
                <a:cxn ang="0">
                  <a:pos x="T2" y="0"/>
                </a:cxn>
                <a:cxn ang="0">
                  <a:pos x="T3" y="0"/>
                </a:cxn>
              </a:cxnLst>
              <a:rect l="0" t="0" r="r" b="b"/>
              <a:pathLst>
                <a:path w="3092">
                  <a:moveTo>
                    <a:pt x="0" y="0"/>
                  </a:moveTo>
                  <a:lnTo>
                    <a:pt x="1080" y="0"/>
                  </a:lnTo>
                  <a:moveTo>
                    <a:pt x="1220" y="0"/>
                  </a:moveTo>
                  <a:lnTo>
                    <a:pt x="3092" y="0"/>
                  </a:lnTo>
                </a:path>
              </a:pathLst>
            </a:custGeom>
            <a:noFill/>
            <a:ln w="22225" cap="flat">
              <a:solidFill>
                <a:srgbClr val="7F7F7F"/>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9235" name="Freeform 99">
              <a:extLst>
                <a:ext uri="{FF2B5EF4-FFF2-40B4-BE49-F238E27FC236}">
                  <a16:creationId xmlns:a16="http://schemas.microsoft.com/office/drawing/2014/main" id="{B2063680-1927-80B7-7F29-EC6BC202C46F}"/>
                </a:ext>
              </a:extLst>
            </p:cNvPr>
            <p:cNvSpPr>
              <a:spLocks noEditPoints="1"/>
            </p:cNvSpPr>
            <p:nvPr/>
          </p:nvSpPr>
          <p:spPr bwMode="auto">
            <a:xfrm>
              <a:off x="318" y="1692"/>
              <a:ext cx="5060" cy="2072"/>
            </a:xfrm>
            <a:custGeom>
              <a:avLst/>
              <a:gdLst>
                <a:gd name="T0" fmla="*/ 0 w 5060"/>
                <a:gd name="T1" fmla="*/ 0 h 2072"/>
                <a:gd name="T2" fmla="*/ 5060 w 5060"/>
                <a:gd name="T3" fmla="*/ 0 h 2072"/>
                <a:gd name="T4" fmla="*/ 0 w 5060"/>
                <a:gd name="T5" fmla="*/ 2072 h 2072"/>
                <a:gd name="T6" fmla="*/ 5060 w 5060"/>
                <a:gd name="T7" fmla="*/ 2072 h 2072"/>
              </a:gdLst>
              <a:ahLst/>
              <a:cxnLst>
                <a:cxn ang="0">
                  <a:pos x="T0" y="T1"/>
                </a:cxn>
                <a:cxn ang="0">
                  <a:pos x="T2" y="T3"/>
                </a:cxn>
                <a:cxn ang="0">
                  <a:pos x="T4" y="T5"/>
                </a:cxn>
                <a:cxn ang="0">
                  <a:pos x="T6" y="T7"/>
                </a:cxn>
              </a:cxnLst>
              <a:rect l="0" t="0" r="r" b="b"/>
              <a:pathLst>
                <a:path w="5060" h="2072">
                  <a:moveTo>
                    <a:pt x="0" y="0"/>
                  </a:moveTo>
                  <a:lnTo>
                    <a:pt x="5060" y="0"/>
                  </a:lnTo>
                  <a:moveTo>
                    <a:pt x="0" y="2072"/>
                  </a:moveTo>
                  <a:lnTo>
                    <a:pt x="5060" y="2072"/>
                  </a:lnTo>
                </a:path>
              </a:pathLst>
            </a:custGeom>
            <a:noFill/>
            <a:ln w="22225" cap="flat">
              <a:solidFill>
                <a:srgbClr val="00A0C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3AA4266B-614A-2B99-8334-73E032244921}"/>
              </a:ext>
            </a:extLst>
          </p:cNvPr>
          <p:cNvSpPr>
            <a:spLocks noGrp="1"/>
          </p:cNvSpPr>
          <p:nvPr>
            <p:ph type="sldNum" sz="quarter" idx="10"/>
          </p:nvPr>
        </p:nvSpPr>
        <p:spPr/>
        <p:txBody>
          <a:bodyPr/>
          <a:lstStyle/>
          <a:p>
            <a:r>
              <a:rPr lang="en-US" altLang="es-ES"/>
              <a:t>Chapter 9  Part 2   </a:t>
            </a:r>
            <a:fld id="{C224006D-F78E-416D-8B32-002ECB7E18FE}" type="slidenum">
              <a:rPr lang="en-US" altLang="es-ES"/>
              <a:pPr/>
              <a:t>22</a:t>
            </a:fld>
            <a:endParaRPr lang="en-US" altLang="es-ES"/>
          </a:p>
        </p:txBody>
      </p:sp>
      <p:sp>
        <p:nvSpPr>
          <p:cNvPr id="860162" name="Rectangle 2">
            <a:extLst>
              <a:ext uri="{FF2B5EF4-FFF2-40B4-BE49-F238E27FC236}">
                <a16:creationId xmlns:a16="http://schemas.microsoft.com/office/drawing/2014/main" id="{6FFB0662-0D6C-C2DD-53CA-CE330E3D8A4F}"/>
              </a:ext>
            </a:extLst>
          </p:cNvPr>
          <p:cNvSpPr>
            <a:spLocks noGrp="1" noChangeArrowheads="1"/>
          </p:cNvSpPr>
          <p:nvPr>
            <p:ph type="title"/>
          </p:nvPr>
        </p:nvSpPr>
        <p:spPr/>
        <p:txBody>
          <a:bodyPr/>
          <a:lstStyle/>
          <a:p>
            <a:r>
              <a:rPr lang="en-US" altLang="es-ES"/>
              <a:t>Instruction Decoder </a:t>
            </a:r>
            <a:r>
              <a:rPr lang="en-US" altLang="es-ES" b="0"/>
              <a:t>(continued)</a:t>
            </a:r>
          </a:p>
        </p:txBody>
      </p:sp>
      <p:sp>
        <p:nvSpPr>
          <p:cNvPr id="860163" name="Rectangle 3">
            <a:extLst>
              <a:ext uri="{FF2B5EF4-FFF2-40B4-BE49-F238E27FC236}">
                <a16:creationId xmlns:a16="http://schemas.microsoft.com/office/drawing/2014/main" id="{D2E2B234-44AC-D700-FAD6-D19699644A1C}"/>
              </a:ext>
            </a:extLst>
          </p:cNvPr>
          <p:cNvSpPr>
            <a:spLocks noGrp="1" noChangeArrowheads="1"/>
          </p:cNvSpPr>
          <p:nvPr>
            <p:ph type="body" idx="1"/>
          </p:nvPr>
        </p:nvSpPr>
        <p:spPr>
          <a:xfrm>
            <a:off x="719138" y="1174750"/>
            <a:ext cx="8026400" cy="5027613"/>
          </a:xfrm>
        </p:spPr>
        <p:txBody>
          <a:bodyPr/>
          <a:lstStyle/>
          <a:p>
            <a:r>
              <a:rPr lang="en-US" altLang="es-ES" sz="2000"/>
              <a:t>The types are based on the blocks controlled and the seven signals to be generated; types can be divided into two groups:</a:t>
            </a:r>
          </a:p>
          <a:p>
            <a:pPr lvl="1"/>
            <a:r>
              <a:rPr lang="en-US" altLang="es-ES" sz="1800"/>
              <a:t>Datapath and Memory Control (First 4 types)</a:t>
            </a:r>
          </a:p>
          <a:p>
            <a:pPr lvl="1"/>
            <a:r>
              <a:rPr lang="en-US" altLang="es-ES" sz="1800"/>
              <a:t>PC Control (Last 3 types)</a:t>
            </a:r>
          </a:p>
          <a:p>
            <a:r>
              <a:rPr lang="en-US" altLang="es-ES" sz="2000"/>
              <a:t>In Datapath and Memory Control blocks controlled are considered:</a:t>
            </a:r>
          </a:p>
          <a:p>
            <a:pPr lvl="1"/>
            <a:r>
              <a:rPr lang="en-US" altLang="es-ES" sz="1800"/>
              <a:t>Mux B (1st and 4th types)</a:t>
            </a:r>
          </a:p>
          <a:p>
            <a:pPr lvl="1"/>
            <a:r>
              <a:rPr lang="en-US" altLang="es-ES" sz="1800"/>
              <a:t>Memory and Mux D (2nd and 3rd types)</a:t>
            </a:r>
          </a:p>
          <a:p>
            <a:pPr lvl="1"/>
            <a:r>
              <a:rPr lang="en-US" altLang="es-ES" sz="1800"/>
              <a:t>By assigning codes with no or only one 1 for these, implementation of MB, MD, RW and MW are simplified.</a:t>
            </a:r>
          </a:p>
          <a:p>
            <a:r>
              <a:rPr lang="en-US" altLang="es-ES" sz="2000"/>
              <a:t>In Control Unit more of a bit setting approach was used:</a:t>
            </a:r>
          </a:p>
          <a:p>
            <a:pPr lvl="1"/>
            <a:r>
              <a:rPr lang="en-US" altLang="es-ES" sz="1800"/>
              <a:t>Bit 15 = Bit 14 = 1 were assigned to generate PL</a:t>
            </a:r>
          </a:p>
          <a:p>
            <a:pPr lvl="1"/>
            <a:r>
              <a:rPr lang="en-US" altLang="es-ES" sz="1800"/>
              <a:t>Bit 13 values were assigned to generate JB.</a:t>
            </a:r>
          </a:p>
          <a:p>
            <a:pPr lvl="1"/>
            <a:r>
              <a:rPr lang="en-US" altLang="es-ES" sz="1800"/>
              <a:t>Bit 9 was use as BC which contradicts FS = 0000 needed for branches.  To force FS(6) to 0 for branches, Bit 9 into FS(6) is disabled by PL.</a:t>
            </a:r>
          </a:p>
          <a:p>
            <a:r>
              <a:rPr lang="en-US" altLang="es-ES" sz="2000"/>
              <a:t>Also, useful bit correlations between values in the two groups were exploited in assigning the codes.</a:t>
            </a:r>
          </a:p>
          <a:p>
            <a:pPr lvl="1">
              <a:buFontTx/>
              <a:buNone/>
            </a:pPr>
            <a:r>
              <a:rPr lang="en-US" altLang="es-ES" sz="2000"/>
              <a:t> </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5019CECE-1FCF-765F-D013-279017C24F12}"/>
              </a:ext>
            </a:extLst>
          </p:cNvPr>
          <p:cNvSpPr>
            <a:spLocks noGrp="1"/>
          </p:cNvSpPr>
          <p:nvPr>
            <p:ph type="sldNum" sz="quarter" idx="10"/>
          </p:nvPr>
        </p:nvSpPr>
        <p:spPr/>
        <p:txBody>
          <a:bodyPr/>
          <a:lstStyle/>
          <a:p>
            <a:r>
              <a:rPr lang="en-US" altLang="es-ES"/>
              <a:t>Chapter 9  Part 2   </a:t>
            </a:r>
            <a:fld id="{58A02617-4624-4690-8BBB-A67852C78E45}" type="slidenum">
              <a:rPr lang="en-US" altLang="es-ES"/>
              <a:pPr/>
              <a:t>23</a:t>
            </a:fld>
            <a:endParaRPr lang="en-US" altLang="es-ES"/>
          </a:p>
        </p:txBody>
      </p:sp>
      <p:sp>
        <p:nvSpPr>
          <p:cNvPr id="862210" name="Rectangle 1026">
            <a:extLst>
              <a:ext uri="{FF2B5EF4-FFF2-40B4-BE49-F238E27FC236}">
                <a16:creationId xmlns:a16="http://schemas.microsoft.com/office/drawing/2014/main" id="{BCA72D16-EDCE-AE25-EE2A-C6FA1BE63236}"/>
              </a:ext>
            </a:extLst>
          </p:cNvPr>
          <p:cNvSpPr>
            <a:spLocks noGrp="1" noChangeArrowheads="1"/>
          </p:cNvSpPr>
          <p:nvPr>
            <p:ph type="title"/>
          </p:nvPr>
        </p:nvSpPr>
        <p:spPr/>
        <p:txBody>
          <a:bodyPr/>
          <a:lstStyle/>
          <a:p>
            <a:r>
              <a:rPr lang="en-US" altLang="es-ES"/>
              <a:t>Instruction Decoder </a:t>
            </a:r>
            <a:r>
              <a:rPr lang="en-US" altLang="es-ES" b="0"/>
              <a:t>(continued)</a:t>
            </a:r>
          </a:p>
        </p:txBody>
      </p:sp>
      <p:sp>
        <p:nvSpPr>
          <p:cNvPr id="862211" name="Rectangle 1027">
            <a:extLst>
              <a:ext uri="{FF2B5EF4-FFF2-40B4-BE49-F238E27FC236}">
                <a16:creationId xmlns:a16="http://schemas.microsoft.com/office/drawing/2014/main" id="{A1384F16-A987-1237-D170-BCE4F4FB0209}"/>
              </a:ext>
            </a:extLst>
          </p:cNvPr>
          <p:cNvSpPr>
            <a:spLocks noGrp="1" noChangeArrowheads="1"/>
          </p:cNvSpPr>
          <p:nvPr>
            <p:ph type="body" idx="1"/>
          </p:nvPr>
        </p:nvSpPr>
        <p:spPr>
          <a:xfrm>
            <a:off x="719138" y="1149350"/>
            <a:ext cx="7772400" cy="5027613"/>
          </a:xfrm>
        </p:spPr>
        <p:txBody>
          <a:bodyPr/>
          <a:lstStyle/>
          <a:p>
            <a:r>
              <a:rPr lang="en-US" altLang="es-ES" sz="2400"/>
              <a:t>The end result by use of the types, careful assignment of codes, and use of don't cares, yields very simple logic:</a:t>
            </a:r>
          </a:p>
          <a:p>
            <a:r>
              <a:rPr lang="en-US" altLang="es-ES" sz="2400"/>
              <a:t>This completes the</a:t>
            </a:r>
            <a:br>
              <a:rPr lang="en-US" altLang="es-ES" sz="2400"/>
            </a:br>
            <a:r>
              <a:rPr lang="en-US" altLang="es-ES" sz="2400"/>
              <a:t>design of most of the </a:t>
            </a:r>
            <a:br>
              <a:rPr lang="en-US" altLang="es-ES" sz="2400"/>
            </a:br>
            <a:r>
              <a:rPr lang="en-US" altLang="es-ES" sz="2400"/>
              <a:t>essential parts of</a:t>
            </a:r>
            <a:br>
              <a:rPr lang="en-US" altLang="es-ES" sz="2400"/>
            </a:br>
            <a:r>
              <a:rPr lang="en-US" altLang="es-ES" sz="2400"/>
              <a:t>the single-cycle </a:t>
            </a:r>
            <a:br>
              <a:rPr lang="en-US" altLang="es-ES" sz="2400"/>
            </a:br>
            <a:r>
              <a:rPr lang="en-US" altLang="es-ES" sz="2400"/>
              <a:t>simple computer</a:t>
            </a:r>
          </a:p>
          <a:p>
            <a:pPr>
              <a:buFont typeface="Wingdings" panose="05000000000000000000" pitchFamily="2" charset="2"/>
              <a:buNone/>
            </a:pPr>
            <a:endParaRPr lang="en-US" altLang="es-ES" sz="2400"/>
          </a:p>
        </p:txBody>
      </p:sp>
      <p:grpSp>
        <p:nvGrpSpPr>
          <p:cNvPr id="862318" name="Group 1134">
            <a:extLst>
              <a:ext uri="{FF2B5EF4-FFF2-40B4-BE49-F238E27FC236}">
                <a16:creationId xmlns:a16="http://schemas.microsoft.com/office/drawing/2014/main" id="{48DC38B5-7D84-4C4E-E2BC-40AEFA8A880E}"/>
              </a:ext>
            </a:extLst>
          </p:cNvPr>
          <p:cNvGrpSpPr>
            <a:grpSpLocks/>
          </p:cNvGrpSpPr>
          <p:nvPr/>
        </p:nvGrpSpPr>
        <p:grpSpPr bwMode="auto">
          <a:xfrm>
            <a:off x="3643313" y="1908175"/>
            <a:ext cx="4973637" cy="4910138"/>
            <a:chOff x="1767" y="1202"/>
            <a:chExt cx="3133" cy="3093"/>
          </a:xfrm>
        </p:grpSpPr>
        <p:sp>
          <p:nvSpPr>
            <p:cNvPr id="862213" name="Line 1029">
              <a:extLst>
                <a:ext uri="{FF2B5EF4-FFF2-40B4-BE49-F238E27FC236}">
                  <a16:creationId xmlns:a16="http://schemas.microsoft.com/office/drawing/2014/main" id="{2AAE8F7D-6041-B4E5-9793-E69A8E9E6CDE}"/>
                </a:ext>
              </a:extLst>
            </p:cNvPr>
            <p:cNvSpPr>
              <a:spLocks noChangeShapeType="1"/>
            </p:cNvSpPr>
            <p:nvPr/>
          </p:nvSpPr>
          <p:spPr bwMode="auto">
            <a:xfrm>
              <a:off x="3141" y="1316"/>
              <a:ext cx="1" cy="343"/>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14" name="Line 1030">
              <a:extLst>
                <a:ext uri="{FF2B5EF4-FFF2-40B4-BE49-F238E27FC236}">
                  <a16:creationId xmlns:a16="http://schemas.microsoft.com/office/drawing/2014/main" id="{B580ACAE-7019-C031-7B0B-C882C0D1B385}"/>
                </a:ext>
              </a:extLst>
            </p:cNvPr>
            <p:cNvSpPr>
              <a:spLocks noChangeShapeType="1"/>
            </p:cNvSpPr>
            <p:nvPr/>
          </p:nvSpPr>
          <p:spPr bwMode="auto">
            <a:xfrm>
              <a:off x="3585" y="1316"/>
              <a:ext cx="1" cy="343"/>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15" name="Line 1031">
              <a:extLst>
                <a:ext uri="{FF2B5EF4-FFF2-40B4-BE49-F238E27FC236}">
                  <a16:creationId xmlns:a16="http://schemas.microsoft.com/office/drawing/2014/main" id="{C69484F7-E00E-DC2E-E1D7-7FA12B955EAC}"/>
                </a:ext>
              </a:extLst>
            </p:cNvPr>
            <p:cNvSpPr>
              <a:spLocks noChangeShapeType="1"/>
            </p:cNvSpPr>
            <p:nvPr/>
          </p:nvSpPr>
          <p:spPr bwMode="auto">
            <a:xfrm>
              <a:off x="4028" y="1316"/>
              <a:ext cx="1" cy="343"/>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16" name="Freeform 1032">
              <a:extLst>
                <a:ext uri="{FF2B5EF4-FFF2-40B4-BE49-F238E27FC236}">
                  <a16:creationId xmlns:a16="http://schemas.microsoft.com/office/drawing/2014/main" id="{BA0B3043-B023-E6F8-6999-F10548E1115A}"/>
                </a:ext>
              </a:extLst>
            </p:cNvPr>
            <p:cNvSpPr>
              <a:spLocks/>
            </p:cNvSpPr>
            <p:nvPr/>
          </p:nvSpPr>
          <p:spPr bwMode="auto">
            <a:xfrm>
              <a:off x="2750" y="1659"/>
              <a:ext cx="1498" cy="2022"/>
            </a:xfrm>
            <a:custGeom>
              <a:avLst/>
              <a:gdLst>
                <a:gd name="T0" fmla="*/ 1483 w 1483"/>
                <a:gd name="T1" fmla="*/ 0 h 1969"/>
                <a:gd name="T2" fmla="*/ 1483 w 1483"/>
                <a:gd name="T3" fmla="*/ 366 h 1969"/>
                <a:gd name="T4" fmla="*/ 0 w 1483"/>
                <a:gd name="T5" fmla="*/ 366 h 1969"/>
                <a:gd name="T6" fmla="*/ 0 w 1483"/>
                <a:gd name="T7" fmla="*/ 1969 h 1969"/>
              </a:gdLst>
              <a:ahLst/>
              <a:cxnLst>
                <a:cxn ang="0">
                  <a:pos x="T0" y="T1"/>
                </a:cxn>
                <a:cxn ang="0">
                  <a:pos x="T2" y="T3"/>
                </a:cxn>
                <a:cxn ang="0">
                  <a:pos x="T4" y="T5"/>
                </a:cxn>
                <a:cxn ang="0">
                  <a:pos x="T6" y="T7"/>
                </a:cxn>
              </a:cxnLst>
              <a:rect l="0" t="0" r="r" b="b"/>
              <a:pathLst>
                <a:path w="1483" h="1969">
                  <a:moveTo>
                    <a:pt x="1483" y="0"/>
                  </a:moveTo>
                  <a:lnTo>
                    <a:pt x="1483" y="366"/>
                  </a:lnTo>
                  <a:lnTo>
                    <a:pt x="0" y="366"/>
                  </a:lnTo>
                  <a:lnTo>
                    <a:pt x="0" y="196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17" name="Freeform 1033">
              <a:extLst>
                <a:ext uri="{FF2B5EF4-FFF2-40B4-BE49-F238E27FC236}">
                  <a16:creationId xmlns:a16="http://schemas.microsoft.com/office/drawing/2014/main" id="{BF2E8FF4-66BC-B358-289D-5273448719D6}"/>
                </a:ext>
              </a:extLst>
            </p:cNvPr>
            <p:cNvSpPr>
              <a:spLocks/>
            </p:cNvSpPr>
            <p:nvPr/>
          </p:nvSpPr>
          <p:spPr bwMode="auto">
            <a:xfrm>
              <a:off x="2369" y="1659"/>
              <a:ext cx="1435" cy="2022"/>
            </a:xfrm>
            <a:custGeom>
              <a:avLst/>
              <a:gdLst>
                <a:gd name="T0" fmla="*/ 1420 w 1420"/>
                <a:gd name="T1" fmla="*/ 0 h 1969"/>
                <a:gd name="T2" fmla="*/ 1420 w 1420"/>
                <a:gd name="T3" fmla="*/ 274 h 1969"/>
                <a:gd name="T4" fmla="*/ 0 w 1420"/>
                <a:gd name="T5" fmla="*/ 272 h 1969"/>
                <a:gd name="T6" fmla="*/ 0 w 1420"/>
                <a:gd name="T7" fmla="*/ 1969 h 1969"/>
              </a:gdLst>
              <a:ahLst/>
              <a:cxnLst>
                <a:cxn ang="0">
                  <a:pos x="T0" y="T1"/>
                </a:cxn>
                <a:cxn ang="0">
                  <a:pos x="T2" y="T3"/>
                </a:cxn>
                <a:cxn ang="0">
                  <a:pos x="T4" y="T5"/>
                </a:cxn>
                <a:cxn ang="0">
                  <a:pos x="T6" y="T7"/>
                </a:cxn>
              </a:cxnLst>
              <a:rect l="0" t="0" r="r" b="b"/>
              <a:pathLst>
                <a:path w="1420" h="1969">
                  <a:moveTo>
                    <a:pt x="1420" y="0"/>
                  </a:moveTo>
                  <a:lnTo>
                    <a:pt x="1420" y="274"/>
                  </a:lnTo>
                  <a:lnTo>
                    <a:pt x="0" y="272"/>
                  </a:lnTo>
                  <a:lnTo>
                    <a:pt x="0" y="196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18" name="Freeform 1034">
              <a:extLst>
                <a:ext uri="{FF2B5EF4-FFF2-40B4-BE49-F238E27FC236}">
                  <a16:creationId xmlns:a16="http://schemas.microsoft.com/office/drawing/2014/main" id="{CC22E1BB-34BE-0D02-AB8F-A52F8F930A36}"/>
                </a:ext>
              </a:extLst>
            </p:cNvPr>
            <p:cNvSpPr>
              <a:spLocks/>
            </p:cNvSpPr>
            <p:nvPr/>
          </p:nvSpPr>
          <p:spPr bwMode="auto">
            <a:xfrm>
              <a:off x="1956" y="1659"/>
              <a:ext cx="1405" cy="2022"/>
            </a:xfrm>
            <a:custGeom>
              <a:avLst/>
              <a:gdLst>
                <a:gd name="T0" fmla="*/ 1391 w 1391"/>
                <a:gd name="T1" fmla="*/ 0 h 1969"/>
                <a:gd name="T2" fmla="*/ 1391 w 1391"/>
                <a:gd name="T3" fmla="*/ 172 h 1969"/>
                <a:gd name="T4" fmla="*/ 0 w 1391"/>
                <a:gd name="T5" fmla="*/ 172 h 1969"/>
                <a:gd name="T6" fmla="*/ 0 w 1391"/>
                <a:gd name="T7" fmla="*/ 1969 h 1969"/>
              </a:gdLst>
              <a:ahLst/>
              <a:cxnLst>
                <a:cxn ang="0">
                  <a:pos x="T0" y="T1"/>
                </a:cxn>
                <a:cxn ang="0">
                  <a:pos x="T2" y="T3"/>
                </a:cxn>
                <a:cxn ang="0">
                  <a:pos x="T4" y="T5"/>
                </a:cxn>
                <a:cxn ang="0">
                  <a:pos x="T6" y="T7"/>
                </a:cxn>
              </a:cxnLst>
              <a:rect l="0" t="0" r="r" b="b"/>
              <a:pathLst>
                <a:path w="1391" h="1969">
                  <a:moveTo>
                    <a:pt x="1391" y="0"/>
                  </a:moveTo>
                  <a:lnTo>
                    <a:pt x="1391" y="172"/>
                  </a:lnTo>
                  <a:lnTo>
                    <a:pt x="0" y="172"/>
                  </a:lnTo>
                  <a:lnTo>
                    <a:pt x="0" y="196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19" name="Line 1035">
              <a:extLst>
                <a:ext uri="{FF2B5EF4-FFF2-40B4-BE49-F238E27FC236}">
                  <a16:creationId xmlns:a16="http://schemas.microsoft.com/office/drawing/2014/main" id="{7AB3D776-A618-39C2-1C31-0DCD8B548E98}"/>
                </a:ext>
              </a:extLst>
            </p:cNvPr>
            <p:cNvSpPr>
              <a:spLocks noChangeShapeType="1"/>
            </p:cNvSpPr>
            <p:nvPr/>
          </p:nvSpPr>
          <p:spPr bwMode="auto">
            <a:xfrm>
              <a:off x="2144"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20" name="Line 1036">
              <a:extLst>
                <a:ext uri="{FF2B5EF4-FFF2-40B4-BE49-F238E27FC236}">
                  <a16:creationId xmlns:a16="http://schemas.microsoft.com/office/drawing/2014/main" id="{AECA62AC-8BF1-A451-3571-C2CEE2969B00}"/>
                </a:ext>
              </a:extLst>
            </p:cNvPr>
            <p:cNvSpPr>
              <a:spLocks noChangeShapeType="1"/>
            </p:cNvSpPr>
            <p:nvPr/>
          </p:nvSpPr>
          <p:spPr bwMode="auto">
            <a:xfrm>
              <a:off x="2540"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21" name="Line 1037">
              <a:extLst>
                <a:ext uri="{FF2B5EF4-FFF2-40B4-BE49-F238E27FC236}">
                  <a16:creationId xmlns:a16="http://schemas.microsoft.com/office/drawing/2014/main" id="{B2A4183C-F8DB-8F5A-A5EC-CC4A954A1917}"/>
                </a:ext>
              </a:extLst>
            </p:cNvPr>
            <p:cNvSpPr>
              <a:spLocks noChangeShapeType="1"/>
            </p:cNvSpPr>
            <p:nvPr/>
          </p:nvSpPr>
          <p:spPr bwMode="auto">
            <a:xfrm>
              <a:off x="2936"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22" name="Line 1038">
              <a:extLst>
                <a:ext uri="{FF2B5EF4-FFF2-40B4-BE49-F238E27FC236}">
                  <a16:creationId xmlns:a16="http://schemas.microsoft.com/office/drawing/2014/main" id="{61192F29-18DA-5B1A-FE46-DB69A12825B5}"/>
                </a:ext>
              </a:extLst>
            </p:cNvPr>
            <p:cNvSpPr>
              <a:spLocks noChangeShapeType="1"/>
            </p:cNvSpPr>
            <p:nvPr/>
          </p:nvSpPr>
          <p:spPr bwMode="auto">
            <a:xfrm>
              <a:off x="3127"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23" name="Line 1039">
              <a:extLst>
                <a:ext uri="{FF2B5EF4-FFF2-40B4-BE49-F238E27FC236}">
                  <a16:creationId xmlns:a16="http://schemas.microsoft.com/office/drawing/2014/main" id="{DCBAB6D9-5B64-C58F-64F3-7936922EC5D8}"/>
                </a:ext>
              </a:extLst>
            </p:cNvPr>
            <p:cNvSpPr>
              <a:spLocks noChangeShapeType="1"/>
            </p:cNvSpPr>
            <p:nvPr/>
          </p:nvSpPr>
          <p:spPr bwMode="auto">
            <a:xfrm>
              <a:off x="3584"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24" name="Line 1040">
              <a:extLst>
                <a:ext uri="{FF2B5EF4-FFF2-40B4-BE49-F238E27FC236}">
                  <a16:creationId xmlns:a16="http://schemas.microsoft.com/office/drawing/2014/main" id="{13C31A4A-0DF4-AE9B-A7D3-C59D53E83DF6}"/>
                </a:ext>
              </a:extLst>
            </p:cNvPr>
            <p:cNvSpPr>
              <a:spLocks noChangeShapeType="1"/>
            </p:cNvSpPr>
            <p:nvPr/>
          </p:nvSpPr>
          <p:spPr bwMode="auto">
            <a:xfrm>
              <a:off x="3804"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25" name="Line 1041">
              <a:extLst>
                <a:ext uri="{FF2B5EF4-FFF2-40B4-BE49-F238E27FC236}">
                  <a16:creationId xmlns:a16="http://schemas.microsoft.com/office/drawing/2014/main" id="{65BC08A9-7F16-E414-3C12-90B4AE30448B}"/>
                </a:ext>
              </a:extLst>
            </p:cNvPr>
            <p:cNvSpPr>
              <a:spLocks noChangeShapeType="1"/>
            </p:cNvSpPr>
            <p:nvPr/>
          </p:nvSpPr>
          <p:spPr bwMode="auto">
            <a:xfrm>
              <a:off x="4023"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26" name="Line 1042">
              <a:extLst>
                <a:ext uri="{FF2B5EF4-FFF2-40B4-BE49-F238E27FC236}">
                  <a16:creationId xmlns:a16="http://schemas.microsoft.com/office/drawing/2014/main" id="{386E8B14-D0E3-B95C-0C86-170AA30E6352}"/>
                </a:ext>
              </a:extLst>
            </p:cNvPr>
            <p:cNvSpPr>
              <a:spLocks noChangeShapeType="1"/>
            </p:cNvSpPr>
            <p:nvPr/>
          </p:nvSpPr>
          <p:spPr bwMode="auto">
            <a:xfrm>
              <a:off x="4242"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27" name="Line 1043">
              <a:extLst>
                <a:ext uri="{FF2B5EF4-FFF2-40B4-BE49-F238E27FC236}">
                  <a16:creationId xmlns:a16="http://schemas.microsoft.com/office/drawing/2014/main" id="{368EB8B7-3F71-97DD-4BCA-088769FA8305}"/>
                </a:ext>
              </a:extLst>
            </p:cNvPr>
            <p:cNvSpPr>
              <a:spLocks noChangeShapeType="1"/>
            </p:cNvSpPr>
            <p:nvPr/>
          </p:nvSpPr>
          <p:spPr bwMode="auto">
            <a:xfrm>
              <a:off x="4463"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28" name="Line 1044">
              <a:extLst>
                <a:ext uri="{FF2B5EF4-FFF2-40B4-BE49-F238E27FC236}">
                  <a16:creationId xmlns:a16="http://schemas.microsoft.com/office/drawing/2014/main" id="{8A46FAED-5A23-A7B3-E211-A3B3EAC7E49D}"/>
                </a:ext>
              </a:extLst>
            </p:cNvPr>
            <p:cNvSpPr>
              <a:spLocks noChangeShapeType="1"/>
            </p:cNvSpPr>
            <p:nvPr/>
          </p:nvSpPr>
          <p:spPr bwMode="auto">
            <a:xfrm>
              <a:off x="4682"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29" name="Freeform 1045">
              <a:extLst>
                <a:ext uri="{FF2B5EF4-FFF2-40B4-BE49-F238E27FC236}">
                  <a16:creationId xmlns:a16="http://schemas.microsoft.com/office/drawing/2014/main" id="{FB118F9A-3BAB-CB48-CA94-AA2702DA7DCD}"/>
                </a:ext>
              </a:extLst>
            </p:cNvPr>
            <p:cNvSpPr>
              <a:spLocks/>
            </p:cNvSpPr>
            <p:nvPr/>
          </p:nvSpPr>
          <p:spPr bwMode="auto">
            <a:xfrm>
              <a:off x="2430" y="1659"/>
              <a:ext cx="2141" cy="2022"/>
            </a:xfrm>
            <a:custGeom>
              <a:avLst/>
              <a:gdLst>
                <a:gd name="T0" fmla="*/ 0 w 2119"/>
                <a:gd name="T1" fmla="*/ 0 h 1969"/>
                <a:gd name="T2" fmla="*/ 0 w 2119"/>
                <a:gd name="T3" fmla="*/ 746 h 1969"/>
                <a:gd name="T4" fmla="*/ 2119 w 2119"/>
                <a:gd name="T5" fmla="*/ 746 h 1969"/>
                <a:gd name="T6" fmla="*/ 2119 w 2119"/>
                <a:gd name="T7" fmla="*/ 1969 h 1969"/>
              </a:gdLst>
              <a:ahLst/>
              <a:cxnLst>
                <a:cxn ang="0">
                  <a:pos x="T0" y="T1"/>
                </a:cxn>
                <a:cxn ang="0">
                  <a:pos x="T2" y="T3"/>
                </a:cxn>
                <a:cxn ang="0">
                  <a:pos x="T4" y="T5"/>
                </a:cxn>
                <a:cxn ang="0">
                  <a:pos x="T6" y="T7"/>
                </a:cxn>
              </a:cxnLst>
              <a:rect l="0" t="0" r="r" b="b"/>
              <a:pathLst>
                <a:path w="2119" h="1969">
                  <a:moveTo>
                    <a:pt x="0" y="0"/>
                  </a:moveTo>
                  <a:lnTo>
                    <a:pt x="0" y="746"/>
                  </a:lnTo>
                  <a:lnTo>
                    <a:pt x="2119" y="746"/>
                  </a:lnTo>
                  <a:lnTo>
                    <a:pt x="2119"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30" name="Freeform 1046">
              <a:extLst>
                <a:ext uri="{FF2B5EF4-FFF2-40B4-BE49-F238E27FC236}">
                  <a16:creationId xmlns:a16="http://schemas.microsoft.com/office/drawing/2014/main" id="{EBE3B345-88C8-1380-CCD8-10B196C1453A}"/>
                </a:ext>
              </a:extLst>
            </p:cNvPr>
            <p:cNvSpPr>
              <a:spLocks/>
            </p:cNvSpPr>
            <p:nvPr/>
          </p:nvSpPr>
          <p:spPr bwMode="auto">
            <a:xfrm>
              <a:off x="2578" y="1659"/>
              <a:ext cx="633" cy="2022"/>
            </a:xfrm>
            <a:custGeom>
              <a:avLst/>
              <a:gdLst>
                <a:gd name="T0" fmla="*/ 0 w 626"/>
                <a:gd name="T1" fmla="*/ 0 h 1969"/>
                <a:gd name="T2" fmla="*/ 0 w 626"/>
                <a:gd name="T3" fmla="*/ 653 h 1969"/>
                <a:gd name="T4" fmla="*/ 626 w 626"/>
                <a:gd name="T5" fmla="*/ 653 h 1969"/>
                <a:gd name="T6" fmla="*/ 626 w 626"/>
                <a:gd name="T7" fmla="*/ 1969 h 1969"/>
              </a:gdLst>
              <a:ahLst/>
              <a:cxnLst>
                <a:cxn ang="0">
                  <a:pos x="T0" y="T1"/>
                </a:cxn>
                <a:cxn ang="0">
                  <a:pos x="T2" y="T3"/>
                </a:cxn>
                <a:cxn ang="0">
                  <a:pos x="T4" y="T5"/>
                </a:cxn>
                <a:cxn ang="0">
                  <a:pos x="T6" y="T7"/>
                </a:cxn>
              </a:cxnLst>
              <a:rect l="0" t="0" r="r" b="b"/>
              <a:pathLst>
                <a:path w="626" h="1969">
                  <a:moveTo>
                    <a:pt x="0" y="0"/>
                  </a:moveTo>
                  <a:lnTo>
                    <a:pt x="0" y="653"/>
                  </a:lnTo>
                  <a:lnTo>
                    <a:pt x="626" y="653"/>
                  </a:lnTo>
                  <a:lnTo>
                    <a:pt x="626"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31" name="Freeform 1047">
              <a:extLst>
                <a:ext uri="{FF2B5EF4-FFF2-40B4-BE49-F238E27FC236}">
                  <a16:creationId xmlns:a16="http://schemas.microsoft.com/office/drawing/2014/main" id="{740A7AFD-804D-6EF6-FA2C-3A20DA05D45A}"/>
                </a:ext>
              </a:extLst>
            </p:cNvPr>
            <p:cNvSpPr>
              <a:spLocks/>
            </p:cNvSpPr>
            <p:nvPr/>
          </p:nvSpPr>
          <p:spPr bwMode="auto">
            <a:xfrm>
              <a:off x="2740" y="1659"/>
              <a:ext cx="557" cy="2022"/>
            </a:xfrm>
            <a:custGeom>
              <a:avLst/>
              <a:gdLst>
                <a:gd name="T0" fmla="*/ 0 w 551"/>
                <a:gd name="T1" fmla="*/ 0 h 1969"/>
                <a:gd name="T2" fmla="*/ 0 w 551"/>
                <a:gd name="T3" fmla="*/ 91 h 1969"/>
                <a:gd name="T4" fmla="*/ 71 w 551"/>
                <a:gd name="T5" fmla="*/ 91 h 1969"/>
                <a:gd name="T6" fmla="*/ 71 w 551"/>
                <a:gd name="T7" fmla="*/ 566 h 1969"/>
                <a:gd name="T8" fmla="*/ 551 w 551"/>
                <a:gd name="T9" fmla="*/ 566 h 1969"/>
                <a:gd name="T10" fmla="*/ 551 w 551"/>
                <a:gd name="T11" fmla="*/ 1969 h 1969"/>
              </a:gdLst>
              <a:ahLst/>
              <a:cxnLst>
                <a:cxn ang="0">
                  <a:pos x="T0" y="T1"/>
                </a:cxn>
                <a:cxn ang="0">
                  <a:pos x="T2" y="T3"/>
                </a:cxn>
                <a:cxn ang="0">
                  <a:pos x="T4" y="T5"/>
                </a:cxn>
                <a:cxn ang="0">
                  <a:pos x="T6" y="T7"/>
                </a:cxn>
                <a:cxn ang="0">
                  <a:pos x="T8" y="T9"/>
                </a:cxn>
                <a:cxn ang="0">
                  <a:pos x="T10" y="T11"/>
                </a:cxn>
              </a:cxnLst>
              <a:rect l="0" t="0" r="r" b="b"/>
              <a:pathLst>
                <a:path w="551" h="1969">
                  <a:moveTo>
                    <a:pt x="0" y="0"/>
                  </a:moveTo>
                  <a:lnTo>
                    <a:pt x="0" y="91"/>
                  </a:lnTo>
                  <a:lnTo>
                    <a:pt x="71" y="91"/>
                  </a:lnTo>
                  <a:lnTo>
                    <a:pt x="71" y="566"/>
                  </a:lnTo>
                  <a:lnTo>
                    <a:pt x="551" y="566"/>
                  </a:lnTo>
                  <a:lnTo>
                    <a:pt x="551"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32" name="Freeform 1048">
              <a:extLst>
                <a:ext uri="{FF2B5EF4-FFF2-40B4-BE49-F238E27FC236}">
                  <a16:creationId xmlns:a16="http://schemas.microsoft.com/office/drawing/2014/main" id="{D54ACCBC-3DD8-F483-AEDD-55120624C25C}"/>
                </a:ext>
              </a:extLst>
            </p:cNvPr>
            <p:cNvSpPr>
              <a:spLocks/>
            </p:cNvSpPr>
            <p:nvPr/>
          </p:nvSpPr>
          <p:spPr bwMode="auto">
            <a:xfrm>
              <a:off x="2921" y="1659"/>
              <a:ext cx="456" cy="2022"/>
            </a:xfrm>
            <a:custGeom>
              <a:avLst/>
              <a:gdLst>
                <a:gd name="T0" fmla="*/ 0 w 452"/>
                <a:gd name="T1" fmla="*/ 0 h 1969"/>
                <a:gd name="T2" fmla="*/ 0 w 452"/>
                <a:gd name="T3" fmla="*/ 493 h 1969"/>
                <a:gd name="T4" fmla="*/ 452 w 452"/>
                <a:gd name="T5" fmla="*/ 493 h 1969"/>
                <a:gd name="T6" fmla="*/ 452 w 452"/>
                <a:gd name="T7" fmla="*/ 1969 h 1969"/>
              </a:gdLst>
              <a:ahLst/>
              <a:cxnLst>
                <a:cxn ang="0">
                  <a:pos x="T0" y="T1"/>
                </a:cxn>
                <a:cxn ang="0">
                  <a:pos x="T2" y="T3"/>
                </a:cxn>
                <a:cxn ang="0">
                  <a:pos x="T4" y="T5"/>
                </a:cxn>
                <a:cxn ang="0">
                  <a:pos x="T6" y="T7"/>
                </a:cxn>
              </a:cxnLst>
              <a:rect l="0" t="0" r="r" b="b"/>
              <a:pathLst>
                <a:path w="452" h="1969">
                  <a:moveTo>
                    <a:pt x="0" y="0"/>
                  </a:moveTo>
                  <a:lnTo>
                    <a:pt x="0" y="493"/>
                  </a:lnTo>
                  <a:lnTo>
                    <a:pt x="452" y="493"/>
                  </a:lnTo>
                  <a:lnTo>
                    <a:pt x="452"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33" name="Freeform 1049">
              <a:extLst>
                <a:ext uri="{FF2B5EF4-FFF2-40B4-BE49-F238E27FC236}">
                  <a16:creationId xmlns:a16="http://schemas.microsoft.com/office/drawing/2014/main" id="{CBF42AA2-5C4E-1EED-F6BB-DF59CC9D04B8}"/>
                </a:ext>
              </a:extLst>
            </p:cNvPr>
            <p:cNvSpPr>
              <a:spLocks/>
            </p:cNvSpPr>
            <p:nvPr/>
          </p:nvSpPr>
          <p:spPr bwMode="auto">
            <a:xfrm>
              <a:off x="3046" y="1659"/>
              <a:ext cx="1746" cy="2018"/>
            </a:xfrm>
            <a:custGeom>
              <a:avLst/>
              <a:gdLst>
                <a:gd name="T0" fmla="*/ 0 w 1728"/>
                <a:gd name="T1" fmla="*/ 0 h 1966"/>
                <a:gd name="T2" fmla="*/ 0 w 1728"/>
                <a:gd name="T3" fmla="*/ 418 h 1966"/>
                <a:gd name="T4" fmla="*/ 1728 w 1728"/>
                <a:gd name="T5" fmla="*/ 418 h 1966"/>
                <a:gd name="T6" fmla="*/ 1728 w 1728"/>
                <a:gd name="T7" fmla="*/ 1966 h 1966"/>
              </a:gdLst>
              <a:ahLst/>
              <a:cxnLst>
                <a:cxn ang="0">
                  <a:pos x="T0" y="T1"/>
                </a:cxn>
                <a:cxn ang="0">
                  <a:pos x="T2" y="T3"/>
                </a:cxn>
                <a:cxn ang="0">
                  <a:pos x="T4" y="T5"/>
                </a:cxn>
                <a:cxn ang="0">
                  <a:pos x="T6" y="T7"/>
                </a:cxn>
              </a:cxnLst>
              <a:rect l="0" t="0" r="r" b="b"/>
              <a:pathLst>
                <a:path w="1728" h="1966">
                  <a:moveTo>
                    <a:pt x="0" y="0"/>
                  </a:moveTo>
                  <a:lnTo>
                    <a:pt x="0" y="418"/>
                  </a:lnTo>
                  <a:lnTo>
                    <a:pt x="1728" y="418"/>
                  </a:lnTo>
                  <a:lnTo>
                    <a:pt x="1728" y="1966"/>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34" name="Line 1050">
              <a:extLst>
                <a:ext uri="{FF2B5EF4-FFF2-40B4-BE49-F238E27FC236}">
                  <a16:creationId xmlns:a16="http://schemas.microsoft.com/office/drawing/2014/main" id="{368FE0FB-CA12-E50C-5552-87D039EFEC63}"/>
                </a:ext>
              </a:extLst>
            </p:cNvPr>
            <p:cNvSpPr>
              <a:spLocks noChangeShapeType="1"/>
            </p:cNvSpPr>
            <p:nvPr/>
          </p:nvSpPr>
          <p:spPr bwMode="auto">
            <a:xfrm>
              <a:off x="3445" y="2088"/>
              <a:ext cx="1" cy="11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35" name="Freeform 1051">
              <a:extLst>
                <a:ext uri="{FF2B5EF4-FFF2-40B4-BE49-F238E27FC236}">
                  <a16:creationId xmlns:a16="http://schemas.microsoft.com/office/drawing/2014/main" id="{3B3FFDF0-023F-4FAB-F7FA-01C1D686BF6A}"/>
                </a:ext>
              </a:extLst>
            </p:cNvPr>
            <p:cNvSpPr>
              <a:spLocks/>
            </p:cNvSpPr>
            <p:nvPr/>
          </p:nvSpPr>
          <p:spPr bwMode="auto">
            <a:xfrm>
              <a:off x="3560" y="2343"/>
              <a:ext cx="1123" cy="1338"/>
            </a:xfrm>
            <a:custGeom>
              <a:avLst/>
              <a:gdLst>
                <a:gd name="T0" fmla="*/ 0 w 1111"/>
                <a:gd name="T1" fmla="*/ 848 h 1303"/>
                <a:gd name="T2" fmla="*/ 0 w 1111"/>
                <a:gd name="T3" fmla="*/ 0 h 1303"/>
                <a:gd name="T4" fmla="*/ 1111 w 1111"/>
                <a:gd name="T5" fmla="*/ 0 h 1303"/>
                <a:gd name="T6" fmla="*/ 1111 w 1111"/>
                <a:gd name="T7" fmla="*/ 1149 h 1303"/>
                <a:gd name="T8" fmla="*/ 784 w 1111"/>
                <a:gd name="T9" fmla="*/ 1149 h 1303"/>
                <a:gd name="T10" fmla="*/ 784 w 1111"/>
                <a:gd name="T11" fmla="*/ 1303 h 1303"/>
              </a:gdLst>
              <a:ahLst/>
              <a:cxnLst>
                <a:cxn ang="0">
                  <a:pos x="T0" y="T1"/>
                </a:cxn>
                <a:cxn ang="0">
                  <a:pos x="T2" y="T3"/>
                </a:cxn>
                <a:cxn ang="0">
                  <a:pos x="T4" y="T5"/>
                </a:cxn>
                <a:cxn ang="0">
                  <a:pos x="T6" y="T7"/>
                </a:cxn>
                <a:cxn ang="0">
                  <a:pos x="T8" y="T9"/>
                </a:cxn>
                <a:cxn ang="0">
                  <a:pos x="T10" y="T11"/>
                </a:cxn>
              </a:cxnLst>
              <a:rect l="0" t="0" r="r" b="b"/>
              <a:pathLst>
                <a:path w="1111" h="1303">
                  <a:moveTo>
                    <a:pt x="0" y="848"/>
                  </a:moveTo>
                  <a:lnTo>
                    <a:pt x="0" y="0"/>
                  </a:lnTo>
                  <a:lnTo>
                    <a:pt x="1111" y="0"/>
                  </a:lnTo>
                  <a:lnTo>
                    <a:pt x="1111" y="1149"/>
                  </a:lnTo>
                  <a:lnTo>
                    <a:pt x="784" y="1149"/>
                  </a:lnTo>
                  <a:lnTo>
                    <a:pt x="784" y="1303"/>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36" name="Line 1052">
              <a:extLst>
                <a:ext uri="{FF2B5EF4-FFF2-40B4-BE49-F238E27FC236}">
                  <a16:creationId xmlns:a16="http://schemas.microsoft.com/office/drawing/2014/main" id="{DBEBB700-C150-96B3-5BFC-984E8FC6151D}"/>
                </a:ext>
              </a:extLst>
            </p:cNvPr>
            <p:cNvSpPr>
              <a:spLocks noChangeShapeType="1"/>
            </p:cNvSpPr>
            <p:nvPr/>
          </p:nvSpPr>
          <p:spPr bwMode="auto">
            <a:xfrm flipV="1">
              <a:off x="4133" y="3428"/>
              <a:ext cx="1" cy="253"/>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37" name="Line 1053">
              <a:extLst>
                <a:ext uri="{FF2B5EF4-FFF2-40B4-BE49-F238E27FC236}">
                  <a16:creationId xmlns:a16="http://schemas.microsoft.com/office/drawing/2014/main" id="{E7ADC2BF-BDBE-1E64-F3CE-088C813819B1}"/>
                </a:ext>
              </a:extLst>
            </p:cNvPr>
            <p:cNvSpPr>
              <a:spLocks noChangeShapeType="1"/>
            </p:cNvSpPr>
            <p:nvPr/>
          </p:nvSpPr>
          <p:spPr bwMode="auto">
            <a:xfrm flipV="1">
              <a:off x="3501" y="3428"/>
              <a:ext cx="1" cy="253"/>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38" name="Line 1054">
              <a:extLst>
                <a:ext uri="{FF2B5EF4-FFF2-40B4-BE49-F238E27FC236}">
                  <a16:creationId xmlns:a16="http://schemas.microsoft.com/office/drawing/2014/main" id="{A9E1CBD5-2505-3320-7584-6A7043D512B0}"/>
                </a:ext>
              </a:extLst>
            </p:cNvPr>
            <p:cNvSpPr>
              <a:spLocks noChangeShapeType="1"/>
            </p:cNvSpPr>
            <p:nvPr/>
          </p:nvSpPr>
          <p:spPr bwMode="auto">
            <a:xfrm>
              <a:off x="3913" y="2510"/>
              <a:ext cx="1" cy="117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39" name="Line 1055">
              <a:extLst>
                <a:ext uri="{FF2B5EF4-FFF2-40B4-BE49-F238E27FC236}">
                  <a16:creationId xmlns:a16="http://schemas.microsoft.com/office/drawing/2014/main" id="{2F20EA3D-84AC-2675-9B1F-3C03133E7B16}"/>
                </a:ext>
              </a:extLst>
            </p:cNvPr>
            <p:cNvSpPr>
              <a:spLocks noChangeShapeType="1"/>
            </p:cNvSpPr>
            <p:nvPr/>
          </p:nvSpPr>
          <p:spPr bwMode="auto">
            <a:xfrm>
              <a:off x="3008" y="2591"/>
              <a:ext cx="1" cy="109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40" name="Line 1056">
              <a:extLst>
                <a:ext uri="{FF2B5EF4-FFF2-40B4-BE49-F238E27FC236}">
                  <a16:creationId xmlns:a16="http://schemas.microsoft.com/office/drawing/2014/main" id="{837C0C59-D9C0-EE79-CFAC-CD6ED8833EF0}"/>
                </a:ext>
              </a:extLst>
            </p:cNvPr>
            <p:cNvSpPr>
              <a:spLocks noChangeShapeType="1"/>
            </p:cNvSpPr>
            <p:nvPr/>
          </p:nvSpPr>
          <p:spPr bwMode="auto">
            <a:xfrm>
              <a:off x="3694" y="2425"/>
              <a:ext cx="1" cy="1256"/>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41" name="Freeform 1057">
              <a:extLst>
                <a:ext uri="{FF2B5EF4-FFF2-40B4-BE49-F238E27FC236}">
                  <a16:creationId xmlns:a16="http://schemas.microsoft.com/office/drawing/2014/main" id="{01EB62CB-B8CB-E429-DECB-91210933C6F6}"/>
                </a:ext>
              </a:extLst>
            </p:cNvPr>
            <p:cNvSpPr>
              <a:spLocks/>
            </p:cNvSpPr>
            <p:nvPr/>
          </p:nvSpPr>
          <p:spPr bwMode="auto">
            <a:xfrm>
              <a:off x="3479" y="2699"/>
              <a:ext cx="159" cy="126"/>
            </a:xfrm>
            <a:custGeom>
              <a:avLst/>
              <a:gdLst>
                <a:gd name="T0" fmla="*/ 157 w 157"/>
                <a:gd name="T1" fmla="*/ 0 h 123"/>
                <a:gd name="T2" fmla="*/ 0 w 157"/>
                <a:gd name="T3" fmla="*/ 0 h 123"/>
                <a:gd name="T4" fmla="*/ 80 w 157"/>
                <a:gd name="T5" fmla="*/ 123 h 123"/>
                <a:gd name="T6" fmla="*/ 157 w 157"/>
                <a:gd name="T7" fmla="*/ 0 h 123"/>
                <a:gd name="T8" fmla="*/ 157 w 157"/>
                <a:gd name="T9" fmla="*/ 0 h 123"/>
              </a:gdLst>
              <a:ahLst/>
              <a:cxnLst>
                <a:cxn ang="0">
                  <a:pos x="T0" y="T1"/>
                </a:cxn>
                <a:cxn ang="0">
                  <a:pos x="T2" y="T3"/>
                </a:cxn>
                <a:cxn ang="0">
                  <a:pos x="T4" y="T5"/>
                </a:cxn>
                <a:cxn ang="0">
                  <a:pos x="T6" y="T7"/>
                </a:cxn>
                <a:cxn ang="0">
                  <a:pos x="T8" y="T9"/>
                </a:cxn>
              </a:cxnLst>
              <a:rect l="0" t="0" r="r" b="b"/>
              <a:pathLst>
                <a:path w="157" h="123">
                  <a:moveTo>
                    <a:pt x="157" y="0"/>
                  </a:moveTo>
                  <a:lnTo>
                    <a:pt x="0" y="0"/>
                  </a:lnTo>
                  <a:lnTo>
                    <a:pt x="80" y="123"/>
                  </a:lnTo>
                  <a:lnTo>
                    <a:pt x="157" y="0"/>
                  </a:lnTo>
                  <a:lnTo>
                    <a:pt x="157" y="0"/>
                  </a:ln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62242" name="Freeform 1058">
              <a:extLst>
                <a:ext uri="{FF2B5EF4-FFF2-40B4-BE49-F238E27FC236}">
                  <a16:creationId xmlns:a16="http://schemas.microsoft.com/office/drawing/2014/main" id="{B9E10788-9B4F-85D0-A7A5-E20EBD78C6D0}"/>
                </a:ext>
              </a:extLst>
            </p:cNvPr>
            <p:cNvSpPr>
              <a:spLocks/>
            </p:cNvSpPr>
            <p:nvPr/>
          </p:nvSpPr>
          <p:spPr bwMode="auto">
            <a:xfrm>
              <a:off x="3832" y="2699"/>
              <a:ext cx="159" cy="126"/>
            </a:xfrm>
            <a:custGeom>
              <a:avLst/>
              <a:gdLst>
                <a:gd name="T0" fmla="*/ 157 w 157"/>
                <a:gd name="T1" fmla="*/ 0 h 123"/>
                <a:gd name="T2" fmla="*/ 0 w 157"/>
                <a:gd name="T3" fmla="*/ 0 h 123"/>
                <a:gd name="T4" fmla="*/ 80 w 157"/>
                <a:gd name="T5" fmla="*/ 123 h 123"/>
                <a:gd name="T6" fmla="*/ 157 w 157"/>
                <a:gd name="T7" fmla="*/ 0 h 123"/>
                <a:gd name="T8" fmla="*/ 157 w 157"/>
                <a:gd name="T9" fmla="*/ 0 h 123"/>
              </a:gdLst>
              <a:ahLst/>
              <a:cxnLst>
                <a:cxn ang="0">
                  <a:pos x="T0" y="T1"/>
                </a:cxn>
                <a:cxn ang="0">
                  <a:pos x="T2" y="T3"/>
                </a:cxn>
                <a:cxn ang="0">
                  <a:pos x="T4" y="T5"/>
                </a:cxn>
                <a:cxn ang="0">
                  <a:pos x="T6" y="T7"/>
                </a:cxn>
                <a:cxn ang="0">
                  <a:pos x="T8" y="T9"/>
                </a:cxn>
              </a:cxnLst>
              <a:rect l="0" t="0" r="r" b="b"/>
              <a:pathLst>
                <a:path w="157" h="123">
                  <a:moveTo>
                    <a:pt x="157" y="0"/>
                  </a:moveTo>
                  <a:lnTo>
                    <a:pt x="0" y="0"/>
                  </a:lnTo>
                  <a:lnTo>
                    <a:pt x="80" y="123"/>
                  </a:lnTo>
                  <a:lnTo>
                    <a:pt x="157" y="0"/>
                  </a:lnTo>
                  <a:lnTo>
                    <a:pt x="157" y="0"/>
                  </a:ln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62243" name="Freeform 1059">
              <a:extLst>
                <a:ext uri="{FF2B5EF4-FFF2-40B4-BE49-F238E27FC236}">
                  <a16:creationId xmlns:a16="http://schemas.microsoft.com/office/drawing/2014/main" id="{43BED155-2830-5A7E-5A5B-BC881C89A074}"/>
                </a:ext>
              </a:extLst>
            </p:cNvPr>
            <p:cNvSpPr>
              <a:spLocks/>
            </p:cNvSpPr>
            <p:nvPr/>
          </p:nvSpPr>
          <p:spPr bwMode="auto">
            <a:xfrm>
              <a:off x="2102" y="1659"/>
              <a:ext cx="2309" cy="1554"/>
            </a:xfrm>
            <a:custGeom>
              <a:avLst/>
              <a:gdLst>
                <a:gd name="T0" fmla="*/ 0 w 2285"/>
                <a:gd name="T1" fmla="*/ 0 h 1514"/>
                <a:gd name="T2" fmla="*/ 0 w 2285"/>
                <a:gd name="T3" fmla="*/ 908 h 1514"/>
                <a:gd name="T4" fmla="*/ 2285 w 2285"/>
                <a:gd name="T5" fmla="*/ 908 h 1514"/>
                <a:gd name="T6" fmla="*/ 2285 w 2285"/>
                <a:gd name="T7" fmla="*/ 1514 h 1514"/>
              </a:gdLst>
              <a:ahLst/>
              <a:cxnLst>
                <a:cxn ang="0">
                  <a:pos x="T0" y="T1"/>
                </a:cxn>
                <a:cxn ang="0">
                  <a:pos x="T2" y="T3"/>
                </a:cxn>
                <a:cxn ang="0">
                  <a:pos x="T4" y="T5"/>
                </a:cxn>
                <a:cxn ang="0">
                  <a:pos x="T6" y="T7"/>
                </a:cxn>
              </a:cxnLst>
              <a:rect l="0" t="0" r="r" b="b"/>
              <a:pathLst>
                <a:path w="2285" h="1514">
                  <a:moveTo>
                    <a:pt x="0" y="0"/>
                  </a:moveTo>
                  <a:lnTo>
                    <a:pt x="0" y="908"/>
                  </a:lnTo>
                  <a:lnTo>
                    <a:pt x="2285" y="908"/>
                  </a:lnTo>
                  <a:lnTo>
                    <a:pt x="2285" y="1514"/>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44" name="Freeform 1060">
              <a:extLst>
                <a:ext uri="{FF2B5EF4-FFF2-40B4-BE49-F238E27FC236}">
                  <a16:creationId xmlns:a16="http://schemas.microsoft.com/office/drawing/2014/main" id="{1DC3AB34-B1F1-749A-44E1-3E91A81CEE16}"/>
                </a:ext>
              </a:extLst>
            </p:cNvPr>
            <p:cNvSpPr>
              <a:spLocks/>
            </p:cNvSpPr>
            <p:nvPr/>
          </p:nvSpPr>
          <p:spPr bwMode="auto">
            <a:xfrm>
              <a:off x="4266" y="3213"/>
              <a:ext cx="174" cy="215"/>
            </a:xfrm>
            <a:custGeom>
              <a:avLst/>
              <a:gdLst>
                <a:gd name="T0" fmla="*/ 113 w 113"/>
                <a:gd name="T1" fmla="*/ 0 h 136"/>
                <a:gd name="T2" fmla="*/ 0 w 113"/>
                <a:gd name="T3" fmla="*/ 0 h 136"/>
                <a:gd name="T4" fmla="*/ 0 w 113"/>
                <a:gd name="T5" fmla="*/ 79 h 136"/>
                <a:gd name="T6" fmla="*/ 56 w 113"/>
                <a:gd name="T7" fmla="*/ 136 h 136"/>
                <a:gd name="T8" fmla="*/ 113 w 113"/>
                <a:gd name="T9" fmla="*/ 80 h 136"/>
                <a:gd name="T10" fmla="*/ 113 w 113"/>
                <a:gd name="T11" fmla="*/ 0 h 136"/>
              </a:gdLst>
              <a:ahLst/>
              <a:cxnLst>
                <a:cxn ang="0">
                  <a:pos x="T0" y="T1"/>
                </a:cxn>
                <a:cxn ang="0">
                  <a:pos x="T2" y="T3"/>
                </a:cxn>
                <a:cxn ang="0">
                  <a:pos x="T4" y="T5"/>
                </a:cxn>
                <a:cxn ang="0">
                  <a:pos x="T6" y="T7"/>
                </a:cxn>
                <a:cxn ang="0">
                  <a:pos x="T8" y="T9"/>
                </a:cxn>
                <a:cxn ang="0">
                  <a:pos x="T10" y="T11"/>
                </a:cxn>
              </a:cxnLst>
              <a:rect l="0" t="0" r="r" b="b"/>
              <a:pathLst>
                <a:path w="113" h="136">
                  <a:moveTo>
                    <a:pt x="113" y="0"/>
                  </a:moveTo>
                  <a:cubicBezTo>
                    <a:pt x="0" y="0"/>
                    <a:pt x="0" y="0"/>
                    <a:pt x="0" y="0"/>
                  </a:cubicBezTo>
                  <a:cubicBezTo>
                    <a:pt x="0" y="79"/>
                    <a:pt x="0" y="79"/>
                    <a:pt x="0" y="79"/>
                  </a:cubicBezTo>
                  <a:cubicBezTo>
                    <a:pt x="0" y="110"/>
                    <a:pt x="25" y="136"/>
                    <a:pt x="56" y="136"/>
                  </a:cubicBezTo>
                  <a:cubicBezTo>
                    <a:pt x="87" y="136"/>
                    <a:pt x="113" y="111"/>
                    <a:pt x="113" y="80"/>
                  </a:cubicBezTo>
                  <a:cubicBezTo>
                    <a:pt x="113" y="0"/>
                    <a:pt x="113" y="0"/>
                    <a:pt x="113" y="0"/>
                  </a:cubicBez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62245" name="Freeform 1061">
              <a:extLst>
                <a:ext uri="{FF2B5EF4-FFF2-40B4-BE49-F238E27FC236}">
                  <a16:creationId xmlns:a16="http://schemas.microsoft.com/office/drawing/2014/main" id="{36B69BC7-FD3E-A204-3F5E-F5C3E86ACE8F}"/>
                </a:ext>
              </a:extLst>
            </p:cNvPr>
            <p:cNvSpPr>
              <a:spLocks/>
            </p:cNvSpPr>
            <p:nvPr/>
          </p:nvSpPr>
          <p:spPr bwMode="auto">
            <a:xfrm>
              <a:off x="4076" y="3043"/>
              <a:ext cx="220" cy="170"/>
            </a:xfrm>
            <a:custGeom>
              <a:avLst/>
              <a:gdLst>
                <a:gd name="T0" fmla="*/ 0 w 218"/>
                <a:gd name="T1" fmla="*/ 0 h 166"/>
                <a:gd name="T2" fmla="*/ 218 w 218"/>
                <a:gd name="T3" fmla="*/ 0 h 166"/>
                <a:gd name="T4" fmla="*/ 218 w 218"/>
                <a:gd name="T5" fmla="*/ 166 h 166"/>
              </a:gdLst>
              <a:ahLst/>
              <a:cxnLst>
                <a:cxn ang="0">
                  <a:pos x="T0" y="T1"/>
                </a:cxn>
                <a:cxn ang="0">
                  <a:pos x="T2" y="T3"/>
                </a:cxn>
                <a:cxn ang="0">
                  <a:pos x="T4" y="T5"/>
                </a:cxn>
              </a:cxnLst>
              <a:rect l="0" t="0" r="r" b="b"/>
              <a:pathLst>
                <a:path w="218" h="166">
                  <a:moveTo>
                    <a:pt x="0" y="0"/>
                  </a:moveTo>
                  <a:lnTo>
                    <a:pt x="218" y="0"/>
                  </a:lnTo>
                  <a:lnTo>
                    <a:pt x="218" y="166"/>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46" name="Freeform 1062">
              <a:extLst>
                <a:ext uri="{FF2B5EF4-FFF2-40B4-BE49-F238E27FC236}">
                  <a16:creationId xmlns:a16="http://schemas.microsoft.com/office/drawing/2014/main" id="{3DBC32CF-E6F6-B9EE-D676-3BD799B5FC4B}"/>
                </a:ext>
              </a:extLst>
            </p:cNvPr>
            <p:cNvSpPr>
              <a:spLocks/>
            </p:cNvSpPr>
            <p:nvPr/>
          </p:nvSpPr>
          <p:spPr bwMode="auto">
            <a:xfrm>
              <a:off x="2268" y="1659"/>
              <a:ext cx="1808" cy="1554"/>
            </a:xfrm>
            <a:custGeom>
              <a:avLst/>
              <a:gdLst>
                <a:gd name="T0" fmla="*/ 0 w 1789"/>
                <a:gd name="T1" fmla="*/ 0 h 1514"/>
                <a:gd name="T2" fmla="*/ 0 w 1789"/>
                <a:gd name="T3" fmla="*/ 829 h 1514"/>
                <a:gd name="T4" fmla="*/ 1789 w 1789"/>
                <a:gd name="T5" fmla="*/ 829 h 1514"/>
                <a:gd name="T6" fmla="*/ 1789 w 1789"/>
                <a:gd name="T7" fmla="*/ 1514 h 1514"/>
              </a:gdLst>
              <a:ahLst/>
              <a:cxnLst>
                <a:cxn ang="0">
                  <a:pos x="T0" y="T1"/>
                </a:cxn>
                <a:cxn ang="0">
                  <a:pos x="T2" y="T3"/>
                </a:cxn>
                <a:cxn ang="0">
                  <a:pos x="T4" y="T5"/>
                </a:cxn>
                <a:cxn ang="0">
                  <a:pos x="T6" y="T7"/>
                </a:cxn>
              </a:cxnLst>
              <a:rect l="0" t="0" r="r" b="b"/>
              <a:pathLst>
                <a:path w="1789" h="1514">
                  <a:moveTo>
                    <a:pt x="0" y="0"/>
                  </a:moveTo>
                  <a:lnTo>
                    <a:pt x="0" y="829"/>
                  </a:lnTo>
                  <a:lnTo>
                    <a:pt x="1789" y="829"/>
                  </a:lnTo>
                  <a:lnTo>
                    <a:pt x="1789" y="1514"/>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47" name="Freeform 1063">
              <a:extLst>
                <a:ext uri="{FF2B5EF4-FFF2-40B4-BE49-F238E27FC236}">
                  <a16:creationId xmlns:a16="http://schemas.microsoft.com/office/drawing/2014/main" id="{6C04A71F-8F41-74DB-B38D-CDE2217B7549}"/>
                </a:ext>
              </a:extLst>
            </p:cNvPr>
            <p:cNvSpPr>
              <a:spLocks/>
            </p:cNvSpPr>
            <p:nvPr/>
          </p:nvSpPr>
          <p:spPr bwMode="auto">
            <a:xfrm>
              <a:off x="4044" y="3213"/>
              <a:ext cx="178" cy="215"/>
            </a:xfrm>
            <a:custGeom>
              <a:avLst/>
              <a:gdLst>
                <a:gd name="T0" fmla="*/ 114 w 114"/>
                <a:gd name="T1" fmla="*/ 0 h 136"/>
                <a:gd name="T2" fmla="*/ 0 w 114"/>
                <a:gd name="T3" fmla="*/ 0 h 136"/>
                <a:gd name="T4" fmla="*/ 1 w 114"/>
                <a:gd name="T5" fmla="*/ 79 h 136"/>
                <a:gd name="T6" fmla="*/ 57 w 114"/>
                <a:gd name="T7" fmla="*/ 136 h 136"/>
                <a:gd name="T8" fmla="*/ 114 w 114"/>
                <a:gd name="T9" fmla="*/ 80 h 136"/>
                <a:gd name="T10" fmla="*/ 114 w 114"/>
                <a:gd name="T11" fmla="*/ 0 h 136"/>
              </a:gdLst>
              <a:ahLst/>
              <a:cxnLst>
                <a:cxn ang="0">
                  <a:pos x="T0" y="T1"/>
                </a:cxn>
                <a:cxn ang="0">
                  <a:pos x="T2" y="T3"/>
                </a:cxn>
                <a:cxn ang="0">
                  <a:pos x="T4" y="T5"/>
                </a:cxn>
                <a:cxn ang="0">
                  <a:pos x="T6" y="T7"/>
                </a:cxn>
                <a:cxn ang="0">
                  <a:pos x="T8" y="T9"/>
                </a:cxn>
                <a:cxn ang="0">
                  <a:pos x="T10" y="T11"/>
                </a:cxn>
              </a:cxnLst>
              <a:rect l="0" t="0" r="r" b="b"/>
              <a:pathLst>
                <a:path w="114" h="136">
                  <a:moveTo>
                    <a:pt x="114" y="0"/>
                  </a:moveTo>
                  <a:cubicBezTo>
                    <a:pt x="0" y="0"/>
                    <a:pt x="0" y="0"/>
                    <a:pt x="0" y="0"/>
                  </a:cubicBezTo>
                  <a:cubicBezTo>
                    <a:pt x="1" y="79"/>
                    <a:pt x="1" y="79"/>
                    <a:pt x="1" y="79"/>
                  </a:cubicBezTo>
                  <a:cubicBezTo>
                    <a:pt x="1" y="110"/>
                    <a:pt x="26" y="136"/>
                    <a:pt x="57" y="136"/>
                  </a:cubicBezTo>
                  <a:cubicBezTo>
                    <a:pt x="88" y="136"/>
                    <a:pt x="113" y="111"/>
                    <a:pt x="114" y="80"/>
                  </a:cubicBezTo>
                  <a:cubicBezTo>
                    <a:pt x="114" y="0"/>
                    <a:pt x="114" y="0"/>
                    <a:pt x="114" y="0"/>
                  </a:cubicBez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62248" name="Freeform 1064">
              <a:extLst>
                <a:ext uri="{FF2B5EF4-FFF2-40B4-BE49-F238E27FC236}">
                  <a16:creationId xmlns:a16="http://schemas.microsoft.com/office/drawing/2014/main" id="{7DAF2DE5-DB44-8020-4249-F99424FF4DF3}"/>
                </a:ext>
              </a:extLst>
            </p:cNvPr>
            <p:cNvSpPr>
              <a:spLocks/>
            </p:cNvSpPr>
            <p:nvPr/>
          </p:nvSpPr>
          <p:spPr bwMode="auto">
            <a:xfrm>
              <a:off x="4191" y="2591"/>
              <a:ext cx="1" cy="622"/>
            </a:xfrm>
            <a:custGeom>
              <a:avLst/>
              <a:gdLst>
                <a:gd name="T0" fmla="*/ 0 h 606"/>
                <a:gd name="T1" fmla="*/ 606 h 606"/>
                <a:gd name="T2" fmla="*/ 0 h 606"/>
              </a:gdLst>
              <a:ahLst/>
              <a:cxnLst>
                <a:cxn ang="0">
                  <a:pos x="0" y="T0"/>
                </a:cxn>
                <a:cxn ang="0">
                  <a:pos x="0" y="T1"/>
                </a:cxn>
                <a:cxn ang="0">
                  <a:pos x="0" y="T2"/>
                </a:cxn>
              </a:cxnLst>
              <a:rect l="0" t="0" r="r" b="b"/>
              <a:pathLst>
                <a:path h="606">
                  <a:moveTo>
                    <a:pt x="0" y="0"/>
                  </a:moveTo>
                  <a:lnTo>
                    <a:pt x="0" y="606"/>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2249" name="Line 1065">
              <a:extLst>
                <a:ext uri="{FF2B5EF4-FFF2-40B4-BE49-F238E27FC236}">
                  <a16:creationId xmlns:a16="http://schemas.microsoft.com/office/drawing/2014/main" id="{C0938849-27DE-865B-BF12-9F1DF5A97CA9}"/>
                </a:ext>
              </a:extLst>
            </p:cNvPr>
            <p:cNvSpPr>
              <a:spLocks noChangeShapeType="1"/>
            </p:cNvSpPr>
            <p:nvPr/>
          </p:nvSpPr>
          <p:spPr bwMode="auto">
            <a:xfrm>
              <a:off x="4191" y="2591"/>
              <a:ext cx="1" cy="622"/>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50" name="Freeform 1066">
              <a:extLst>
                <a:ext uri="{FF2B5EF4-FFF2-40B4-BE49-F238E27FC236}">
                  <a16:creationId xmlns:a16="http://schemas.microsoft.com/office/drawing/2014/main" id="{861E403E-A441-6ABD-A19F-8972FAE097CE}"/>
                </a:ext>
              </a:extLst>
            </p:cNvPr>
            <p:cNvSpPr>
              <a:spLocks/>
            </p:cNvSpPr>
            <p:nvPr/>
          </p:nvSpPr>
          <p:spPr bwMode="auto">
            <a:xfrm>
              <a:off x="3414" y="3213"/>
              <a:ext cx="178" cy="215"/>
            </a:xfrm>
            <a:custGeom>
              <a:avLst/>
              <a:gdLst>
                <a:gd name="T0" fmla="*/ 114 w 114"/>
                <a:gd name="T1" fmla="*/ 0 h 136"/>
                <a:gd name="T2" fmla="*/ 0 w 114"/>
                <a:gd name="T3" fmla="*/ 0 h 136"/>
                <a:gd name="T4" fmla="*/ 0 w 114"/>
                <a:gd name="T5" fmla="*/ 79 h 136"/>
                <a:gd name="T6" fmla="*/ 56 w 114"/>
                <a:gd name="T7" fmla="*/ 136 h 136"/>
                <a:gd name="T8" fmla="*/ 114 w 114"/>
                <a:gd name="T9" fmla="*/ 80 h 136"/>
                <a:gd name="T10" fmla="*/ 114 w 114"/>
                <a:gd name="T11" fmla="*/ 0 h 136"/>
              </a:gdLst>
              <a:ahLst/>
              <a:cxnLst>
                <a:cxn ang="0">
                  <a:pos x="T0" y="T1"/>
                </a:cxn>
                <a:cxn ang="0">
                  <a:pos x="T2" y="T3"/>
                </a:cxn>
                <a:cxn ang="0">
                  <a:pos x="T4" y="T5"/>
                </a:cxn>
                <a:cxn ang="0">
                  <a:pos x="T6" y="T7"/>
                </a:cxn>
                <a:cxn ang="0">
                  <a:pos x="T8" y="T9"/>
                </a:cxn>
                <a:cxn ang="0">
                  <a:pos x="T10" y="T11"/>
                </a:cxn>
              </a:cxnLst>
              <a:rect l="0" t="0" r="r" b="b"/>
              <a:pathLst>
                <a:path w="114" h="136">
                  <a:moveTo>
                    <a:pt x="114" y="0"/>
                  </a:moveTo>
                  <a:cubicBezTo>
                    <a:pt x="0" y="0"/>
                    <a:pt x="0" y="0"/>
                    <a:pt x="0" y="0"/>
                  </a:cubicBezTo>
                  <a:cubicBezTo>
                    <a:pt x="0" y="79"/>
                    <a:pt x="0" y="79"/>
                    <a:pt x="0" y="79"/>
                  </a:cubicBezTo>
                  <a:cubicBezTo>
                    <a:pt x="0" y="110"/>
                    <a:pt x="25" y="136"/>
                    <a:pt x="56" y="136"/>
                  </a:cubicBezTo>
                  <a:cubicBezTo>
                    <a:pt x="88" y="136"/>
                    <a:pt x="113" y="111"/>
                    <a:pt x="114" y="80"/>
                  </a:cubicBezTo>
                  <a:cubicBezTo>
                    <a:pt x="114" y="0"/>
                    <a:pt x="114" y="0"/>
                    <a:pt x="114" y="0"/>
                  </a:cubicBez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62251" name="Line 1067">
              <a:extLst>
                <a:ext uri="{FF2B5EF4-FFF2-40B4-BE49-F238E27FC236}">
                  <a16:creationId xmlns:a16="http://schemas.microsoft.com/office/drawing/2014/main" id="{90B658CF-A5B5-BACB-48F3-518A34A6F9CB}"/>
                </a:ext>
              </a:extLst>
            </p:cNvPr>
            <p:cNvSpPr>
              <a:spLocks noChangeShapeType="1"/>
            </p:cNvSpPr>
            <p:nvPr/>
          </p:nvSpPr>
          <p:spPr bwMode="auto">
            <a:xfrm flipV="1">
              <a:off x="4352" y="3428"/>
              <a:ext cx="1" cy="94"/>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2252" name="Oval 1068">
              <a:extLst>
                <a:ext uri="{FF2B5EF4-FFF2-40B4-BE49-F238E27FC236}">
                  <a16:creationId xmlns:a16="http://schemas.microsoft.com/office/drawing/2014/main" id="{C190C127-7126-D752-2BC7-DCB898AC9B51}"/>
                </a:ext>
              </a:extLst>
            </p:cNvPr>
            <p:cNvSpPr>
              <a:spLocks noChangeArrowheads="1"/>
            </p:cNvSpPr>
            <p:nvPr/>
          </p:nvSpPr>
          <p:spPr bwMode="auto">
            <a:xfrm>
              <a:off x="3888" y="2823"/>
              <a:ext cx="51" cy="53"/>
            </a:xfrm>
            <a:prstGeom prst="ellipse">
              <a:avLst/>
            </a:prstGeom>
            <a:solidFill>
              <a:srgbClr val="FFFFFF"/>
            </a:solidFill>
            <a:ln w="15875">
              <a:solidFill>
                <a:srgbClr val="000000"/>
              </a:solidFill>
              <a:miter lim="800000"/>
              <a:headEnd/>
              <a:tailEnd/>
            </a:ln>
          </p:spPr>
          <p:txBody>
            <a:bodyPr/>
            <a:lstStyle/>
            <a:p>
              <a:endParaRPr lang="es-ES"/>
            </a:p>
          </p:txBody>
        </p:sp>
        <p:sp>
          <p:nvSpPr>
            <p:cNvPr id="862253" name="Oval 1069">
              <a:extLst>
                <a:ext uri="{FF2B5EF4-FFF2-40B4-BE49-F238E27FC236}">
                  <a16:creationId xmlns:a16="http://schemas.microsoft.com/office/drawing/2014/main" id="{E29C4E0A-2759-5DA4-04BB-8B09CB98CF9E}"/>
                </a:ext>
              </a:extLst>
            </p:cNvPr>
            <p:cNvSpPr>
              <a:spLocks noChangeArrowheads="1"/>
            </p:cNvSpPr>
            <p:nvPr/>
          </p:nvSpPr>
          <p:spPr bwMode="auto">
            <a:xfrm>
              <a:off x="3535" y="2823"/>
              <a:ext cx="52" cy="53"/>
            </a:xfrm>
            <a:prstGeom prst="ellipse">
              <a:avLst/>
            </a:prstGeom>
            <a:solidFill>
              <a:srgbClr val="FFFFFF"/>
            </a:solidFill>
            <a:ln w="15875">
              <a:solidFill>
                <a:srgbClr val="000000"/>
              </a:solidFill>
              <a:miter lim="800000"/>
              <a:headEnd/>
              <a:tailEnd/>
            </a:ln>
          </p:spPr>
          <p:txBody>
            <a:bodyPr/>
            <a:lstStyle/>
            <a:p>
              <a:endParaRPr lang="es-ES"/>
            </a:p>
          </p:txBody>
        </p:sp>
        <p:sp>
          <p:nvSpPr>
            <p:cNvPr id="862254" name="Oval 1070">
              <a:extLst>
                <a:ext uri="{FF2B5EF4-FFF2-40B4-BE49-F238E27FC236}">
                  <a16:creationId xmlns:a16="http://schemas.microsoft.com/office/drawing/2014/main" id="{5C9396DE-FB81-89D7-8FCB-FFE409B8F560}"/>
                </a:ext>
              </a:extLst>
            </p:cNvPr>
            <p:cNvSpPr>
              <a:spLocks noChangeArrowheads="1"/>
            </p:cNvSpPr>
            <p:nvPr/>
          </p:nvSpPr>
          <p:spPr bwMode="auto">
            <a:xfrm>
              <a:off x="4336" y="3507"/>
              <a:ext cx="32" cy="3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2255" name="Oval 1071">
              <a:extLst>
                <a:ext uri="{FF2B5EF4-FFF2-40B4-BE49-F238E27FC236}">
                  <a16:creationId xmlns:a16="http://schemas.microsoft.com/office/drawing/2014/main" id="{BABE60AB-49E4-DB39-123D-84279A80733F}"/>
                </a:ext>
              </a:extLst>
            </p:cNvPr>
            <p:cNvSpPr>
              <a:spLocks noChangeArrowheads="1"/>
            </p:cNvSpPr>
            <p:nvPr/>
          </p:nvSpPr>
          <p:spPr bwMode="auto">
            <a:xfrm>
              <a:off x="4176" y="2576"/>
              <a:ext cx="30" cy="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2256" name="Oval 1072">
              <a:extLst>
                <a:ext uri="{FF2B5EF4-FFF2-40B4-BE49-F238E27FC236}">
                  <a16:creationId xmlns:a16="http://schemas.microsoft.com/office/drawing/2014/main" id="{C618D102-BEFF-57D3-78A0-BE605DDE079C}"/>
                </a:ext>
              </a:extLst>
            </p:cNvPr>
            <p:cNvSpPr>
              <a:spLocks noChangeArrowheads="1"/>
            </p:cNvSpPr>
            <p:nvPr/>
          </p:nvSpPr>
          <p:spPr bwMode="auto">
            <a:xfrm>
              <a:off x="3897" y="2494"/>
              <a:ext cx="31" cy="3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2257" name="Oval 1073">
              <a:extLst>
                <a:ext uri="{FF2B5EF4-FFF2-40B4-BE49-F238E27FC236}">
                  <a16:creationId xmlns:a16="http://schemas.microsoft.com/office/drawing/2014/main" id="{EF4EC22B-3DD1-C527-5BC5-1FDB03FCC6B2}"/>
                </a:ext>
              </a:extLst>
            </p:cNvPr>
            <p:cNvSpPr>
              <a:spLocks noChangeArrowheads="1"/>
            </p:cNvSpPr>
            <p:nvPr/>
          </p:nvSpPr>
          <p:spPr bwMode="auto">
            <a:xfrm>
              <a:off x="3679" y="2408"/>
              <a:ext cx="30" cy="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2258" name="Oval 1074">
              <a:extLst>
                <a:ext uri="{FF2B5EF4-FFF2-40B4-BE49-F238E27FC236}">
                  <a16:creationId xmlns:a16="http://schemas.microsoft.com/office/drawing/2014/main" id="{EBF81A53-4D1A-55BE-F484-927CA9FEBD10}"/>
                </a:ext>
              </a:extLst>
            </p:cNvPr>
            <p:cNvSpPr>
              <a:spLocks noChangeArrowheads="1"/>
            </p:cNvSpPr>
            <p:nvPr/>
          </p:nvSpPr>
          <p:spPr bwMode="auto">
            <a:xfrm>
              <a:off x="3430" y="2073"/>
              <a:ext cx="31" cy="3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2259" name="Oval 1075">
              <a:extLst>
                <a:ext uri="{FF2B5EF4-FFF2-40B4-BE49-F238E27FC236}">
                  <a16:creationId xmlns:a16="http://schemas.microsoft.com/office/drawing/2014/main" id="{03FFB950-6D0F-6F54-9484-BD5369557DD2}"/>
                </a:ext>
              </a:extLst>
            </p:cNvPr>
            <p:cNvSpPr>
              <a:spLocks noChangeArrowheads="1"/>
            </p:cNvSpPr>
            <p:nvPr/>
          </p:nvSpPr>
          <p:spPr bwMode="auto">
            <a:xfrm>
              <a:off x="2992" y="2576"/>
              <a:ext cx="31" cy="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2260" name="Oval 1076">
              <a:extLst>
                <a:ext uri="{FF2B5EF4-FFF2-40B4-BE49-F238E27FC236}">
                  <a16:creationId xmlns:a16="http://schemas.microsoft.com/office/drawing/2014/main" id="{4A8F5FDE-DC2D-4948-9503-22A9E50743F7}"/>
                </a:ext>
              </a:extLst>
            </p:cNvPr>
            <p:cNvSpPr>
              <a:spLocks noChangeArrowheads="1"/>
            </p:cNvSpPr>
            <p:nvPr/>
          </p:nvSpPr>
          <p:spPr bwMode="auto">
            <a:xfrm>
              <a:off x="4060" y="3028"/>
              <a:ext cx="32" cy="3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2261" name="Freeform 1077">
              <a:extLst>
                <a:ext uri="{FF2B5EF4-FFF2-40B4-BE49-F238E27FC236}">
                  <a16:creationId xmlns:a16="http://schemas.microsoft.com/office/drawing/2014/main" id="{41E0987E-E197-F1C2-89B8-DF376A7CA71C}"/>
                </a:ext>
              </a:extLst>
            </p:cNvPr>
            <p:cNvSpPr>
              <a:spLocks/>
            </p:cNvSpPr>
            <p:nvPr/>
          </p:nvSpPr>
          <p:spPr bwMode="auto">
            <a:xfrm>
              <a:off x="4110" y="2699"/>
              <a:ext cx="159" cy="126"/>
            </a:xfrm>
            <a:custGeom>
              <a:avLst/>
              <a:gdLst>
                <a:gd name="T0" fmla="*/ 157 w 157"/>
                <a:gd name="T1" fmla="*/ 0 h 123"/>
                <a:gd name="T2" fmla="*/ 0 w 157"/>
                <a:gd name="T3" fmla="*/ 0 h 123"/>
                <a:gd name="T4" fmla="*/ 80 w 157"/>
                <a:gd name="T5" fmla="*/ 123 h 123"/>
                <a:gd name="T6" fmla="*/ 157 w 157"/>
                <a:gd name="T7" fmla="*/ 0 h 123"/>
                <a:gd name="T8" fmla="*/ 157 w 157"/>
                <a:gd name="T9" fmla="*/ 0 h 123"/>
              </a:gdLst>
              <a:ahLst/>
              <a:cxnLst>
                <a:cxn ang="0">
                  <a:pos x="T0" y="T1"/>
                </a:cxn>
                <a:cxn ang="0">
                  <a:pos x="T2" y="T3"/>
                </a:cxn>
                <a:cxn ang="0">
                  <a:pos x="T4" y="T5"/>
                </a:cxn>
                <a:cxn ang="0">
                  <a:pos x="T6" y="T7"/>
                </a:cxn>
                <a:cxn ang="0">
                  <a:pos x="T8" y="T9"/>
                </a:cxn>
              </a:cxnLst>
              <a:rect l="0" t="0" r="r" b="b"/>
              <a:pathLst>
                <a:path w="157" h="123">
                  <a:moveTo>
                    <a:pt x="157" y="0"/>
                  </a:moveTo>
                  <a:lnTo>
                    <a:pt x="0" y="0"/>
                  </a:lnTo>
                  <a:lnTo>
                    <a:pt x="80" y="123"/>
                  </a:lnTo>
                  <a:lnTo>
                    <a:pt x="157" y="0"/>
                  </a:lnTo>
                  <a:lnTo>
                    <a:pt x="157" y="0"/>
                  </a:ln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62262" name="Oval 1078">
              <a:extLst>
                <a:ext uri="{FF2B5EF4-FFF2-40B4-BE49-F238E27FC236}">
                  <a16:creationId xmlns:a16="http://schemas.microsoft.com/office/drawing/2014/main" id="{C8EBFD4C-1440-8EC3-FF20-C5E14FEC56D8}"/>
                </a:ext>
              </a:extLst>
            </p:cNvPr>
            <p:cNvSpPr>
              <a:spLocks noChangeArrowheads="1"/>
            </p:cNvSpPr>
            <p:nvPr/>
          </p:nvSpPr>
          <p:spPr bwMode="auto">
            <a:xfrm>
              <a:off x="4165" y="2823"/>
              <a:ext cx="52" cy="53"/>
            </a:xfrm>
            <a:prstGeom prst="ellipse">
              <a:avLst/>
            </a:prstGeom>
            <a:solidFill>
              <a:srgbClr val="FFFFFF"/>
            </a:solidFill>
            <a:ln w="15875">
              <a:solidFill>
                <a:srgbClr val="000000"/>
              </a:solidFill>
              <a:miter lim="800000"/>
              <a:headEnd/>
              <a:tailEnd/>
            </a:ln>
          </p:spPr>
          <p:txBody>
            <a:bodyPr/>
            <a:lstStyle/>
            <a:p>
              <a:endParaRPr lang="es-ES"/>
            </a:p>
          </p:txBody>
        </p:sp>
        <p:sp>
          <p:nvSpPr>
            <p:cNvPr id="862263" name="Rectangle 1079">
              <a:extLst>
                <a:ext uri="{FF2B5EF4-FFF2-40B4-BE49-F238E27FC236}">
                  <a16:creationId xmlns:a16="http://schemas.microsoft.com/office/drawing/2014/main" id="{BC127290-07A7-C357-F5F2-66EF91C19C22}"/>
                </a:ext>
              </a:extLst>
            </p:cNvPr>
            <p:cNvSpPr>
              <a:spLocks noChangeArrowheads="1"/>
            </p:cNvSpPr>
            <p:nvPr/>
          </p:nvSpPr>
          <p:spPr bwMode="auto">
            <a:xfrm>
              <a:off x="1856"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19</a:t>
              </a:r>
              <a:endParaRPr lang="en-US" altLang="es-ES" sz="4400"/>
            </a:p>
          </p:txBody>
        </p:sp>
        <p:sp>
          <p:nvSpPr>
            <p:cNvPr id="862264" name="Rectangle 1080">
              <a:extLst>
                <a:ext uri="{FF2B5EF4-FFF2-40B4-BE49-F238E27FC236}">
                  <a16:creationId xmlns:a16="http://schemas.microsoft.com/office/drawing/2014/main" id="{CB6094CA-E586-7B42-B4F6-C74177CEF54F}"/>
                </a:ext>
              </a:extLst>
            </p:cNvPr>
            <p:cNvSpPr>
              <a:spLocks noChangeArrowheads="1"/>
            </p:cNvSpPr>
            <p:nvPr/>
          </p:nvSpPr>
          <p:spPr bwMode="auto">
            <a:xfrm>
              <a:off x="1938"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2265" name="Rectangle 1081">
              <a:extLst>
                <a:ext uri="{FF2B5EF4-FFF2-40B4-BE49-F238E27FC236}">
                  <a16:creationId xmlns:a16="http://schemas.microsoft.com/office/drawing/2014/main" id="{85CE337E-0761-77EA-05EB-C3357986EB56}"/>
                </a:ext>
              </a:extLst>
            </p:cNvPr>
            <p:cNvSpPr>
              <a:spLocks noChangeArrowheads="1"/>
            </p:cNvSpPr>
            <p:nvPr/>
          </p:nvSpPr>
          <p:spPr bwMode="auto">
            <a:xfrm>
              <a:off x="1979"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17</a:t>
              </a:r>
              <a:endParaRPr lang="en-US" altLang="es-ES" sz="4400"/>
            </a:p>
          </p:txBody>
        </p:sp>
        <p:sp>
          <p:nvSpPr>
            <p:cNvPr id="862266" name="Rectangle 1082">
              <a:extLst>
                <a:ext uri="{FF2B5EF4-FFF2-40B4-BE49-F238E27FC236}">
                  <a16:creationId xmlns:a16="http://schemas.microsoft.com/office/drawing/2014/main" id="{2B141A39-3E2F-1C48-4EE0-B24AB4621CD5}"/>
                </a:ext>
              </a:extLst>
            </p:cNvPr>
            <p:cNvSpPr>
              <a:spLocks noChangeArrowheads="1"/>
            </p:cNvSpPr>
            <p:nvPr/>
          </p:nvSpPr>
          <p:spPr bwMode="auto">
            <a:xfrm>
              <a:off x="1893" y="3967"/>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a:t>
              </a:r>
              <a:endParaRPr lang="en-US" altLang="es-ES" sz="4400"/>
            </a:p>
          </p:txBody>
        </p:sp>
        <p:sp>
          <p:nvSpPr>
            <p:cNvPr id="862267" name="Rectangle 1083">
              <a:extLst>
                <a:ext uri="{FF2B5EF4-FFF2-40B4-BE49-F238E27FC236}">
                  <a16:creationId xmlns:a16="http://schemas.microsoft.com/office/drawing/2014/main" id="{84C309F7-5D23-BD39-44F2-0514AD1C3EE7}"/>
                </a:ext>
              </a:extLst>
            </p:cNvPr>
            <p:cNvSpPr>
              <a:spLocks noChangeArrowheads="1"/>
            </p:cNvSpPr>
            <p:nvPr/>
          </p:nvSpPr>
          <p:spPr bwMode="auto">
            <a:xfrm>
              <a:off x="2243" y="369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16</a:t>
              </a:r>
              <a:endParaRPr lang="en-US" altLang="es-ES" sz="4400"/>
            </a:p>
          </p:txBody>
        </p:sp>
        <p:sp>
          <p:nvSpPr>
            <p:cNvPr id="862268" name="Rectangle 1084">
              <a:extLst>
                <a:ext uri="{FF2B5EF4-FFF2-40B4-BE49-F238E27FC236}">
                  <a16:creationId xmlns:a16="http://schemas.microsoft.com/office/drawing/2014/main" id="{46271F12-416B-F504-BB65-02E105AFE986}"/>
                </a:ext>
              </a:extLst>
            </p:cNvPr>
            <p:cNvSpPr>
              <a:spLocks noChangeArrowheads="1"/>
            </p:cNvSpPr>
            <p:nvPr/>
          </p:nvSpPr>
          <p:spPr bwMode="auto">
            <a:xfrm>
              <a:off x="2326" y="3698"/>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2269" name="Rectangle 1085">
              <a:extLst>
                <a:ext uri="{FF2B5EF4-FFF2-40B4-BE49-F238E27FC236}">
                  <a16:creationId xmlns:a16="http://schemas.microsoft.com/office/drawing/2014/main" id="{6593ACE8-E401-F617-7A0E-19F2F1F1DC0A}"/>
                </a:ext>
              </a:extLst>
            </p:cNvPr>
            <p:cNvSpPr>
              <a:spLocks noChangeArrowheads="1"/>
            </p:cNvSpPr>
            <p:nvPr/>
          </p:nvSpPr>
          <p:spPr bwMode="auto">
            <a:xfrm>
              <a:off x="2366" y="369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14</a:t>
              </a:r>
              <a:endParaRPr lang="en-US" altLang="es-ES" sz="4400"/>
            </a:p>
          </p:txBody>
        </p:sp>
        <p:sp>
          <p:nvSpPr>
            <p:cNvPr id="862270" name="Rectangle 1086">
              <a:extLst>
                <a:ext uri="{FF2B5EF4-FFF2-40B4-BE49-F238E27FC236}">
                  <a16:creationId xmlns:a16="http://schemas.microsoft.com/office/drawing/2014/main" id="{EAA4969B-220F-DD5C-A8C8-7164F478A5F7}"/>
                </a:ext>
              </a:extLst>
            </p:cNvPr>
            <p:cNvSpPr>
              <a:spLocks noChangeArrowheads="1"/>
            </p:cNvSpPr>
            <p:nvPr/>
          </p:nvSpPr>
          <p:spPr bwMode="auto">
            <a:xfrm>
              <a:off x="2277" y="3966"/>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a:t>
              </a:r>
              <a:endParaRPr lang="en-US" altLang="es-ES" sz="4400"/>
            </a:p>
          </p:txBody>
        </p:sp>
        <p:sp>
          <p:nvSpPr>
            <p:cNvPr id="862271" name="Rectangle 1087">
              <a:extLst>
                <a:ext uri="{FF2B5EF4-FFF2-40B4-BE49-F238E27FC236}">
                  <a16:creationId xmlns:a16="http://schemas.microsoft.com/office/drawing/2014/main" id="{BE94A4E1-4FF6-9CCC-C5AA-16DA6E634626}"/>
                </a:ext>
              </a:extLst>
            </p:cNvPr>
            <p:cNvSpPr>
              <a:spLocks noChangeArrowheads="1"/>
            </p:cNvSpPr>
            <p:nvPr/>
          </p:nvSpPr>
          <p:spPr bwMode="auto">
            <a:xfrm>
              <a:off x="2642"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13</a:t>
              </a:r>
              <a:endParaRPr lang="en-US" altLang="es-ES" sz="4400"/>
            </a:p>
          </p:txBody>
        </p:sp>
        <p:sp>
          <p:nvSpPr>
            <p:cNvPr id="862272" name="Rectangle 1088">
              <a:extLst>
                <a:ext uri="{FF2B5EF4-FFF2-40B4-BE49-F238E27FC236}">
                  <a16:creationId xmlns:a16="http://schemas.microsoft.com/office/drawing/2014/main" id="{D6117E96-9F54-7DEF-E9CA-E87492BF7BC9}"/>
                </a:ext>
              </a:extLst>
            </p:cNvPr>
            <p:cNvSpPr>
              <a:spLocks noChangeArrowheads="1"/>
            </p:cNvSpPr>
            <p:nvPr/>
          </p:nvSpPr>
          <p:spPr bwMode="auto">
            <a:xfrm>
              <a:off x="2724"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2273" name="Rectangle 1089">
              <a:extLst>
                <a:ext uri="{FF2B5EF4-FFF2-40B4-BE49-F238E27FC236}">
                  <a16:creationId xmlns:a16="http://schemas.microsoft.com/office/drawing/2014/main" id="{83EE0351-A2BF-7963-FDC2-0C4DCD321535}"/>
                </a:ext>
              </a:extLst>
            </p:cNvPr>
            <p:cNvSpPr>
              <a:spLocks noChangeArrowheads="1"/>
            </p:cNvSpPr>
            <p:nvPr/>
          </p:nvSpPr>
          <p:spPr bwMode="auto">
            <a:xfrm>
              <a:off x="2765"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11</a:t>
              </a:r>
              <a:endParaRPr lang="en-US" altLang="es-ES" sz="4400"/>
            </a:p>
          </p:txBody>
        </p:sp>
        <p:sp>
          <p:nvSpPr>
            <p:cNvPr id="862274" name="Rectangle 1090">
              <a:extLst>
                <a:ext uri="{FF2B5EF4-FFF2-40B4-BE49-F238E27FC236}">
                  <a16:creationId xmlns:a16="http://schemas.microsoft.com/office/drawing/2014/main" id="{0E4B00E0-6505-CF19-65A5-5ED404852089}"/>
                </a:ext>
              </a:extLst>
            </p:cNvPr>
            <p:cNvSpPr>
              <a:spLocks noChangeArrowheads="1"/>
            </p:cNvSpPr>
            <p:nvPr/>
          </p:nvSpPr>
          <p:spPr bwMode="auto">
            <a:xfrm>
              <a:off x="2682" y="3967"/>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a:t>
              </a:r>
              <a:endParaRPr lang="en-US" altLang="es-ES" sz="4400"/>
            </a:p>
          </p:txBody>
        </p:sp>
        <p:sp>
          <p:nvSpPr>
            <p:cNvPr id="862275" name="Rectangle 1091">
              <a:extLst>
                <a:ext uri="{FF2B5EF4-FFF2-40B4-BE49-F238E27FC236}">
                  <a16:creationId xmlns:a16="http://schemas.microsoft.com/office/drawing/2014/main" id="{49ED50FD-1C62-F603-5163-A32B19583320}"/>
                </a:ext>
              </a:extLst>
            </p:cNvPr>
            <p:cNvSpPr>
              <a:spLocks noChangeArrowheads="1"/>
            </p:cNvSpPr>
            <p:nvPr/>
          </p:nvSpPr>
          <p:spPr bwMode="auto">
            <a:xfrm>
              <a:off x="2988"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10</a:t>
              </a:r>
              <a:endParaRPr lang="en-US" altLang="es-ES" sz="4400"/>
            </a:p>
          </p:txBody>
        </p:sp>
        <p:sp>
          <p:nvSpPr>
            <p:cNvPr id="862276" name="Rectangle 1092">
              <a:extLst>
                <a:ext uri="{FF2B5EF4-FFF2-40B4-BE49-F238E27FC236}">
                  <a16:creationId xmlns:a16="http://schemas.microsoft.com/office/drawing/2014/main" id="{D1414D8E-347A-B7D8-FA7B-71555DBBEB16}"/>
                </a:ext>
              </a:extLst>
            </p:cNvPr>
            <p:cNvSpPr>
              <a:spLocks noChangeArrowheads="1"/>
            </p:cNvSpPr>
            <p:nvPr/>
          </p:nvSpPr>
          <p:spPr bwMode="auto">
            <a:xfrm>
              <a:off x="2961" y="3967"/>
              <a:ext cx="1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MB</a:t>
              </a:r>
              <a:endParaRPr lang="en-US" altLang="es-ES" sz="4400"/>
            </a:p>
          </p:txBody>
        </p:sp>
        <p:sp>
          <p:nvSpPr>
            <p:cNvPr id="862277" name="Rectangle 1093">
              <a:extLst>
                <a:ext uri="{FF2B5EF4-FFF2-40B4-BE49-F238E27FC236}">
                  <a16:creationId xmlns:a16="http://schemas.microsoft.com/office/drawing/2014/main" id="{4187440C-A001-67A4-9948-432752F629E3}"/>
                </a:ext>
              </a:extLst>
            </p:cNvPr>
            <p:cNvSpPr>
              <a:spLocks noChangeArrowheads="1"/>
            </p:cNvSpPr>
            <p:nvPr/>
          </p:nvSpPr>
          <p:spPr bwMode="auto">
            <a:xfrm>
              <a:off x="3309"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9</a:t>
              </a:r>
              <a:endParaRPr lang="en-US" altLang="es-ES" sz="4400"/>
            </a:p>
          </p:txBody>
        </p:sp>
        <p:sp>
          <p:nvSpPr>
            <p:cNvPr id="862278" name="Rectangle 1094">
              <a:extLst>
                <a:ext uri="{FF2B5EF4-FFF2-40B4-BE49-F238E27FC236}">
                  <a16:creationId xmlns:a16="http://schemas.microsoft.com/office/drawing/2014/main" id="{574C5FB1-0508-9B66-AFD1-B1F5DE8DC164}"/>
                </a:ext>
              </a:extLst>
            </p:cNvPr>
            <p:cNvSpPr>
              <a:spLocks noChangeArrowheads="1"/>
            </p:cNvSpPr>
            <p:nvPr/>
          </p:nvSpPr>
          <p:spPr bwMode="auto">
            <a:xfrm>
              <a:off x="3349"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2279" name="Rectangle 1095">
              <a:extLst>
                <a:ext uri="{FF2B5EF4-FFF2-40B4-BE49-F238E27FC236}">
                  <a16:creationId xmlns:a16="http://schemas.microsoft.com/office/drawing/2014/main" id="{7DF6E462-989C-A1EE-CF62-469786BC8E69}"/>
                </a:ext>
              </a:extLst>
            </p:cNvPr>
            <p:cNvSpPr>
              <a:spLocks noChangeArrowheads="1"/>
            </p:cNvSpPr>
            <p:nvPr/>
          </p:nvSpPr>
          <p:spPr bwMode="auto">
            <a:xfrm>
              <a:off x="3391"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6</a:t>
              </a:r>
              <a:endParaRPr lang="en-US" altLang="es-ES" sz="4400"/>
            </a:p>
          </p:txBody>
        </p:sp>
        <p:sp>
          <p:nvSpPr>
            <p:cNvPr id="862280" name="Rectangle 1096">
              <a:extLst>
                <a:ext uri="{FF2B5EF4-FFF2-40B4-BE49-F238E27FC236}">
                  <a16:creationId xmlns:a16="http://schemas.microsoft.com/office/drawing/2014/main" id="{E1EB5B6A-03A1-6081-E0D4-881828502378}"/>
                </a:ext>
              </a:extLst>
            </p:cNvPr>
            <p:cNvSpPr>
              <a:spLocks noChangeArrowheads="1"/>
            </p:cNvSpPr>
            <p:nvPr/>
          </p:nvSpPr>
          <p:spPr bwMode="auto">
            <a:xfrm>
              <a:off x="3322" y="3967"/>
              <a:ext cx="1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FS</a:t>
              </a:r>
              <a:endParaRPr lang="en-US" altLang="es-ES" sz="4400"/>
            </a:p>
          </p:txBody>
        </p:sp>
        <p:sp>
          <p:nvSpPr>
            <p:cNvPr id="862281" name="Rectangle 1097">
              <a:extLst>
                <a:ext uri="{FF2B5EF4-FFF2-40B4-BE49-F238E27FC236}">
                  <a16:creationId xmlns:a16="http://schemas.microsoft.com/office/drawing/2014/main" id="{D8F2987D-56F4-7831-6F07-B4E7587EABB6}"/>
                </a:ext>
              </a:extLst>
            </p:cNvPr>
            <p:cNvSpPr>
              <a:spLocks noChangeArrowheads="1"/>
            </p:cNvSpPr>
            <p:nvPr/>
          </p:nvSpPr>
          <p:spPr bwMode="auto">
            <a:xfrm>
              <a:off x="3673"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5</a:t>
              </a:r>
              <a:endParaRPr lang="en-US" altLang="es-ES" sz="4400"/>
            </a:p>
          </p:txBody>
        </p:sp>
        <p:sp>
          <p:nvSpPr>
            <p:cNvPr id="862282" name="Rectangle 1098">
              <a:extLst>
                <a:ext uri="{FF2B5EF4-FFF2-40B4-BE49-F238E27FC236}">
                  <a16:creationId xmlns:a16="http://schemas.microsoft.com/office/drawing/2014/main" id="{D2868950-67DC-A3BB-5037-EBD5C2822645}"/>
                </a:ext>
              </a:extLst>
            </p:cNvPr>
            <p:cNvSpPr>
              <a:spLocks noChangeArrowheads="1"/>
            </p:cNvSpPr>
            <p:nvPr/>
          </p:nvSpPr>
          <p:spPr bwMode="auto">
            <a:xfrm>
              <a:off x="3621" y="3967"/>
              <a:ext cx="1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MD</a:t>
              </a:r>
              <a:endParaRPr lang="en-US" altLang="es-ES" sz="4400"/>
            </a:p>
          </p:txBody>
        </p:sp>
        <p:sp>
          <p:nvSpPr>
            <p:cNvPr id="862283" name="Rectangle 1099">
              <a:extLst>
                <a:ext uri="{FF2B5EF4-FFF2-40B4-BE49-F238E27FC236}">
                  <a16:creationId xmlns:a16="http://schemas.microsoft.com/office/drawing/2014/main" id="{47C9D0A9-3924-2D56-0751-4A29B426B9F3}"/>
                </a:ext>
              </a:extLst>
            </p:cNvPr>
            <p:cNvSpPr>
              <a:spLocks noChangeArrowheads="1"/>
            </p:cNvSpPr>
            <p:nvPr/>
          </p:nvSpPr>
          <p:spPr bwMode="auto">
            <a:xfrm>
              <a:off x="3896"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4</a:t>
              </a:r>
              <a:endParaRPr lang="en-US" altLang="es-ES" sz="4400"/>
            </a:p>
          </p:txBody>
        </p:sp>
        <p:sp>
          <p:nvSpPr>
            <p:cNvPr id="862284" name="Rectangle 1100">
              <a:extLst>
                <a:ext uri="{FF2B5EF4-FFF2-40B4-BE49-F238E27FC236}">
                  <a16:creationId xmlns:a16="http://schemas.microsoft.com/office/drawing/2014/main" id="{2F155927-16D0-5A1F-1A48-FABC0749A1E1}"/>
                </a:ext>
              </a:extLst>
            </p:cNvPr>
            <p:cNvSpPr>
              <a:spLocks noChangeArrowheads="1"/>
            </p:cNvSpPr>
            <p:nvPr/>
          </p:nvSpPr>
          <p:spPr bwMode="auto">
            <a:xfrm>
              <a:off x="3846" y="3967"/>
              <a:ext cx="1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RW</a:t>
              </a:r>
              <a:endParaRPr lang="en-US" altLang="es-ES" sz="4400"/>
            </a:p>
          </p:txBody>
        </p:sp>
        <p:sp>
          <p:nvSpPr>
            <p:cNvPr id="862285" name="Rectangle 1101">
              <a:extLst>
                <a:ext uri="{FF2B5EF4-FFF2-40B4-BE49-F238E27FC236}">
                  <a16:creationId xmlns:a16="http://schemas.microsoft.com/office/drawing/2014/main" id="{DC00359F-C2FC-0DCE-6AB6-284DF96C5ED0}"/>
                </a:ext>
              </a:extLst>
            </p:cNvPr>
            <p:cNvSpPr>
              <a:spLocks noChangeArrowheads="1"/>
            </p:cNvSpPr>
            <p:nvPr/>
          </p:nvSpPr>
          <p:spPr bwMode="auto">
            <a:xfrm>
              <a:off x="4112"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3</a:t>
              </a:r>
              <a:endParaRPr lang="en-US" altLang="es-ES" sz="4400"/>
            </a:p>
          </p:txBody>
        </p:sp>
        <p:sp>
          <p:nvSpPr>
            <p:cNvPr id="862286" name="Rectangle 1102">
              <a:extLst>
                <a:ext uri="{FF2B5EF4-FFF2-40B4-BE49-F238E27FC236}">
                  <a16:creationId xmlns:a16="http://schemas.microsoft.com/office/drawing/2014/main" id="{3E16C286-8C13-45C0-F333-B64B79A1E025}"/>
                </a:ext>
              </a:extLst>
            </p:cNvPr>
            <p:cNvSpPr>
              <a:spLocks noChangeArrowheads="1"/>
            </p:cNvSpPr>
            <p:nvPr/>
          </p:nvSpPr>
          <p:spPr bwMode="auto">
            <a:xfrm>
              <a:off x="4053" y="3967"/>
              <a:ext cx="21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MW</a:t>
              </a:r>
              <a:endParaRPr lang="en-US" altLang="es-ES" sz="4400"/>
            </a:p>
          </p:txBody>
        </p:sp>
        <p:sp>
          <p:nvSpPr>
            <p:cNvPr id="862287" name="Rectangle 1103">
              <a:extLst>
                <a:ext uri="{FF2B5EF4-FFF2-40B4-BE49-F238E27FC236}">
                  <a16:creationId xmlns:a16="http://schemas.microsoft.com/office/drawing/2014/main" id="{AA4BB82B-B013-3C55-775F-AA4BDF6B9957}"/>
                </a:ext>
              </a:extLst>
            </p:cNvPr>
            <p:cNvSpPr>
              <a:spLocks noChangeArrowheads="1"/>
            </p:cNvSpPr>
            <p:nvPr/>
          </p:nvSpPr>
          <p:spPr bwMode="auto">
            <a:xfrm>
              <a:off x="4326"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2</a:t>
              </a:r>
              <a:endParaRPr lang="en-US" altLang="es-ES" sz="4400"/>
            </a:p>
          </p:txBody>
        </p:sp>
        <p:sp>
          <p:nvSpPr>
            <p:cNvPr id="862288" name="Rectangle 1104">
              <a:extLst>
                <a:ext uri="{FF2B5EF4-FFF2-40B4-BE49-F238E27FC236}">
                  <a16:creationId xmlns:a16="http://schemas.microsoft.com/office/drawing/2014/main" id="{EA1E3523-070C-6A3F-0FF8-48B6CC8BEA23}"/>
                </a:ext>
              </a:extLst>
            </p:cNvPr>
            <p:cNvSpPr>
              <a:spLocks noChangeArrowheads="1"/>
            </p:cNvSpPr>
            <p:nvPr/>
          </p:nvSpPr>
          <p:spPr bwMode="auto">
            <a:xfrm>
              <a:off x="4295" y="3967"/>
              <a:ext cx="14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PL</a:t>
              </a:r>
              <a:endParaRPr lang="en-US" altLang="es-ES" sz="4400"/>
            </a:p>
          </p:txBody>
        </p:sp>
        <p:sp>
          <p:nvSpPr>
            <p:cNvPr id="862289" name="Rectangle 1105">
              <a:extLst>
                <a:ext uri="{FF2B5EF4-FFF2-40B4-BE49-F238E27FC236}">
                  <a16:creationId xmlns:a16="http://schemas.microsoft.com/office/drawing/2014/main" id="{BD976214-9617-1D9D-48D3-23BBCB88FDF4}"/>
                </a:ext>
              </a:extLst>
            </p:cNvPr>
            <p:cNvSpPr>
              <a:spLocks noChangeArrowheads="1"/>
            </p:cNvSpPr>
            <p:nvPr/>
          </p:nvSpPr>
          <p:spPr bwMode="auto">
            <a:xfrm>
              <a:off x="4550"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a:t>
              </a:r>
              <a:endParaRPr lang="en-US" altLang="es-ES" sz="4400"/>
            </a:p>
          </p:txBody>
        </p:sp>
        <p:sp>
          <p:nvSpPr>
            <p:cNvPr id="862290" name="Rectangle 1106">
              <a:extLst>
                <a:ext uri="{FF2B5EF4-FFF2-40B4-BE49-F238E27FC236}">
                  <a16:creationId xmlns:a16="http://schemas.microsoft.com/office/drawing/2014/main" id="{32864DFA-B2AA-8146-40F4-6E086B571F8F}"/>
                </a:ext>
              </a:extLst>
            </p:cNvPr>
            <p:cNvSpPr>
              <a:spLocks noChangeArrowheads="1"/>
            </p:cNvSpPr>
            <p:nvPr/>
          </p:nvSpPr>
          <p:spPr bwMode="auto">
            <a:xfrm>
              <a:off x="4523" y="3967"/>
              <a:ext cx="1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JB</a:t>
              </a:r>
              <a:endParaRPr lang="en-US" altLang="es-ES" sz="4400"/>
            </a:p>
          </p:txBody>
        </p:sp>
        <p:sp>
          <p:nvSpPr>
            <p:cNvPr id="862291" name="Rectangle 1107">
              <a:extLst>
                <a:ext uri="{FF2B5EF4-FFF2-40B4-BE49-F238E27FC236}">
                  <a16:creationId xmlns:a16="http://schemas.microsoft.com/office/drawing/2014/main" id="{0883EACC-0A06-C7AD-8761-7613BDB1A914}"/>
                </a:ext>
              </a:extLst>
            </p:cNvPr>
            <p:cNvSpPr>
              <a:spLocks noChangeArrowheads="1"/>
            </p:cNvSpPr>
            <p:nvPr/>
          </p:nvSpPr>
          <p:spPr bwMode="auto">
            <a:xfrm>
              <a:off x="4774"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400"/>
            </a:p>
          </p:txBody>
        </p:sp>
        <p:sp>
          <p:nvSpPr>
            <p:cNvPr id="862292" name="Rectangle 1108">
              <a:extLst>
                <a:ext uri="{FF2B5EF4-FFF2-40B4-BE49-F238E27FC236}">
                  <a16:creationId xmlns:a16="http://schemas.microsoft.com/office/drawing/2014/main" id="{C61B9915-8B74-6130-2868-61EA45828E13}"/>
                </a:ext>
              </a:extLst>
            </p:cNvPr>
            <p:cNvSpPr>
              <a:spLocks noChangeArrowheads="1"/>
            </p:cNvSpPr>
            <p:nvPr/>
          </p:nvSpPr>
          <p:spPr bwMode="auto">
            <a:xfrm>
              <a:off x="4734" y="3967"/>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BC</a:t>
              </a:r>
              <a:endParaRPr lang="en-US" altLang="es-ES" sz="4400"/>
            </a:p>
          </p:txBody>
        </p:sp>
        <p:sp>
          <p:nvSpPr>
            <p:cNvPr id="862293" name="Rectangle 1109">
              <a:extLst>
                <a:ext uri="{FF2B5EF4-FFF2-40B4-BE49-F238E27FC236}">
                  <a16:creationId xmlns:a16="http://schemas.microsoft.com/office/drawing/2014/main" id="{4CC7D4C2-543C-AD18-35F4-07FD5C189204}"/>
                </a:ext>
              </a:extLst>
            </p:cNvPr>
            <p:cNvSpPr>
              <a:spLocks noChangeArrowheads="1"/>
            </p:cNvSpPr>
            <p:nvPr/>
          </p:nvSpPr>
          <p:spPr bwMode="auto">
            <a:xfrm>
              <a:off x="3013" y="1202"/>
              <a:ext cx="5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a:t>
              </a:r>
              <a:endParaRPr lang="en-US" altLang="es-ES" sz="4400"/>
            </a:p>
          </p:txBody>
        </p:sp>
        <p:sp>
          <p:nvSpPr>
            <p:cNvPr id="862294" name="Freeform 1110">
              <a:extLst>
                <a:ext uri="{FF2B5EF4-FFF2-40B4-BE49-F238E27FC236}">
                  <a16:creationId xmlns:a16="http://schemas.microsoft.com/office/drawing/2014/main" id="{92C302DA-8CB0-9FC7-59D5-94E4DE2D8AA9}"/>
                </a:ext>
              </a:extLst>
            </p:cNvPr>
            <p:cNvSpPr>
              <a:spLocks/>
            </p:cNvSpPr>
            <p:nvPr/>
          </p:nvSpPr>
          <p:spPr bwMode="auto">
            <a:xfrm>
              <a:off x="1945" y="1316"/>
              <a:ext cx="2526" cy="343"/>
            </a:xfrm>
            <a:custGeom>
              <a:avLst/>
              <a:gdLst>
                <a:gd name="T0" fmla="*/ 1172 w 2500"/>
                <a:gd name="T1" fmla="*/ 334 h 334"/>
                <a:gd name="T2" fmla="*/ 0 w 2500"/>
                <a:gd name="T3" fmla="*/ 334 h 334"/>
                <a:gd name="T4" fmla="*/ 0 w 2500"/>
                <a:gd name="T5" fmla="*/ 0 h 334"/>
                <a:gd name="T6" fmla="*/ 1172 w 2500"/>
                <a:gd name="T7" fmla="*/ 0 h 334"/>
                <a:gd name="T8" fmla="*/ 2500 w 2500"/>
                <a:gd name="T9" fmla="*/ 0 h 334"/>
                <a:gd name="T10" fmla="*/ 2500 w 2500"/>
                <a:gd name="T11" fmla="*/ 334 h 334"/>
                <a:gd name="T12" fmla="*/ 1172 w 2500"/>
                <a:gd name="T13" fmla="*/ 334 h 334"/>
              </a:gdLst>
              <a:ahLst/>
              <a:cxnLst>
                <a:cxn ang="0">
                  <a:pos x="T0" y="T1"/>
                </a:cxn>
                <a:cxn ang="0">
                  <a:pos x="T2" y="T3"/>
                </a:cxn>
                <a:cxn ang="0">
                  <a:pos x="T4" y="T5"/>
                </a:cxn>
                <a:cxn ang="0">
                  <a:pos x="T6" y="T7"/>
                </a:cxn>
                <a:cxn ang="0">
                  <a:pos x="T8" y="T9"/>
                </a:cxn>
                <a:cxn ang="0">
                  <a:pos x="T10" y="T11"/>
                </a:cxn>
                <a:cxn ang="0">
                  <a:pos x="T12" y="T13"/>
                </a:cxn>
              </a:cxnLst>
              <a:rect l="0" t="0" r="r" b="b"/>
              <a:pathLst>
                <a:path w="2500" h="334">
                  <a:moveTo>
                    <a:pt x="1172" y="334"/>
                  </a:moveTo>
                  <a:lnTo>
                    <a:pt x="0" y="334"/>
                  </a:lnTo>
                  <a:lnTo>
                    <a:pt x="0" y="0"/>
                  </a:lnTo>
                  <a:lnTo>
                    <a:pt x="1172" y="0"/>
                  </a:lnTo>
                  <a:lnTo>
                    <a:pt x="2500" y="0"/>
                  </a:lnTo>
                  <a:lnTo>
                    <a:pt x="2500" y="334"/>
                  </a:lnTo>
                  <a:lnTo>
                    <a:pt x="1172" y="334"/>
                  </a:lnTo>
                  <a:close/>
                </a:path>
              </a:pathLst>
            </a:custGeom>
            <a:noFill/>
            <a:ln w="15875" cap="flat">
              <a:solidFill>
                <a:srgbClr val="00A0C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295" name="Rectangle 1111">
              <a:extLst>
                <a:ext uri="{FF2B5EF4-FFF2-40B4-BE49-F238E27FC236}">
                  <a16:creationId xmlns:a16="http://schemas.microsoft.com/office/drawing/2014/main" id="{B26BFD15-ACCB-1B9B-8798-98C3DA42C88C}"/>
                </a:ext>
              </a:extLst>
            </p:cNvPr>
            <p:cNvSpPr>
              <a:spLocks noChangeArrowheads="1"/>
            </p:cNvSpPr>
            <p:nvPr/>
          </p:nvSpPr>
          <p:spPr bwMode="auto">
            <a:xfrm>
              <a:off x="2424" y="1392"/>
              <a:ext cx="3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Opcode</a:t>
              </a:r>
              <a:endParaRPr lang="en-US" altLang="es-ES" sz="4400"/>
            </a:p>
          </p:txBody>
        </p:sp>
        <p:sp>
          <p:nvSpPr>
            <p:cNvPr id="862296" name="Rectangle 1112">
              <a:extLst>
                <a:ext uri="{FF2B5EF4-FFF2-40B4-BE49-F238E27FC236}">
                  <a16:creationId xmlns:a16="http://schemas.microsoft.com/office/drawing/2014/main" id="{9CB7962F-4866-9FA3-84C1-17B55C48FB63}"/>
                </a:ext>
              </a:extLst>
            </p:cNvPr>
            <p:cNvSpPr>
              <a:spLocks noChangeArrowheads="1"/>
            </p:cNvSpPr>
            <p:nvPr/>
          </p:nvSpPr>
          <p:spPr bwMode="auto">
            <a:xfrm>
              <a:off x="3297" y="1395"/>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DR</a:t>
              </a:r>
              <a:endParaRPr lang="en-US" altLang="es-ES" sz="4400"/>
            </a:p>
          </p:txBody>
        </p:sp>
        <p:sp>
          <p:nvSpPr>
            <p:cNvPr id="862297" name="Rectangle 1113">
              <a:extLst>
                <a:ext uri="{FF2B5EF4-FFF2-40B4-BE49-F238E27FC236}">
                  <a16:creationId xmlns:a16="http://schemas.microsoft.com/office/drawing/2014/main" id="{DF584879-D7B3-EE5E-91A1-16686F45C0F2}"/>
                </a:ext>
              </a:extLst>
            </p:cNvPr>
            <p:cNvSpPr>
              <a:spLocks noChangeArrowheads="1"/>
            </p:cNvSpPr>
            <p:nvPr/>
          </p:nvSpPr>
          <p:spPr bwMode="auto">
            <a:xfrm>
              <a:off x="3747" y="1395"/>
              <a:ext cx="14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SA</a:t>
              </a:r>
              <a:endParaRPr lang="en-US" altLang="es-ES" sz="4400"/>
            </a:p>
          </p:txBody>
        </p:sp>
        <p:sp>
          <p:nvSpPr>
            <p:cNvPr id="862298" name="Rectangle 1114">
              <a:extLst>
                <a:ext uri="{FF2B5EF4-FFF2-40B4-BE49-F238E27FC236}">
                  <a16:creationId xmlns:a16="http://schemas.microsoft.com/office/drawing/2014/main" id="{7B3532F8-4611-289F-EFB7-9C2788FF5EF1}"/>
                </a:ext>
              </a:extLst>
            </p:cNvPr>
            <p:cNvSpPr>
              <a:spLocks noChangeArrowheads="1"/>
            </p:cNvSpPr>
            <p:nvPr/>
          </p:nvSpPr>
          <p:spPr bwMode="auto">
            <a:xfrm>
              <a:off x="4197" y="1395"/>
              <a:ext cx="1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SB</a:t>
              </a:r>
              <a:endParaRPr lang="en-US" altLang="es-ES" sz="4400"/>
            </a:p>
          </p:txBody>
        </p:sp>
        <p:sp>
          <p:nvSpPr>
            <p:cNvPr id="862299" name="Rectangle 1115">
              <a:extLst>
                <a:ext uri="{FF2B5EF4-FFF2-40B4-BE49-F238E27FC236}">
                  <a16:creationId xmlns:a16="http://schemas.microsoft.com/office/drawing/2014/main" id="{366BFDB4-B1EF-13B7-3538-B59C4E9DD6F7}"/>
                </a:ext>
              </a:extLst>
            </p:cNvPr>
            <p:cNvSpPr>
              <a:spLocks noChangeArrowheads="1"/>
            </p:cNvSpPr>
            <p:nvPr/>
          </p:nvSpPr>
          <p:spPr bwMode="auto">
            <a:xfrm>
              <a:off x="3094" y="4161"/>
              <a:ext cx="65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Control word</a:t>
              </a:r>
              <a:endParaRPr lang="en-US" altLang="es-ES" sz="4400"/>
            </a:p>
          </p:txBody>
        </p:sp>
        <p:sp>
          <p:nvSpPr>
            <p:cNvPr id="862300" name="Rectangle 1116">
              <a:extLst>
                <a:ext uri="{FF2B5EF4-FFF2-40B4-BE49-F238E27FC236}">
                  <a16:creationId xmlns:a16="http://schemas.microsoft.com/office/drawing/2014/main" id="{4BED875E-A9A5-33E5-4C84-5228AC7B03E3}"/>
                </a:ext>
              </a:extLst>
            </p:cNvPr>
            <p:cNvSpPr>
              <a:spLocks noChangeArrowheads="1"/>
            </p:cNvSpPr>
            <p:nvPr/>
          </p:nvSpPr>
          <p:spPr bwMode="auto">
            <a:xfrm>
              <a:off x="1767" y="3681"/>
              <a:ext cx="3133" cy="460"/>
            </a:xfrm>
            <a:prstGeom prst="rect">
              <a:avLst/>
            </a:prstGeom>
            <a:noFill/>
            <a:ln w="15875">
              <a:solidFill>
                <a:srgbClr val="00A0C6"/>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301" name="Rectangle 1117">
              <a:extLst>
                <a:ext uri="{FF2B5EF4-FFF2-40B4-BE49-F238E27FC236}">
                  <a16:creationId xmlns:a16="http://schemas.microsoft.com/office/drawing/2014/main" id="{232FC79F-F83D-FA13-2116-7C8D1D0BD06F}"/>
                </a:ext>
              </a:extLst>
            </p:cNvPr>
            <p:cNvSpPr>
              <a:spLocks noChangeArrowheads="1"/>
            </p:cNvSpPr>
            <p:nvPr/>
          </p:nvSpPr>
          <p:spPr bwMode="auto">
            <a:xfrm>
              <a:off x="2062"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15</a:t>
              </a:r>
              <a:endParaRPr lang="en-US" altLang="es-ES" sz="4400"/>
            </a:p>
          </p:txBody>
        </p:sp>
        <p:sp>
          <p:nvSpPr>
            <p:cNvPr id="862302" name="Rectangle 1118">
              <a:extLst>
                <a:ext uri="{FF2B5EF4-FFF2-40B4-BE49-F238E27FC236}">
                  <a16:creationId xmlns:a16="http://schemas.microsoft.com/office/drawing/2014/main" id="{6D6F8E2A-FB15-08C9-49C3-370480764B16}"/>
                </a:ext>
              </a:extLst>
            </p:cNvPr>
            <p:cNvSpPr>
              <a:spLocks noChangeArrowheads="1"/>
            </p:cNvSpPr>
            <p:nvPr/>
          </p:nvSpPr>
          <p:spPr bwMode="auto">
            <a:xfrm>
              <a:off x="2219"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14</a:t>
              </a:r>
              <a:endParaRPr lang="en-US" altLang="es-ES" sz="4400"/>
            </a:p>
          </p:txBody>
        </p:sp>
        <p:sp>
          <p:nvSpPr>
            <p:cNvPr id="862303" name="Rectangle 1119">
              <a:extLst>
                <a:ext uri="{FF2B5EF4-FFF2-40B4-BE49-F238E27FC236}">
                  <a16:creationId xmlns:a16="http://schemas.microsoft.com/office/drawing/2014/main" id="{D43EF737-5EFA-FDD3-1C31-848D1DA76AC9}"/>
                </a:ext>
              </a:extLst>
            </p:cNvPr>
            <p:cNvSpPr>
              <a:spLocks noChangeArrowheads="1"/>
            </p:cNvSpPr>
            <p:nvPr/>
          </p:nvSpPr>
          <p:spPr bwMode="auto">
            <a:xfrm>
              <a:off x="2376"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13</a:t>
              </a:r>
              <a:endParaRPr lang="en-US" altLang="es-ES" sz="4400"/>
            </a:p>
          </p:txBody>
        </p:sp>
        <p:sp>
          <p:nvSpPr>
            <p:cNvPr id="862304" name="Rectangle 1120">
              <a:extLst>
                <a:ext uri="{FF2B5EF4-FFF2-40B4-BE49-F238E27FC236}">
                  <a16:creationId xmlns:a16="http://schemas.microsoft.com/office/drawing/2014/main" id="{181FC82A-872D-57BE-20AD-5B74A53EAFDB}"/>
                </a:ext>
              </a:extLst>
            </p:cNvPr>
            <p:cNvSpPr>
              <a:spLocks noChangeArrowheads="1"/>
            </p:cNvSpPr>
            <p:nvPr/>
          </p:nvSpPr>
          <p:spPr bwMode="auto">
            <a:xfrm>
              <a:off x="2534"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12</a:t>
              </a:r>
              <a:endParaRPr lang="en-US" altLang="es-ES" sz="4400"/>
            </a:p>
          </p:txBody>
        </p:sp>
        <p:sp>
          <p:nvSpPr>
            <p:cNvPr id="862305" name="Rectangle 1121">
              <a:extLst>
                <a:ext uri="{FF2B5EF4-FFF2-40B4-BE49-F238E27FC236}">
                  <a16:creationId xmlns:a16="http://schemas.microsoft.com/office/drawing/2014/main" id="{17175C68-ADF8-2BD9-0748-5E152D60CBB4}"/>
                </a:ext>
              </a:extLst>
            </p:cNvPr>
            <p:cNvSpPr>
              <a:spLocks noChangeArrowheads="1"/>
            </p:cNvSpPr>
            <p:nvPr/>
          </p:nvSpPr>
          <p:spPr bwMode="auto">
            <a:xfrm>
              <a:off x="2690"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11</a:t>
              </a:r>
              <a:endParaRPr lang="en-US" altLang="es-ES" sz="4400"/>
            </a:p>
          </p:txBody>
        </p:sp>
        <p:sp>
          <p:nvSpPr>
            <p:cNvPr id="862306" name="Rectangle 1122">
              <a:extLst>
                <a:ext uri="{FF2B5EF4-FFF2-40B4-BE49-F238E27FC236}">
                  <a16:creationId xmlns:a16="http://schemas.microsoft.com/office/drawing/2014/main" id="{09D48408-F27D-2776-BD03-AB729D6B8548}"/>
                </a:ext>
              </a:extLst>
            </p:cNvPr>
            <p:cNvSpPr>
              <a:spLocks noChangeArrowheads="1"/>
            </p:cNvSpPr>
            <p:nvPr/>
          </p:nvSpPr>
          <p:spPr bwMode="auto">
            <a:xfrm>
              <a:off x="2848"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10</a:t>
              </a:r>
              <a:endParaRPr lang="en-US" altLang="es-ES" sz="4400"/>
            </a:p>
          </p:txBody>
        </p:sp>
        <p:sp>
          <p:nvSpPr>
            <p:cNvPr id="862307" name="Rectangle 1123">
              <a:extLst>
                <a:ext uri="{FF2B5EF4-FFF2-40B4-BE49-F238E27FC236}">
                  <a16:creationId xmlns:a16="http://schemas.microsoft.com/office/drawing/2014/main" id="{FE815711-054D-2E52-B416-30B079594D07}"/>
                </a:ext>
              </a:extLst>
            </p:cNvPr>
            <p:cNvSpPr>
              <a:spLocks noChangeArrowheads="1"/>
            </p:cNvSpPr>
            <p:nvPr/>
          </p:nvSpPr>
          <p:spPr bwMode="auto">
            <a:xfrm>
              <a:off x="3026" y="154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9</a:t>
              </a:r>
              <a:endParaRPr lang="en-US" altLang="es-ES" sz="4400"/>
            </a:p>
          </p:txBody>
        </p:sp>
        <p:sp>
          <p:nvSpPr>
            <p:cNvPr id="862308" name="Rectangle 1124">
              <a:extLst>
                <a:ext uri="{FF2B5EF4-FFF2-40B4-BE49-F238E27FC236}">
                  <a16:creationId xmlns:a16="http://schemas.microsoft.com/office/drawing/2014/main" id="{7BFA728B-5683-0D22-4B20-C4D5380C214D}"/>
                </a:ext>
              </a:extLst>
            </p:cNvPr>
            <p:cNvSpPr>
              <a:spLocks noChangeArrowheads="1"/>
            </p:cNvSpPr>
            <p:nvPr/>
          </p:nvSpPr>
          <p:spPr bwMode="auto">
            <a:xfrm>
              <a:off x="3300"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8</a:t>
              </a:r>
              <a:endParaRPr lang="en-US" altLang="es-ES" sz="4400"/>
            </a:p>
          </p:txBody>
        </p:sp>
        <p:sp>
          <p:nvSpPr>
            <p:cNvPr id="862309" name="Rectangle 1125">
              <a:extLst>
                <a:ext uri="{FF2B5EF4-FFF2-40B4-BE49-F238E27FC236}">
                  <a16:creationId xmlns:a16="http://schemas.microsoft.com/office/drawing/2014/main" id="{243A9936-5742-0128-8D01-3FFB465C5D7B}"/>
                </a:ext>
              </a:extLst>
            </p:cNvPr>
            <p:cNvSpPr>
              <a:spLocks noChangeArrowheads="1"/>
            </p:cNvSpPr>
            <p:nvPr/>
          </p:nvSpPr>
          <p:spPr bwMode="auto">
            <a:xfrm>
              <a:off x="3341"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2310" name="Rectangle 1126">
              <a:extLst>
                <a:ext uri="{FF2B5EF4-FFF2-40B4-BE49-F238E27FC236}">
                  <a16:creationId xmlns:a16="http://schemas.microsoft.com/office/drawing/2014/main" id="{204251DA-BD71-ECCB-FA96-9C831767C86D}"/>
                </a:ext>
              </a:extLst>
            </p:cNvPr>
            <p:cNvSpPr>
              <a:spLocks noChangeArrowheads="1"/>
            </p:cNvSpPr>
            <p:nvPr/>
          </p:nvSpPr>
          <p:spPr bwMode="auto">
            <a:xfrm>
              <a:off x="3381"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6</a:t>
              </a:r>
              <a:endParaRPr lang="en-US" altLang="es-ES" sz="4400"/>
            </a:p>
          </p:txBody>
        </p:sp>
        <p:sp>
          <p:nvSpPr>
            <p:cNvPr id="862311" name="Rectangle 1127">
              <a:extLst>
                <a:ext uri="{FF2B5EF4-FFF2-40B4-BE49-F238E27FC236}">
                  <a16:creationId xmlns:a16="http://schemas.microsoft.com/office/drawing/2014/main" id="{2E06702B-35B5-E5EB-B5E2-A1E983D6C5FE}"/>
                </a:ext>
              </a:extLst>
            </p:cNvPr>
            <p:cNvSpPr>
              <a:spLocks noChangeArrowheads="1"/>
            </p:cNvSpPr>
            <p:nvPr/>
          </p:nvSpPr>
          <p:spPr bwMode="auto">
            <a:xfrm>
              <a:off x="3743" y="15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5</a:t>
              </a:r>
              <a:endParaRPr lang="en-US" altLang="es-ES" sz="4400"/>
            </a:p>
          </p:txBody>
        </p:sp>
        <p:sp>
          <p:nvSpPr>
            <p:cNvPr id="862312" name="Rectangle 1128">
              <a:extLst>
                <a:ext uri="{FF2B5EF4-FFF2-40B4-BE49-F238E27FC236}">
                  <a16:creationId xmlns:a16="http://schemas.microsoft.com/office/drawing/2014/main" id="{72CF85E7-F84C-7621-6BCD-8EB6C8DCF012}"/>
                </a:ext>
              </a:extLst>
            </p:cNvPr>
            <p:cNvSpPr>
              <a:spLocks noChangeArrowheads="1"/>
            </p:cNvSpPr>
            <p:nvPr/>
          </p:nvSpPr>
          <p:spPr bwMode="auto">
            <a:xfrm>
              <a:off x="3784" y="15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2313" name="Rectangle 1129">
              <a:extLst>
                <a:ext uri="{FF2B5EF4-FFF2-40B4-BE49-F238E27FC236}">
                  <a16:creationId xmlns:a16="http://schemas.microsoft.com/office/drawing/2014/main" id="{DE6E5EAC-00B7-99E4-A417-85D6EAB2B6CA}"/>
                </a:ext>
              </a:extLst>
            </p:cNvPr>
            <p:cNvSpPr>
              <a:spLocks noChangeArrowheads="1"/>
            </p:cNvSpPr>
            <p:nvPr/>
          </p:nvSpPr>
          <p:spPr bwMode="auto">
            <a:xfrm>
              <a:off x="3825" y="15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3</a:t>
              </a:r>
              <a:endParaRPr lang="en-US" altLang="es-ES" sz="4400"/>
            </a:p>
          </p:txBody>
        </p:sp>
        <p:sp>
          <p:nvSpPr>
            <p:cNvPr id="862314" name="Rectangle 1130">
              <a:extLst>
                <a:ext uri="{FF2B5EF4-FFF2-40B4-BE49-F238E27FC236}">
                  <a16:creationId xmlns:a16="http://schemas.microsoft.com/office/drawing/2014/main" id="{A4D0EAEC-E30E-37D2-7EF3-FAF5AB5DD07D}"/>
                </a:ext>
              </a:extLst>
            </p:cNvPr>
            <p:cNvSpPr>
              <a:spLocks noChangeArrowheads="1"/>
            </p:cNvSpPr>
            <p:nvPr/>
          </p:nvSpPr>
          <p:spPr bwMode="auto">
            <a:xfrm>
              <a:off x="4186"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2</a:t>
              </a:r>
              <a:endParaRPr lang="en-US" altLang="es-ES" sz="4400"/>
            </a:p>
          </p:txBody>
        </p:sp>
        <p:sp>
          <p:nvSpPr>
            <p:cNvPr id="862315" name="Rectangle 1131">
              <a:extLst>
                <a:ext uri="{FF2B5EF4-FFF2-40B4-BE49-F238E27FC236}">
                  <a16:creationId xmlns:a16="http://schemas.microsoft.com/office/drawing/2014/main" id="{46B021B9-7D2D-D687-7385-758BD265D5D3}"/>
                </a:ext>
              </a:extLst>
            </p:cNvPr>
            <p:cNvSpPr>
              <a:spLocks noChangeArrowheads="1"/>
            </p:cNvSpPr>
            <p:nvPr/>
          </p:nvSpPr>
          <p:spPr bwMode="auto">
            <a:xfrm>
              <a:off x="4227"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2316" name="Rectangle 1132">
              <a:extLst>
                <a:ext uri="{FF2B5EF4-FFF2-40B4-BE49-F238E27FC236}">
                  <a16:creationId xmlns:a16="http://schemas.microsoft.com/office/drawing/2014/main" id="{E8912875-7298-962E-2E1B-C6F42005412F}"/>
                </a:ext>
              </a:extLst>
            </p:cNvPr>
            <p:cNvSpPr>
              <a:spLocks noChangeArrowheads="1"/>
            </p:cNvSpPr>
            <p:nvPr/>
          </p:nvSpPr>
          <p:spPr bwMode="auto">
            <a:xfrm>
              <a:off x="4268"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400"/>
            </a:p>
          </p:txBody>
        </p:sp>
      </p:gr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59EDA87B-6401-A4C6-9DCC-6D77FF85D4E7}"/>
              </a:ext>
            </a:extLst>
          </p:cNvPr>
          <p:cNvSpPr>
            <a:spLocks noGrp="1"/>
          </p:cNvSpPr>
          <p:nvPr>
            <p:ph type="sldNum" sz="quarter" idx="10"/>
          </p:nvPr>
        </p:nvSpPr>
        <p:spPr/>
        <p:txBody>
          <a:bodyPr/>
          <a:lstStyle/>
          <a:p>
            <a:r>
              <a:rPr lang="en-US" altLang="es-ES"/>
              <a:t>Chapter 9  Part 2   </a:t>
            </a:r>
            <a:fld id="{98306BFB-8B19-46A8-AE85-AF9D65597913}" type="slidenum">
              <a:rPr lang="en-US" altLang="es-ES"/>
              <a:pPr/>
              <a:t>24</a:t>
            </a:fld>
            <a:endParaRPr lang="en-US" altLang="es-ES"/>
          </a:p>
        </p:txBody>
      </p:sp>
      <p:sp>
        <p:nvSpPr>
          <p:cNvPr id="863435" name="Rectangle 203">
            <a:extLst>
              <a:ext uri="{FF2B5EF4-FFF2-40B4-BE49-F238E27FC236}">
                <a16:creationId xmlns:a16="http://schemas.microsoft.com/office/drawing/2014/main" id="{62CFFE4F-BE05-7F4E-DC13-AF15CD6756DD}"/>
              </a:ext>
            </a:extLst>
          </p:cNvPr>
          <p:cNvSpPr>
            <a:spLocks noGrp="1" noChangeArrowheads="1"/>
          </p:cNvSpPr>
          <p:nvPr>
            <p:ph type="title"/>
          </p:nvPr>
        </p:nvSpPr>
        <p:spPr/>
        <p:txBody>
          <a:bodyPr/>
          <a:lstStyle/>
          <a:p>
            <a:r>
              <a:rPr lang="en-US" altLang="es-ES"/>
              <a:t>Example Instruction Execution</a:t>
            </a:r>
          </a:p>
        </p:txBody>
      </p:sp>
      <p:sp>
        <p:nvSpPr>
          <p:cNvPr id="863436" name="Rectangle 204">
            <a:extLst>
              <a:ext uri="{FF2B5EF4-FFF2-40B4-BE49-F238E27FC236}">
                <a16:creationId xmlns:a16="http://schemas.microsoft.com/office/drawing/2014/main" id="{87788B90-D4F2-2D7C-F489-528A8B4B6DE5}"/>
              </a:ext>
            </a:extLst>
          </p:cNvPr>
          <p:cNvSpPr>
            <a:spLocks noGrp="1" noChangeArrowheads="1"/>
          </p:cNvSpPr>
          <p:nvPr>
            <p:ph type="body" idx="1"/>
          </p:nvPr>
        </p:nvSpPr>
        <p:spPr/>
        <p:txBody>
          <a:bodyPr/>
          <a:lstStyle/>
          <a:p>
            <a:endParaRPr lang="en-US" altLang="es-ES"/>
          </a:p>
          <a:p>
            <a:endParaRPr lang="en-US" altLang="es-ES"/>
          </a:p>
          <a:p>
            <a:endParaRPr lang="en-US" altLang="es-ES"/>
          </a:p>
          <a:p>
            <a:endParaRPr lang="en-US" altLang="es-ES"/>
          </a:p>
          <a:p>
            <a:endParaRPr lang="en-US" altLang="es-ES"/>
          </a:p>
          <a:p>
            <a:endParaRPr lang="en-US" altLang="es-ES"/>
          </a:p>
          <a:p>
            <a:endParaRPr lang="en-US" altLang="es-ES"/>
          </a:p>
          <a:p>
            <a:r>
              <a:rPr lang="en-US" altLang="es-ES"/>
              <a:t>Decoding, control inputs and paths shown for </a:t>
            </a:r>
            <a:r>
              <a:rPr lang="en-US" altLang="es-ES">
                <a:solidFill>
                  <a:schemeClr val="accent2"/>
                </a:solidFill>
              </a:rPr>
              <a:t>ADI</a:t>
            </a:r>
            <a:r>
              <a:rPr lang="en-US" altLang="es-ES"/>
              <a:t>, </a:t>
            </a:r>
            <a:r>
              <a:rPr lang="en-US" altLang="es-ES">
                <a:solidFill>
                  <a:schemeClr val="accent2"/>
                </a:solidFill>
              </a:rPr>
              <a:t>RD</a:t>
            </a:r>
            <a:r>
              <a:rPr lang="en-US" altLang="es-ES"/>
              <a:t> and </a:t>
            </a:r>
            <a:r>
              <a:rPr lang="en-US" altLang="es-ES">
                <a:solidFill>
                  <a:schemeClr val="accent2"/>
                </a:solidFill>
              </a:rPr>
              <a:t>BRZ</a:t>
            </a:r>
            <a:r>
              <a:rPr lang="en-US" altLang="es-ES"/>
              <a:t>  on next 6 slides</a:t>
            </a:r>
          </a:p>
        </p:txBody>
      </p:sp>
      <p:grpSp>
        <p:nvGrpSpPr>
          <p:cNvPr id="863437" name="Group 205">
            <a:extLst>
              <a:ext uri="{FF2B5EF4-FFF2-40B4-BE49-F238E27FC236}">
                <a16:creationId xmlns:a16="http://schemas.microsoft.com/office/drawing/2014/main" id="{1715DC63-9F79-5FFF-9EA9-7AF389055575}"/>
              </a:ext>
            </a:extLst>
          </p:cNvPr>
          <p:cNvGrpSpPr>
            <a:grpSpLocks/>
          </p:cNvGrpSpPr>
          <p:nvPr/>
        </p:nvGrpSpPr>
        <p:grpSpPr bwMode="auto">
          <a:xfrm>
            <a:off x="157163" y="1454150"/>
            <a:ext cx="8713787" cy="3914775"/>
            <a:chOff x="99" y="916"/>
            <a:chExt cx="5489" cy="2466"/>
          </a:xfrm>
        </p:grpSpPr>
        <p:sp>
          <p:nvSpPr>
            <p:cNvPr id="863401" name="Rectangle 169">
              <a:extLst>
                <a:ext uri="{FF2B5EF4-FFF2-40B4-BE49-F238E27FC236}">
                  <a16:creationId xmlns:a16="http://schemas.microsoft.com/office/drawing/2014/main" id="{2254DB8D-1A6E-7EFF-FED9-44719003CCF9}"/>
                </a:ext>
              </a:extLst>
            </p:cNvPr>
            <p:cNvSpPr>
              <a:spLocks noChangeArrowheads="1"/>
            </p:cNvSpPr>
            <p:nvPr/>
          </p:nvSpPr>
          <p:spPr bwMode="auto">
            <a:xfrm>
              <a:off x="3052" y="2132"/>
              <a:ext cx="23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     ]</a:t>
              </a:r>
              <a:endParaRPr lang="en-US" altLang="es-ES" sz="4000"/>
            </a:p>
          </p:txBody>
        </p:sp>
        <p:sp>
          <p:nvSpPr>
            <p:cNvPr id="863402" name="Rectangle 170">
              <a:extLst>
                <a:ext uri="{FF2B5EF4-FFF2-40B4-BE49-F238E27FC236}">
                  <a16:creationId xmlns:a16="http://schemas.microsoft.com/office/drawing/2014/main" id="{59E1BC12-C907-F6B5-2068-4A301A6003DA}"/>
                </a:ext>
              </a:extLst>
            </p:cNvPr>
            <p:cNvSpPr>
              <a:spLocks noChangeArrowheads="1"/>
            </p:cNvSpPr>
            <p:nvPr/>
          </p:nvSpPr>
          <p:spPr bwMode="auto">
            <a:xfrm>
              <a:off x="2903" y="2132"/>
              <a:ext cx="4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            ]</a:t>
              </a:r>
              <a:endParaRPr lang="en-US" altLang="es-ES" sz="4000"/>
            </a:p>
          </p:txBody>
        </p:sp>
        <p:sp>
          <p:nvSpPr>
            <p:cNvPr id="863237" name="Rectangle 5">
              <a:extLst>
                <a:ext uri="{FF2B5EF4-FFF2-40B4-BE49-F238E27FC236}">
                  <a16:creationId xmlns:a16="http://schemas.microsoft.com/office/drawing/2014/main" id="{630D7998-E614-7816-9332-EA996BB927BC}"/>
                </a:ext>
              </a:extLst>
            </p:cNvPr>
            <p:cNvSpPr>
              <a:spLocks noChangeArrowheads="1"/>
            </p:cNvSpPr>
            <p:nvPr/>
          </p:nvSpPr>
          <p:spPr bwMode="auto">
            <a:xfrm>
              <a:off x="309" y="916"/>
              <a:ext cx="69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Six Instructio</a:t>
              </a:r>
              <a:endParaRPr lang="en-US" altLang="es-ES" sz="4000"/>
            </a:p>
          </p:txBody>
        </p:sp>
        <p:sp>
          <p:nvSpPr>
            <p:cNvPr id="863238" name="Rectangle 6">
              <a:extLst>
                <a:ext uri="{FF2B5EF4-FFF2-40B4-BE49-F238E27FC236}">
                  <a16:creationId xmlns:a16="http://schemas.microsoft.com/office/drawing/2014/main" id="{3ADE5AB7-6857-49E6-F6A7-E5E5019AB1B4}"/>
                </a:ext>
              </a:extLst>
            </p:cNvPr>
            <p:cNvSpPr>
              <a:spLocks noChangeArrowheads="1"/>
            </p:cNvSpPr>
            <p:nvPr/>
          </p:nvSpPr>
          <p:spPr bwMode="auto">
            <a:xfrm>
              <a:off x="1008" y="916"/>
              <a:ext cx="11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ns</a:t>
              </a:r>
              <a:endParaRPr lang="en-US" altLang="es-ES" sz="4000"/>
            </a:p>
          </p:txBody>
        </p:sp>
        <p:sp>
          <p:nvSpPr>
            <p:cNvPr id="863239" name="Rectangle 7">
              <a:extLst>
                <a:ext uri="{FF2B5EF4-FFF2-40B4-BE49-F238E27FC236}">
                  <a16:creationId xmlns:a16="http://schemas.microsoft.com/office/drawing/2014/main" id="{445E527D-13E8-99CE-DD37-0A659CB75482}"/>
                </a:ext>
              </a:extLst>
            </p:cNvPr>
            <p:cNvSpPr>
              <a:spLocks noChangeArrowheads="1"/>
            </p:cNvSpPr>
            <p:nvPr/>
          </p:nvSpPr>
          <p:spPr bwMode="auto">
            <a:xfrm>
              <a:off x="1150" y="916"/>
              <a:ext cx="35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for the</a:t>
              </a:r>
              <a:endParaRPr lang="en-US" altLang="es-ES" sz="4000"/>
            </a:p>
          </p:txBody>
        </p:sp>
        <p:sp>
          <p:nvSpPr>
            <p:cNvPr id="863240" name="Rectangle 8">
              <a:extLst>
                <a:ext uri="{FF2B5EF4-FFF2-40B4-BE49-F238E27FC236}">
                  <a16:creationId xmlns:a16="http://schemas.microsoft.com/office/drawing/2014/main" id="{81B77B64-C97A-42A2-D476-0FE2A886A026}"/>
                </a:ext>
              </a:extLst>
            </p:cNvPr>
            <p:cNvSpPr>
              <a:spLocks noChangeArrowheads="1"/>
            </p:cNvSpPr>
            <p:nvPr/>
          </p:nvSpPr>
          <p:spPr bwMode="auto">
            <a:xfrm>
              <a:off x="1534" y="916"/>
              <a:ext cx="1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Sin</a:t>
              </a:r>
              <a:endParaRPr lang="en-US" altLang="es-ES" sz="4000"/>
            </a:p>
          </p:txBody>
        </p:sp>
        <p:sp>
          <p:nvSpPr>
            <p:cNvPr id="863241" name="Rectangle 9">
              <a:extLst>
                <a:ext uri="{FF2B5EF4-FFF2-40B4-BE49-F238E27FC236}">
                  <a16:creationId xmlns:a16="http://schemas.microsoft.com/office/drawing/2014/main" id="{4CB3EEAC-95B3-8A1C-A5FF-59200F57B3C6}"/>
                </a:ext>
              </a:extLst>
            </p:cNvPr>
            <p:cNvSpPr>
              <a:spLocks noChangeArrowheads="1"/>
            </p:cNvSpPr>
            <p:nvPr/>
          </p:nvSpPr>
          <p:spPr bwMode="auto">
            <a:xfrm>
              <a:off x="1681" y="916"/>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g</a:t>
              </a:r>
              <a:endParaRPr lang="en-US" altLang="es-ES" sz="4000"/>
            </a:p>
          </p:txBody>
        </p:sp>
        <p:sp>
          <p:nvSpPr>
            <p:cNvPr id="863242" name="Rectangle 10">
              <a:extLst>
                <a:ext uri="{FF2B5EF4-FFF2-40B4-BE49-F238E27FC236}">
                  <a16:creationId xmlns:a16="http://schemas.microsoft.com/office/drawing/2014/main" id="{A51BF38D-924B-1422-F8DB-8BC12FB9CCDB}"/>
                </a:ext>
              </a:extLst>
            </p:cNvPr>
            <p:cNvSpPr>
              <a:spLocks noChangeArrowheads="1"/>
            </p:cNvSpPr>
            <p:nvPr/>
          </p:nvSpPr>
          <p:spPr bwMode="auto">
            <a:xfrm>
              <a:off x="1735" y="916"/>
              <a:ext cx="77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le-Cycle Comp</a:t>
              </a:r>
              <a:endParaRPr lang="en-US" altLang="es-ES" sz="4000"/>
            </a:p>
          </p:txBody>
        </p:sp>
        <p:sp>
          <p:nvSpPr>
            <p:cNvPr id="863243" name="Rectangle 11">
              <a:extLst>
                <a:ext uri="{FF2B5EF4-FFF2-40B4-BE49-F238E27FC236}">
                  <a16:creationId xmlns:a16="http://schemas.microsoft.com/office/drawing/2014/main" id="{78A0FB6E-AB08-CB94-39CF-AD912ADC611D}"/>
                </a:ext>
              </a:extLst>
            </p:cNvPr>
            <p:cNvSpPr>
              <a:spLocks noChangeArrowheads="1"/>
            </p:cNvSpPr>
            <p:nvPr/>
          </p:nvSpPr>
          <p:spPr bwMode="auto">
            <a:xfrm>
              <a:off x="2509" y="916"/>
              <a:ext cx="21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uter</a:t>
              </a:r>
              <a:endParaRPr lang="en-US" altLang="es-ES" sz="4000"/>
            </a:p>
          </p:txBody>
        </p:sp>
        <p:sp>
          <p:nvSpPr>
            <p:cNvPr id="863244" name="Rectangle 12">
              <a:extLst>
                <a:ext uri="{FF2B5EF4-FFF2-40B4-BE49-F238E27FC236}">
                  <a16:creationId xmlns:a16="http://schemas.microsoft.com/office/drawing/2014/main" id="{66B8FE56-852A-099F-45E9-9334A039DEAE}"/>
                </a:ext>
              </a:extLst>
            </p:cNvPr>
            <p:cNvSpPr>
              <a:spLocks noChangeArrowheads="1"/>
            </p:cNvSpPr>
            <p:nvPr/>
          </p:nvSpPr>
          <p:spPr bwMode="auto">
            <a:xfrm>
              <a:off x="99" y="1147"/>
              <a:ext cx="52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Operation</a:t>
              </a:r>
              <a:endParaRPr lang="en-US" altLang="es-ES" sz="4000"/>
            </a:p>
          </p:txBody>
        </p:sp>
        <p:sp>
          <p:nvSpPr>
            <p:cNvPr id="863245" name="Rectangle 13">
              <a:extLst>
                <a:ext uri="{FF2B5EF4-FFF2-40B4-BE49-F238E27FC236}">
                  <a16:creationId xmlns:a16="http://schemas.microsoft.com/office/drawing/2014/main" id="{4BA03AFA-3254-496D-24DB-CF7F7FA7E6D1}"/>
                </a:ext>
              </a:extLst>
            </p:cNvPr>
            <p:cNvSpPr>
              <a:spLocks noChangeArrowheads="1"/>
            </p:cNvSpPr>
            <p:nvPr/>
          </p:nvSpPr>
          <p:spPr bwMode="auto">
            <a:xfrm>
              <a:off x="99" y="1258"/>
              <a:ext cx="1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co</a:t>
              </a:r>
              <a:endParaRPr lang="en-US" altLang="es-ES" sz="4000"/>
            </a:p>
          </p:txBody>
        </p:sp>
        <p:sp>
          <p:nvSpPr>
            <p:cNvPr id="863246" name="Rectangle 14">
              <a:extLst>
                <a:ext uri="{FF2B5EF4-FFF2-40B4-BE49-F238E27FC236}">
                  <a16:creationId xmlns:a16="http://schemas.microsoft.com/office/drawing/2014/main" id="{F4D2999F-6F2D-A973-52BD-F236B402532C}"/>
                </a:ext>
              </a:extLst>
            </p:cNvPr>
            <p:cNvSpPr>
              <a:spLocks noChangeArrowheads="1"/>
            </p:cNvSpPr>
            <p:nvPr/>
          </p:nvSpPr>
          <p:spPr bwMode="auto">
            <a:xfrm>
              <a:off x="234" y="1258"/>
              <a:ext cx="1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de</a:t>
              </a:r>
              <a:endParaRPr lang="en-US" altLang="es-ES" sz="4000"/>
            </a:p>
          </p:txBody>
        </p:sp>
        <p:sp>
          <p:nvSpPr>
            <p:cNvPr id="863247" name="Rectangle 15">
              <a:extLst>
                <a:ext uri="{FF2B5EF4-FFF2-40B4-BE49-F238E27FC236}">
                  <a16:creationId xmlns:a16="http://schemas.microsoft.com/office/drawing/2014/main" id="{A745FFBD-40E7-B1D5-E87C-1C7F574C9203}"/>
                </a:ext>
              </a:extLst>
            </p:cNvPr>
            <p:cNvSpPr>
              <a:spLocks noChangeArrowheads="1"/>
            </p:cNvSpPr>
            <p:nvPr/>
          </p:nvSpPr>
          <p:spPr bwMode="auto">
            <a:xfrm>
              <a:off x="662" y="1147"/>
              <a:ext cx="30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Symb</a:t>
              </a:r>
              <a:endParaRPr lang="en-US" altLang="es-ES" sz="4000"/>
            </a:p>
          </p:txBody>
        </p:sp>
        <p:sp>
          <p:nvSpPr>
            <p:cNvPr id="863248" name="Rectangle 16">
              <a:extLst>
                <a:ext uri="{FF2B5EF4-FFF2-40B4-BE49-F238E27FC236}">
                  <a16:creationId xmlns:a16="http://schemas.microsoft.com/office/drawing/2014/main" id="{DCFC193D-B8D6-7BC3-945A-9C7B5CA626DB}"/>
                </a:ext>
              </a:extLst>
            </p:cNvPr>
            <p:cNvSpPr>
              <a:spLocks noChangeArrowheads="1"/>
            </p:cNvSpPr>
            <p:nvPr/>
          </p:nvSpPr>
          <p:spPr bwMode="auto">
            <a:xfrm>
              <a:off x="953" y="1147"/>
              <a:ext cx="9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ol</a:t>
              </a:r>
              <a:endParaRPr lang="en-US" altLang="es-ES" sz="4000"/>
            </a:p>
          </p:txBody>
        </p:sp>
        <p:sp>
          <p:nvSpPr>
            <p:cNvPr id="863249" name="Rectangle 17">
              <a:extLst>
                <a:ext uri="{FF2B5EF4-FFF2-40B4-BE49-F238E27FC236}">
                  <a16:creationId xmlns:a16="http://schemas.microsoft.com/office/drawing/2014/main" id="{E03668ED-D420-E563-10AB-6DD43CC0753D}"/>
                </a:ext>
              </a:extLst>
            </p:cNvPr>
            <p:cNvSpPr>
              <a:spLocks noChangeArrowheads="1"/>
            </p:cNvSpPr>
            <p:nvPr/>
          </p:nvSpPr>
          <p:spPr bwMode="auto">
            <a:xfrm>
              <a:off x="1070" y="1147"/>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ic</a:t>
              </a:r>
              <a:endParaRPr lang="en-US" altLang="es-ES" sz="4000"/>
            </a:p>
          </p:txBody>
        </p:sp>
        <p:sp>
          <p:nvSpPr>
            <p:cNvPr id="863250" name="Rectangle 18">
              <a:extLst>
                <a:ext uri="{FF2B5EF4-FFF2-40B4-BE49-F238E27FC236}">
                  <a16:creationId xmlns:a16="http://schemas.microsoft.com/office/drawing/2014/main" id="{75B9DE71-F6C7-99EA-9289-A9D1E0B39FDC}"/>
                </a:ext>
              </a:extLst>
            </p:cNvPr>
            <p:cNvSpPr>
              <a:spLocks noChangeArrowheads="1"/>
            </p:cNvSpPr>
            <p:nvPr/>
          </p:nvSpPr>
          <p:spPr bwMode="auto">
            <a:xfrm>
              <a:off x="662" y="1258"/>
              <a:ext cx="1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na</a:t>
              </a:r>
              <a:endParaRPr lang="en-US" altLang="es-ES" sz="4000"/>
            </a:p>
          </p:txBody>
        </p:sp>
        <p:sp>
          <p:nvSpPr>
            <p:cNvPr id="863251" name="Rectangle 19">
              <a:extLst>
                <a:ext uri="{FF2B5EF4-FFF2-40B4-BE49-F238E27FC236}">
                  <a16:creationId xmlns:a16="http://schemas.microsoft.com/office/drawing/2014/main" id="{2F2493EB-EA33-D825-06B8-6C6D598F91BD}"/>
                </a:ext>
              </a:extLst>
            </p:cNvPr>
            <p:cNvSpPr>
              <a:spLocks noChangeArrowheads="1"/>
            </p:cNvSpPr>
            <p:nvPr/>
          </p:nvSpPr>
          <p:spPr bwMode="auto">
            <a:xfrm>
              <a:off x="781" y="1258"/>
              <a:ext cx="10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m</a:t>
              </a:r>
              <a:endParaRPr lang="en-US" altLang="es-ES" sz="4000"/>
            </a:p>
          </p:txBody>
        </p:sp>
        <p:sp>
          <p:nvSpPr>
            <p:cNvPr id="863252" name="Rectangle 20">
              <a:extLst>
                <a:ext uri="{FF2B5EF4-FFF2-40B4-BE49-F238E27FC236}">
                  <a16:creationId xmlns:a16="http://schemas.microsoft.com/office/drawing/2014/main" id="{8797A51B-9C81-5EA1-9A47-23BFC13FFD8B}"/>
                </a:ext>
              </a:extLst>
            </p:cNvPr>
            <p:cNvSpPr>
              <a:spLocks noChangeArrowheads="1"/>
            </p:cNvSpPr>
            <p:nvPr/>
          </p:nvSpPr>
          <p:spPr bwMode="auto">
            <a:xfrm>
              <a:off x="874" y="1258"/>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e</a:t>
              </a:r>
              <a:endParaRPr lang="en-US" altLang="es-ES" sz="4000"/>
            </a:p>
          </p:txBody>
        </p:sp>
        <p:sp>
          <p:nvSpPr>
            <p:cNvPr id="863253" name="Rectangle 21">
              <a:extLst>
                <a:ext uri="{FF2B5EF4-FFF2-40B4-BE49-F238E27FC236}">
                  <a16:creationId xmlns:a16="http://schemas.microsoft.com/office/drawing/2014/main" id="{B4092F0A-C60C-D87B-9274-1473B3DDE064}"/>
                </a:ext>
              </a:extLst>
            </p:cNvPr>
            <p:cNvSpPr>
              <a:spLocks noChangeArrowheads="1"/>
            </p:cNvSpPr>
            <p:nvPr/>
          </p:nvSpPr>
          <p:spPr bwMode="auto">
            <a:xfrm>
              <a:off x="1121" y="1258"/>
              <a:ext cx="13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Fo</a:t>
              </a:r>
              <a:endParaRPr lang="en-US" altLang="es-ES" sz="4000"/>
            </a:p>
          </p:txBody>
        </p:sp>
        <p:sp>
          <p:nvSpPr>
            <p:cNvPr id="863254" name="Rectangle 22">
              <a:extLst>
                <a:ext uri="{FF2B5EF4-FFF2-40B4-BE49-F238E27FC236}">
                  <a16:creationId xmlns:a16="http://schemas.microsoft.com/office/drawing/2014/main" id="{29E84884-EF42-3E72-4EB7-F7BCF1E0F8FD}"/>
                </a:ext>
              </a:extLst>
            </p:cNvPr>
            <p:cNvSpPr>
              <a:spLocks noChangeArrowheads="1"/>
            </p:cNvSpPr>
            <p:nvPr/>
          </p:nvSpPr>
          <p:spPr bwMode="auto">
            <a:xfrm>
              <a:off x="1262" y="1258"/>
              <a:ext cx="14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rm</a:t>
              </a:r>
              <a:endParaRPr lang="en-US" altLang="es-ES" sz="4000"/>
            </a:p>
          </p:txBody>
        </p:sp>
        <p:sp>
          <p:nvSpPr>
            <p:cNvPr id="863255" name="Rectangle 23">
              <a:extLst>
                <a:ext uri="{FF2B5EF4-FFF2-40B4-BE49-F238E27FC236}">
                  <a16:creationId xmlns:a16="http://schemas.microsoft.com/office/drawing/2014/main" id="{084DEB4D-D66D-9DD2-00E7-F7F8504FF936}"/>
                </a:ext>
              </a:extLst>
            </p:cNvPr>
            <p:cNvSpPr>
              <a:spLocks noChangeArrowheads="1"/>
            </p:cNvSpPr>
            <p:nvPr/>
          </p:nvSpPr>
          <p:spPr bwMode="auto">
            <a:xfrm>
              <a:off x="1395" y="1258"/>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a</a:t>
              </a:r>
              <a:endParaRPr lang="en-US" altLang="es-ES" sz="4000"/>
            </a:p>
          </p:txBody>
        </p:sp>
        <p:sp>
          <p:nvSpPr>
            <p:cNvPr id="863256" name="Rectangle 24">
              <a:extLst>
                <a:ext uri="{FF2B5EF4-FFF2-40B4-BE49-F238E27FC236}">
                  <a16:creationId xmlns:a16="http://schemas.microsoft.com/office/drawing/2014/main" id="{09057521-A04B-A8D1-1478-E9C95C3679A1}"/>
                </a:ext>
              </a:extLst>
            </p:cNvPr>
            <p:cNvSpPr>
              <a:spLocks noChangeArrowheads="1"/>
            </p:cNvSpPr>
            <p:nvPr/>
          </p:nvSpPr>
          <p:spPr bwMode="auto">
            <a:xfrm>
              <a:off x="1466" y="1258"/>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t</a:t>
              </a:r>
              <a:endParaRPr lang="en-US" altLang="es-ES" sz="4000"/>
            </a:p>
          </p:txBody>
        </p:sp>
        <p:sp>
          <p:nvSpPr>
            <p:cNvPr id="863257" name="Rectangle 25">
              <a:extLst>
                <a:ext uri="{FF2B5EF4-FFF2-40B4-BE49-F238E27FC236}">
                  <a16:creationId xmlns:a16="http://schemas.microsoft.com/office/drawing/2014/main" id="{C5BD0451-A94E-DCE3-FE64-8B890771DDB5}"/>
                </a:ext>
              </a:extLst>
            </p:cNvPr>
            <p:cNvSpPr>
              <a:spLocks noChangeArrowheads="1"/>
            </p:cNvSpPr>
            <p:nvPr/>
          </p:nvSpPr>
          <p:spPr bwMode="auto">
            <a:xfrm>
              <a:off x="1797" y="125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D</a:t>
              </a:r>
              <a:endParaRPr lang="en-US" altLang="es-ES" sz="4000"/>
            </a:p>
          </p:txBody>
        </p:sp>
        <p:sp>
          <p:nvSpPr>
            <p:cNvPr id="863258" name="Rectangle 26">
              <a:extLst>
                <a:ext uri="{FF2B5EF4-FFF2-40B4-BE49-F238E27FC236}">
                  <a16:creationId xmlns:a16="http://schemas.microsoft.com/office/drawing/2014/main" id="{D0B278F1-88E0-0F26-4C81-253414FBF4E0}"/>
                </a:ext>
              </a:extLst>
            </p:cNvPr>
            <p:cNvSpPr>
              <a:spLocks noChangeArrowheads="1"/>
            </p:cNvSpPr>
            <p:nvPr/>
          </p:nvSpPr>
          <p:spPr bwMode="auto">
            <a:xfrm>
              <a:off x="1867" y="1258"/>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e</a:t>
              </a:r>
              <a:endParaRPr lang="en-US" altLang="es-ES" sz="4000"/>
            </a:p>
          </p:txBody>
        </p:sp>
        <p:sp>
          <p:nvSpPr>
            <p:cNvPr id="863259" name="Rectangle 27">
              <a:extLst>
                <a:ext uri="{FF2B5EF4-FFF2-40B4-BE49-F238E27FC236}">
                  <a16:creationId xmlns:a16="http://schemas.microsoft.com/office/drawing/2014/main" id="{9C81477C-C045-A09B-0EA1-5F124461E6FC}"/>
                </a:ext>
              </a:extLst>
            </p:cNvPr>
            <p:cNvSpPr>
              <a:spLocks noChangeArrowheads="1"/>
            </p:cNvSpPr>
            <p:nvPr/>
          </p:nvSpPr>
          <p:spPr bwMode="auto">
            <a:xfrm>
              <a:off x="1919" y="1258"/>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s</a:t>
              </a:r>
              <a:endParaRPr lang="en-US" altLang="es-ES" sz="4000"/>
            </a:p>
          </p:txBody>
        </p:sp>
        <p:sp>
          <p:nvSpPr>
            <p:cNvPr id="863260" name="Rectangle 28">
              <a:extLst>
                <a:ext uri="{FF2B5EF4-FFF2-40B4-BE49-F238E27FC236}">
                  <a16:creationId xmlns:a16="http://schemas.microsoft.com/office/drawing/2014/main" id="{A94EB9DF-84A4-7072-B942-BB9C561C2108}"/>
                </a:ext>
              </a:extLst>
            </p:cNvPr>
            <p:cNvSpPr>
              <a:spLocks noChangeArrowheads="1"/>
            </p:cNvSpPr>
            <p:nvPr/>
          </p:nvSpPr>
          <p:spPr bwMode="auto">
            <a:xfrm>
              <a:off x="1972" y="1258"/>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c</a:t>
              </a:r>
              <a:endParaRPr lang="en-US" altLang="es-ES" sz="4000"/>
            </a:p>
          </p:txBody>
        </p:sp>
        <p:sp>
          <p:nvSpPr>
            <p:cNvPr id="863261" name="Rectangle 29">
              <a:extLst>
                <a:ext uri="{FF2B5EF4-FFF2-40B4-BE49-F238E27FC236}">
                  <a16:creationId xmlns:a16="http://schemas.microsoft.com/office/drawing/2014/main" id="{69769171-BC20-16F5-35C2-DB93C81A5B87}"/>
                </a:ext>
              </a:extLst>
            </p:cNvPr>
            <p:cNvSpPr>
              <a:spLocks noChangeArrowheads="1"/>
            </p:cNvSpPr>
            <p:nvPr/>
          </p:nvSpPr>
          <p:spPr bwMode="auto">
            <a:xfrm>
              <a:off x="2025" y="1258"/>
              <a:ext cx="4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r</a:t>
              </a:r>
              <a:endParaRPr lang="en-US" altLang="es-ES" sz="4000"/>
            </a:p>
          </p:txBody>
        </p:sp>
        <p:sp>
          <p:nvSpPr>
            <p:cNvPr id="863262" name="Rectangle 30">
              <a:extLst>
                <a:ext uri="{FF2B5EF4-FFF2-40B4-BE49-F238E27FC236}">
                  <a16:creationId xmlns:a16="http://schemas.microsoft.com/office/drawing/2014/main" id="{72A3EA83-EC36-DC63-4D18-C666BA2F3C70}"/>
                </a:ext>
              </a:extLst>
            </p:cNvPr>
            <p:cNvSpPr>
              <a:spLocks noChangeArrowheads="1"/>
            </p:cNvSpPr>
            <p:nvPr/>
          </p:nvSpPr>
          <p:spPr bwMode="auto">
            <a:xfrm>
              <a:off x="2062" y="1258"/>
              <a:ext cx="9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ip</a:t>
              </a:r>
              <a:endParaRPr lang="en-US" altLang="es-ES" sz="4000"/>
            </a:p>
          </p:txBody>
        </p:sp>
        <p:sp>
          <p:nvSpPr>
            <p:cNvPr id="863263" name="Rectangle 31">
              <a:extLst>
                <a:ext uri="{FF2B5EF4-FFF2-40B4-BE49-F238E27FC236}">
                  <a16:creationId xmlns:a16="http://schemas.microsoft.com/office/drawing/2014/main" id="{1789D140-B64F-21FA-03C4-83052503D848}"/>
                </a:ext>
              </a:extLst>
            </p:cNvPr>
            <p:cNvSpPr>
              <a:spLocks noChangeArrowheads="1"/>
            </p:cNvSpPr>
            <p:nvPr/>
          </p:nvSpPr>
          <p:spPr bwMode="auto">
            <a:xfrm>
              <a:off x="2159" y="1258"/>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ti</a:t>
              </a:r>
              <a:endParaRPr lang="en-US" altLang="es-ES" sz="4000"/>
            </a:p>
          </p:txBody>
        </p:sp>
        <p:sp>
          <p:nvSpPr>
            <p:cNvPr id="863264" name="Rectangle 32">
              <a:extLst>
                <a:ext uri="{FF2B5EF4-FFF2-40B4-BE49-F238E27FC236}">
                  <a16:creationId xmlns:a16="http://schemas.microsoft.com/office/drawing/2014/main" id="{FD189EAF-A6A1-8B99-7405-B7ED9ECFE6AF}"/>
                </a:ext>
              </a:extLst>
            </p:cNvPr>
            <p:cNvSpPr>
              <a:spLocks noChangeArrowheads="1"/>
            </p:cNvSpPr>
            <p:nvPr/>
          </p:nvSpPr>
          <p:spPr bwMode="auto">
            <a:xfrm>
              <a:off x="2217" y="1258"/>
              <a:ext cx="13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on</a:t>
              </a:r>
              <a:endParaRPr lang="en-US" altLang="es-ES" sz="4000"/>
            </a:p>
          </p:txBody>
        </p:sp>
        <p:sp>
          <p:nvSpPr>
            <p:cNvPr id="863265" name="Rectangle 33">
              <a:extLst>
                <a:ext uri="{FF2B5EF4-FFF2-40B4-BE49-F238E27FC236}">
                  <a16:creationId xmlns:a16="http://schemas.microsoft.com/office/drawing/2014/main" id="{1673B6A9-BA5A-8A77-AC1F-FC5D0F61DE52}"/>
                </a:ext>
              </a:extLst>
            </p:cNvPr>
            <p:cNvSpPr>
              <a:spLocks noChangeArrowheads="1"/>
            </p:cNvSpPr>
            <p:nvPr/>
          </p:nvSpPr>
          <p:spPr bwMode="auto">
            <a:xfrm>
              <a:off x="2771" y="1258"/>
              <a:ext cx="13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Fu</a:t>
              </a:r>
              <a:endParaRPr lang="en-US" altLang="es-ES" sz="4000"/>
            </a:p>
          </p:txBody>
        </p:sp>
        <p:sp>
          <p:nvSpPr>
            <p:cNvPr id="863266" name="Rectangle 34">
              <a:extLst>
                <a:ext uri="{FF2B5EF4-FFF2-40B4-BE49-F238E27FC236}">
                  <a16:creationId xmlns:a16="http://schemas.microsoft.com/office/drawing/2014/main" id="{1DCA7397-B32E-283B-2CFA-5916BF474193}"/>
                </a:ext>
              </a:extLst>
            </p:cNvPr>
            <p:cNvSpPr>
              <a:spLocks noChangeArrowheads="1"/>
            </p:cNvSpPr>
            <p:nvPr/>
          </p:nvSpPr>
          <p:spPr bwMode="auto">
            <a:xfrm>
              <a:off x="2888" y="1258"/>
              <a:ext cx="1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nc</a:t>
              </a:r>
              <a:endParaRPr lang="en-US" altLang="es-ES" sz="4000"/>
            </a:p>
          </p:txBody>
        </p:sp>
        <p:sp>
          <p:nvSpPr>
            <p:cNvPr id="863267" name="Rectangle 35">
              <a:extLst>
                <a:ext uri="{FF2B5EF4-FFF2-40B4-BE49-F238E27FC236}">
                  <a16:creationId xmlns:a16="http://schemas.microsoft.com/office/drawing/2014/main" id="{91B538FA-5EA3-4070-1829-E17E3271A4AE}"/>
                </a:ext>
              </a:extLst>
            </p:cNvPr>
            <p:cNvSpPr>
              <a:spLocks noChangeArrowheads="1"/>
            </p:cNvSpPr>
            <p:nvPr/>
          </p:nvSpPr>
          <p:spPr bwMode="auto">
            <a:xfrm>
              <a:off x="3029" y="1258"/>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ti</a:t>
              </a:r>
              <a:endParaRPr lang="en-US" altLang="es-ES" sz="4000"/>
            </a:p>
          </p:txBody>
        </p:sp>
        <p:sp>
          <p:nvSpPr>
            <p:cNvPr id="863268" name="Rectangle 36">
              <a:extLst>
                <a:ext uri="{FF2B5EF4-FFF2-40B4-BE49-F238E27FC236}">
                  <a16:creationId xmlns:a16="http://schemas.microsoft.com/office/drawing/2014/main" id="{F66D95B2-8008-4762-6974-9FB854B7A2F3}"/>
                </a:ext>
              </a:extLst>
            </p:cNvPr>
            <p:cNvSpPr>
              <a:spLocks noChangeArrowheads="1"/>
            </p:cNvSpPr>
            <p:nvPr/>
          </p:nvSpPr>
          <p:spPr bwMode="auto">
            <a:xfrm>
              <a:off x="3087" y="1258"/>
              <a:ext cx="13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on</a:t>
              </a:r>
              <a:endParaRPr lang="en-US" altLang="es-ES" sz="4000"/>
            </a:p>
          </p:txBody>
        </p:sp>
        <p:sp>
          <p:nvSpPr>
            <p:cNvPr id="863269" name="Rectangle 37">
              <a:extLst>
                <a:ext uri="{FF2B5EF4-FFF2-40B4-BE49-F238E27FC236}">
                  <a16:creationId xmlns:a16="http://schemas.microsoft.com/office/drawing/2014/main" id="{8D7FD8EB-D199-1D63-1B90-8EDF54E960D9}"/>
                </a:ext>
              </a:extLst>
            </p:cNvPr>
            <p:cNvSpPr>
              <a:spLocks noChangeArrowheads="1"/>
            </p:cNvSpPr>
            <p:nvPr/>
          </p:nvSpPr>
          <p:spPr bwMode="auto">
            <a:xfrm>
              <a:off x="4142" y="1258"/>
              <a:ext cx="17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MB</a:t>
              </a:r>
              <a:endParaRPr lang="en-US" altLang="es-ES" sz="4000"/>
            </a:p>
          </p:txBody>
        </p:sp>
        <p:sp>
          <p:nvSpPr>
            <p:cNvPr id="863270" name="Rectangle 38">
              <a:extLst>
                <a:ext uri="{FF2B5EF4-FFF2-40B4-BE49-F238E27FC236}">
                  <a16:creationId xmlns:a16="http://schemas.microsoft.com/office/drawing/2014/main" id="{934190D9-5952-D047-AAEF-E6D82F9E688F}"/>
                </a:ext>
              </a:extLst>
            </p:cNvPr>
            <p:cNvSpPr>
              <a:spLocks noChangeArrowheads="1"/>
            </p:cNvSpPr>
            <p:nvPr/>
          </p:nvSpPr>
          <p:spPr bwMode="auto">
            <a:xfrm>
              <a:off x="4332" y="1258"/>
              <a:ext cx="17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MD</a:t>
              </a:r>
              <a:endParaRPr lang="en-US" altLang="es-ES" sz="4000"/>
            </a:p>
          </p:txBody>
        </p:sp>
        <p:sp>
          <p:nvSpPr>
            <p:cNvPr id="863271" name="Rectangle 39">
              <a:extLst>
                <a:ext uri="{FF2B5EF4-FFF2-40B4-BE49-F238E27FC236}">
                  <a16:creationId xmlns:a16="http://schemas.microsoft.com/office/drawing/2014/main" id="{2992EFF1-F6B8-1E9E-1ADE-E11A37DD143E}"/>
                </a:ext>
              </a:extLst>
            </p:cNvPr>
            <p:cNvSpPr>
              <a:spLocks noChangeArrowheads="1"/>
            </p:cNvSpPr>
            <p:nvPr/>
          </p:nvSpPr>
          <p:spPr bwMode="auto">
            <a:xfrm>
              <a:off x="4524" y="125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R</a:t>
              </a:r>
              <a:endParaRPr lang="en-US" altLang="es-ES" sz="4000"/>
            </a:p>
          </p:txBody>
        </p:sp>
        <p:sp>
          <p:nvSpPr>
            <p:cNvPr id="863272" name="Rectangle 40">
              <a:extLst>
                <a:ext uri="{FF2B5EF4-FFF2-40B4-BE49-F238E27FC236}">
                  <a16:creationId xmlns:a16="http://schemas.microsoft.com/office/drawing/2014/main" id="{FD434814-F2D4-E2E2-90F1-BA95CCA7AB2D}"/>
                </a:ext>
              </a:extLst>
            </p:cNvPr>
            <p:cNvSpPr>
              <a:spLocks noChangeArrowheads="1"/>
            </p:cNvSpPr>
            <p:nvPr/>
          </p:nvSpPr>
          <p:spPr bwMode="auto">
            <a:xfrm>
              <a:off x="4589" y="1258"/>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W</a:t>
              </a:r>
              <a:endParaRPr lang="en-US" altLang="es-ES" sz="4000"/>
            </a:p>
          </p:txBody>
        </p:sp>
        <p:sp>
          <p:nvSpPr>
            <p:cNvPr id="863273" name="Rectangle 41">
              <a:extLst>
                <a:ext uri="{FF2B5EF4-FFF2-40B4-BE49-F238E27FC236}">
                  <a16:creationId xmlns:a16="http://schemas.microsoft.com/office/drawing/2014/main" id="{B079F307-3062-F051-9BBA-9DA144E7423A}"/>
                </a:ext>
              </a:extLst>
            </p:cNvPr>
            <p:cNvSpPr>
              <a:spLocks noChangeArrowheads="1"/>
            </p:cNvSpPr>
            <p:nvPr/>
          </p:nvSpPr>
          <p:spPr bwMode="auto">
            <a:xfrm>
              <a:off x="4715" y="1258"/>
              <a:ext cx="19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MW</a:t>
              </a:r>
              <a:endParaRPr lang="en-US" altLang="es-ES" sz="4000"/>
            </a:p>
          </p:txBody>
        </p:sp>
        <p:sp>
          <p:nvSpPr>
            <p:cNvPr id="863274" name="Rectangle 42">
              <a:extLst>
                <a:ext uri="{FF2B5EF4-FFF2-40B4-BE49-F238E27FC236}">
                  <a16:creationId xmlns:a16="http://schemas.microsoft.com/office/drawing/2014/main" id="{3CB5033C-F86F-5202-BEED-1EC742DD1B85}"/>
                </a:ext>
              </a:extLst>
            </p:cNvPr>
            <p:cNvSpPr>
              <a:spLocks noChangeArrowheads="1"/>
            </p:cNvSpPr>
            <p:nvPr/>
          </p:nvSpPr>
          <p:spPr bwMode="auto">
            <a:xfrm>
              <a:off x="4933" y="1258"/>
              <a:ext cx="14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PL</a:t>
              </a:r>
              <a:endParaRPr lang="en-US" altLang="es-ES" sz="4000"/>
            </a:p>
          </p:txBody>
        </p:sp>
        <p:sp>
          <p:nvSpPr>
            <p:cNvPr id="863275" name="Rectangle 43">
              <a:extLst>
                <a:ext uri="{FF2B5EF4-FFF2-40B4-BE49-F238E27FC236}">
                  <a16:creationId xmlns:a16="http://schemas.microsoft.com/office/drawing/2014/main" id="{148A38A2-6F52-5360-A232-79F9F24025EB}"/>
                </a:ext>
              </a:extLst>
            </p:cNvPr>
            <p:cNvSpPr>
              <a:spLocks noChangeArrowheads="1"/>
            </p:cNvSpPr>
            <p:nvPr/>
          </p:nvSpPr>
          <p:spPr bwMode="auto">
            <a:xfrm>
              <a:off x="5152" y="1258"/>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J</a:t>
              </a:r>
              <a:endParaRPr lang="en-US" altLang="es-ES" sz="4000"/>
            </a:p>
          </p:txBody>
        </p:sp>
        <p:sp>
          <p:nvSpPr>
            <p:cNvPr id="863276" name="Rectangle 44">
              <a:extLst>
                <a:ext uri="{FF2B5EF4-FFF2-40B4-BE49-F238E27FC236}">
                  <a16:creationId xmlns:a16="http://schemas.microsoft.com/office/drawing/2014/main" id="{00D9867C-A4BD-AD77-C373-20C4372A945B}"/>
                </a:ext>
              </a:extLst>
            </p:cNvPr>
            <p:cNvSpPr>
              <a:spLocks noChangeArrowheads="1"/>
            </p:cNvSpPr>
            <p:nvPr/>
          </p:nvSpPr>
          <p:spPr bwMode="auto">
            <a:xfrm>
              <a:off x="5205" y="125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B</a:t>
              </a:r>
              <a:endParaRPr lang="en-US" altLang="es-ES" sz="4000"/>
            </a:p>
          </p:txBody>
        </p:sp>
        <p:sp>
          <p:nvSpPr>
            <p:cNvPr id="863277" name="Rectangle 45">
              <a:extLst>
                <a:ext uri="{FF2B5EF4-FFF2-40B4-BE49-F238E27FC236}">
                  <a16:creationId xmlns:a16="http://schemas.microsoft.com/office/drawing/2014/main" id="{2604D7F6-4303-2A51-6D5F-7E9BF236A329}"/>
                </a:ext>
              </a:extLst>
            </p:cNvPr>
            <p:cNvSpPr>
              <a:spLocks noChangeArrowheads="1"/>
            </p:cNvSpPr>
            <p:nvPr/>
          </p:nvSpPr>
          <p:spPr bwMode="auto">
            <a:xfrm>
              <a:off x="5370" y="1258"/>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latin typeface="Helvetica" panose="020B0604020202020204" pitchFamily="34" charset="0"/>
                </a:rPr>
                <a:t>BC</a:t>
              </a:r>
              <a:endParaRPr lang="en-US" altLang="es-ES" sz="4000"/>
            </a:p>
          </p:txBody>
        </p:sp>
        <p:sp>
          <p:nvSpPr>
            <p:cNvPr id="863278" name="Rectangle 46">
              <a:extLst>
                <a:ext uri="{FF2B5EF4-FFF2-40B4-BE49-F238E27FC236}">
                  <a16:creationId xmlns:a16="http://schemas.microsoft.com/office/drawing/2014/main" id="{BB4FF080-B9F0-CB17-2C02-70404A4A7DE3}"/>
                </a:ext>
              </a:extLst>
            </p:cNvPr>
            <p:cNvSpPr>
              <a:spLocks noChangeArrowheads="1"/>
            </p:cNvSpPr>
            <p:nvPr/>
          </p:nvSpPr>
          <p:spPr bwMode="auto">
            <a:xfrm>
              <a:off x="175" y="1497"/>
              <a:ext cx="2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1000</a:t>
              </a:r>
              <a:endParaRPr lang="en-US" altLang="es-ES" sz="4000"/>
            </a:p>
          </p:txBody>
        </p:sp>
        <p:sp>
          <p:nvSpPr>
            <p:cNvPr id="863279" name="Rectangle 47">
              <a:extLst>
                <a:ext uri="{FF2B5EF4-FFF2-40B4-BE49-F238E27FC236}">
                  <a16:creationId xmlns:a16="http://schemas.microsoft.com/office/drawing/2014/main" id="{70B64F08-ACAB-44CB-AE1F-F6EA6C10A797}"/>
                </a:ext>
              </a:extLst>
            </p:cNvPr>
            <p:cNvSpPr>
              <a:spLocks noChangeArrowheads="1"/>
            </p:cNvSpPr>
            <p:nvPr/>
          </p:nvSpPr>
          <p:spPr bwMode="auto">
            <a:xfrm>
              <a:off x="420" y="1497"/>
              <a:ext cx="21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010 </a:t>
              </a:r>
              <a:endParaRPr lang="en-US" altLang="es-ES" sz="4000"/>
            </a:p>
          </p:txBody>
        </p:sp>
        <p:sp>
          <p:nvSpPr>
            <p:cNvPr id="863280" name="Rectangle 48">
              <a:extLst>
                <a:ext uri="{FF2B5EF4-FFF2-40B4-BE49-F238E27FC236}">
                  <a16:creationId xmlns:a16="http://schemas.microsoft.com/office/drawing/2014/main" id="{A0F3D947-749E-522D-7CA7-1B42164C8BFE}"/>
                </a:ext>
              </a:extLst>
            </p:cNvPr>
            <p:cNvSpPr>
              <a:spLocks noChangeArrowheads="1"/>
            </p:cNvSpPr>
            <p:nvPr/>
          </p:nvSpPr>
          <p:spPr bwMode="auto">
            <a:xfrm>
              <a:off x="684" y="1497"/>
              <a:ext cx="24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ADI</a:t>
              </a:r>
              <a:endParaRPr lang="en-US" altLang="es-ES" sz="4000"/>
            </a:p>
          </p:txBody>
        </p:sp>
        <p:sp>
          <p:nvSpPr>
            <p:cNvPr id="863281" name="Rectangle 49">
              <a:extLst>
                <a:ext uri="{FF2B5EF4-FFF2-40B4-BE49-F238E27FC236}">
                  <a16:creationId xmlns:a16="http://schemas.microsoft.com/office/drawing/2014/main" id="{D23FDDEC-5F53-FA3E-5624-6D22EF759404}"/>
                </a:ext>
              </a:extLst>
            </p:cNvPr>
            <p:cNvSpPr>
              <a:spLocks noChangeArrowheads="1"/>
            </p:cNvSpPr>
            <p:nvPr/>
          </p:nvSpPr>
          <p:spPr bwMode="auto">
            <a:xfrm>
              <a:off x="1136" y="1497"/>
              <a:ext cx="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I</a:t>
              </a:r>
              <a:endParaRPr lang="en-US" altLang="es-ES" sz="4000"/>
            </a:p>
          </p:txBody>
        </p:sp>
        <p:sp>
          <p:nvSpPr>
            <p:cNvPr id="863282" name="Rectangle 50">
              <a:extLst>
                <a:ext uri="{FF2B5EF4-FFF2-40B4-BE49-F238E27FC236}">
                  <a16:creationId xmlns:a16="http://schemas.microsoft.com/office/drawing/2014/main" id="{C70D5C0B-A38D-8C41-BBCC-1A31AAB0F618}"/>
                </a:ext>
              </a:extLst>
            </p:cNvPr>
            <p:cNvSpPr>
              <a:spLocks noChangeArrowheads="1"/>
            </p:cNvSpPr>
            <p:nvPr/>
          </p:nvSpPr>
          <p:spPr bwMode="auto">
            <a:xfrm>
              <a:off x="1175" y="1497"/>
              <a:ext cx="2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mme</a:t>
              </a:r>
              <a:endParaRPr lang="en-US" altLang="es-ES" sz="4000"/>
            </a:p>
          </p:txBody>
        </p:sp>
        <p:sp>
          <p:nvSpPr>
            <p:cNvPr id="863283" name="Rectangle 51">
              <a:extLst>
                <a:ext uri="{FF2B5EF4-FFF2-40B4-BE49-F238E27FC236}">
                  <a16:creationId xmlns:a16="http://schemas.microsoft.com/office/drawing/2014/main" id="{FC5AE593-5A75-88D7-BEAC-C022A59A38FA}"/>
                </a:ext>
              </a:extLst>
            </p:cNvPr>
            <p:cNvSpPr>
              <a:spLocks noChangeArrowheads="1"/>
            </p:cNvSpPr>
            <p:nvPr/>
          </p:nvSpPr>
          <p:spPr bwMode="auto">
            <a:xfrm>
              <a:off x="1441" y="1497"/>
              <a:ext cx="2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diate</a:t>
              </a:r>
              <a:endParaRPr lang="en-US" altLang="es-ES" sz="4000"/>
            </a:p>
          </p:txBody>
        </p:sp>
        <p:sp>
          <p:nvSpPr>
            <p:cNvPr id="863284" name="Rectangle 52">
              <a:extLst>
                <a:ext uri="{FF2B5EF4-FFF2-40B4-BE49-F238E27FC236}">
                  <a16:creationId xmlns:a16="http://schemas.microsoft.com/office/drawing/2014/main" id="{A5F33CEE-783C-CAD5-AA8E-FFEE74858E6B}"/>
                </a:ext>
              </a:extLst>
            </p:cNvPr>
            <p:cNvSpPr>
              <a:spLocks noChangeArrowheads="1"/>
            </p:cNvSpPr>
            <p:nvPr/>
          </p:nvSpPr>
          <p:spPr bwMode="auto">
            <a:xfrm>
              <a:off x="1858" y="1497"/>
              <a:ext cx="1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A</a:t>
              </a:r>
              <a:endParaRPr lang="en-US" altLang="es-ES" sz="4000"/>
            </a:p>
          </p:txBody>
        </p:sp>
        <p:sp>
          <p:nvSpPr>
            <p:cNvPr id="863285" name="Rectangle 53">
              <a:extLst>
                <a:ext uri="{FF2B5EF4-FFF2-40B4-BE49-F238E27FC236}">
                  <a16:creationId xmlns:a16="http://schemas.microsoft.com/office/drawing/2014/main" id="{EB27928D-6C4B-E21E-D61F-8E75DB8B148B}"/>
                </a:ext>
              </a:extLst>
            </p:cNvPr>
            <p:cNvSpPr>
              <a:spLocks noChangeArrowheads="1"/>
            </p:cNvSpPr>
            <p:nvPr/>
          </p:nvSpPr>
          <p:spPr bwMode="auto">
            <a:xfrm>
              <a:off x="1952" y="1497"/>
              <a:ext cx="71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dd immediate</a:t>
              </a:r>
              <a:endParaRPr lang="en-US" altLang="es-ES" sz="4000"/>
            </a:p>
          </p:txBody>
        </p:sp>
        <p:sp>
          <p:nvSpPr>
            <p:cNvPr id="863286" name="Rectangle 54">
              <a:extLst>
                <a:ext uri="{FF2B5EF4-FFF2-40B4-BE49-F238E27FC236}">
                  <a16:creationId xmlns:a16="http://schemas.microsoft.com/office/drawing/2014/main" id="{33D27B9E-5F16-0074-8B9A-89C21B007F2D}"/>
                </a:ext>
              </a:extLst>
            </p:cNvPr>
            <p:cNvSpPr>
              <a:spLocks noChangeArrowheads="1"/>
            </p:cNvSpPr>
            <p:nvPr/>
          </p:nvSpPr>
          <p:spPr bwMode="auto">
            <a:xfrm>
              <a:off x="1845" y="1620"/>
              <a:ext cx="43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operand</a:t>
              </a:r>
              <a:endParaRPr lang="en-US" altLang="es-ES" sz="4000"/>
            </a:p>
          </p:txBody>
        </p:sp>
        <p:sp>
          <p:nvSpPr>
            <p:cNvPr id="863287" name="Rectangle 55">
              <a:extLst>
                <a:ext uri="{FF2B5EF4-FFF2-40B4-BE49-F238E27FC236}">
                  <a16:creationId xmlns:a16="http://schemas.microsoft.com/office/drawing/2014/main" id="{CF7A3AA7-B748-5AA8-BDB9-1F5769B82DDC}"/>
                </a:ext>
              </a:extLst>
            </p:cNvPr>
            <p:cNvSpPr>
              <a:spLocks noChangeArrowheads="1"/>
            </p:cNvSpPr>
            <p:nvPr/>
          </p:nvSpPr>
          <p:spPr bwMode="auto">
            <a:xfrm>
              <a:off x="4141" y="1497"/>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a:t>
              </a:r>
              <a:endParaRPr lang="en-US" altLang="es-ES" sz="4000"/>
            </a:p>
          </p:txBody>
        </p:sp>
        <p:sp>
          <p:nvSpPr>
            <p:cNvPr id="863288" name="Rectangle 56">
              <a:extLst>
                <a:ext uri="{FF2B5EF4-FFF2-40B4-BE49-F238E27FC236}">
                  <a16:creationId xmlns:a16="http://schemas.microsoft.com/office/drawing/2014/main" id="{C3DB3CC3-0DD0-39CB-63C5-645A7E0F4036}"/>
                </a:ext>
              </a:extLst>
            </p:cNvPr>
            <p:cNvSpPr>
              <a:spLocks noChangeArrowheads="1"/>
            </p:cNvSpPr>
            <p:nvPr/>
          </p:nvSpPr>
          <p:spPr bwMode="auto">
            <a:xfrm>
              <a:off x="4335" y="1497"/>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a:t>
              </a:r>
              <a:endParaRPr lang="en-US" altLang="es-ES" sz="4000"/>
            </a:p>
          </p:txBody>
        </p:sp>
        <p:sp>
          <p:nvSpPr>
            <p:cNvPr id="863289" name="Rectangle 57">
              <a:extLst>
                <a:ext uri="{FF2B5EF4-FFF2-40B4-BE49-F238E27FC236}">
                  <a16:creationId xmlns:a16="http://schemas.microsoft.com/office/drawing/2014/main" id="{A2D44A64-BC16-995D-25D2-BD9E570B0C04}"/>
                </a:ext>
              </a:extLst>
            </p:cNvPr>
            <p:cNvSpPr>
              <a:spLocks noChangeArrowheads="1"/>
            </p:cNvSpPr>
            <p:nvPr/>
          </p:nvSpPr>
          <p:spPr bwMode="auto">
            <a:xfrm>
              <a:off x="4530" y="1497"/>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a:t>
              </a:r>
              <a:endParaRPr lang="en-US" altLang="es-ES" sz="4000"/>
            </a:p>
          </p:txBody>
        </p:sp>
        <p:sp>
          <p:nvSpPr>
            <p:cNvPr id="863290" name="Rectangle 58">
              <a:extLst>
                <a:ext uri="{FF2B5EF4-FFF2-40B4-BE49-F238E27FC236}">
                  <a16:creationId xmlns:a16="http://schemas.microsoft.com/office/drawing/2014/main" id="{6363BD4F-C462-0189-5ECF-86BF285FA53D}"/>
                </a:ext>
              </a:extLst>
            </p:cNvPr>
            <p:cNvSpPr>
              <a:spLocks noChangeArrowheads="1"/>
            </p:cNvSpPr>
            <p:nvPr/>
          </p:nvSpPr>
          <p:spPr bwMode="auto">
            <a:xfrm>
              <a:off x="4724" y="1497"/>
              <a:ext cx="7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0     0      0     0</a:t>
              </a:r>
              <a:endParaRPr lang="en-US" altLang="es-ES" sz="4000"/>
            </a:p>
          </p:txBody>
        </p:sp>
        <p:sp>
          <p:nvSpPr>
            <p:cNvPr id="863291" name="Rectangle 59">
              <a:extLst>
                <a:ext uri="{FF2B5EF4-FFF2-40B4-BE49-F238E27FC236}">
                  <a16:creationId xmlns:a16="http://schemas.microsoft.com/office/drawing/2014/main" id="{061597C6-2F78-8EB9-938E-72937B6944CD}"/>
                </a:ext>
              </a:extLst>
            </p:cNvPr>
            <p:cNvSpPr>
              <a:spLocks noChangeArrowheads="1"/>
            </p:cNvSpPr>
            <p:nvPr/>
          </p:nvSpPr>
          <p:spPr bwMode="auto">
            <a:xfrm>
              <a:off x="175" y="1744"/>
              <a:ext cx="2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0010</a:t>
              </a:r>
              <a:endParaRPr lang="en-US" altLang="es-ES" sz="4000"/>
            </a:p>
          </p:txBody>
        </p:sp>
        <p:sp>
          <p:nvSpPr>
            <p:cNvPr id="863292" name="Rectangle 60">
              <a:extLst>
                <a:ext uri="{FF2B5EF4-FFF2-40B4-BE49-F238E27FC236}">
                  <a16:creationId xmlns:a16="http://schemas.microsoft.com/office/drawing/2014/main" id="{A61455EE-3118-9D07-FE38-507022929DC0}"/>
                </a:ext>
              </a:extLst>
            </p:cNvPr>
            <p:cNvSpPr>
              <a:spLocks noChangeArrowheads="1"/>
            </p:cNvSpPr>
            <p:nvPr/>
          </p:nvSpPr>
          <p:spPr bwMode="auto">
            <a:xfrm>
              <a:off x="420" y="1744"/>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000</a:t>
              </a:r>
              <a:endParaRPr lang="en-US" altLang="es-ES" sz="4000"/>
            </a:p>
          </p:txBody>
        </p:sp>
        <p:sp>
          <p:nvSpPr>
            <p:cNvPr id="863293" name="Rectangle 61">
              <a:extLst>
                <a:ext uri="{FF2B5EF4-FFF2-40B4-BE49-F238E27FC236}">
                  <a16:creationId xmlns:a16="http://schemas.microsoft.com/office/drawing/2014/main" id="{A4F3A45A-D40A-75F5-9345-FF004CB7D493}"/>
                </a:ext>
              </a:extLst>
            </p:cNvPr>
            <p:cNvSpPr>
              <a:spLocks noChangeArrowheads="1"/>
            </p:cNvSpPr>
            <p:nvPr/>
          </p:nvSpPr>
          <p:spPr bwMode="auto">
            <a:xfrm>
              <a:off x="684" y="1744"/>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LD</a:t>
              </a:r>
              <a:endParaRPr lang="en-US" altLang="es-ES" sz="4000"/>
            </a:p>
          </p:txBody>
        </p:sp>
        <p:sp>
          <p:nvSpPr>
            <p:cNvPr id="863294" name="Rectangle 62">
              <a:extLst>
                <a:ext uri="{FF2B5EF4-FFF2-40B4-BE49-F238E27FC236}">
                  <a16:creationId xmlns:a16="http://schemas.microsoft.com/office/drawing/2014/main" id="{FA5E4243-527D-805A-4F6D-1618DE6F81D3}"/>
                </a:ext>
              </a:extLst>
            </p:cNvPr>
            <p:cNvSpPr>
              <a:spLocks noChangeArrowheads="1"/>
            </p:cNvSpPr>
            <p:nvPr/>
          </p:nvSpPr>
          <p:spPr bwMode="auto">
            <a:xfrm>
              <a:off x="1141" y="1744"/>
              <a:ext cx="4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Register</a:t>
              </a:r>
              <a:endParaRPr lang="en-US" altLang="es-ES" sz="4000"/>
            </a:p>
          </p:txBody>
        </p:sp>
        <p:sp>
          <p:nvSpPr>
            <p:cNvPr id="863295" name="Rectangle 63">
              <a:extLst>
                <a:ext uri="{FF2B5EF4-FFF2-40B4-BE49-F238E27FC236}">
                  <a16:creationId xmlns:a16="http://schemas.microsoft.com/office/drawing/2014/main" id="{4732C5B1-385B-9B4C-1D95-546AFAA8BCB8}"/>
                </a:ext>
              </a:extLst>
            </p:cNvPr>
            <p:cNvSpPr>
              <a:spLocks noChangeArrowheads="1"/>
            </p:cNvSpPr>
            <p:nvPr/>
          </p:nvSpPr>
          <p:spPr bwMode="auto">
            <a:xfrm>
              <a:off x="1852" y="1744"/>
              <a:ext cx="56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Load mem</a:t>
              </a:r>
              <a:endParaRPr lang="en-US" altLang="es-ES" sz="4000"/>
            </a:p>
          </p:txBody>
        </p:sp>
        <p:sp>
          <p:nvSpPr>
            <p:cNvPr id="863296" name="Rectangle 64">
              <a:extLst>
                <a:ext uri="{FF2B5EF4-FFF2-40B4-BE49-F238E27FC236}">
                  <a16:creationId xmlns:a16="http://schemas.microsoft.com/office/drawing/2014/main" id="{9C3C3FD9-1BC9-4CCC-CD77-51326BCFB4BF}"/>
                </a:ext>
              </a:extLst>
            </p:cNvPr>
            <p:cNvSpPr>
              <a:spLocks noChangeArrowheads="1"/>
            </p:cNvSpPr>
            <p:nvPr/>
          </p:nvSpPr>
          <p:spPr bwMode="auto">
            <a:xfrm>
              <a:off x="2406" y="174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o</a:t>
              </a:r>
              <a:endParaRPr lang="en-US" altLang="es-ES" sz="4000"/>
            </a:p>
          </p:txBody>
        </p:sp>
        <p:sp>
          <p:nvSpPr>
            <p:cNvPr id="863297" name="Rectangle 65">
              <a:extLst>
                <a:ext uri="{FF2B5EF4-FFF2-40B4-BE49-F238E27FC236}">
                  <a16:creationId xmlns:a16="http://schemas.microsoft.com/office/drawing/2014/main" id="{0EBEE2D0-8089-AE5B-CDBB-F490C1DF814C}"/>
                </a:ext>
              </a:extLst>
            </p:cNvPr>
            <p:cNvSpPr>
              <a:spLocks noChangeArrowheads="1"/>
            </p:cNvSpPr>
            <p:nvPr/>
          </p:nvSpPr>
          <p:spPr bwMode="auto">
            <a:xfrm>
              <a:off x="2466" y="1744"/>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ry</a:t>
              </a:r>
              <a:endParaRPr lang="en-US" altLang="es-ES" sz="4000"/>
            </a:p>
          </p:txBody>
        </p:sp>
        <p:sp>
          <p:nvSpPr>
            <p:cNvPr id="863298" name="Rectangle 66">
              <a:extLst>
                <a:ext uri="{FF2B5EF4-FFF2-40B4-BE49-F238E27FC236}">
                  <a16:creationId xmlns:a16="http://schemas.microsoft.com/office/drawing/2014/main" id="{BA08F652-AE46-60D7-2BC1-2E155EA86294}"/>
                </a:ext>
              </a:extLst>
            </p:cNvPr>
            <p:cNvSpPr>
              <a:spLocks noChangeArrowheads="1"/>
            </p:cNvSpPr>
            <p:nvPr/>
          </p:nvSpPr>
          <p:spPr bwMode="auto">
            <a:xfrm>
              <a:off x="1845" y="1867"/>
              <a:ext cx="5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c</a:t>
              </a:r>
              <a:endParaRPr lang="en-US" altLang="es-ES" sz="4000"/>
            </a:p>
          </p:txBody>
        </p:sp>
        <p:sp>
          <p:nvSpPr>
            <p:cNvPr id="863299" name="Rectangle 67">
              <a:extLst>
                <a:ext uri="{FF2B5EF4-FFF2-40B4-BE49-F238E27FC236}">
                  <a16:creationId xmlns:a16="http://schemas.microsoft.com/office/drawing/2014/main" id="{2112B3F5-7EDA-AD4F-8486-6FF8ECC0FBFB}"/>
                </a:ext>
              </a:extLst>
            </p:cNvPr>
            <p:cNvSpPr>
              <a:spLocks noChangeArrowheads="1"/>
            </p:cNvSpPr>
            <p:nvPr/>
          </p:nvSpPr>
          <p:spPr bwMode="auto">
            <a:xfrm>
              <a:off x="1898" y="1867"/>
              <a:ext cx="17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ont</a:t>
              </a:r>
              <a:endParaRPr lang="en-US" altLang="es-ES" sz="4000"/>
            </a:p>
          </p:txBody>
        </p:sp>
        <p:sp>
          <p:nvSpPr>
            <p:cNvPr id="863300" name="Rectangle 68">
              <a:extLst>
                <a:ext uri="{FF2B5EF4-FFF2-40B4-BE49-F238E27FC236}">
                  <a16:creationId xmlns:a16="http://schemas.microsoft.com/office/drawing/2014/main" id="{E34BCE35-0E76-20B8-17DE-DDB299114FB0}"/>
                </a:ext>
              </a:extLst>
            </p:cNvPr>
            <p:cNvSpPr>
              <a:spLocks noChangeArrowheads="1"/>
            </p:cNvSpPr>
            <p:nvPr/>
          </p:nvSpPr>
          <p:spPr bwMode="auto">
            <a:xfrm>
              <a:off x="2063" y="1867"/>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e</a:t>
              </a:r>
              <a:endParaRPr lang="en-US" altLang="es-ES" sz="4000"/>
            </a:p>
          </p:txBody>
        </p:sp>
        <p:sp>
          <p:nvSpPr>
            <p:cNvPr id="863301" name="Rectangle 69">
              <a:extLst>
                <a:ext uri="{FF2B5EF4-FFF2-40B4-BE49-F238E27FC236}">
                  <a16:creationId xmlns:a16="http://schemas.microsoft.com/office/drawing/2014/main" id="{6296C97D-2446-0939-B141-EE1A6D3A02D0}"/>
                </a:ext>
              </a:extLst>
            </p:cNvPr>
            <p:cNvSpPr>
              <a:spLocks noChangeArrowheads="1"/>
            </p:cNvSpPr>
            <p:nvPr/>
          </p:nvSpPr>
          <p:spPr bwMode="auto">
            <a:xfrm>
              <a:off x="2116" y="1867"/>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n</a:t>
              </a:r>
              <a:endParaRPr lang="en-US" altLang="es-ES" sz="4000"/>
            </a:p>
          </p:txBody>
        </p:sp>
        <p:sp>
          <p:nvSpPr>
            <p:cNvPr id="863302" name="Rectangle 70">
              <a:extLst>
                <a:ext uri="{FF2B5EF4-FFF2-40B4-BE49-F238E27FC236}">
                  <a16:creationId xmlns:a16="http://schemas.microsoft.com/office/drawing/2014/main" id="{DE484BF4-2559-1356-F1C8-FD481761DF67}"/>
                </a:ext>
              </a:extLst>
            </p:cNvPr>
            <p:cNvSpPr>
              <a:spLocks noChangeArrowheads="1"/>
            </p:cNvSpPr>
            <p:nvPr/>
          </p:nvSpPr>
          <p:spPr bwMode="auto">
            <a:xfrm>
              <a:off x="2180" y="1867"/>
              <a:ext cx="17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t in</a:t>
              </a:r>
              <a:endParaRPr lang="en-US" altLang="es-ES" sz="4000"/>
            </a:p>
          </p:txBody>
        </p:sp>
        <p:sp>
          <p:nvSpPr>
            <p:cNvPr id="863303" name="Rectangle 71">
              <a:extLst>
                <a:ext uri="{FF2B5EF4-FFF2-40B4-BE49-F238E27FC236}">
                  <a16:creationId xmlns:a16="http://schemas.microsoft.com/office/drawing/2014/main" id="{4F06347F-0102-0C4E-0F9E-E9B8E8E09167}"/>
                </a:ext>
              </a:extLst>
            </p:cNvPr>
            <p:cNvSpPr>
              <a:spLocks noChangeArrowheads="1"/>
            </p:cNvSpPr>
            <p:nvPr/>
          </p:nvSpPr>
          <p:spPr bwMode="auto">
            <a:xfrm>
              <a:off x="2344" y="1867"/>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to</a:t>
              </a:r>
              <a:endParaRPr lang="en-US" altLang="es-ES" sz="4000"/>
            </a:p>
          </p:txBody>
        </p:sp>
        <p:sp>
          <p:nvSpPr>
            <p:cNvPr id="863304" name="Rectangle 72">
              <a:extLst>
                <a:ext uri="{FF2B5EF4-FFF2-40B4-BE49-F238E27FC236}">
                  <a16:creationId xmlns:a16="http://schemas.microsoft.com/office/drawing/2014/main" id="{3AD3644E-5166-A8B1-5DF2-61447349BC77}"/>
                </a:ext>
              </a:extLst>
            </p:cNvPr>
            <p:cNvSpPr>
              <a:spLocks noChangeArrowheads="1"/>
            </p:cNvSpPr>
            <p:nvPr/>
          </p:nvSpPr>
          <p:spPr bwMode="auto">
            <a:xfrm>
              <a:off x="1845" y="1990"/>
              <a:ext cx="1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reg</a:t>
              </a:r>
              <a:endParaRPr lang="en-US" altLang="es-ES" sz="4000"/>
            </a:p>
          </p:txBody>
        </p:sp>
        <p:sp>
          <p:nvSpPr>
            <p:cNvPr id="863305" name="Rectangle 73">
              <a:extLst>
                <a:ext uri="{FF2B5EF4-FFF2-40B4-BE49-F238E27FC236}">
                  <a16:creationId xmlns:a16="http://schemas.microsoft.com/office/drawing/2014/main" id="{ACA5CE47-E68F-E114-EB55-93E8DB017FDC}"/>
                </a:ext>
              </a:extLst>
            </p:cNvPr>
            <p:cNvSpPr>
              <a:spLocks noChangeArrowheads="1"/>
            </p:cNvSpPr>
            <p:nvPr/>
          </p:nvSpPr>
          <p:spPr bwMode="auto">
            <a:xfrm>
              <a:off x="2001" y="1990"/>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i</a:t>
              </a:r>
              <a:endParaRPr lang="en-US" altLang="es-ES" sz="4000"/>
            </a:p>
          </p:txBody>
        </p:sp>
        <p:sp>
          <p:nvSpPr>
            <p:cNvPr id="863306" name="Rectangle 74">
              <a:extLst>
                <a:ext uri="{FF2B5EF4-FFF2-40B4-BE49-F238E27FC236}">
                  <a16:creationId xmlns:a16="http://schemas.microsoft.com/office/drawing/2014/main" id="{B62E7D61-ABF9-B138-5D1D-CE0A951A3BEE}"/>
                </a:ext>
              </a:extLst>
            </p:cNvPr>
            <p:cNvSpPr>
              <a:spLocks noChangeArrowheads="1"/>
            </p:cNvSpPr>
            <p:nvPr/>
          </p:nvSpPr>
          <p:spPr bwMode="auto">
            <a:xfrm>
              <a:off x="2034" y="1990"/>
              <a:ext cx="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a:t>
              </a:r>
              <a:endParaRPr lang="en-US" altLang="es-ES" sz="4000"/>
            </a:p>
          </p:txBody>
        </p:sp>
        <p:sp>
          <p:nvSpPr>
            <p:cNvPr id="863307" name="Rectangle 75">
              <a:extLst>
                <a:ext uri="{FF2B5EF4-FFF2-40B4-BE49-F238E27FC236}">
                  <a16:creationId xmlns:a16="http://schemas.microsoft.com/office/drawing/2014/main" id="{04DF0F5E-F965-874B-BAFB-0C093364CFC3}"/>
                </a:ext>
              </a:extLst>
            </p:cNvPr>
            <p:cNvSpPr>
              <a:spLocks noChangeArrowheads="1"/>
            </p:cNvSpPr>
            <p:nvPr/>
          </p:nvSpPr>
          <p:spPr bwMode="auto">
            <a:xfrm>
              <a:off x="2075" y="1990"/>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t</a:t>
              </a:r>
              <a:endParaRPr lang="en-US" altLang="es-ES" sz="4000"/>
            </a:p>
          </p:txBody>
        </p:sp>
        <p:sp>
          <p:nvSpPr>
            <p:cNvPr id="863308" name="Rectangle 76">
              <a:extLst>
                <a:ext uri="{FF2B5EF4-FFF2-40B4-BE49-F238E27FC236}">
                  <a16:creationId xmlns:a16="http://schemas.microsoft.com/office/drawing/2014/main" id="{F84D9AB1-908A-3BE5-F91A-EA3B71803FED}"/>
                </a:ext>
              </a:extLst>
            </p:cNvPr>
            <p:cNvSpPr>
              <a:spLocks noChangeArrowheads="1"/>
            </p:cNvSpPr>
            <p:nvPr/>
          </p:nvSpPr>
          <p:spPr bwMode="auto">
            <a:xfrm>
              <a:off x="2114" y="1990"/>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er</a:t>
              </a:r>
              <a:endParaRPr lang="en-US" altLang="es-ES" sz="4000"/>
            </a:p>
          </p:txBody>
        </p:sp>
        <p:sp>
          <p:nvSpPr>
            <p:cNvPr id="863309" name="Rectangle 77">
              <a:extLst>
                <a:ext uri="{FF2B5EF4-FFF2-40B4-BE49-F238E27FC236}">
                  <a16:creationId xmlns:a16="http://schemas.microsoft.com/office/drawing/2014/main" id="{052CE5D2-69FC-49E3-83B9-B8A3E9CE71C7}"/>
                </a:ext>
              </a:extLst>
            </p:cNvPr>
            <p:cNvSpPr>
              <a:spLocks noChangeArrowheads="1"/>
            </p:cNvSpPr>
            <p:nvPr/>
          </p:nvSpPr>
          <p:spPr bwMode="auto">
            <a:xfrm>
              <a:off x="4141" y="1744"/>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a:t>
              </a:r>
              <a:endParaRPr lang="en-US" altLang="es-ES" sz="4000"/>
            </a:p>
          </p:txBody>
        </p:sp>
        <p:sp>
          <p:nvSpPr>
            <p:cNvPr id="863310" name="Rectangle 78">
              <a:extLst>
                <a:ext uri="{FF2B5EF4-FFF2-40B4-BE49-F238E27FC236}">
                  <a16:creationId xmlns:a16="http://schemas.microsoft.com/office/drawing/2014/main" id="{7BA54B40-E28E-52B6-3BC1-EEB80E478446}"/>
                </a:ext>
              </a:extLst>
            </p:cNvPr>
            <p:cNvSpPr>
              <a:spLocks noChangeArrowheads="1"/>
            </p:cNvSpPr>
            <p:nvPr/>
          </p:nvSpPr>
          <p:spPr bwMode="auto">
            <a:xfrm>
              <a:off x="4335" y="1744"/>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a:t>
              </a:r>
              <a:endParaRPr lang="en-US" altLang="es-ES" sz="4000"/>
            </a:p>
          </p:txBody>
        </p:sp>
        <p:sp>
          <p:nvSpPr>
            <p:cNvPr id="863311" name="Rectangle 79">
              <a:extLst>
                <a:ext uri="{FF2B5EF4-FFF2-40B4-BE49-F238E27FC236}">
                  <a16:creationId xmlns:a16="http://schemas.microsoft.com/office/drawing/2014/main" id="{F557C63E-9089-CBD3-BF57-F7DE3987E305}"/>
                </a:ext>
              </a:extLst>
            </p:cNvPr>
            <p:cNvSpPr>
              <a:spLocks noChangeArrowheads="1"/>
            </p:cNvSpPr>
            <p:nvPr/>
          </p:nvSpPr>
          <p:spPr bwMode="auto">
            <a:xfrm>
              <a:off x="4530" y="1744"/>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a:t>
              </a:r>
              <a:endParaRPr lang="en-US" altLang="es-ES" sz="4000"/>
            </a:p>
          </p:txBody>
        </p:sp>
        <p:sp>
          <p:nvSpPr>
            <p:cNvPr id="863312" name="Rectangle 80">
              <a:extLst>
                <a:ext uri="{FF2B5EF4-FFF2-40B4-BE49-F238E27FC236}">
                  <a16:creationId xmlns:a16="http://schemas.microsoft.com/office/drawing/2014/main" id="{10FB35BD-9BB9-CAC6-590A-CFAE36374C36}"/>
                </a:ext>
              </a:extLst>
            </p:cNvPr>
            <p:cNvSpPr>
              <a:spLocks noChangeArrowheads="1"/>
            </p:cNvSpPr>
            <p:nvPr/>
          </p:nvSpPr>
          <p:spPr bwMode="auto">
            <a:xfrm>
              <a:off x="4724" y="1744"/>
              <a:ext cx="7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0     0      1     0</a:t>
              </a:r>
              <a:endParaRPr lang="en-US" altLang="es-ES" sz="4000"/>
            </a:p>
          </p:txBody>
        </p:sp>
        <p:sp>
          <p:nvSpPr>
            <p:cNvPr id="863313" name="Rectangle 81">
              <a:extLst>
                <a:ext uri="{FF2B5EF4-FFF2-40B4-BE49-F238E27FC236}">
                  <a16:creationId xmlns:a16="http://schemas.microsoft.com/office/drawing/2014/main" id="{C44BAD98-6AF9-25B7-1012-66C37A37DA5E}"/>
                </a:ext>
              </a:extLst>
            </p:cNvPr>
            <p:cNvSpPr>
              <a:spLocks noChangeArrowheads="1"/>
            </p:cNvSpPr>
            <p:nvPr/>
          </p:nvSpPr>
          <p:spPr bwMode="auto">
            <a:xfrm>
              <a:off x="175" y="2113"/>
              <a:ext cx="2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0100</a:t>
              </a:r>
              <a:endParaRPr lang="en-US" altLang="es-ES" sz="4000"/>
            </a:p>
          </p:txBody>
        </p:sp>
        <p:sp>
          <p:nvSpPr>
            <p:cNvPr id="863314" name="Rectangle 82">
              <a:extLst>
                <a:ext uri="{FF2B5EF4-FFF2-40B4-BE49-F238E27FC236}">
                  <a16:creationId xmlns:a16="http://schemas.microsoft.com/office/drawing/2014/main" id="{22783578-1B25-528F-58BC-2920ECA0E132}"/>
                </a:ext>
              </a:extLst>
            </p:cNvPr>
            <p:cNvSpPr>
              <a:spLocks noChangeArrowheads="1"/>
            </p:cNvSpPr>
            <p:nvPr/>
          </p:nvSpPr>
          <p:spPr bwMode="auto">
            <a:xfrm>
              <a:off x="420" y="2113"/>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000</a:t>
              </a:r>
              <a:endParaRPr lang="en-US" altLang="es-ES" sz="4000"/>
            </a:p>
          </p:txBody>
        </p:sp>
        <p:sp>
          <p:nvSpPr>
            <p:cNvPr id="863315" name="Rectangle 83">
              <a:extLst>
                <a:ext uri="{FF2B5EF4-FFF2-40B4-BE49-F238E27FC236}">
                  <a16:creationId xmlns:a16="http://schemas.microsoft.com/office/drawing/2014/main" id="{B801E00F-717C-DF5D-994F-7E0574B48124}"/>
                </a:ext>
              </a:extLst>
            </p:cNvPr>
            <p:cNvSpPr>
              <a:spLocks noChangeArrowheads="1"/>
            </p:cNvSpPr>
            <p:nvPr/>
          </p:nvSpPr>
          <p:spPr bwMode="auto">
            <a:xfrm>
              <a:off x="684" y="2113"/>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ST</a:t>
              </a:r>
              <a:endParaRPr lang="en-US" altLang="es-ES" sz="4000"/>
            </a:p>
          </p:txBody>
        </p:sp>
        <p:sp>
          <p:nvSpPr>
            <p:cNvPr id="863316" name="Rectangle 84">
              <a:extLst>
                <a:ext uri="{FF2B5EF4-FFF2-40B4-BE49-F238E27FC236}">
                  <a16:creationId xmlns:a16="http://schemas.microsoft.com/office/drawing/2014/main" id="{AE1E59DF-82DB-DC48-8519-0C51C88AC525}"/>
                </a:ext>
              </a:extLst>
            </p:cNvPr>
            <p:cNvSpPr>
              <a:spLocks noChangeArrowheads="1"/>
            </p:cNvSpPr>
            <p:nvPr/>
          </p:nvSpPr>
          <p:spPr bwMode="auto">
            <a:xfrm>
              <a:off x="1152" y="2113"/>
              <a:ext cx="4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Register</a:t>
              </a:r>
              <a:endParaRPr lang="en-US" altLang="es-ES" sz="4000"/>
            </a:p>
          </p:txBody>
        </p:sp>
        <p:sp>
          <p:nvSpPr>
            <p:cNvPr id="863317" name="Rectangle 85">
              <a:extLst>
                <a:ext uri="{FF2B5EF4-FFF2-40B4-BE49-F238E27FC236}">
                  <a16:creationId xmlns:a16="http://schemas.microsoft.com/office/drawing/2014/main" id="{6221F42F-9324-A784-24FF-503AF2164518}"/>
                </a:ext>
              </a:extLst>
            </p:cNvPr>
            <p:cNvSpPr>
              <a:spLocks noChangeArrowheads="1"/>
            </p:cNvSpPr>
            <p:nvPr/>
          </p:nvSpPr>
          <p:spPr bwMode="auto">
            <a:xfrm>
              <a:off x="1847" y="2113"/>
              <a:ext cx="4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Store re</a:t>
              </a:r>
              <a:endParaRPr lang="en-US" altLang="es-ES" sz="4000"/>
            </a:p>
          </p:txBody>
        </p:sp>
        <p:sp>
          <p:nvSpPr>
            <p:cNvPr id="863318" name="Rectangle 86">
              <a:extLst>
                <a:ext uri="{FF2B5EF4-FFF2-40B4-BE49-F238E27FC236}">
                  <a16:creationId xmlns:a16="http://schemas.microsoft.com/office/drawing/2014/main" id="{CB87C081-D475-6A38-BD7F-BD226F67EDD2}"/>
                </a:ext>
              </a:extLst>
            </p:cNvPr>
            <p:cNvSpPr>
              <a:spLocks noChangeArrowheads="1"/>
            </p:cNvSpPr>
            <p:nvPr/>
          </p:nvSpPr>
          <p:spPr bwMode="auto">
            <a:xfrm>
              <a:off x="2266" y="2113"/>
              <a:ext cx="2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gister</a:t>
              </a:r>
              <a:endParaRPr lang="en-US" altLang="es-ES" sz="4000"/>
            </a:p>
          </p:txBody>
        </p:sp>
        <p:sp>
          <p:nvSpPr>
            <p:cNvPr id="863319" name="Rectangle 87">
              <a:extLst>
                <a:ext uri="{FF2B5EF4-FFF2-40B4-BE49-F238E27FC236}">
                  <a16:creationId xmlns:a16="http://schemas.microsoft.com/office/drawing/2014/main" id="{37BC6122-1EB3-83FA-45E7-898958EDF63D}"/>
                </a:ext>
              </a:extLst>
            </p:cNvPr>
            <p:cNvSpPr>
              <a:spLocks noChangeArrowheads="1"/>
            </p:cNvSpPr>
            <p:nvPr/>
          </p:nvSpPr>
          <p:spPr bwMode="auto">
            <a:xfrm>
              <a:off x="1845" y="2236"/>
              <a:ext cx="5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c</a:t>
              </a:r>
              <a:endParaRPr lang="en-US" altLang="es-ES" sz="4000"/>
            </a:p>
          </p:txBody>
        </p:sp>
        <p:sp>
          <p:nvSpPr>
            <p:cNvPr id="863320" name="Rectangle 88">
              <a:extLst>
                <a:ext uri="{FF2B5EF4-FFF2-40B4-BE49-F238E27FC236}">
                  <a16:creationId xmlns:a16="http://schemas.microsoft.com/office/drawing/2014/main" id="{64823CE8-6658-36EE-13F5-049E945ACF2A}"/>
                </a:ext>
              </a:extLst>
            </p:cNvPr>
            <p:cNvSpPr>
              <a:spLocks noChangeArrowheads="1"/>
            </p:cNvSpPr>
            <p:nvPr/>
          </p:nvSpPr>
          <p:spPr bwMode="auto">
            <a:xfrm>
              <a:off x="1898" y="2236"/>
              <a:ext cx="3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onten</a:t>
              </a:r>
              <a:endParaRPr lang="en-US" altLang="es-ES" sz="4000"/>
            </a:p>
          </p:txBody>
        </p:sp>
        <p:sp>
          <p:nvSpPr>
            <p:cNvPr id="863321" name="Rectangle 89">
              <a:extLst>
                <a:ext uri="{FF2B5EF4-FFF2-40B4-BE49-F238E27FC236}">
                  <a16:creationId xmlns:a16="http://schemas.microsoft.com/office/drawing/2014/main" id="{AF1E3C82-38FF-133E-B2E8-0AB1790868F7}"/>
                </a:ext>
              </a:extLst>
            </p:cNvPr>
            <p:cNvSpPr>
              <a:spLocks noChangeArrowheads="1"/>
            </p:cNvSpPr>
            <p:nvPr/>
          </p:nvSpPr>
          <p:spPr bwMode="auto">
            <a:xfrm>
              <a:off x="2191" y="2236"/>
              <a:ext cx="17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t in</a:t>
              </a:r>
              <a:endParaRPr lang="en-US" altLang="es-ES" sz="4000"/>
            </a:p>
          </p:txBody>
        </p:sp>
        <p:sp>
          <p:nvSpPr>
            <p:cNvPr id="863322" name="Rectangle 90">
              <a:extLst>
                <a:ext uri="{FF2B5EF4-FFF2-40B4-BE49-F238E27FC236}">
                  <a16:creationId xmlns:a16="http://schemas.microsoft.com/office/drawing/2014/main" id="{385CFD88-699C-DF1C-3BCD-A446E3D25942}"/>
                </a:ext>
              </a:extLst>
            </p:cNvPr>
            <p:cNvSpPr>
              <a:spLocks noChangeArrowheads="1"/>
            </p:cNvSpPr>
            <p:nvPr/>
          </p:nvSpPr>
          <p:spPr bwMode="auto">
            <a:xfrm>
              <a:off x="1845" y="2360"/>
              <a:ext cx="4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memory</a:t>
              </a:r>
              <a:endParaRPr lang="en-US" altLang="es-ES" sz="4000"/>
            </a:p>
          </p:txBody>
        </p:sp>
        <p:sp>
          <p:nvSpPr>
            <p:cNvPr id="863323" name="Rectangle 91">
              <a:extLst>
                <a:ext uri="{FF2B5EF4-FFF2-40B4-BE49-F238E27FC236}">
                  <a16:creationId xmlns:a16="http://schemas.microsoft.com/office/drawing/2014/main" id="{48E72A70-B3E0-2727-33D5-7232E0ED2B12}"/>
                </a:ext>
              </a:extLst>
            </p:cNvPr>
            <p:cNvSpPr>
              <a:spLocks noChangeArrowheads="1"/>
            </p:cNvSpPr>
            <p:nvPr/>
          </p:nvSpPr>
          <p:spPr bwMode="auto">
            <a:xfrm>
              <a:off x="4141" y="2113"/>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a:t>
              </a:r>
              <a:endParaRPr lang="en-US" altLang="es-ES" sz="4000"/>
            </a:p>
          </p:txBody>
        </p:sp>
        <p:sp>
          <p:nvSpPr>
            <p:cNvPr id="863324" name="Rectangle 92">
              <a:extLst>
                <a:ext uri="{FF2B5EF4-FFF2-40B4-BE49-F238E27FC236}">
                  <a16:creationId xmlns:a16="http://schemas.microsoft.com/office/drawing/2014/main" id="{415877C1-CA16-5221-EE8E-EF4F4944D32C}"/>
                </a:ext>
              </a:extLst>
            </p:cNvPr>
            <p:cNvSpPr>
              <a:spLocks noChangeArrowheads="1"/>
            </p:cNvSpPr>
            <p:nvPr/>
          </p:nvSpPr>
          <p:spPr bwMode="auto">
            <a:xfrm>
              <a:off x="4335" y="2113"/>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a:t>
              </a:r>
              <a:endParaRPr lang="en-US" altLang="es-ES" sz="4000"/>
            </a:p>
          </p:txBody>
        </p:sp>
        <p:sp>
          <p:nvSpPr>
            <p:cNvPr id="863325" name="Rectangle 93">
              <a:extLst>
                <a:ext uri="{FF2B5EF4-FFF2-40B4-BE49-F238E27FC236}">
                  <a16:creationId xmlns:a16="http://schemas.microsoft.com/office/drawing/2014/main" id="{191A61C8-C001-D730-3689-4505D876D7CB}"/>
                </a:ext>
              </a:extLst>
            </p:cNvPr>
            <p:cNvSpPr>
              <a:spLocks noChangeArrowheads="1"/>
            </p:cNvSpPr>
            <p:nvPr/>
          </p:nvSpPr>
          <p:spPr bwMode="auto">
            <a:xfrm>
              <a:off x="4530" y="2113"/>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a:t>
              </a:r>
              <a:endParaRPr lang="en-US" altLang="es-ES" sz="4000"/>
            </a:p>
          </p:txBody>
        </p:sp>
        <p:sp>
          <p:nvSpPr>
            <p:cNvPr id="863326" name="Rectangle 94">
              <a:extLst>
                <a:ext uri="{FF2B5EF4-FFF2-40B4-BE49-F238E27FC236}">
                  <a16:creationId xmlns:a16="http://schemas.microsoft.com/office/drawing/2014/main" id="{DB4D559F-6DA9-2BE1-24C0-5C282C440B9F}"/>
                </a:ext>
              </a:extLst>
            </p:cNvPr>
            <p:cNvSpPr>
              <a:spLocks noChangeArrowheads="1"/>
            </p:cNvSpPr>
            <p:nvPr/>
          </p:nvSpPr>
          <p:spPr bwMode="auto">
            <a:xfrm>
              <a:off x="4724" y="2113"/>
              <a:ext cx="7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1     0      0     0</a:t>
              </a:r>
              <a:endParaRPr lang="en-US" altLang="es-ES" sz="4000"/>
            </a:p>
          </p:txBody>
        </p:sp>
        <p:sp>
          <p:nvSpPr>
            <p:cNvPr id="863327" name="Rectangle 95">
              <a:extLst>
                <a:ext uri="{FF2B5EF4-FFF2-40B4-BE49-F238E27FC236}">
                  <a16:creationId xmlns:a16="http://schemas.microsoft.com/office/drawing/2014/main" id="{09EEBE6B-63C8-2926-3EBF-4E84C89BB824}"/>
                </a:ext>
              </a:extLst>
            </p:cNvPr>
            <p:cNvSpPr>
              <a:spLocks noChangeArrowheads="1"/>
            </p:cNvSpPr>
            <p:nvPr/>
          </p:nvSpPr>
          <p:spPr bwMode="auto">
            <a:xfrm>
              <a:off x="175" y="2483"/>
              <a:ext cx="2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0001</a:t>
              </a:r>
              <a:endParaRPr lang="en-US" altLang="es-ES" sz="4000"/>
            </a:p>
          </p:txBody>
        </p:sp>
        <p:sp>
          <p:nvSpPr>
            <p:cNvPr id="863328" name="Rectangle 96">
              <a:extLst>
                <a:ext uri="{FF2B5EF4-FFF2-40B4-BE49-F238E27FC236}">
                  <a16:creationId xmlns:a16="http://schemas.microsoft.com/office/drawing/2014/main" id="{C358CD2F-8D8B-71E9-3389-09479055B4DD}"/>
                </a:ext>
              </a:extLst>
            </p:cNvPr>
            <p:cNvSpPr>
              <a:spLocks noChangeArrowheads="1"/>
            </p:cNvSpPr>
            <p:nvPr/>
          </p:nvSpPr>
          <p:spPr bwMode="auto">
            <a:xfrm>
              <a:off x="412" y="2483"/>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110</a:t>
              </a:r>
              <a:endParaRPr lang="en-US" altLang="es-ES" sz="4000"/>
            </a:p>
          </p:txBody>
        </p:sp>
        <p:sp>
          <p:nvSpPr>
            <p:cNvPr id="863329" name="Rectangle 97">
              <a:extLst>
                <a:ext uri="{FF2B5EF4-FFF2-40B4-BE49-F238E27FC236}">
                  <a16:creationId xmlns:a16="http://schemas.microsoft.com/office/drawing/2014/main" id="{0D9C6093-CD46-6B3A-6755-6AE7FEE55A82}"/>
                </a:ext>
              </a:extLst>
            </p:cNvPr>
            <p:cNvSpPr>
              <a:spLocks noChangeArrowheads="1"/>
            </p:cNvSpPr>
            <p:nvPr/>
          </p:nvSpPr>
          <p:spPr bwMode="auto">
            <a:xfrm>
              <a:off x="684" y="2483"/>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SL</a:t>
              </a:r>
              <a:endParaRPr lang="en-US" altLang="es-ES" sz="4000"/>
            </a:p>
          </p:txBody>
        </p:sp>
        <p:sp>
          <p:nvSpPr>
            <p:cNvPr id="863330" name="Rectangle 98">
              <a:extLst>
                <a:ext uri="{FF2B5EF4-FFF2-40B4-BE49-F238E27FC236}">
                  <a16:creationId xmlns:a16="http://schemas.microsoft.com/office/drawing/2014/main" id="{68DF07A7-965E-EEAC-9B7A-17F2158D7855}"/>
                </a:ext>
              </a:extLst>
            </p:cNvPr>
            <p:cNvSpPr>
              <a:spLocks noChangeArrowheads="1"/>
            </p:cNvSpPr>
            <p:nvPr/>
          </p:nvSpPr>
          <p:spPr bwMode="auto">
            <a:xfrm>
              <a:off x="1142" y="2483"/>
              <a:ext cx="4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Register</a:t>
              </a:r>
              <a:endParaRPr lang="en-US" altLang="es-ES" sz="4000"/>
            </a:p>
          </p:txBody>
        </p:sp>
        <p:sp>
          <p:nvSpPr>
            <p:cNvPr id="863331" name="Rectangle 99">
              <a:extLst>
                <a:ext uri="{FF2B5EF4-FFF2-40B4-BE49-F238E27FC236}">
                  <a16:creationId xmlns:a16="http://schemas.microsoft.com/office/drawing/2014/main" id="{F5673B4A-B2C4-4DDE-952E-606FD94B5CE6}"/>
                </a:ext>
              </a:extLst>
            </p:cNvPr>
            <p:cNvSpPr>
              <a:spLocks noChangeArrowheads="1"/>
            </p:cNvSpPr>
            <p:nvPr/>
          </p:nvSpPr>
          <p:spPr bwMode="auto">
            <a:xfrm>
              <a:off x="1852" y="2483"/>
              <a:ext cx="2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Shift</a:t>
              </a:r>
              <a:endParaRPr lang="en-US" altLang="es-ES" sz="4000"/>
            </a:p>
          </p:txBody>
        </p:sp>
        <p:sp>
          <p:nvSpPr>
            <p:cNvPr id="863332" name="Rectangle 100">
              <a:extLst>
                <a:ext uri="{FF2B5EF4-FFF2-40B4-BE49-F238E27FC236}">
                  <a16:creationId xmlns:a16="http://schemas.microsoft.com/office/drawing/2014/main" id="{D55D5C1F-CCEC-A1C5-90F3-4B189AEFC8DE}"/>
                </a:ext>
              </a:extLst>
            </p:cNvPr>
            <p:cNvSpPr>
              <a:spLocks noChangeArrowheads="1"/>
            </p:cNvSpPr>
            <p:nvPr/>
          </p:nvSpPr>
          <p:spPr bwMode="auto">
            <a:xfrm>
              <a:off x="2105" y="2483"/>
              <a:ext cx="20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 left</a:t>
              </a:r>
              <a:endParaRPr lang="en-US" altLang="es-ES" sz="4000"/>
            </a:p>
          </p:txBody>
        </p:sp>
        <p:sp>
          <p:nvSpPr>
            <p:cNvPr id="863333" name="Rectangle 101">
              <a:extLst>
                <a:ext uri="{FF2B5EF4-FFF2-40B4-BE49-F238E27FC236}">
                  <a16:creationId xmlns:a16="http://schemas.microsoft.com/office/drawing/2014/main" id="{550FB6E5-FA0D-B1D3-D794-AF36C2EE3607}"/>
                </a:ext>
              </a:extLst>
            </p:cNvPr>
            <p:cNvSpPr>
              <a:spLocks noChangeArrowheads="1"/>
            </p:cNvSpPr>
            <p:nvPr/>
          </p:nvSpPr>
          <p:spPr bwMode="auto">
            <a:xfrm>
              <a:off x="4133" y="2483"/>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a:t>
              </a:r>
              <a:endParaRPr lang="en-US" altLang="es-ES" sz="4000"/>
            </a:p>
          </p:txBody>
        </p:sp>
        <p:sp>
          <p:nvSpPr>
            <p:cNvPr id="863334" name="Rectangle 102">
              <a:extLst>
                <a:ext uri="{FF2B5EF4-FFF2-40B4-BE49-F238E27FC236}">
                  <a16:creationId xmlns:a16="http://schemas.microsoft.com/office/drawing/2014/main" id="{C2D75975-C35C-4A8C-FA7A-B75C2A92A256}"/>
                </a:ext>
              </a:extLst>
            </p:cNvPr>
            <p:cNvSpPr>
              <a:spLocks noChangeArrowheads="1"/>
            </p:cNvSpPr>
            <p:nvPr/>
          </p:nvSpPr>
          <p:spPr bwMode="auto">
            <a:xfrm>
              <a:off x="4333" y="2483"/>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a:t>
              </a:r>
              <a:endParaRPr lang="en-US" altLang="es-ES" sz="4000"/>
            </a:p>
          </p:txBody>
        </p:sp>
        <p:sp>
          <p:nvSpPr>
            <p:cNvPr id="863335" name="Rectangle 103">
              <a:extLst>
                <a:ext uri="{FF2B5EF4-FFF2-40B4-BE49-F238E27FC236}">
                  <a16:creationId xmlns:a16="http://schemas.microsoft.com/office/drawing/2014/main" id="{FAD8AD2D-FD80-B6A2-D83A-8D78C28874E7}"/>
                </a:ext>
              </a:extLst>
            </p:cNvPr>
            <p:cNvSpPr>
              <a:spLocks noChangeArrowheads="1"/>
            </p:cNvSpPr>
            <p:nvPr/>
          </p:nvSpPr>
          <p:spPr bwMode="auto">
            <a:xfrm>
              <a:off x="4528" y="2483"/>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a:t>
              </a:r>
              <a:endParaRPr lang="en-US" altLang="es-ES" sz="4000"/>
            </a:p>
          </p:txBody>
        </p:sp>
        <p:sp>
          <p:nvSpPr>
            <p:cNvPr id="863336" name="Rectangle 104">
              <a:extLst>
                <a:ext uri="{FF2B5EF4-FFF2-40B4-BE49-F238E27FC236}">
                  <a16:creationId xmlns:a16="http://schemas.microsoft.com/office/drawing/2014/main" id="{DAB12F38-F5DF-76B1-CFAF-D4AF9AD08C73}"/>
                </a:ext>
              </a:extLst>
            </p:cNvPr>
            <p:cNvSpPr>
              <a:spLocks noChangeArrowheads="1"/>
            </p:cNvSpPr>
            <p:nvPr/>
          </p:nvSpPr>
          <p:spPr bwMode="auto">
            <a:xfrm>
              <a:off x="4721" y="2483"/>
              <a:ext cx="7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0     0      1     0</a:t>
              </a:r>
              <a:endParaRPr lang="en-US" altLang="es-ES" sz="4000"/>
            </a:p>
          </p:txBody>
        </p:sp>
        <p:sp>
          <p:nvSpPr>
            <p:cNvPr id="863337" name="Rectangle 105">
              <a:extLst>
                <a:ext uri="{FF2B5EF4-FFF2-40B4-BE49-F238E27FC236}">
                  <a16:creationId xmlns:a16="http://schemas.microsoft.com/office/drawing/2014/main" id="{B6D72E84-33C8-205D-9ACE-9B6FEA23D7D1}"/>
                </a:ext>
              </a:extLst>
            </p:cNvPr>
            <p:cNvSpPr>
              <a:spLocks noChangeArrowheads="1"/>
            </p:cNvSpPr>
            <p:nvPr/>
          </p:nvSpPr>
          <p:spPr bwMode="auto">
            <a:xfrm>
              <a:off x="175" y="2730"/>
              <a:ext cx="2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0001</a:t>
              </a:r>
              <a:endParaRPr lang="en-US" altLang="es-ES" sz="4000"/>
            </a:p>
          </p:txBody>
        </p:sp>
        <p:sp>
          <p:nvSpPr>
            <p:cNvPr id="863338" name="Rectangle 106">
              <a:extLst>
                <a:ext uri="{FF2B5EF4-FFF2-40B4-BE49-F238E27FC236}">
                  <a16:creationId xmlns:a16="http://schemas.microsoft.com/office/drawing/2014/main" id="{44B52EDA-8E18-197A-C274-7B290C5CFB1C}"/>
                </a:ext>
              </a:extLst>
            </p:cNvPr>
            <p:cNvSpPr>
              <a:spLocks noChangeArrowheads="1"/>
            </p:cNvSpPr>
            <p:nvPr/>
          </p:nvSpPr>
          <p:spPr bwMode="auto">
            <a:xfrm>
              <a:off x="420" y="2730"/>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011</a:t>
              </a:r>
              <a:endParaRPr lang="en-US" altLang="es-ES" sz="4000"/>
            </a:p>
          </p:txBody>
        </p:sp>
        <p:sp>
          <p:nvSpPr>
            <p:cNvPr id="863339" name="Rectangle 107">
              <a:extLst>
                <a:ext uri="{FF2B5EF4-FFF2-40B4-BE49-F238E27FC236}">
                  <a16:creationId xmlns:a16="http://schemas.microsoft.com/office/drawing/2014/main" id="{82EFDE6E-8C7D-1CB7-9693-77820DE5456F}"/>
                </a:ext>
              </a:extLst>
            </p:cNvPr>
            <p:cNvSpPr>
              <a:spLocks noChangeArrowheads="1"/>
            </p:cNvSpPr>
            <p:nvPr/>
          </p:nvSpPr>
          <p:spPr bwMode="auto">
            <a:xfrm>
              <a:off x="684" y="2730"/>
              <a:ext cx="1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NO</a:t>
              </a:r>
              <a:endParaRPr lang="en-US" altLang="es-ES" sz="4000"/>
            </a:p>
          </p:txBody>
        </p:sp>
        <p:sp>
          <p:nvSpPr>
            <p:cNvPr id="863340" name="Rectangle 108">
              <a:extLst>
                <a:ext uri="{FF2B5EF4-FFF2-40B4-BE49-F238E27FC236}">
                  <a16:creationId xmlns:a16="http://schemas.microsoft.com/office/drawing/2014/main" id="{3E58E650-A3D5-43C2-B6E4-AE98ABBFF092}"/>
                </a:ext>
              </a:extLst>
            </p:cNvPr>
            <p:cNvSpPr>
              <a:spLocks noChangeArrowheads="1"/>
            </p:cNvSpPr>
            <p:nvPr/>
          </p:nvSpPr>
          <p:spPr bwMode="auto">
            <a:xfrm>
              <a:off x="850" y="2730"/>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T</a:t>
              </a:r>
              <a:endParaRPr lang="en-US" altLang="es-ES" sz="4000"/>
            </a:p>
          </p:txBody>
        </p:sp>
        <p:sp>
          <p:nvSpPr>
            <p:cNvPr id="863341" name="Rectangle 109">
              <a:extLst>
                <a:ext uri="{FF2B5EF4-FFF2-40B4-BE49-F238E27FC236}">
                  <a16:creationId xmlns:a16="http://schemas.microsoft.com/office/drawing/2014/main" id="{92965A85-5D82-E8B7-9037-2D04213AC4BE}"/>
                </a:ext>
              </a:extLst>
            </p:cNvPr>
            <p:cNvSpPr>
              <a:spLocks noChangeArrowheads="1"/>
            </p:cNvSpPr>
            <p:nvPr/>
          </p:nvSpPr>
          <p:spPr bwMode="auto">
            <a:xfrm>
              <a:off x="1155" y="2730"/>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R</a:t>
              </a:r>
              <a:endParaRPr lang="en-US" altLang="es-ES" sz="4000"/>
            </a:p>
          </p:txBody>
        </p:sp>
        <p:sp>
          <p:nvSpPr>
            <p:cNvPr id="863342" name="Rectangle 110">
              <a:extLst>
                <a:ext uri="{FF2B5EF4-FFF2-40B4-BE49-F238E27FC236}">
                  <a16:creationId xmlns:a16="http://schemas.microsoft.com/office/drawing/2014/main" id="{ADD56A4E-9CBA-62AB-0A0C-4643D60E8FEC}"/>
                </a:ext>
              </a:extLst>
            </p:cNvPr>
            <p:cNvSpPr>
              <a:spLocks noChangeArrowheads="1"/>
            </p:cNvSpPr>
            <p:nvPr/>
          </p:nvSpPr>
          <p:spPr bwMode="auto">
            <a:xfrm>
              <a:off x="1235" y="2730"/>
              <a:ext cx="3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egister</a:t>
              </a:r>
              <a:endParaRPr lang="en-US" altLang="es-ES" sz="4000"/>
            </a:p>
          </p:txBody>
        </p:sp>
        <p:sp>
          <p:nvSpPr>
            <p:cNvPr id="863343" name="Rectangle 111">
              <a:extLst>
                <a:ext uri="{FF2B5EF4-FFF2-40B4-BE49-F238E27FC236}">
                  <a16:creationId xmlns:a16="http://schemas.microsoft.com/office/drawing/2014/main" id="{C595888C-FCC4-6273-2F8B-77DA9BF92812}"/>
                </a:ext>
              </a:extLst>
            </p:cNvPr>
            <p:cNvSpPr>
              <a:spLocks noChangeArrowheads="1"/>
            </p:cNvSpPr>
            <p:nvPr/>
          </p:nvSpPr>
          <p:spPr bwMode="auto">
            <a:xfrm>
              <a:off x="1842" y="2730"/>
              <a:ext cx="41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Comple</a:t>
              </a:r>
              <a:endParaRPr lang="en-US" altLang="es-ES" sz="4000"/>
            </a:p>
          </p:txBody>
        </p:sp>
        <p:sp>
          <p:nvSpPr>
            <p:cNvPr id="863344" name="Rectangle 112">
              <a:extLst>
                <a:ext uri="{FF2B5EF4-FFF2-40B4-BE49-F238E27FC236}">
                  <a16:creationId xmlns:a16="http://schemas.microsoft.com/office/drawing/2014/main" id="{989D5DFD-CFEB-6F52-8832-6C2F25147647}"/>
                </a:ext>
              </a:extLst>
            </p:cNvPr>
            <p:cNvSpPr>
              <a:spLocks noChangeArrowheads="1"/>
            </p:cNvSpPr>
            <p:nvPr/>
          </p:nvSpPr>
          <p:spPr bwMode="auto">
            <a:xfrm>
              <a:off x="2259" y="2730"/>
              <a:ext cx="2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ment</a:t>
              </a:r>
              <a:endParaRPr lang="en-US" altLang="es-ES" sz="4000"/>
            </a:p>
          </p:txBody>
        </p:sp>
        <p:sp>
          <p:nvSpPr>
            <p:cNvPr id="863345" name="Rectangle 113">
              <a:extLst>
                <a:ext uri="{FF2B5EF4-FFF2-40B4-BE49-F238E27FC236}">
                  <a16:creationId xmlns:a16="http://schemas.microsoft.com/office/drawing/2014/main" id="{7F729357-E1E1-5791-CD1F-10723D9DE25B}"/>
                </a:ext>
              </a:extLst>
            </p:cNvPr>
            <p:cNvSpPr>
              <a:spLocks noChangeArrowheads="1"/>
            </p:cNvSpPr>
            <p:nvPr/>
          </p:nvSpPr>
          <p:spPr bwMode="auto">
            <a:xfrm>
              <a:off x="1845" y="2853"/>
              <a:ext cx="1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reg</a:t>
              </a:r>
              <a:endParaRPr lang="en-US" altLang="es-ES" sz="4000"/>
            </a:p>
          </p:txBody>
        </p:sp>
        <p:sp>
          <p:nvSpPr>
            <p:cNvPr id="863346" name="Rectangle 114">
              <a:extLst>
                <a:ext uri="{FF2B5EF4-FFF2-40B4-BE49-F238E27FC236}">
                  <a16:creationId xmlns:a16="http://schemas.microsoft.com/office/drawing/2014/main" id="{09BDE160-C995-B427-0DA6-FC43C0ABFE17}"/>
                </a:ext>
              </a:extLst>
            </p:cNvPr>
            <p:cNvSpPr>
              <a:spLocks noChangeArrowheads="1"/>
            </p:cNvSpPr>
            <p:nvPr/>
          </p:nvSpPr>
          <p:spPr bwMode="auto">
            <a:xfrm>
              <a:off x="2021" y="2853"/>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i</a:t>
              </a:r>
              <a:endParaRPr lang="en-US" altLang="es-ES" sz="4000"/>
            </a:p>
          </p:txBody>
        </p:sp>
        <p:sp>
          <p:nvSpPr>
            <p:cNvPr id="863347" name="Rectangle 115">
              <a:extLst>
                <a:ext uri="{FF2B5EF4-FFF2-40B4-BE49-F238E27FC236}">
                  <a16:creationId xmlns:a16="http://schemas.microsoft.com/office/drawing/2014/main" id="{15D940CF-B680-8F71-F193-FF7AE8DE8E1E}"/>
                </a:ext>
              </a:extLst>
            </p:cNvPr>
            <p:cNvSpPr>
              <a:spLocks noChangeArrowheads="1"/>
            </p:cNvSpPr>
            <p:nvPr/>
          </p:nvSpPr>
          <p:spPr bwMode="auto">
            <a:xfrm>
              <a:off x="2066" y="2853"/>
              <a:ext cx="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a:t>
              </a:r>
              <a:endParaRPr lang="en-US" altLang="es-ES" sz="4000"/>
            </a:p>
          </p:txBody>
        </p:sp>
        <p:sp>
          <p:nvSpPr>
            <p:cNvPr id="863348" name="Rectangle 116">
              <a:extLst>
                <a:ext uri="{FF2B5EF4-FFF2-40B4-BE49-F238E27FC236}">
                  <a16:creationId xmlns:a16="http://schemas.microsoft.com/office/drawing/2014/main" id="{5B8DFAED-50FE-2B4E-7B87-A9C0F9E6A457}"/>
                </a:ext>
              </a:extLst>
            </p:cNvPr>
            <p:cNvSpPr>
              <a:spLocks noChangeArrowheads="1"/>
            </p:cNvSpPr>
            <p:nvPr/>
          </p:nvSpPr>
          <p:spPr bwMode="auto">
            <a:xfrm>
              <a:off x="2113" y="2853"/>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t</a:t>
              </a:r>
              <a:endParaRPr lang="en-US" altLang="es-ES" sz="4000"/>
            </a:p>
          </p:txBody>
        </p:sp>
        <p:sp>
          <p:nvSpPr>
            <p:cNvPr id="863349" name="Rectangle 117">
              <a:extLst>
                <a:ext uri="{FF2B5EF4-FFF2-40B4-BE49-F238E27FC236}">
                  <a16:creationId xmlns:a16="http://schemas.microsoft.com/office/drawing/2014/main" id="{580E8694-B98C-811E-5724-CB430AB6FEEC}"/>
                </a:ext>
              </a:extLst>
            </p:cNvPr>
            <p:cNvSpPr>
              <a:spLocks noChangeArrowheads="1"/>
            </p:cNvSpPr>
            <p:nvPr/>
          </p:nvSpPr>
          <p:spPr bwMode="auto">
            <a:xfrm>
              <a:off x="2158" y="2853"/>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er</a:t>
              </a:r>
              <a:endParaRPr lang="en-US" altLang="es-ES" sz="4000"/>
            </a:p>
          </p:txBody>
        </p:sp>
        <p:sp>
          <p:nvSpPr>
            <p:cNvPr id="863350" name="Rectangle 118">
              <a:extLst>
                <a:ext uri="{FF2B5EF4-FFF2-40B4-BE49-F238E27FC236}">
                  <a16:creationId xmlns:a16="http://schemas.microsoft.com/office/drawing/2014/main" id="{EA6A0AE9-0211-CB50-44BD-A8D96B2492C4}"/>
                </a:ext>
              </a:extLst>
            </p:cNvPr>
            <p:cNvSpPr>
              <a:spLocks noChangeArrowheads="1"/>
            </p:cNvSpPr>
            <p:nvPr/>
          </p:nvSpPr>
          <p:spPr bwMode="auto">
            <a:xfrm>
              <a:off x="4141" y="2730"/>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a:t>
              </a:r>
              <a:endParaRPr lang="en-US" altLang="es-ES" sz="4000"/>
            </a:p>
          </p:txBody>
        </p:sp>
        <p:sp>
          <p:nvSpPr>
            <p:cNvPr id="863351" name="Rectangle 119">
              <a:extLst>
                <a:ext uri="{FF2B5EF4-FFF2-40B4-BE49-F238E27FC236}">
                  <a16:creationId xmlns:a16="http://schemas.microsoft.com/office/drawing/2014/main" id="{E8377F85-85C9-44E3-F270-5004FF141FF9}"/>
                </a:ext>
              </a:extLst>
            </p:cNvPr>
            <p:cNvSpPr>
              <a:spLocks noChangeArrowheads="1"/>
            </p:cNvSpPr>
            <p:nvPr/>
          </p:nvSpPr>
          <p:spPr bwMode="auto">
            <a:xfrm>
              <a:off x="4195" y="2730"/>
              <a:ext cx="21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     0</a:t>
              </a:r>
              <a:endParaRPr lang="en-US" altLang="es-ES" sz="4000"/>
            </a:p>
          </p:txBody>
        </p:sp>
        <p:sp>
          <p:nvSpPr>
            <p:cNvPr id="863352" name="Rectangle 120">
              <a:extLst>
                <a:ext uri="{FF2B5EF4-FFF2-40B4-BE49-F238E27FC236}">
                  <a16:creationId xmlns:a16="http://schemas.microsoft.com/office/drawing/2014/main" id="{AECF2F17-C57D-03EE-3A4D-415B22FEE040}"/>
                </a:ext>
              </a:extLst>
            </p:cNvPr>
            <p:cNvSpPr>
              <a:spLocks noChangeArrowheads="1"/>
            </p:cNvSpPr>
            <p:nvPr/>
          </p:nvSpPr>
          <p:spPr bwMode="auto">
            <a:xfrm>
              <a:off x="4538" y="2730"/>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a:t>
              </a:r>
              <a:endParaRPr lang="en-US" altLang="es-ES" sz="4000"/>
            </a:p>
          </p:txBody>
        </p:sp>
        <p:sp>
          <p:nvSpPr>
            <p:cNvPr id="863353" name="Rectangle 121">
              <a:extLst>
                <a:ext uri="{FF2B5EF4-FFF2-40B4-BE49-F238E27FC236}">
                  <a16:creationId xmlns:a16="http://schemas.microsoft.com/office/drawing/2014/main" id="{894D9587-7C90-F9E4-5243-40A924F1B80D}"/>
                </a:ext>
              </a:extLst>
            </p:cNvPr>
            <p:cNvSpPr>
              <a:spLocks noChangeArrowheads="1"/>
            </p:cNvSpPr>
            <p:nvPr/>
          </p:nvSpPr>
          <p:spPr bwMode="auto">
            <a:xfrm>
              <a:off x="4733" y="2730"/>
              <a:ext cx="7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0     0      0     1</a:t>
              </a:r>
              <a:endParaRPr lang="en-US" altLang="es-ES" sz="4000"/>
            </a:p>
          </p:txBody>
        </p:sp>
        <p:sp>
          <p:nvSpPr>
            <p:cNvPr id="863354" name="Rectangle 122">
              <a:extLst>
                <a:ext uri="{FF2B5EF4-FFF2-40B4-BE49-F238E27FC236}">
                  <a16:creationId xmlns:a16="http://schemas.microsoft.com/office/drawing/2014/main" id="{6A6B5A9B-604E-8CEF-1E9C-CBACFAE96475}"/>
                </a:ext>
              </a:extLst>
            </p:cNvPr>
            <p:cNvSpPr>
              <a:spLocks noChangeArrowheads="1"/>
            </p:cNvSpPr>
            <p:nvPr/>
          </p:nvSpPr>
          <p:spPr bwMode="auto">
            <a:xfrm>
              <a:off x="175" y="2975"/>
              <a:ext cx="2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1100</a:t>
              </a:r>
              <a:endParaRPr lang="en-US" altLang="es-ES" sz="4000"/>
            </a:p>
          </p:txBody>
        </p:sp>
        <p:sp>
          <p:nvSpPr>
            <p:cNvPr id="863355" name="Rectangle 123">
              <a:extLst>
                <a:ext uri="{FF2B5EF4-FFF2-40B4-BE49-F238E27FC236}">
                  <a16:creationId xmlns:a16="http://schemas.microsoft.com/office/drawing/2014/main" id="{8071752A-10F7-669C-D56E-6551A0C96451}"/>
                </a:ext>
              </a:extLst>
            </p:cNvPr>
            <p:cNvSpPr>
              <a:spLocks noChangeArrowheads="1"/>
            </p:cNvSpPr>
            <p:nvPr/>
          </p:nvSpPr>
          <p:spPr bwMode="auto">
            <a:xfrm>
              <a:off x="420" y="2975"/>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000</a:t>
              </a:r>
              <a:endParaRPr lang="en-US" altLang="es-ES" sz="4000"/>
            </a:p>
          </p:txBody>
        </p:sp>
        <p:sp>
          <p:nvSpPr>
            <p:cNvPr id="863356" name="Rectangle 124">
              <a:extLst>
                <a:ext uri="{FF2B5EF4-FFF2-40B4-BE49-F238E27FC236}">
                  <a16:creationId xmlns:a16="http://schemas.microsoft.com/office/drawing/2014/main" id="{B8E3D684-EDBE-7B7E-EA77-F9C0442B0678}"/>
                </a:ext>
              </a:extLst>
            </p:cNvPr>
            <p:cNvSpPr>
              <a:spLocks noChangeArrowheads="1"/>
            </p:cNvSpPr>
            <p:nvPr/>
          </p:nvSpPr>
          <p:spPr bwMode="auto">
            <a:xfrm>
              <a:off x="684" y="2975"/>
              <a:ext cx="2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BRZ</a:t>
              </a:r>
              <a:endParaRPr lang="en-US" altLang="es-ES" sz="4000"/>
            </a:p>
          </p:txBody>
        </p:sp>
        <p:sp>
          <p:nvSpPr>
            <p:cNvPr id="863357" name="Rectangle 125">
              <a:extLst>
                <a:ext uri="{FF2B5EF4-FFF2-40B4-BE49-F238E27FC236}">
                  <a16:creationId xmlns:a16="http://schemas.microsoft.com/office/drawing/2014/main" id="{D5BD743F-503C-16C2-204A-2854B8DD5D80}"/>
                </a:ext>
              </a:extLst>
            </p:cNvPr>
            <p:cNvSpPr>
              <a:spLocks noChangeArrowheads="1"/>
            </p:cNvSpPr>
            <p:nvPr/>
          </p:nvSpPr>
          <p:spPr bwMode="auto">
            <a:xfrm>
              <a:off x="1042" y="2975"/>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J</a:t>
              </a:r>
              <a:endParaRPr lang="en-US" altLang="es-ES" sz="4000"/>
            </a:p>
          </p:txBody>
        </p:sp>
        <p:sp>
          <p:nvSpPr>
            <p:cNvPr id="863358" name="Rectangle 126">
              <a:extLst>
                <a:ext uri="{FF2B5EF4-FFF2-40B4-BE49-F238E27FC236}">
                  <a16:creationId xmlns:a16="http://schemas.microsoft.com/office/drawing/2014/main" id="{98C2BCFE-AD03-1655-C270-7B495B31E4F2}"/>
                </a:ext>
              </a:extLst>
            </p:cNvPr>
            <p:cNvSpPr>
              <a:spLocks noChangeArrowheads="1"/>
            </p:cNvSpPr>
            <p:nvPr/>
          </p:nvSpPr>
          <p:spPr bwMode="auto">
            <a:xfrm>
              <a:off x="1093" y="2975"/>
              <a:ext cx="64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ump/Branch</a:t>
              </a:r>
              <a:endParaRPr lang="en-US" altLang="es-ES" sz="4000"/>
            </a:p>
          </p:txBody>
        </p:sp>
        <p:sp>
          <p:nvSpPr>
            <p:cNvPr id="863359" name="Rectangle 127">
              <a:extLst>
                <a:ext uri="{FF2B5EF4-FFF2-40B4-BE49-F238E27FC236}">
                  <a16:creationId xmlns:a16="http://schemas.microsoft.com/office/drawing/2014/main" id="{88A67A49-6759-2EC9-1558-711C9763022D}"/>
                </a:ext>
              </a:extLst>
            </p:cNvPr>
            <p:cNvSpPr>
              <a:spLocks noChangeArrowheads="1"/>
            </p:cNvSpPr>
            <p:nvPr/>
          </p:nvSpPr>
          <p:spPr bwMode="auto">
            <a:xfrm>
              <a:off x="1838" y="2975"/>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If</a:t>
              </a:r>
              <a:endParaRPr lang="en-US" altLang="es-ES" sz="4000"/>
            </a:p>
          </p:txBody>
        </p:sp>
        <p:sp>
          <p:nvSpPr>
            <p:cNvPr id="863360" name="Rectangle 128">
              <a:extLst>
                <a:ext uri="{FF2B5EF4-FFF2-40B4-BE49-F238E27FC236}">
                  <a16:creationId xmlns:a16="http://schemas.microsoft.com/office/drawing/2014/main" id="{C2A59695-73D9-82DB-71F7-8671BC44DAE4}"/>
                </a:ext>
              </a:extLst>
            </p:cNvPr>
            <p:cNvSpPr>
              <a:spLocks noChangeArrowheads="1"/>
            </p:cNvSpPr>
            <p:nvPr/>
          </p:nvSpPr>
          <p:spPr bwMode="auto">
            <a:xfrm>
              <a:off x="1946" y="2975"/>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R</a:t>
              </a:r>
              <a:endParaRPr lang="en-US" altLang="es-ES" sz="4000"/>
            </a:p>
          </p:txBody>
        </p:sp>
        <p:sp>
          <p:nvSpPr>
            <p:cNvPr id="863361" name="Rectangle 129">
              <a:extLst>
                <a:ext uri="{FF2B5EF4-FFF2-40B4-BE49-F238E27FC236}">
                  <a16:creationId xmlns:a16="http://schemas.microsoft.com/office/drawing/2014/main" id="{C3E0A525-E450-4667-7E30-63BBE78611E3}"/>
                </a:ext>
              </a:extLst>
            </p:cNvPr>
            <p:cNvSpPr>
              <a:spLocks noChangeArrowheads="1"/>
            </p:cNvSpPr>
            <p:nvPr/>
          </p:nvSpPr>
          <p:spPr bwMode="auto">
            <a:xfrm>
              <a:off x="2042" y="2975"/>
              <a:ext cx="26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[SA]</a:t>
              </a:r>
              <a:endParaRPr lang="en-US" altLang="es-ES" sz="4000"/>
            </a:p>
          </p:txBody>
        </p:sp>
        <p:sp>
          <p:nvSpPr>
            <p:cNvPr id="863362" name="Rectangle 130">
              <a:extLst>
                <a:ext uri="{FF2B5EF4-FFF2-40B4-BE49-F238E27FC236}">
                  <a16:creationId xmlns:a16="http://schemas.microsoft.com/office/drawing/2014/main" id="{1FDDFBC5-DC6A-271E-E1FF-B4CE5A755DD8}"/>
                </a:ext>
              </a:extLst>
            </p:cNvPr>
            <p:cNvSpPr>
              <a:spLocks noChangeArrowheads="1"/>
            </p:cNvSpPr>
            <p:nvPr/>
          </p:nvSpPr>
          <p:spPr bwMode="auto">
            <a:xfrm>
              <a:off x="2331" y="2975"/>
              <a:ext cx="58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 0, branch</a:t>
              </a:r>
              <a:endParaRPr lang="en-US" altLang="es-ES" sz="4000"/>
            </a:p>
          </p:txBody>
        </p:sp>
        <p:sp>
          <p:nvSpPr>
            <p:cNvPr id="863363" name="Rectangle 131">
              <a:extLst>
                <a:ext uri="{FF2B5EF4-FFF2-40B4-BE49-F238E27FC236}">
                  <a16:creationId xmlns:a16="http://schemas.microsoft.com/office/drawing/2014/main" id="{644EFEA3-0A56-98EE-ED2C-6E490643861B}"/>
                </a:ext>
              </a:extLst>
            </p:cNvPr>
            <p:cNvSpPr>
              <a:spLocks noChangeArrowheads="1"/>
            </p:cNvSpPr>
            <p:nvPr/>
          </p:nvSpPr>
          <p:spPr bwMode="auto">
            <a:xfrm>
              <a:off x="1837" y="3099"/>
              <a:ext cx="3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to PC</a:t>
              </a:r>
              <a:endParaRPr lang="en-US" altLang="es-ES" sz="4000"/>
            </a:p>
          </p:txBody>
        </p:sp>
        <p:sp>
          <p:nvSpPr>
            <p:cNvPr id="863364" name="Rectangle 132">
              <a:extLst>
                <a:ext uri="{FF2B5EF4-FFF2-40B4-BE49-F238E27FC236}">
                  <a16:creationId xmlns:a16="http://schemas.microsoft.com/office/drawing/2014/main" id="{A87C5C98-1F8E-DC0C-66C6-2C3ABD42E382}"/>
                </a:ext>
              </a:extLst>
            </p:cNvPr>
            <p:cNvSpPr>
              <a:spLocks noChangeArrowheads="1"/>
            </p:cNvSpPr>
            <p:nvPr/>
          </p:nvSpPr>
          <p:spPr bwMode="auto">
            <a:xfrm>
              <a:off x="2183" y="3099"/>
              <a:ext cx="4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 se AD</a:t>
              </a:r>
              <a:endParaRPr lang="en-US" altLang="es-ES" sz="4000"/>
            </a:p>
          </p:txBody>
        </p:sp>
        <p:sp>
          <p:nvSpPr>
            <p:cNvPr id="863365" name="Rectangle 133">
              <a:extLst>
                <a:ext uri="{FF2B5EF4-FFF2-40B4-BE49-F238E27FC236}">
                  <a16:creationId xmlns:a16="http://schemas.microsoft.com/office/drawing/2014/main" id="{EEDE28F2-6C63-E415-3BF5-DBB0FCAD40A5}"/>
                </a:ext>
              </a:extLst>
            </p:cNvPr>
            <p:cNvSpPr>
              <a:spLocks noChangeArrowheads="1"/>
            </p:cNvSpPr>
            <p:nvPr/>
          </p:nvSpPr>
          <p:spPr bwMode="auto">
            <a:xfrm>
              <a:off x="2945" y="2975"/>
              <a:ext cx="25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If R[</a:t>
              </a:r>
              <a:endParaRPr lang="en-US" altLang="es-ES" sz="4000"/>
            </a:p>
          </p:txBody>
        </p:sp>
        <p:sp>
          <p:nvSpPr>
            <p:cNvPr id="863366" name="Rectangle 134">
              <a:extLst>
                <a:ext uri="{FF2B5EF4-FFF2-40B4-BE49-F238E27FC236}">
                  <a16:creationId xmlns:a16="http://schemas.microsoft.com/office/drawing/2014/main" id="{6031B551-EC42-0836-8384-4905E51969FA}"/>
                </a:ext>
              </a:extLst>
            </p:cNvPr>
            <p:cNvSpPr>
              <a:spLocks noChangeArrowheads="1"/>
            </p:cNvSpPr>
            <p:nvPr/>
          </p:nvSpPr>
          <p:spPr bwMode="auto">
            <a:xfrm>
              <a:off x="3198" y="2975"/>
              <a:ext cx="43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SA] = 0,</a:t>
              </a:r>
              <a:endParaRPr lang="en-US" altLang="es-ES" sz="4000"/>
            </a:p>
          </p:txBody>
        </p:sp>
        <p:sp>
          <p:nvSpPr>
            <p:cNvPr id="863367" name="Rectangle 135">
              <a:extLst>
                <a:ext uri="{FF2B5EF4-FFF2-40B4-BE49-F238E27FC236}">
                  <a16:creationId xmlns:a16="http://schemas.microsoft.com/office/drawing/2014/main" id="{E2BDBA5E-6AA8-7C44-05AA-6784C207F923}"/>
                </a:ext>
              </a:extLst>
            </p:cNvPr>
            <p:cNvSpPr>
              <a:spLocks noChangeArrowheads="1"/>
            </p:cNvSpPr>
            <p:nvPr/>
          </p:nvSpPr>
          <p:spPr bwMode="auto">
            <a:xfrm>
              <a:off x="3718" y="3099"/>
              <a:ext cx="3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a:t>
              </a:r>
              <a:endParaRPr lang="en-US" altLang="es-ES" sz="4000"/>
            </a:p>
          </p:txBody>
        </p:sp>
        <p:sp>
          <p:nvSpPr>
            <p:cNvPr id="863368" name="Rectangle 136">
              <a:extLst>
                <a:ext uri="{FF2B5EF4-FFF2-40B4-BE49-F238E27FC236}">
                  <a16:creationId xmlns:a16="http://schemas.microsoft.com/office/drawing/2014/main" id="{371157A3-995F-209F-ED6F-540ACEE6CAFA}"/>
                </a:ext>
              </a:extLst>
            </p:cNvPr>
            <p:cNvSpPr>
              <a:spLocks noChangeArrowheads="1"/>
            </p:cNvSpPr>
            <p:nvPr/>
          </p:nvSpPr>
          <p:spPr bwMode="auto">
            <a:xfrm>
              <a:off x="2771" y="3222"/>
              <a:ext cx="32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If R[S</a:t>
              </a:r>
              <a:endParaRPr lang="en-US" altLang="es-ES" sz="4000"/>
            </a:p>
          </p:txBody>
        </p:sp>
        <p:sp>
          <p:nvSpPr>
            <p:cNvPr id="863369" name="Rectangle 137">
              <a:extLst>
                <a:ext uri="{FF2B5EF4-FFF2-40B4-BE49-F238E27FC236}">
                  <a16:creationId xmlns:a16="http://schemas.microsoft.com/office/drawing/2014/main" id="{6144DBB3-ACDF-031C-CF0E-CD5747383CD9}"/>
                </a:ext>
              </a:extLst>
            </p:cNvPr>
            <p:cNvSpPr>
              <a:spLocks noChangeArrowheads="1"/>
            </p:cNvSpPr>
            <p:nvPr/>
          </p:nvSpPr>
          <p:spPr bwMode="auto">
            <a:xfrm>
              <a:off x="3101" y="3222"/>
              <a:ext cx="1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A</a:t>
              </a:r>
              <a:endParaRPr lang="en-US" altLang="es-ES" sz="4000"/>
            </a:p>
          </p:txBody>
        </p:sp>
        <p:sp>
          <p:nvSpPr>
            <p:cNvPr id="863370" name="Rectangle 138">
              <a:extLst>
                <a:ext uri="{FF2B5EF4-FFF2-40B4-BE49-F238E27FC236}">
                  <a16:creationId xmlns:a16="http://schemas.microsoft.com/office/drawing/2014/main" id="{682955BD-B6A9-5DF0-E620-74570EE86FFF}"/>
                </a:ext>
              </a:extLst>
            </p:cNvPr>
            <p:cNvSpPr>
              <a:spLocks noChangeArrowheads="1"/>
            </p:cNvSpPr>
            <p:nvPr/>
          </p:nvSpPr>
          <p:spPr bwMode="auto">
            <a:xfrm>
              <a:off x="3189" y="3222"/>
              <a:ext cx="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a:t>
              </a:r>
              <a:endParaRPr lang="en-US" altLang="es-ES" sz="4000"/>
            </a:p>
          </p:txBody>
        </p:sp>
        <p:sp>
          <p:nvSpPr>
            <p:cNvPr id="863371" name="Rectangle 139">
              <a:extLst>
                <a:ext uri="{FF2B5EF4-FFF2-40B4-BE49-F238E27FC236}">
                  <a16:creationId xmlns:a16="http://schemas.microsoft.com/office/drawing/2014/main" id="{4D3DF485-A2E3-9A9A-10F6-064AC2939FE5}"/>
                </a:ext>
              </a:extLst>
            </p:cNvPr>
            <p:cNvSpPr>
              <a:spLocks noChangeArrowheads="1"/>
            </p:cNvSpPr>
            <p:nvPr/>
          </p:nvSpPr>
          <p:spPr bwMode="auto">
            <a:xfrm>
              <a:off x="3262" y="3214"/>
              <a:ext cx="6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¹</a:t>
              </a:r>
              <a:endParaRPr lang="en-US" altLang="es-ES" sz="4000"/>
            </a:p>
          </p:txBody>
        </p:sp>
        <p:sp>
          <p:nvSpPr>
            <p:cNvPr id="863372" name="Rectangle 140">
              <a:extLst>
                <a:ext uri="{FF2B5EF4-FFF2-40B4-BE49-F238E27FC236}">
                  <a16:creationId xmlns:a16="http://schemas.microsoft.com/office/drawing/2014/main" id="{13045BF4-702C-8277-1A86-AF3B73AD33F8}"/>
                </a:ext>
              </a:extLst>
            </p:cNvPr>
            <p:cNvSpPr>
              <a:spLocks noChangeArrowheads="1"/>
            </p:cNvSpPr>
            <p:nvPr/>
          </p:nvSpPr>
          <p:spPr bwMode="auto">
            <a:xfrm>
              <a:off x="3330" y="3222"/>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 0,</a:t>
              </a:r>
              <a:endParaRPr lang="en-US" altLang="es-ES" sz="4000"/>
            </a:p>
          </p:txBody>
        </p:sp>
        <p:sp>
          <p:nvSpPr>
            <p:cNvPr id="863373" name="Rectangle 141">
              <a:extLst>
                <a:ext uri="{FF2B5EF4-FFF2-40B4-BE49-F238E27FC236}">
                  <a16:creationId xmlns:a16="http://schemas.microsoft.com/office/drawing/2014/main" id="{DAC7D703-9179-2839-6697-C131EB97B2A0}"/>
                </a:ext>
              </a:extLst>
            </p:cNvPr>
            <p:cNvSpPr>
              <a:spLocks noChangeArrowheads="1"/>
            </p:cNvSpPr>
            <p:nvPr/>
          </p:nvSpPr>
          <p:spPr bwMode="auto">
            <a:xfrm>
              <a:off x="4141" y="2975"/>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a:t>
              </a:r>
              <a:endParaRPr lang="en-US" altLang="es-ES" sz="4000"/>
            </a:p>
          </p:txBody>
        </p:sp>
        <p:sp>
          <p:nvSpPr>
            <p:cNvPr id="863374" name="Rectangle 142">
              <a:extLst>
                <a:ext uri="{FF2B5EF4-FFF2-40B4-BE49-F238E27FC236}">
                  <a16:creationId xmlns:a16="http://schemas.microsoft.com/office/drawing/2014/main" id="{3615ECD3-B901-7AD2-B332-DC68D1484BC4}"/>
                </a:ext>
              </a:extLst>
            </p:cNvPr>
            <p:cNvSpPr>
              <a:spLocks noChangeArrowheads="1"/>
            </p:cNvSpPr>
            <p:nvPr/>
          </p:nvSpPr>
          <p:spPr bwMode="auto">
            <a:xfrm>
              <a:off x="4335" y="2975"/>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a:t>
              </a:r>
              <a:endParaRPr lang="en-US" altLang="es-ES" sz="4000"/>
            </a:p>
          </p:txBody>
        </p:sp>
        <p:sp>
          <p:nvSpPr>
            <p:cNvPr id="863375" name="Rectangle 143">
              <a:extLst>
                <a:ext uri="{FF2B5EF4-FFF2-40B4-BE49-F238E27FC236}">
                  <a16:creationId xmlns:a16="http://schemas.microsoft.com/office/drawing/2014/main" id="{0487D7C1-CFDF-7E28-31EE-612F391C1810}"/>
                </a:ext>
              </a:extLst>
            </p:cNvPr>
            <p:cNvSpPr>
              <a:spLocks noChangeArrowheads="1"/>
            </p:cNvSpPr>
            <p:nvPr/>
          </p:nvSpPr>
          <p:spPr bwMode="auto">
            <a:xfrm>
              <a:off x="4389" y="2975"/>
              <a:ext cx="21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     0</a:t>
              </a:r>
              <a:endParaRPr lang="en-US" altLang="es-ES" sz="4000"/>
            </a:p>
          </p:txBody>
        </p:sp>
        <p:sp>
          <p:nvSpPr>
            <p:cNvPr id="863376" name="Rectangle 144">
              <a:extLst>
                <a:ext uri="{FF2B5EF4-FFF2-40B4-BE49-F238E27FC236}">
                  <a16:creationId xmlns:a16="http://schemas.microsoft.com/office/drawing/2014/main" id="{A38A86F1-41E1-AF53-52D7-9A558B9958D4}"/>
                </a:ext>
              </a:extLst>
            </p:cNvPr>
            <p:cNvSpPr>
              <a:spLocks noChangeArrowheads="1"/>
            </p:cNvSpPr>
            <p:nvPr/>
          </p:nvSpPr>
          <p:spPr bwMode="auto">
            <a:xfrm>
              <a:off x="4733" y="2975"/>
              <a:ext cx="7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0     1      0     0</a:t>
              </a:r>
              <a:endParaRPr lang="en-US" altLang="es-ES" sz="4000"/>
            </a:p>
          </p:txBody>
        </p:sp>
        <p:sp>
          <p:nvSpPr>
            <p:cNvPr id="863377" name="Rectangle 145">
              <a:extLst>
                <a:ext uri="{FF2B5EF4-FFF2-40B4-BE49-F238E27FC236}">
                  <a16:creationId xmlns:a16="http://schemas.microsoft.com/office/drawing/2014/main" id="{6F3D9A9D-CB4D-3513-F605-ADCDD5692530}"/>
                </a:ext>
              </a:extLst>
            </p:cNvPr>
            <p:cNvSpPr>
              <a:spLocks noChangeArrowheads="1"/>
            </p:cNvSpPr>
            <p:nvPr/>
          </p:nvSpPr>
          <p:spPr bwMode="auto">
            <a:xfrm>
              <a:off x="174" y="1092"/>
              <a:ext cx="5414" cy="10"/>
            </a:xfrm>
            <a:prstGeom prst="rect">
              <a:avLst/>
            </a:prstGeom>
            <a:solidFill>
              <a:srgbClr val="2CB0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63378" name="Rectangle 146">
              <a:extLst>
                <a:ext uri="{FF2B5EF4-FFF2-40B4-BE49-F238E27FC236}">
                  <a16:creationId xmlns:a16="http://schemas.microsoft.com/office/drawing/2014/main" id="{5C61C425-C918-26C5-4180-27314782AFD8}"/>
                </a:ext>
              </a:extLst>
            </p:cNvPr>
            <p:cNvSpPr>
              <a:spLocks noChangeArrowheads="1"/>
            </p:cNvSpPr>
            <p:nvPr/>
          </p:nvSpPr>
          <p:spPr bwMode="auto">
            <a:xfrm>
              <a:off x="174" y="1422"/>
              <a:ext cx="5414" cy="12"/>
            </a:xfrm>
            <a:prstGeom prst="rect">
              <a:avLst/>
            </a:prstGeom>
            <a:solidFill>
              <a:srgbClr val="2CB0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63379" name="Rectangle 147">
              <a:extLst>
                <a:ext uri="{FF2B5EF4-FFF2-40B4-BE49-F238E27FC236}">
                  <a16:creationId xmlns:a16="http://schemas.microsoft.com/office/drawing/2014/main" id="{D97FE967-7479-1543-9FF9-4B6DDCB672A0}"/>
                </a:ext>
              </a:extLst>
            </p:cNvPr>
            <p:cNvSpPr>
              <a:spLocks noChangeArrowheads="1"/>
            </p:cNvSpPr>
            <p:nvPr/>
          </p:nvSpPr>
          <p:spPr bwMode="auto">
            <a:xfrm>
              <a:off x="174" y="3370"/>
              <a:ext cx="5414" cy="12"/>
            </a:xfrm>
            <a:prstGeom prst="rect">
              <a:avLst/>
            </a:prstGeom>
            <a:solidFill>
              <a:srgbClr val="2CB0C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63380" name="Rectangle 148">
              <a:extLst>
                <a:ext uri="{FF2B5EF4-FFF2-40B4-BE49-F238E27FC236}">
                  <a16:creationId xmlns:a16="http://schemas.microsoft.com/office/drawing/2014/main" id="{5C0A55EA-59F4-B220-CC9F-27DC06FE35B0}"/>
                </a:ext>
              </a:extLst>
            </p:cNvPr>
            <p:cNvSpPr>
              <a:spLocks noChangeArrowheads="1"/>
            </p:cNvSpPr>
            <p:nvPr/>
          </p:nvSpPr>
          <p:spPr bwMode="auto">
            <a:xfrm>
              <a:off x="2782" y="1497"/>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R</a:t>
              </a:r>
              <a:endParaRPr lang="en-US" altLang="es-ES" sz="4000"/>
            </a:p>
          </p:txBody>
        </p:sp>
        <p:sp>
          <p:nvSpPr>
            <p:cNvPr id="863381" name="Rectangle 149">
              <a:extLst>
                <a:ext uri="{FF2B5EF4-FFF2-40B4-BE49-F238E27FC236}">
                  <a16:creationId xmlns:a16="http://schemas.microsoft.com/office/drawing/2014/main" id="{52BE2100-2FED-0810-F79E-C8BBE627D6C5}"/>
                </a:ext>
              </a:extLst>
            </p:cNvPr>
            <p:cNvSpPr>
              <a:spLocks noChangeArrowheads="1"/>
            </p:cNvSpPr>
            <p:nvPr/>
          </p:nvSpPr>
          <p:spPr bwMode="auto">
            <a:xfrm>
              <a:off x="2906" y="1497"/>
              <a:ext cx="1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DR</a:t>
              </a:r>
              <a:endParaRPr lang="en-US" altLang="es-ES" sz="4000"/>
            </a:p>
          </p:txBody>
        </p:sp>
        <p:sp>
          <p:nvSpPr>
            <p:cNvPr id="863382" name="Rectangle 150">
              <a:extLst>
                <a:ext uri="{FF2B5EF4-FFF2-40B4-BE49-F238E27FC236}">
                  <a16:creationId xmlns:a16="http://schemas.microsoft.com/office/drawing/2014/main" id="{ACABF5A0-C6D8-F145-0509-487567255F2D}"/>
                </a:ext>
              </a:extLst>
            </p:cNvPr>
            <p:cNvSpPr>
              <a:spLocks noChangeArrowheads="1"/>
            </p:cNvSpPr>
            <p:nvPr/>
          </p:nvSpPr>
          <p:spPr bwMode="auto">
            <a:xfrm>
              <a:off x="2870" y="1489"/>
              <a:ext cx="2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      ]</a:t>
              </a:r>
              <a:endParaRPr lang="en-US" altLang="es-ES" sz="4000"/>
            </a:p>
          </p:txBody>
        </p:sp>
        <p:sp>
          <p:nvSpPr>
            <p:cNvPr id="863383" name="Rectangle 151">
              <a:extLst>
                <a:ext uri="{FF2B5EF4-FFF2-40B4-BE49-F238E27FC236}">
                  <a16:creationId xmlns:a16="http://schemas.microsoft.com/office/drawing/2014/main" id="{D261D9FF-862F-3C28-2C91-FA51E5A5FD39}"/>
                </a:ext>
              </a:extLst>
            </p:cNvPr>
            <p:cNvSpPr>
              <a:spLocks noChangeArrowheads="1"/>
            </p:cNvSpPr>
            <p:nvPr/>
          </p:nvSpPr>
          <p:spPr bwMode="auto">
            <a:xfrm>
              <a:off x="3305" y="1497"/>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R</a:t>
              </a:r>
              <a:endParaRPr lang="en-US" altLang="es-ES" sz="4000"/>
            </a:p>
          </p:txBody>
        </p:sp>
        <p:sp>
          <p:nvSpPr>
            <p:cNvPr id="863384" name="Rectangle 152">
              <a:extLst>
                <a:ext uri="{FF2B5EF4-FFF2-40B4-BE49-F238E27FC236}">
                  <a16:creationId xmlns:a16="http://schemas.microsoft.com/office/drawing/2014/main" id="{4BDBCFA2-6CA4-D153-9A5A-D18C57A471FE}"/>
                </a:ext>
              </a:extLst>
            </p:cNvPr>
            <p:cNvSpPr>
              <a:spLocks noChangeArrowheads="1"/>
            </p:cNvSpPr>
            <p:nvPr/>
          </p:nvSpPr>
          <p:spPr bwMode="auto">
            <a:xfrm>
              <a:off x="3430" y="1497"/>
              <a:ext cx="1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SA</a:t>
              </a:r>
              <a:endParaRPr lang="en-US" altLang="es-ES" sz="4000"/>
            </a:p>
          </p:txBody>
        </p:sp>
        <p:sp>
          <p:nvSpPr>
            <p:cNvPr id="863385" name="Rectangle 153">
              <a:extLst>
                <a:ext uri="{FF2B5EF4-FFF2-40B4-BE49-F238E27FC236}">
                  <a16:creationId xmlns:a16="http://schemas.microsoft.com/office/drawing/2014/main" id="{2A478476-B4A6-9032-A424-255AFE1EC1A8}"/>
                </a:ext>
              </a:extLst>
            </p:cNvPr>
            <p:cNvSpPr>
              <a:spLocks noChangeArrowheads="1"/>
            </p:cNvSpPr>
            <p:nvPr/>
          </p:nvSpPr>
          <p:spPr bwMode="auto">
            <a:xfrm>
              <a:off x="3387" y="1489"/>
              <a:ext cx="23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     ]</a:t>
              </a:r>
              <a:endParaRPr lang="en-US" altLang="es-ES" sz="4000"/>
            </a:p>
          </p:txBody>
        </p:sp>
        <p:sp>
          <p:nvSpPr>
            <p:cNvPr id="863386" name="Rectangle 154">
              <a:extLst>
                <a:ext uri="{FF2B5EF4-FFF2-40B4-BE49-F238E27FC236}">
                  <a16:creationId xmlns:a16="http://schemas.microsoft.com/office/drawing/2014/main" id="{AF07B12F-5449-5D2A-17B4-588A8238374B}"/>
                </a:ext>
              </a:extLst>
            </p:cNvPr>
            <p:cNvSpPr>
              <a:spLocks noChangeArrowheads="1"/>
            </p:cNvSpPr>
            <p:nvPr/>
          </p:nvSpPr>
          <p:spPr bwMode="auto">
            <a:xfrm>
              <a:off x="3701" y="1497"/>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zf</a:t>
              </a:r>
              <a:endParaRPr lang="en-US" altLang="es-ES" sz="4000"/>
            </a:p>
          </p:txBody>
        </p:sp>
        <p:sp>
          <p:nvSpPr>
            <p:cNvPr id="863387" name="Rectangle 155">
              <a:extLst>
                <a:ext uri="{FF2B5EF4-FFF2-40B4-BE49-F238E27FC236}">
                  <a16:creationId xmlns:a16="http://schemas.microsoft.com/office/drawing/2014/main" id="{D6F25293-A1A7-CCBA-5227-D2D86E5D9BF3}"/>
                </a:ext>
              </a:extLst>
            </p:cNvPr>
            <p:cNvSpPr>
              <a:spLocks noChangeArrowheads="1"/>
            </p:cNvSpPr>
            <p:nvPr/>
          </p:nvSpPr>
          <p:spPr bwMode="auto">
            <a:xfrm>
              <a:off x="3813" y="1497"/>
              <a:ext cx="5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I</a:t>
              </a:r>
              <a:endParaRPr lang="en-US" altLang="es-ES" sz="4000"/>
            </a:p>
          </p:txBody>
        </p:sp>
        <p:sp>
          <p:nvSpPr>
            <p:cNvPr id="863388" name="Rectangle 156">
              <a:extLst>
                <a:ext uri="{FF2B5EF4-FFF2-40B4-BE49-F238E27FC236}">
                  <a16:creationId xmlns:a16="http://schemas.microsoft.com/office/drawing/2014/main" id="{E6F8C048-EC88-4216-EDC0-DCFD6056E039}"/>
                </a:ext>
              </a:extLst>
            </p:cNvPr>
            <p:cNvSpPr>
              <a:spLocks noChangeArrowheads="1"/>
            </p:cNvSpPr>
            <p:nvPr/>
          </p:nvSpPr>
          <p:spPr bwMode="auto">
            <a:xfrm>
              <a:off x="3855" y="1497"/>
              <a:ext cx="2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(2:0)</a:t>
              </a:r>
              <a:endParaRPr lang="en-US" altLang="es-ES" sz="4000"/>
            </a:p>
          </p:txBody>
        </p:sp>
        <p:sp>
          <p:nvSpPr>
            <p:cNvPr id="863389" name="Rectangle 157">
              <a:extLst>
                <a:ext uri="{FF2B5EF4-FFF2-40B4-BE49-F238E27FC236}">
                  <a16:creationId xmlns:a16="http://schemas.microsoft.com/office/drawing/2014/main" id="{1E60DC8A-9A4D-CB63-7C8F-2A75E929AE78}"/>
                </a:ext>
              </a:extLst>
            </p:cNvPr>
            <p:cNvSpPr>
              <a:spLocks noChangeArrowheads="1"/>
            </p:cNvSpPr>
            <p:nvPr/>
          </p:nvSpPr>
          <p:spPr bwMode="auto">
            <a:xfrm>
              <a:off x="3632" y="1501"/>
              <a:ext cx="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 panose="02020603050405020304" pitchFamily="18" charset="0"/>
                </a:rPr>
                <a:t>+</a:t>
              </a:r>
              <a:endParaRPr lang="en-US" altLang="es-ES" sz="4000"/>
            </a:p>
          </p:txBody>
        </p:sp>
        <p:sp>
          <p:nvSpPr>
            <p:cNvPr id="863390" name="Rectangle 158">
              <a:extLst>
                <a:ext uri="{FF2B5EF4-FFF2-40B4-BE49-F238E27FC236}">
                  <a16:creationId xmlns:a16="http://schemas.microsoft.com/office/drawing/2014/main" id="{1852B8B2-3AC5-F83D-8C6D-3E99DDE6E57E}"/>
                </a:ext>
              </a:extLst>
            </p:cNvPr>
            <p:cNvSpPr>
              <a:spLocks noChangeArrowheads="1"/>
            </p:cNvSpPr>
            <p:nvPr/>
          </p:nvSpPr>
          <p:spPr bwMode="auto">
            <a:xfrm>
              <a:off x="3176" y="1489"/>
              <a:ext cx="1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a:t>
              </a:r>
              <a:endParaRPr lang="en-US" altLang="es-ES" sz="4000"/>
            </a:p>
          </p:txBody>
        </p:sp>
        <p:sp>
          <p:nvSpPr>
            <p:cNvPr id="863391" name="Rectangle 159">
              <a:extLst>
                <a:ext uri="{FF2B5EF4-FFF2-40B4-BE49-F238E27FC236}">
                  <a16:creationId xmlns:a16="http://schemas.microsoft.com/office/drawing/2014/main" id="{30007CFE-198B-DC45-5877-BE9D4BA1ACFF}"/>
                </a:ext>
              </a:extLst>
            </p:cNvPr>
            <p:cNvSpPr>
              <a:spLocks noChangeArrowheads="1"/>
            </p:cNvSpPr>
            <p:nvPr/>
          </p:nvSpPr>
          <p:spPr bwMode="auto">
            <a:xfrm>
              <a:off x="2782" y="1744"/>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R</a:t>
              </a:r>
              <a:endParaRPr lang="en-US" altLang="es-ES" sz="4000"/>
            </a:p>
          </p:txBody>
        </p:sp>
        <p:sp>
          <p:nvSpPr>
            <p:cNvPr id="863392" name="Rectangle 160">
              <a:extLst>
                <a:ext uri="{FF2B5EF4-FFF2-40B4-BE49-F238E27FC236}">
                  <a16:creationId xmlns:a16="http://schemas.microsoft.com/office/drawing/2014/main" id="{2DE0C987-80B9-9E32-6AE4-98CEEE869334}"/>
                </a:ext>
              </a:extLst>
            </p:cNvPr>
            <p:cNvSpPr>
              <a:spLocks noChangeArrowheads="1"/>
            </p:cNvSpPr>
            <p:nvPr/>
          </p:nvSpPr>
          <p:spPr bwMode="auto">
            <a:xfrm>
              <a:off x="2907" y="1744"/>
              <a:ext cx="1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DR</a:t>
              </a:r>
              <a:endParaRPr lang="en-US" altLang="es-ES" sz="4000"/>
            </a:p>
          </p:txBody>
        </p:sp>
        <p:sp>
          <p:nvSpPr>
            <p:cNvPr id="863393" name="Rectangle 161">
              <a:extLst>
                <a:ext uri="{FF2B5EF4-FFF2-40B4-BE49-F238E27FC236}">
                  <a16:creationId xmlns:a16="http://schemas.microsoft.com/office/drawing/2014/main" id="{85AEF585-64A4-873C-4EFB-171FCF441F4F}"/>
                </a:ext>
              </a:extLst>
            </p:cNvPr>
            <p:cNvSpPr>
              <a:spLocks noChangeArrowheads="1"/>
            </p:cNvSpPr>
            <p:nvPr/>
          </p:nvSpPr>
          <p:spPr bwMode="auto">
            <a:xfrm>
              <a:off x="2882" y="1736"/>
              <a:ext cx="2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      ]</a:t>
              </a:r>
              <a:endParaRPr lang="en-US" altLang="es-ES" sz="4000"/>
            </a:p>
          </p:txBody>
        </p:sp>
        <p:sp>
          <p:nvSpPr>
            <p:cNvPr id="863394" name="Rectangle 162">
              <a:extLst>
                <a:ext uri="{FF2B5EF4-FFF2-40B4-BE49-F238E27FC236}">
                  <a16:creationId xmlns:a16="http://schemas.microsoft.com/office/drawing/2014/main" id="{3F64D50D-9FDE-F757-EEE2-FF8B298DEE68}"/>
                </a:ext>
              </a:extLst>
            </p:cNvPr>
            <p:cNvSpPr>
              <a:spLocks noChangeArrowheads="1"/>
            </p:cNvSpPr>
            <p:nvPr/>
          </p:nvSpPr>
          <p:spPr bwMode="auto">
            <a:xfrm>
              <a:off x="3305" y="1744"/>
              <a:ext cx="23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M R</a:t>
              </a:r>
              <a:endParaRPr lang="en-US" altLang="es-ES" sz="4000"/>
            </a:p>
          </p:txBody>
        </p:sp>
        <p:sp>
          <p:nvSpPr>
            <p:cNvPr id="863395" name="Rectangle 163">
              <a:extLst>
                <a:ext uri="{FF2B5EF4-FFF2-40B4-BE49-F238E27FC236}">
                  <a16:creationId xmlns:a16="http://schemas.microsoft.com/office/drawing/2014/main" id="{E42F9FFF-A878-4597-6B3A-8030F66D945D}"/>
                </a:ext>
              </a:extLst>
            </p:cNvPr>
            <p:cNvSpPr>
              <a:spLocks noChangeArrowheads="1"/>
            </p:cNvSpPr>
            <p:nvPr/>
          </p:nvSpPr>
          <p:spPr bwMode="auto">
            <a:xfrm>
              <a:off x="3619" y="1744"/>
              <a:ext cx="1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SA</a:t>
              </a:r>
              <a:endParaRPr lang="en-US" altLang="es-ES" sz="4000"/>
            </a:p>
          </p:txBody>
        </p:sp>
        <p:sp>
          <p:nvSpPr>
            <p:cNvPr id="863396" name="Rectangle 164">
              <a:extLst>
                <a:ext uri="{FF2B5EF4-FFF2-40B4-BE49-F238E27FC236}">
                  <a16:creationId xmlns:a16="http://schemas.microsoft.com/office/drawing/2014/main" id="{0F72D99F-B587-8F30-5D38-1BF148AF5C1F}"/>
                </a:ext>
              </a:extLst>
            </p:cNvPr>
            <p:cNvSpPr>
              <a:spLocks noChangeArrowheads="1"/>
            </p:cNvSpPr>
            <p:nvPr/>
          </p:nvSpPr>
          <p:spPr bwMode="auto">
            <a:xfrm>
              <a:off x="3576" y="1736"/>
              <a:ext cx="23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     ]</a:t>
              </a:r>
              <a:endParaRPr lang="en-US" altLang="es-ES" sz="4000"/>
            </a:p>
          </p:txBody>
        </p:sp>
        <p:sp>
          <p:nvSpPr>
            <p:cNvPr id="863397" name="Rectangle 165">
              <a:extLst>
                <a:ext uri="{FF2B5EF4-FFF2-40B4-BE49-F238E27FC236}">
                  <a16:creationId xmlns:a16="http://schemas.microsoft.com/office/drawing/2014/main" id="{EE1A5402-41E9-1FB8-59C7-F0350668ADB0}"/>
                </a:ext>
              </a:extLst>
            </p:cNvPr>
            <p:cNvSpPr>
              <a:spLocks noChangeArrowheads="1"/>
            </p:cNvSpPr>
            <p:nvPr/>
          </p:nvSpPr>
          <p:spPr bwMode="auto">
            <a:xfrm>
              <a:off x="3427" y="1736"/>
              <a:ext cx="4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            ]</a:t>
              </a:r>
              <a:endParaRPr lang="en-US" altLang="es-ES" sz="4000"/>
            </a:p>
          </p:txBody>
        </p:sp>
        <p:sp>
          <p:nvSpPr>
            <p:cNvPr id="863398" name="Rectangle 166">
              <a:extLst>
                <a:ext uri="{FF2B5EF4-FFF2-40B4-BE49-F238E27FC236}">
                  <a16:creationId xmlns:a16="http://schemas.microsoft.com/office/drawing/2014/main" id="{7FF92F78-FEA5-0E62-9409-BB5B300F343E}"/>
                </a:ext>
              </a:extLst>
            </p:cNvPr>
            <p:cNvSpPr>
              <a:spLocks noChangeArrowheads="1"/>
            </p:cNvSpPr>
            <p:nvPr/>
          </p:nvSpPr>
          <p:spPr bwMode="auto">
            <a:xfrm>
              <a:off x="3176" y="1736"/>
              <a:ext cx="1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a:t>
              </a:r>
              <a:endParaRPr lang="en-US" altLang="es-ES" sz="4000"/>
            </a:p>
          </p:txBody>
        </p:sp>
        <p:sp>
          <p:nvSpPr>
            <p:cNvPr id="863399" name="Rectangle 167">
              <a:extLst>
                <a:ext uri="{FF2B5EF4-FFF2-40B4-BE49-F238E27FC236}">
                  <a16:creationId xmlns:a16="http://schemas.microsoft.com/office/drawing/2014/main" id="{729B055E-A0A5-D901-A702-6F87F257C276}"/>
                </a:ext>
              </a:extLst>
            </p:cNvPr>
            <p:cNvSpPr>
              <a:spLocks noChangeArrowheads="1"/>
            </p:cNvSpPr>
            <p:nvPr/>
          </p:nvSpPr>
          <p:spPr bwMode="auto">
            <a:xfrm>
              <a:off x="2770" y="2140"/>
              <a:ext cx="2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M  R</a:t>
              </a:r>
              <a:endParaRPr lang="en-US" altLang="es-ES" sz="4000"/>
            </a:p>
          </p:txBody>
        </p:sp>
        <p:sp>
          <p:nvSpPr>
            <p:cNvPr id="863400" name="Rectangle 168">
              <a:extLst>
                <a:ext uri="{FF2B5EF4-FFF2-40B4-BE49-F238E27FC236}">
                  <a16:creationId xmlns:a16="http://schemas.microsoft.com/office/drawing/2014/main" id="{D31209DF-45D2-20B2-F64F-8553D8786BBC}"/>
                </a:ext>
              </a:extLst>
            </p:cNvPr>
            <p:cNvSpPr>
              <a:spLocks noChangeArrowheads="1"/>
            </p:cNvSpPr>
            <p:nvPr/>
          </p:nvSpPr>
          <p:spPr bwMode="auto">
            <a:xfrm>
              <a:off x="3095" y="2140"/>
              <a:ext cx="1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SA</a:t>
              </a:r>
              <a:endParaRPr lang="en-US" altLang="es-ES" sz="4000"/>
            </a:p>
          </p:txBody>
        </p:sp>
        <p:sp>
          <p:nvSpPr>
            <p:cNvPr id="863403" name="Rectangle 171">
              <a:extLst>
                <a:ext uri="{FF2B5EF4-FFF2-40B4-BE49-F238E27FC236}">
                  <a16:creationId xmlns:a16="http://schemas.microsoft.com/office/drawing/2014/main" id="{2C5989F7-F73F-26A0-BF0E-D52FFEBF1281}"/>
                </a:ext>
              </a:extLst>
            </p:cNvPr>
            <p:cNvSpPr>
              <a:spLocks noChangeArrowheads="1"/>
            </p:cNvSpPr>
            <p:nvPr/>
          </p:nvSpPr>
          <p:spPr bwMode="auto">
            <a:xfrm>
              <a:off x="3521" y="2140"/>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R</a:t>
              </a:r>
              <a:endParaRPr lang="en-US" altLang="es-ES" sz="4000"/>
            </a:p>
          </p:txBody>
        </p:sp>
        <p:sp>
          <p:nvSpPr>
            <p:cNvPr id="863404" name="Rectangle 172">
              <a:extLst>
                <a:ext uri="{FF2B5EF4-FFF2-40B4-BE49-F238E27FC236}">
                  <a16:creationId xmlns:a16="http://schemas.microsoft.com/office/drawing/2014/main" id="{BDACEAE7-B286-68F1-D20B-5F2F967D622E}"/>
                </a:ext>
              </a:extLst>
            </p:cNvPr>
            <p:cNvSpPr>
              <a:spLocks noChangeArrowheads="1"/>
            </p:cNvSpPr>
            <p:nvPr/>
          </p:nvSpPr>
          <p:spPr bwMode="auto">
            <a:xfrm>
              <a:off x="3658" y="2140"/>
              <a:ext cx="15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SB</a:t>
              </a:r>
              <a:endParaRPr lang="en-US" altLang="es-ES" sz="4000"/>
            </a:p>
          </p:txBody>
        </p:sp>
        <p:sp>
          <p:nvSpPr>
            <p:cNvPr id="863405" name="Rectangle 173">
              <a:extLst>
                <a:ext uri="{FF2B5EF4-FFF2-40B4-BE49-F238E27FC236}">
                  <a16:creationId xmlns:a16="http://schemas.microsoft.com/office/drawing/2014/main" id="{77FC7AC5-065E-1427-1008-1CC73DF319D3}"/>
                </a:ext>
              </a:extLst>
            </p:cNvPr>
            <p:cNvSpPr>
              <a:spLocks noChangeArrowheads="1"/>
            </p:cNvSpPr>
            <p:nvPr/>
          </p:nvSpPr>
          <p:spPr bwMode="auto">
            <a:xfrm>
              <a:off x="3615" y="2132"/>
              <a:ext cx="23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     ]</a:t>
              </a:r>
              <a:endParaRPr lang="en-US" altLang="es-ES" sz="4000"/>
            </a:p>
          </p:txBody>
        </p:sp>
        <p:sp>
          <p:nvSpPr>
            <p:cNvPr id="863406" name="Rectangle 174">
              <a:extLst>
                <a:ext uri="{FF2B5EF4-FFF2-40B4-BE49-F238E27FC236}">
                  <a16:creationId xmlns:a16="http://schemas.microsoft.com/office/drawing/2014/main" id="{DA9E2877-D3F5-F8D2-8F9A-FC0E4D683E17}"/>
                </a:ext>
              </a:extLst>
            </p:cNvPr>
            <p:cNvSpPr>
              <a:spLocks noChangeArrowheads="1"/>
            </p:cNvSpPr>
            <p:nvPr/>
          </p:nvSpPr>
          <p:spPr bwMode="auto">
            <a:xfrm>
              <a:off x="3374" y="2132"/>
              <a:ext cx="1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a:t>
              </a:r>
              <a:endParaRPr lang="en-US" altLang="es-ES" sz="4000"/>
            </a:p>
          </p:txBody>
        </p:sp>
        <p:sp>
          <p:nvSpPr>
            <p:cNvPr id="863407" name="Rectangle 175">
              <a:extLst>
                <a:ext uri="{FF2B5EF4-FFF2-40B4-BE49-F238E27FC236}">
                  <a16:creationId xmlns:a16="http://schemas.microsoft.com/office/drawing/2014/main" id="{C73AC208-2710-941C-A9CB-2B07183F90F0}"/>
                </a:ext>
              </a:extLst>
            </p:cNvPr>
            <p:cNvSpPr>
              <a:spLocks noChangeArrowheads="1"/>
            </p:cNvSpPr>
            <p:nvPr/>
          </p:nvSpPr>
          <p:spPr bwMode="auto">
            <a:xfrm>
              <a:off x="2764" y="2483"/>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R</a:t>
              </a:r>
              <a:endParaRPr lang="en-US" altLang="es-ES" sz="4000"/>
            </a:p>
          </p:txBody>
        </p:sp>
        <p:sp>
          <p:nvSpPr>
            <p:cNvPr id="863408" name="Rectangle 176">
              <a:extLst>
                <a:ext uri="{FF2B5EF4-FFF2-40B4-BE49-F238E27FC236}">
                  <a16:creationId xmlns:a16="http://schemas.microsoft.com/office/drawing/2014/main" id="{E903C1C4-1A9F-068F-14B5-5FE6254AE5D6}"/>
                </a:ext>
              </a:extLst>
            </p:cNvPr>
            <p:cNvSpPr>
              <a:spLocks noChangeArrowheads="1"/>
            </p:cNvSpPr>
            <p:nvPr/>
          </p:nvSpPr>
          <p:spPr bwMode="auto">
            <a:xfrm>
              <a:off x="2894" y="2483"/>
              <a:ext cx="1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DR</a:t>
              </a:r>
              <a:endParaRPr lang="en-US" altLang="es-ES" sz="4000"/>
            </a:p>
          </p:txBody>
        </p:sp>
        <p:sp>
          <p:nvSpPr>
            <p:cNvPr id="863409" name="Rectangle 177">
              <a:extLst>
                <a:ext uri="{FF2B5EF4-FFF2-40B4-BE49-F238E27FC236}">
                  <a16:creationId xmlns:a16="http://schemas.microsoft.com/office/drawing/2014/main" id="{BF4C9D73-17E9-730C-5BE4-A0CA09E9C230}"/>
                </a:ext>
              </a:extLst>
            </p:cNvPr>
            <p:cNvSpPr>
              <a:spLocks noChangeArrowheads="1"/>
            </p:cNvSpPr>
            <p:nvPr/>
          </p:nvSpPr>
          <p:spPr bwMode="auto">
            <a:xfrm>
              <a:off x="2858" y="2475"/>
              <a:ext cx="2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      ]</a:t>
              </a:r>
              <a:endParaRPr lang="en-US" altLang="es-ES" sz="4000"/>
            </a:p>
          </p:txBody>
        </p:sp>
        <p:sp>
          <p:nvSpPr>
            <p:cNvPr id="863410" name="Rectangle 178">
              <a:extLst>
                <a:ext uri="{FF2B5EF4-FFF2-40B4-BE49-F238E27FC236}">
                  <a16:creationId xmlns:a16="http://schemas.microsoft.com/office/drawing/2014/main" id="{96E556F9-12AC-AACA-6784-79CB4336DD2F}"/>
                </a:ext>
              </a:extLst>
            </p:cNvPr>
            <p:cNvSpPr>
              <a:spLocks noChangeArrowheads="1"/>
            </p:cNvSpPr>
            <p:nvPr/>
          </p:nvSpPr>
          <p:spPr bwMode="auto">
            <a:xfrm>
              <a:off x="3299" y="2483"/>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sl</a:t>
              </a:r>
              <a:endParaRPr lang="en-US" altLang="es-ES" sz="4000"/>
            </a:p>
          </p:txBody>
        </p:sp>
        <p:sp>
          <p:nvSpPr>
            <p:cNvPr id="863411" name="Rectangle 179">
              <a:extLst>
                <a:ext uri="{FF2B5EF4-FFF2-40B4-BE49-F238E27FC236}">
                  <a16:creationId xmlns:a16="http://schemas.microsoft.com/office/drawing/2014/main" id="{239193D2-CEE5-9FD4-E5EA-080874240005}"/>
                </a:ext>
              </a:extLst>
            </p:cNvPr>
            <p:cNvSpPr>
              <a:spLocks noChangeArrowheads="1"/>
            </p:cNvSpPr>
            <p:nvPr/>
          </p:nvSpPr>
          <p:spPr bwMode="auto">
            <a:xfrm>
              <a:off x="3400" y="2483"/>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R</a:t>
              </a:r>
              <a:endParaRPr lang="en-US" altLang="es-ES" sz="4000"/>
            </a:p>
          </p:txBody>
        </p:sp>
        <p:sp>
          <p:nvSpPr>
            <p:cNvPr id="863412" name="Rectangle 180">
              <a:extLst>
                <a:ext uri="{FF2B5EF4-FFF2-40B4-BE49-F238E27FC236}">
                  <a16:creationId xmlns:a16="http://schemas.microsoft.com/office/drawing/2014/main" id="{51AEB6AC-CD3D-C005-2AC4-814083770474}"/>
                </a:ext>
              </a:extLst>
            </p:cNvPr>
            <p:cNvSpPr>
              <a:spLocks noChangeArrowheads="1"/>
            </p:cNvSpPr>
            <p:nvPr/>
          </p:nvSpPr>
          <p:spPr bwMode="auto">
            <a:xfrm>
              <a:off x="3548" y="2483"/>
              <a:ext cx="15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SB</a:t>
              </a:r>
              <a:endParaRPr lang="en-US" altLang="es-ES" sz="4000"/>
            </a:p>
          </p:txBody>
        </p:sp>
        <p:sp>
          <p:nvSpPr>
            <p:cNvPr id="863413" name="Rectangle 181">
              <a:extLst>
                <a:ext uri="{FF2B5EF4-FFF2-40B4-BE49-F238E27FC236}">
                  <a16:creationId xmlns:a16="http://schemas.microsoft.com/office/drawing/2014/main" id="{E726CE2B-0DA7-6853-8440-4542B19FF582}"/>
                </a:ext>
              </a:extLst>
            </p:cNvPr>
            <p:cNvSpPr>
              <a:spLocks noChangeArrowheads="1"/>
            </p:cNvSpPr>
            <p:nvPr/>
          </p:nvSpPr>
          <p:spPr bwMode="auto">
            <a:xfrm>
              <a:off x="3505" y="2475"/>
              <a:ext cx="23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     ]</a:t>
              </a:r>
              <a:endParaRPr lang="en-US" altLang="es-ES" sz="4000"/>
            </a:p>
          </p:txBody>
        </p:sp>
        <p:sp>
          <p:nvSpPr>
            <p:cNvPr id="863414" name="Rectangle 182">
              <a:extLst>
                <a:ext uri="{FF2B5EF4-FFF2-40B4-BE49-F238E27FC236}">
                  <a16:creationId xmlns:a16="http://schemas.microsoft.com/office/drawing/2014/main" id="{1B15700A-D33D-83F2-BEFE-F66DEAB30E13}"/>
                </a:ext>
              </a:extLst>
            </p:cNvPr>
            <p:cNvSpPr>
              <a:spLocks noChangeArrowheads="1"/>
            </p:cNvSpPr>
            <p:nvPr/>
          </p:nvSpPr>
          <p:spPr bwMode="auto">
            <a:xfrm>
              <a:off x="3146" y="2475"/>
              <a:ext cx="1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a:t>
              </a:r>
              <a:endParaRPr lang="en-US" altLang="es-ES" sz="4000"/>
            </a:p>
          </p:txBody>
        </p:sp>
        <p:sp>
          <p:nvSpPr>
            <p:cNvPr id="863415" name="Rectangle 183">
              <a:extLst>
                <a:ext uri="{FF2B5EF4-FFF2-40B4-BE49-F238E27FC236}">
                  <a16:creationId xmlns:a16="http://schemas.microsoft.com/office/drawing/2014/main" id="{72C8BC18-63A8-852C-E914-C55832E143CA}"/>
                </a:ext>
              </a:extLst>
            </p:cNvPr>
            <p:cNvSpPr>
              <a:spLocks noChangeArrowheads="1"/>
            </p:cNvSpPr>
            <p:nvPr/>
          </p:nvSpPr>
          <p:spPr bwMode="auto">
            <a:xfrm>
              <a:off x="2758" y="2730"/>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R</a:t>
              </a:r>
              <a:endParaRPr lang="en-US" altLang="es-ES" sz="4000"/>
            </a:p>
          </p:txBody>
        </p:sp>
        <p:sp>
          <p:nvSpPr>
            <p:cNvPr id="863416" name="Rectangle 184">
              <a:extLst>
                <a:ext uri="{FF2B5EF4-FFF2-40B4-BE49-F238E27FC236}">
                  <a16:creationId xmlns:a16="http://schemas.microsoft.com/office/drawing/2014/main" id="{0CA722AF-47DF-532E-C77E-041429FAD596}"/>
                </a:ext>
              </a:extLst>
            </p:cNvPr>
            <p:cNvSpPr>
              <a:spLocks noChangeArrowheads="1"/>
            </p:cNvSpPr>
            <p:nvPr/>
          </p:nvSpPr>
          <p:spPr bwMode="auto">
            <a:xfrm>
              <a:off x="2894" y="2730"/>
              <a:ext cx="1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DR</a:t>
              </a:r>
              <a:endParaRPr lang="en-US" altLang="es-ES" sz="4000"/>
            </a:p>
          </p:txBody>
        </p:sp>
        <p:sp>
          <p:nvSpPr>
            <p:cNvPr id="863417" name="Rectangle 185">
              <a:extLst>
                <a:ext uri="{FF2B5EF4-FFF2-40B4-BE49-F238E27FC236}">
                  <a16:creationId xmlns:a16="http://schemas.microsoft.com/office/drawing/2014/main" id="{F8BBC04D-D7C6-5516-E47D-0C940C2E1CB9}"/>
                </a:ext>
              </a:extLst>
            </p:cNvPr>
            <p:cNvSpPr>
              <a:spLocks noChangeArrowheads="1"/>
            </p:cNvSpPr>
            <p:nvPr/>
          </p:nvSpPr>
          <p:spPr bwMode="auto">
            <a:xfrm>
              <a:off x="2858" y="2722"/>
              <a:ext cx="2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      ]</a:t>
              </a:r>
              <a:endParaRPr lang="en-US" altLang="es-ES" sz="4000"/>
            </a:p>
          </p:txBody>
        </p:sp>
        <p:sp>
          <p:nvSpPr>
            <p:cNvPr id="863418" name="Rectangle 186">
              <a:extLst>
                <a:ext uri="{FF2B5EF4-FFF2-40B4-BE49-F238E27FC236}">
                  <a16:creationId xmlns:a16="http://schemas.microsoft.com/office/drawing/2014/main" id="{7F4A0772-7579-7A94-A77E-0E6980049854}"/>
                </a:ext>
              </a:extLst>
            </p:cNvPr>
            <p:cNvSpPr>
              <a:spLocks noChangeArrowheads="1"/>
            </p:cNvSpPr>
            <p:nvPr/>
          </p:nvSpPr>
          <p:spPr bwMode="auto">
            <a:xfrm>
              <a:off x="3281" y="2730"/>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R</a:t>
              </a:r>
              <a:endParaRPr lang="en-US" altLang="es-ES" sz="4000"/>
            </a:p>
          </p:txBody>
        </p:sp>
        <p:sp>
          <p:nvSpPr>
            <p:cNvPr id="863419" name="Rectangle 187">
              <a:extLst>
                <a:ext uri="{FF2B5EF4-FFF2-40B4-BE49-F238E27FC236}">
                  <a16:creationId xmlns:a16="http://schemas.microsoft.com/office/drawing/2014/main" id="{09058D04-9250-BFEA-F1EF-B2D4AA405EC6}"/>
                </a:ext>
              </a:extLst>
            </p:cNvPr>
            <p:cNvSpPr>
              <a:spLocks noChangeArrowheads="1"/>
            </p:cNvSpPr>
            <p:nvPr/>
          </p:nvSpPr>
          <p:spPr bwMode="auto">
            <a:xfrm>
              <a:off x="3412" y="2730"/>
              <a:ext cx="1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SA</a:t>
              </a:r>
              <a:endParaRPr lang="en-US" altLang="es-ES" sz="4000"/>
            </a:p>
          </p:txBody>
        </p:sp>
        <p:sp>
          <p:nvSpPr>
            <p:cNvPr id="863420" name="Rectangle 188">
              <a:extLst>
                <a:ext uri="{FF2B5EF4-FFF2-40B4-BE49-F238E27FC236}">
                  <a16:creationId xmlns:a16="http://schemas.microsoft.com/office/drawing/2014/main" id="{4A058162-65EB-B809-CA1D-3B99DF7BEFC3}"/>
                </a:ext>
              </a:extLst>
            </p:cNvPr>
            <p:cNvSpPr>
              <a:spLocks noChangeArrowheads="1"/>
            </p:cNvSpPr>
            <p:nvPr/>
          </p:nvSpPr>
          <p:spPr bwMode="auto">
            <a:xfrm>
              <a:off x="3369" y="2722"/>
              <a:ext cx="23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     ]</a:t>
              </a:r>
              <a:endParaRPr lang="en-US" altLang="es-ES" sz="4000"/>
            </a:p>
          </p:txBody>
        </p:sp>
        <p:sp>
          <p:nvSpPr>
            <p:cNvPr id="863421" name="Rectangle 189">
              <a:extLst>
                <a:ext uri="{FF2B5EF4-FFF2-40B4-BE49-F238E27FC236}">
                  <a16:creationId xmlns:a16="http://schemas.microsoft.com/office/drawing/2014/main" id="{FF882829-199C-E857-6F06-D0B9E377DAB0}"/>
                </a:ext>
              </a:extLst>
            </p:cNvPr>
            <p:cNvSpPr>
              <a:spLocks noChangeArrowheads="1"/>
            </p:cNvSpPr>
            <p:nvPr/>
          </p:nvSpPr>
          <p:spPr bwMode="auto">
            <a:xfrm>
              <a:off x="3146" y="2722"/>
              <a:ext cx="1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a:t>
              </a:r>
              <a:endParaRPr lang="en-US" altLang="es-ES" sz="4000"/>
            </a:p>
          </p:txBody>
        </p:sp>
        <p:sp>
          <p:nvSpPr>
            <p:cNvPr id="863422" name="Rectangle 190">
              <a:extLst>
                <a:ext uri="{FF2B5EF4-FFF2-40B4-BE49-F238E27FC236}">
                  <a16:creationId xmlns:a16="http://schemas.microsoft.com/office/drawing/2014/main" id="{9489A1C6-39DA-9A64-B036-8580D5109BF5}"/>
                </a:ext>
              </a:extLst>
            </p:cNvPr>
            <p:cNvSpPr>
              <a:spLocks noChangeArrowheads="1"/>
            </p:cNvSpPr>
            <p:nvPr/>
          </p:nvSpPr>
          <p:spPr bwMode="auto">
            <a:xfrm>
              <a:off x="3308" y="2728"/>
              <a:ext cx="288" cy="6"/>
            </a:xfrm>
            <a:prstGeom prst="rect">
              <a:avLst/>
            </a:prstGeom>
            <a:solidFill>
              <a:srgbClr val="000000"/>
            </a:solidFill>
            <a:ln w="12700">
              <a:solidFill>
                <a:srgbClr val="000000"/>
              </a:solidFill>
              <a:miter lim="800000"/>
              <a:headEnd/>
              <a:tailEnd/>
            </a:ln>
          </p:spPr>
          <p:txBody>
            <a:bodyPr/>
            <a:lstStyle/>
            <a:p>
              <a:endParaRPr lang="es-ES"/>
            </a:p>
          </p:txBody>
        </p:sp>
        <p:sp>
          <p:nvSpPr>
            <p:cNvPr id="863423" name="Rectangle 191">
              <a:extLst>
                <a:ext uri="{FF2B5EF4-FFF2-40B4-BE49-F238E27FC236}">
                  <a16:creationId xmlns:a16="http://schemas.microsoft.com/office/drawing/2014/main" id="{BF87575C-62F4-F281-2AC6-15BCE6B82CD8}"/>
                </a:ext>
              </a:extLst>
            </p:cNvPr>
            <p:cNvSpPr>
              <a:spLocks noChangeArrowheads="1"/>
            </p:cNvSpPr>
            <p:nvPr/>
          </p:nvSpPr>
          <p:spPr bwMode="auto">
            <a:xfrm>
              <a:off x="2782" y="3099"/>
              <a:ext cx="1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PC</a:t>
              </a:r>
              <a:endParaRPr lang="en-US" altLang="es-ES" sz="4000"/>
            </a:p>
          </p:txBody>
        </p:sp>
        <p:sp>
          <p:nvSpPr>
            <p:cNvPr id="863424" name="Rectangle 192">
              <a:extLst>
                <a:ext uri="{FF2B5EF4-FFF2-40B4-BE49-F238E27FC236}">
                  <a16:creationId xmlns:a16="http://schemas.microsoft.com/office/drawing/2014/main" id="{B1BB837A-74CF-7F89-EC60-B6D948F4D104}"/>
                </a:ext>
              </a:extLst>
            </p:cNvPr>
            <p:cNvSpPr>
              <a:spLocks noChangeArrowheads="1"/>
            </p:cNvSpPr>
            <p:nvPr/>
          </p:nvSpPr>
          <p:spPr bwMode="auto">
            <a:xfrm>
              <a:off x="3121" y="3099"/>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P</a:t>
              </a:r>
              <a:endParaRPr lang="en-US" altLang="es-ES" sz="4000"/>
            </a:p>
          </p:txBody>
        </p:sp>
        <p:sp>
          <p:nvSpPr>
            <p:cNvPr id="863425" name="Rectangle 193">
              <a:extLst>
                <a:ext uri="{FF2B5EF4-FFF2-40B4-BE49-F238E27FC236}">
                  <a16:creationId xmlns:a16="http://schemas.microsoft.com/office/drawing/2014/main" id="{43C1DC60-5E2B-A6C7-E323-644DC18B9DB2}"/>
                </a:ext>
              </a:extLst>
            </p:cNvPr>
            <p:cNvSpPr>
              <a:spLocks noChangeArrowheads="1"/>
            </p:cNvSpPr>
            <p:nvPr/>
          </p:nvSpPr>
          <p:spPr bwMode="auto">
            <a:xfrm>
              <a:off x="3191" y="3099"/>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C</a:t>
              </a:r>
              <a:endParaRPr lang="en-US" altLang="es-ES" sz="4000"/>
            </a:p>
          </p:txBody>
        </p:sp>
        <p:sp>
          <p:nvSpPr>
            <p:cNvPr id="863426" name="Rectangle 194">
              <a:extLst>
                <a:ext uri="{FF2B5EF4-FFF2-40B4-BE49-F238E27FC236}">
                  <a16:creationId xmlns:a16="http://schemas.microsoft.com/office/drawing/2014/main" id="{8FD731A0-69EB-75C9-D5DB-5C8D4B234A59}"/>
                </a:ext>
              </a:extLst>
            </p:cNvPr>
            <p:cNvSpPr>
              <a:spLocks noChangeArrowheads="1"/>
            </p:cNvSpPr>
            <p:nvPr/>
          </p:nvSpPr>
          <p:spPr bwMode="auto">
            <a:xfrm>
              <a:off x="3390" y="3099"/>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se</a:t>
              </a:r>
              <a:endParaRPr lang="en-US" altLang="es-ES" sz="4000"/>
            </a:p>
          </p:txBody>
        </p:sp>
        <p:sp>
          <p:nvSpPr>
            <p:cNvPr id="863427" name="Rectangle 195">
              <a:extLst>
                <a:ext uri="{FF2B5EF4-FFF2-40B4-BE49-F238E27FC236}">
                  <a16:creationId xmlns:a16="http://schemas.microsoft.com/office/drawing/2014/main" id="{7866112F-835B-F06D-0408-3469D34455A5}"/>
                </a:ext>
              </a:extLst>
            </p:cNvPr>
            <p:cNvSpPr>
              <a:spLocks noChangeArrowheads="1"/>
            </p:cNvSpPr>
            <p:nvPr/>
          </p:nvSpPr>
          <p:spPr bwMode="auto">
            <a:xfrm>
              <a:off x="3536" y="3099"/>
              <a:ext cx="1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AD</a:t>
              </a:r>
              <a:endParaRPr lang="en-US" altLang="es-ES" sz="4000"/>
            </a:p>
          </p:txBody>
        </p:sp>
        <p:sp>
          <p:nvSpPr>
            <p:cNvPr id="863428" name="Rectangle 196">
              <a:extLst>
                <a:ext uri="{FF2B5EF4-FFF2-40B4-BE49-F238E27FC236}">
                  <a16:creationId xmlns:a16="http://schemas.microsoft.com/office/drawing/2014/main" id="{7C35B4D0-42E3-2F2E-82A4-DDC5CA6B1C1F}"/>
                </a:ext>
              </a:extLst>
            </p:cNvPr>
            <p:cNvSpPr>
              <a:spLocks noChangeArrowheads="1"/>
            </p:cNvSpPr>
            <p:nvPr/>
          </p:nvSpPr>
          <p:spPr bwMode="auto">
            <a:xfrm>
              <a:off x="3297" y="3103"/>
              <a:ext cx="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 panose="02020603050405020304" pitchFamily="18" charset="0"/>
                </a:rPr>
                <a:t>+</a:t>
              </a:r>
              <a:endParaRPr lang="en-US" altLang="es-ES" sz="4000"/>
            </a:p>
          </p:txBody>
        </p:sp>
        <p:sp>
          <p:nvSpPr>
            <p:cNvPr id="863429" name="Rectangle 197">
              <a:extLst>
                <a:ext uri="{FF2B5EF4-FFF2-40B4-BE49-F238E27FC236}">
                  <a16:creationId xmlns:a16="http://schemas.microsoft.com/office/drawing/2014/main" id="{CD2A0B8F-EA51-B46A-CAD0-EA6898E98023}"/>
                </a:ext>
              </a:extLst>
            </p:cNvPr>
            <p:cNvSpPr>
              <a:spLocks noChangeArrowheads="1"/>
            </p:cNvSpPr>
            <p:nvPr/>
          </p:nvSpPr>
          <p:spPr bwMode="auto">
            <a:xfrm>
              <a:off x="2980" y="3091"/>
              <a:ext cx="1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a:t>
              </a:r>
              <a:endParaRPr lang="en-US" altLang="es-ES" sz="4000"/>
            </a:p>
          </p:txBody>
        </p:sp>
        <p:sp>
          <p:nvSpPr>
            <p:cNvPr id="863430" name="Rectangle 198">
              <a:extLst>
                <a:ext uri="{FF2B5EF4-FFF2-40B4-BE49-F238E27FC236}">
                  <a16:creationId xmlns:a16="http://schemas.microsoft.com/office/drawing/2014/main" id="{31F26C85-D98E-D1F8-C572-3301E31E1F48}"/>
                </a:ext>
              </a:extLst>
            </p:cNvPr>
            <p:cNvSpPr>
              <a:spLocks noChangeArrowheads="1"/>
            </p:cNvSpPr>
            <p:nvPr/>
          </p:nvSpPr>
          <p:spPr bwMode="auto">
            <a:xfrm>
              <a:off x="3480" y="3222"/>
              <a:ext cx="1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PC</a:t>
              </a:r>
              <a:endParaRPr lang="en-US" altLang="es-ES" sz="4000"/>
            </a:p>
          </p:txBody>
        </p:sp>
        <p:sp>
          <p:nvSpPr>
            <p:cNvPr id="863431" name="Rectangle 199">
              <a:extLst>
                <a:ext uri="{FF2B5EF4-FFF2-40B4-BE49-F238E27FC236}">
                  <a16:creationId xmlns:a16="http://schemas.microsoft.com/office/drawing/2014/main" id="{21261FCA-0D1B-290F-C6EA-BA0E53ABC8BC}"/>
                </a:ext>
              </a:extLst>
            </p:cNvPr>
            <p:cNvSpPr>
              <a:spLocks noChangeArrowheads="1"/>
            </p:cNvSpPr>
            <p:nvPr/>
          </p:nvSpPr>
          <p:spPr bwMode="auto">
            <a:xfrm>
              <a:off x="3832" y="3222"/>
              <a:ext cx="1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i="1" u="none" baseline="0">
                  <a:solidFill>
                    <a:srgbClr val="000000"/>
                  </a:solidFill>
                  <a:latin typeface="TimesTen" pitchFamily="18" charset="0"/>
                </a:rPr>
                <a:t>PC</a:t>
              </a:r>
              <a:endParaRPr lang="en-US" altLang="es-ES" sz="4000"/>
            </a:p>
          </p:txBody>
        </p:sp>
        <p:sp>
          <p:nvSpPr>
            <p:cNvPr id="863432" name="Rectangle 200">
              <a:extLst>
                <a:ext uri="{FF2B5EF4-FFF2-40B4-BE49-F238E27FC236}">
                  <a16:creationId xmlns:a16="http://schemas.microsoft.com/office/drawing/2014/main" id="{48B39B23-6A25-32B9-80F3-6D8F24DA39CE}"/>
                </a:ext>
              </a:extLst>
            </p:cNvPr>
            <p:cNvSpPr>
              <a:spLocks noChangeArrowheads="1"/>
            </p:cNvSpPr>
            <p:nvPr/>
          </p:nvSpPr>
          <p:spPr bwMode="auto">
            <a:xfrm>
              <a:off x="4136" y="3222"/>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Ten" pitchFamily="18" charset="0"/>
                </a:rPr>
                <a:t>1</a:t>
              </a:r>
              <a:endParaRPr lang="en-US" altLang="es-ES" sz="4000"/>
            </a:p>
          </p:txBody>
        </p:sp>
        <p:sp>
          <p:nvSpPr>
            <p:cNvPr id="863433" name="Rectangle 201">
              <a:extLst>
                <a:ext uri="{FF2B5EF4-FFF2-40B4-BE49-F238E27FC236}">
                  <a16:creationId xmlns:a16="http://schemas.microsoft.com/office/drawing/2014/main" id="{494C88BD-4AEF-8935-1BA4-D83FEE267106}"/>
                </a:ext>
              </a:extLst>
            </p:cNvPr>
            <p:cNvSpPr>
              <a:spLocks noChangeArrowheads="1"/>
            </p:cNvSpPr>
            <p:nvPr/>
          </p:nvSpPr>
          <p:spPr bwMode="auto">
            <a:xfrm>
              <a:off x="4019" y="3226"/>
              <a:ext cx="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Times" panose="02020603050405020304" pitchFamily="18" charset="0"/>
                </a:rPr>
                <a:t>+</a:t>
              </a:r>
              <a:endParaRPr lang="en-US" altLang="es-ES" sz="4000"/>
            </a:p>
          </p:txBody>
        </p:sp>
        <p:sp>
          <p:nvSpPr>
            <p:cNvPr id="863434" name="Rectangle 202">
              <a:extLst>
                <a:ext uri="{FF2B5EF4-FFF2-40B4-BE49-F238E27FC236}">
                  <a16:creationId xmlns:a16="http://schemas.microsoft.com/office/drawing/2014/main" id="{051E22A8-69A1-9511-4875-50127A234449}"/>
                </a:ext>
              </a:extLst>
            </p:cNvPr>
            <p:cNvSpPr>
              <a:spLocks noChangeArrowheads="1"/>
            </p:cNvSpPr>
            <p:nvPr/>
          </p:nvSpPr>
          <p:spPr bwMode="auto">
            <a:xfrm>
              <a:off x="3677" y="3214"/>
              <a:ext cx="1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500" u="none" baseline="0">
                  <a:solidFill>
                    <a:srgbClr val="000000"/>
                  </a:solidFill>
                  <a:latin typeface="Symbol" panose="05050102010706020507" pitchFamily="18" charset="2"/>
                </a:rPr>
                <a:t>¬</a:t>
              </a:r>
              <a:endParaRPr lang="en-US" altLang="es-ES" sz="4000"/>
            </a:p>
          </p:txBody>
        </p:sp>
      </p:gr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E70FC3F8-7363-D601-95DB-53FD4606A7E5}"/>
              </a:ext>
            </a:extLst>
          </p:cNvPr>
          <p:cNvSpPr>
            <a:spLocks noGrp="1"/>
          </p:cNvSpPr>
          <p:nvPr>
            <p:ph type="sldNum" sz="quarter" idx="10"/>
          </p:nvPr>
        </p:nvSpPr>
        <p:spPr/>
        <p:txBody>
          <a:bodyPr/>
          <a:lstStyle/>
          <a:p>
            <a:r>
              <a:rPr lang="en-US" altLang="es-ES"/>
              <a:t>Chapter 9  Part 2   </a:t>
            </a:r>
            <a:fld id="{BDCC5291-2ECC-454C-A2E1-FEDB3D189FD4}" type="slidenum">
              <a:rPr lang="en-US" altLang="es-ES"/>
              <a:pPr/>
              <a:t>25</a:t>
            </a:fld>
            <a:endParaRPr lang="en-US" altLang="es-ES"/>
          </a:p>
        </p:txBody>
      </p:sp>
      <p:sp>
        <p:nvSpPr>
          <p:cNvPr id="864258" name="Rectangle 1026">
            <a:extLst>
              <a:ext uri="{FF2B5EF4-FFF2-40B4-BE49-F238E27FC236}">
                <a16:creationId xmlns:a16="http://schemas.microsoft.com/office/drawing/2014/main" id="{3E6040F6-4439-5D92-69ED-1A5DCF4D3A3C}"/>
              </a:ext>
            </a:extLst>
          </p:cNvPr>
          <p:cNvSpPr>
            <a:spLocks noGrp="1" noChangeArrowheads="1"/>
          </p:cNvSpPr>
          <p:nvPr>
            <p:ph type="title"/>
          </p:nvPr>
        </p:nvSpPr>
        <p:spPr/>
        <p:txBody>
          <a:bodyPr/>
          <a:lstStyle/>
          <a:p>
            <a:r>
              <a:rPr lang="en-US" altLang="es-ES"/>
              <a:t>Decoding for</a:t>
            </a:r>
            <a:r>
              <a:rPr lang="en-US" altLang="es-ES">
                <a:solidFill>
                  <a:schemeClr val="accent2"/>
                </a:solidFill>
              </a:rPr>
              <a:t> ADI</a:t>
            </a:r>
          </a:p>
        </p:txBody>
      </p:sp>
      <p:grpSp>
        <p:nvGrpSpPr>
          <p:cNvPr id="864376" name="Group 1144">
            <a:extLst>
              <a:ext uri="{FF2B5EF4-FFF2-40B4-BE49-F238E27FC236}">
                <a16:creationId xmlns:a16="http://schemas.microsoft.com/office/drawing/2014/main" id="{43517871-3F04-83DF-6BF9-9010E3520148}"/>
              </a:ext>
            </a:extLst>
          </p:cNvPr>
          <p:cNvGrpSpPr>
            <a:grpSpLocks/>
          </p:cNvGrpSpPr>
          <p:nvPr/>
        </p:nvGrpSpPr>
        <p:grpSpPr bwMode="auto">
          <a:xfrm>
            <a:off x="2144713" y="1425575"/>
            <a:ext cx="4973637" cy="4910138"/>
            <a:chOff x="1351" y="898"/>
            <a:chExt cx="3133" cy="3093"/>
          </a:xfrm>
        </p:grpSpPr>
        <p:grpSp>
          <p:nvGrpSpPr>
            <p:cNvPr id="864260" name="Group 1028">
              <a:extLst>
                <a:ext uri="{FF2B5EF4-FFF2-40B4-BE49-F238E27FC236}">
                  <a16:creationId xmlns:a16="http://schemas.microsoft.com/office/drawing/2014/main" id="{40A4DF21-9E20-C2C4-083C-5A497DF06DAE}"/>
                </a:ext>
              </a:extLst>
            </p:cNvPr>
            <p:cNvGrpSpPr>
              <a:grpSpLocks/>
            </p:cNvGrpSpPr>
            <p:nvPr/>
          </p:nvGrpSpPr>
          <p:grpSpPr bwMode="auto">
            <a:xfrm>
              <a:off x="1351" y="898"/>
              <a:ext cx="3133" cy="3093"/>
              <a:chOff x="1767" y="1202"/>
              <a:chExt cx="3133" cy="3093"/>
            </a:xfrm>
          </p:grpSpPr>
          <p:sp>
            <p:nvSpPr>
              <p:cNvPr id="864261" name="Line 1029">
                <a:extLst>
                  <a:ext uri="{FF2B5EF4-FFF2-40B4-BE49-F238E27FC236}">
                    <a16:creationId xmlns:a16="http://schemas.microsoft.com/office/drawing/2014/main" id="{E9072A2C-04EB-4551-4A23-3E79ADD04368}"/>
                  </a:ext>
                </a:extLst>
              </p:cNvPr>
              <p:cNvSpPr>
                <a:spLocks noChangeShapeType="1"/>
              </p:cNvSpPr>
              <p:nvPr/>
            </p:nvSpPr>
            <p:spPr bwMode="auto">
              <a:xfrm>
                <a:off x="3141" y="1316"/>
                <a:ext cx="1" cy="343"/>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62" name="Line 1030">
                <a:extLst>
                  <a:ext uri="{FF2B5EF4-FFF2-40B4-BE49-F238E27FC236}">
                    <a16:creationId xmlns:a16="http://schemas.microsoft.com/office/drawing/2014/main" id="{CF33AB27-19C9-E359-094C-7FCDECA8481D}"/>
                  </a:ext>
                </a:extLst>
              </p:cNvPr>
              <p:cNvSpPr>
                <a:spLocks noChangeShapeType="1"/>
              </p:cNvSpPr>
              <p:nvPr/>
            </p:nvSpPr>
            <p:spPr bwMode="auto">
              <a:xfrm>
                <a:off x="3585" y="1316"/>
                <a:ext cx="1" cy="343"/>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63" name="Line 1031">
                <a:extLst>
                  <a:ext uri="{FF2B5EF4-FFF2-40B4-BE49-F238E27FC236}">
                    <a16:creationId xmlns:a16="http://schemas.microsoft.com/office/drawing/2014/main" id="{94F99360-F875-EAFD-31CB-8435AE5F6372}"/>
                  </a:ext>
                </a:extLst>
              </p:cNvPr>
              <p:cNvSpPr>
                <a:spLocks noChangeShapeType="1"/>
              </p:cNvSpPr>
              <p:nvPr/>
            </p:nvSpPr>
            <p:spPr bwMode="auto">
              <a:xfrm>
                <a:off x="4028" y="1316"/>
                <a:ext cx="1" cy="343"/>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64" name="Freeform 1032">
                <a:extLst>
                  <a:ext uri="{FF2B5EF4-FFF2-40B4-BE49-F238E27FC236}">
                    <a16:creationId xmlns:a16="http://schemas.microsoft.com/office/drawing/2014/main" id="{69D60712-A306-DD67-46EE-C4E82A7731BB}"/>
                  </a:ext>
                </a:extLst>
              </p:cNvPr>
              <p:cNvSpPr>
                <a:spLocks/>
              </p:cNvSpPr>
              <p:nvPr/>
            </p:nvSpPr>
            <p:spPr bwMode="auto">
              <a:xfrm>
                <a:off x="2750" y="1659"/>
                <a:ext cx="1498" cy="2022"/>
              </a:xfrm>
              <a:custGeom>
                <a:avLst/>
                <a:gdLst>
                  <a:gd name="T0" fmla="*/ 1483 w 1483"/>
                  <a:gd name="T1" fmla="*/ 0 h 1969"/>
                  <a:gd name="T2" fmla="*/ 1483 w 1483"/>
                  <a:gd name="T3" fmla="*/ 366 h 1969"/>
                  <a:gd name="T4" fmla="*/ 0 w 1483"/>
                  <a:gd name="T5" fmla="*/ 366 h 1969"/>
                  <a:gd name="T6" fmla="*/ 0 w 1483"/>
                  <a:gd name="T7" fmla="*/ 1969 h 1969"/>
                </a:gdLst>
                <a:ahLst/>
                <a:cxnLst>
                  <a:cxn ang="0">
                    <a:pos x="T0" y="T1"/>
                  </a:cxn>
                  <a:cxn ang="0">
                    <a:pos x="T2" y="T3"/>
                  </a:cxn>
                  <a:cxn ang="0">
                    <a:pos x="T4" y="T5"/>
                  </a:cxn>
                  <a:cxn ang="0">
                    <a:pos x="T6" y="T7"/>
                  </a:cxn>
                </a:cxnLst>
                <a:rect l="0" t="0" r="r" b="b"/>
                <a:pathLst>
                  <a:path w="1483" h="1969">
                    <a:moveTo>
                      <a:pt x="1483" y="0"/>
                    </a:moveTo>
                    <a:lnTo>
                      <a:pt x="1483" y="366"/>
                    </a:lnTo>
                    <a:lnTo>
                      <a:pt x="0" y="366"/>
                    </a:lnTo>
                    <a:lnTo>
                      <a:pt x="0" y="196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265" name="Freeform 1033">
                <a:extLst>
                  <a:ext uri="{FF2B5EF4-FFF2-40B4-BE49-F238E27FC236}">
                    <a16:creationId xmlns:a16="http://schemas.microsoft.com/office/drawing/2014/main" id="{01322FEF-EFA1-51B2-EF3F-EE732B74C9FA}"/>
                  </a:ext>
                </a:extLst>
              </p:cNvPr>
              <p:cNvSpPr>
                <a:spLocks/>
              </p:cNvSpPr>
              <p:nvPr/>
            </p:nvSpPr>
            <p:spPr bwMode="auto">
              <a:xfrm>
                <a:off x="2369" y="1659"/>
                <a:ext cx="1435" cy="2022"/>
              </a:xfrm>
              <a:custGeom>
                <a:avLst/>
                <a:gdLst>
                  <a:gd name="T0" fmla="*/ 1420 w 1420"/>
                  <a:gd name="T1" fmla="*/ 0 h 1969"/>
                  <a:gd name="T2" fmla="*/ 1420 w 1420"/>
                  <a:gd name="T3" fmla="*/ 274 h 1969"/>
                  <a:gd name="T4" fmla="*/ 0 w 1420"/>
                  <a:gd name="T5" fmla="*/ 272 h 1969"/>
                  <a:gd name="T6" fmla="*/ 0 w 1420"/>
                  <a:gd name="T7" fmla="*/ 1969 h 1969"/>
                </a:gdLst>
                <a:ahLst/>
                <a:cxnLst>
                  <a:cxn ang="0">
                    <a:pos x="T0" y="T1"/>
                  </a:cxn>
                  <a:cxn ang="0">
                    <a:pos x="T2" y="T3"/>
                  </a:cxn>
                  <a:cxn ang="0">
                    <a:pos x="T4" y="T5"/>
                  </a:cxn>
                  <a:cxn ang="0">
                    <a:pos x="T6" y="T7"/>
                  </a:cxn>
                </a:cxnLst>
                <a:rect l="0" t="0" r="r" b="b"/>
                <a:pathLst>
                  <a:path w="1420" h="1969">
                    <a:moveTo>
                      <a:pt x="1420" y="0"/>
                    </a:moveTo>
                    <a:lnTo>
                      <a:pt x="1420" y="274"/>
                    </a:lnTo>
                    <a:lnTo>
                      <a:pt x="0" y="272"/>
                    </a:lnTo>
                    <a:lnTo>
                      <a:pt x="0" y="196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266" name="Freeform 1034">
                <a:extLst>
                  <a:ext uri="{FF2B5EF4-FFF2-40B4-BE49-F238E27FC236}">
                    <a16:creationId xmlns:a16="http://schemas.microsoft.com/office/drawing/2014/main" id="{A60AD268-F084-657B-C86C-A527494DF484}"/>
                  </a:ext>
                </a:extLst>
              </p:cNvPr>
              <p:cNvSpPr>
                <a:spLocks/>
              </p:cNvSpPr>
              <p:nvPr/>
            </p:nvSpPr>
            <p:spPr bwMode="auto">
              <a:xfrm>
                <a:off x="1956" y="1659"/>
                <a:ext cx="1405" cy="2022"/>
              </a:xfrm>
              <a:custGeom>
                <a:avLst/>
                <a:gdLst>
                  <a:gd name="T0" fmla="*/ 1391 w 1391"/>
                  <a:gd name="T1" fmla="*/ 0 h 1969"/>
                  <a:gd name="T2" fmla="*/ 1391 w 1391"/>
                  <a:gd name="T3" fmla="*/ 172 h 1969"/>
                  <a:gd name="T4" fmla="*/ 0 w 1391"/>
                  <a:gd name="T5" fmla="*/ 172 h 1969"/>
                  <a:gd name="T6" fmla="*/ 0 w 1391"/>
                  <a:gd name="T7" fmla="*/ 1969 h 1969"/>
                </a:gdLst>
                <a:ahLst/>
                <a:cxnLst>
                  <a:cxn ang="0">
                    <a:pos x="T0" y="T1"/>
                  </a:cxn>
                  <a:cxn ang="0">
                    <a:pos x="T2" y="T3"/>
                  </a:cxn>
                  <a:cxn ang="0">
                    <a:pos x="T4" y="T5"/>
                  </a:cxn>
                  <a:cxn ang="0">
                    <a:pos x="T6" y="T7"/>
                  </a:cxn>
                </a:cxnLst>
                <a:rect l="0" t="0" r="r" b="b"/>
                <a:pathLst>
                  <a:path w="1391" h="1969">
                    <a:moveTo>
                      <a:pt x="1391" y="0"/>
                    </a:moveTo>
                    <a:lnTo>
                      <a:pt x="1391" y="172"/>
                    </a:lnTo>
                    <a:lnTo>
                      <a:pt x="0" y="172"/>
                    </a:lnTo>
                    <a:lnTo>
                      <a:pt x="0" y="196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267" name="Line 1035">
                <a:extLst>
                  <a:ext uri="{FF2B5EF4-FFF2-40B4-BE49-F238E27FC236}">
                    <a16:creationId xmlns:a16="http://schemas.microsoft.com/office/drawing/2014/main" id="{215ABB95-2EC1-9F0F-F16B-0025429F94E7}"/>
                  </a:ext>
                </a:extLst>
              </p:cNvPr>
              <p:cNvSpPr>
                <a:spLocks noChangeShapeType="1"/>
              </p:cNvSpPr>
              <p:nvPr/>
            </p:nvSpPr>
            <p:spPr bwMode="auto">
              <a:xfrm>
                <a:off x="2144"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68" name="Line 1036">
                <a:extLst>
                  <a:ext uri="{FF2B5EF4-FFF2-40B4-BE49-F238E27FC236}">
                    <a16:creationId xmlns:a16="http://schemas.microsoft.com/office/drawing/2014/main" id="{B23992CF-D2C6-FB90-1A83-E6C3527B0DCF}"/>
                  </a:ext>
                </a:extLst>
              </p:cNvPr>
              <p:cNvSpPr>
                <a:spLocks noChangeShapeType="1"/>
              </p:cNvSpPr>
              <p:nvPr/>
            </p:nvSpPr>
            <p:spPr bwMode="auto">
              <a:xfrm>
                <a:off x="2540"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69" name="Line 1037">
                <a:extLst>
                  <a:ext uri="{FF2B5EF4-FFF2-40B4-BE49-F238E27FC236}">
                    <a16:creationId xmlns:a16="http://schemas.microsoft.com/office/drawing/2014/main" id="{611688EF-0930-A70D-C671-6D8D67D63B2E}"/>
                  </a:ext>
                </a:extLst>
              </p:cNvPr>
              <p:cNvSpPr>
                <a:spLocks noChangeShapeType="1"/>
              </p:cNvSpPr>
              <p:nvPr/>
            </p:nvSpPr>
            <p:spPr bwMode="auto">
              <a:xfrm>
                <a:off x="2936"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70" name="Line 1038">
                <a:extLst>
                  <a:ext uri="{FF2B5EF4-FFF2-40B4-BE49-F238E27FC236}">
                    <a16:creationId xmlns:a16="http://schemas.microsoft.com/office/drawing/2014/main" id="{A8F1948A-1DC8-ADF0-71FB-6F1F6005B9FB}"/>
                  </a:ext>
                </a:extLst>
              </p:cNvPr>
              <p:cNvSpPr>
                <a:spLocks noChangeShapeType="1"/>
              </p:cNvSpPr>
              <p:nvPr/>
            </p:nvSpPr>
            <p:spPr bwMode="auto">
              <a:xfrm>
                <a:off x="3127"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71" name="Line 1039">
                <a:extLst>
                  <a:ext uri="{FF2B5EF4-FFF2-40B4-BE49-F238E27FC236}">
                    <a16:creationId xmlns:a16="http://schemas.microsoft.com/office/drawing/2014/main" id="{F173EF00-4AD3-30AB-D374-F27F09E2E1B1}"/>
                  </a:ext>
                </a:extLst>
              </p:cNvPr>
              <p:cNvSpPr>
                <a:spLocks noChangeShapeType="1"/>
              </p:cNvSpPr>
              <p:nvPr/>
            </p:nvSpPr>
            <p:spPr bwMode="auto">
              <a:xfrm>
                <a:off x="3584"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72" name="Line 1040">
                <a:extLst>
                  <a:ext uri="{FF2B5EF4-FFF2-40B4-BE49-F238E27FC236}">
                    <a16:creationId xmlns:a16="http://schemas.microsoft.com/office/drawing/2014/main" id="{2E6BB6B5-6A9C-804D-9C15-43DE74B900F6}"/>
                  </a:ext>
                </a:extLst>
              </p:cNvPr>
              <p:cNvSpPr>
                <a:spLocks noChangeShapeType="1"/>
              </p:cNvSpPr>
              <p:nvPr/>
            </p:nvSpPr>
            <p:spPr bwMode="auto">
              <a:xfrm>
                <a:off x="3804"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73" name="Line 1041">
                <a:extLst>
                  <a:ext uri="{FF2B5EF4-FFF2-40B4-BE49-F238E27FC236}">
                    <a16:creationId xmlns:a16="http://schemas.microsoft.com/office/drawing/2014/main" id="{5D83FF3F-0AAF-0588-6C96-CF79A629EDA7}"/>
                  </a:ext>
                </a:extLst>
              </p:cNvPr>
              <p:cNvSpPr>
                <a:spLocks noChangeShapeType="1"/>
              </p:cNvSpPr>
              <p:nvPr/>
            </p:nvSpPr>
            <p:spPr bwMode="auto">
              <a:xfrm>
                <a:off x="4023"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74" name="Line 1042">
                <a:extLst>
                  <a:ext uri="{FF2B5EF4-FFF2-40B4-BE49-F238E27FC236}">
                    <a16:creationId xmlns:a16="http://schemas.microsoft.com/office/drawing/2014/main" id="{24C4197B-8DB7-7BDE-8C24-2A0716CB969C}"/>
                  </a:ext>
                </a:extLst>
              </p:cNvPr>
              <p:cNvSpPr>
                <a:spLocks noChangeShapeType="1"/>
              </p:cNvSpPr>
              <p:nvPr/>
            </p:nvSpPr>
            <p:spPr bwMode="auto">
              <a:xfrm>
                <a:off x="4242"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75" name="Line 1043">
                <a:extLst>
                  <a:ext uri="{FF2B5EF4-FFF2-40B4-BE49-F238E27FC236}">
                    <a16:creationId xmlns:a16="http://schemas.microsoft.com/office/drawing/2014/main" id="{0E9B427E-0DAB-68D5-99A1-E235B19CAF36}"/>
                  </a:ext>
                </a:extLst>
              </p:cNvPr>
              <p:cNvSpPr>
                <a:spLocks noChangeShapeType="1"/>
              </p:cNvSpPr>
              <p:nvPr/>
            </p:nvSpPr>
            <p:spPr bwMode="auto">
              <a:xfrm>
                <a:off x="4463"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76" name="Line 1044">
                <a:extLst>
                  <a:ext uri="{FF2B5EF4-FFF2-40B4-BE49-F238E27FC236}">
                    <a16:creationId xmlns:a16="http://schemas.microsoft.com/office/drawing/2014/main" id="{B15702F0-6EDB-49BA-3AF9-60478A139494}"/>
                  </a:ext>
                </a:extLst>
              </p:cNvPr>
              <p:cNvSpPr>
                <a:spLocks noChangeShapeType="1"/>
              </p:cNvSpPr>
              <p:nvPr/>
            </p:nvSpPr>
            <p:spPr bwMode="auto">
              <a:xfrm>
                <a:off x="4682"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77" name="Freeform 1045">
                <a:extLst>
                  <a:ext uri="{FF2B5EF4-FFF2-40B4-BE49-F238E27FC236}">
                    <a16:creationId xmlns:a16="http://schemas.microsoft.com/office/drawing/2014/main" id="{A8474BB9-1E18-C6E3-6179-B001941ECF52}"/>
                  </a:ext>
                </a:extLst>
              </p:cNvPr>
              <p:cNvSpPr>
                <a:spLocks/>
              </p:cNvSpPr>
              <p:nvPr/>
            </p:nvSpPr>
            <p:spPr bwMode="auto">
              <a:xfrm>
                <a:off x="2430" y="1659"/>
                <a:ext cx="2141" cy="2022"/>
              </a:xfrm>
              <a:custGeom>
                <a:avLst/>
                <a:gdLst>
                  <a:gd name="T0" fmla="*/ 0 w 2119"/>
                  <a:gd name="T1" fmla="*/ 0 h 1969"/>
                  <a:gd name="T2" fmla="*/ 0 w 2119"/>
                  <a:gd name="T3" fmla="*/ 746 h 1969"/>
                  <a:gd name="T4" fmla="*/ 2119 w 2119"/>
                  <a:gd name="T5" fmla="*/ 746 h 1969"/>
                  <a:gd name="T6" fmla="*/ 2119 w 2119"/>
                  <a:gd name="T7" fmla="*/ 1969 h 1969"/>
                </a:gdLst>
                <a:ahLst/>
                <a:cxnLst>
                  <a:cxn ang="0">
                    <a:pos x="T0" y="T1"/>
                  </a:cxn>
                  <a:cxn ang="0">
                    <a:pos x="T2" y="T3"/>
                  </a:cxn>
                  <a:cxn ang="0">
                    <a:pos x="T4" y="T5"/>
                  </a:cxn>
                  <a:cxn ang="0">
                    <a:pos x="T6" y="T7"/>
                  </a:cxn>
                </a:cxnLst>
                <a:rect l="0" t="0" r="r" b="b"/>
                <a:pathLst>
                  <a:path w="2119" h="1969">
                    <a:moveTo>
                      <a:pt x="0" y="0"/>
                    </a:moveTo>
                    <a:lnTo>
                      <a:pt x="0" y="746"/>
                    </a:lnTo>
                    <a:lnTo>
                      <a:pt x="2119" y="746"/>
                    </a:lnTo>
                    <a:lnTo>
                      <a:pt x="2119"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278" name="Freeform 1046">
                <a:extLst>
                  <a:ext uri="{FF2B5EF4-FFF2-40B4-BE49-F238E27FC236}">
                    <a16:creationId xmlns:a16="http://schemas.microsoft.com/office/drawing/2014/main" id="{1076D9D8-4C78-7EE4-3353-5DB2DDEF4E3F}"/>
                  </a:ext>
                </a:extLst>
              </p:cNvPr>
              <p:cNvSpPr>
                <a:spLocks/>
              </p:cNvSpPr>
              <p:nvPr/>
            </p:nvSpPr>
            <p:spPr bwMode="auto">
              <a:xfrm>
                <a:off x="2578" y="1659"/>
                <a:ext cx="633" cy="2022"/>
              </a:xfrm>
              <a:custGeom>
                <a:avLst/>
                <a:gdLst>
                  <a:gd name="T0" fmla="*/ 0 w 626"/>
                  <a:gd name="T1" fmla="*/ 0 h 1969"/>
                  <a:gd name="T2" fmla="*/ 0 w 626"/>
                  <a:gd name="T3" fmla="*/ 653 h 1969"/>
                  <a:gd name="T4" fmla="*/ 626 w 626"/>
                  <a:gd name="T5" fmla="*/ 653 h 1969"/>
                  <a:gd name="T6" fmla="*/ 626 w 626"/>
                  <a:gd name="T7" fmla="*/ 1969 h 1969"/>
                </a:gdLst>
                <a:ahLst/>
                <a:cxnLst>
                  <a:cxn ang="0">
                    <a:pos x="T0" y="T1"/>
                  </a:cxn>
                  <a:cxn ang="0">
                    <a:pos x="T2" y="T3"/>
                  </a:cxn>
                  <a:cxn ang="0">
                    <a:pos x="T4" y="T5"/>
                  </a:cxn>
                  <a:cxn ang="0">
                    <a:pos x="T6" y="T7"/>
                  </a:cxn>
                </a:cxnLst>
                <a:rect l="0" t="0" r="r" b="b"/>
                <a:pathLst>
                  <a:path w="626" h="1969">
                    <a:moveTo>
                      <a:pt x="0" y="0"/>
                    </a:moveTo>
                    <a:lnTo>
                      <a:pt x="0" y="653"/>
                    </a:lnTo>
                    <a:lnTo>
                      <a:pt x="626" y="653"/>
                    </a:lnTo>
                    <a:lnTo>
                      <a:pt x="626"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279" name="Freeform 1047">
                <a:extLst>
                  <a:ext uri="{FF2B5EF4-FFF2-40B4-BE49-F238E27FC236}">
                    <a16:creationId xmlns:a16="http://schemas.microsoft.com/office/drawing/2014/main" id="{A3242367-C73E-DB4E-102F-44EF9EEF26EC}"/>
                  </a:ext>
                </a:extLst>
              </p:cNvPr>
              <p:cNvSpPr>
                <a:spLocks/>
              </p:cNvSpPr>
              <p:nvPr/>
            </p:nvSpPr>
            <p:spPr bwMode="auto">
              <a:xfrm>
                <a:off x="2740" y="1659"/>
                <a:ext cx="557" cy="2022"/>
              </a:xfrm>
              <a:custGeom>
                <a:avLst/>
                <a:gdLst>
                  <a:gd name="T0" fmla="*/ 0 w 551"/>
                  <a:gd name="T1" fmla="*/ 0 h 1969"/>
                  <a:gd name="T2" fmla="*/ 0 w 551"/>
                  <a:gd name="T3" fmla="*/ 91 h 1969"/>
                  <a:gd name="T4" fmla="*/ 71 w 551"/>
                  <a:gd name="T5" fmla="*/ 91 h 1969"/>
                  <a:gd name="T6" fmla="*/ 71 w 551"/>
                  <a:gd name="T7" fmla="*/ 566 h 1969"/>
                  <a:gd name="T8" fmla="*/ 551 w 551"/>
                  <a:gd name="T9" fmla="*/ 566 h 1969"/>
                  <a:gd name="T10" fmla="*/ 551 w 551"/>
                  <a:gd name="T11" fmla="*/ 1969 h 1969"/>
                </a:gdLst>
                <a:ahLst/>
                <a:cxnLst>
                  <a:cxn ang="0">
                    <a:pos x="T0" y="T1"/>
                  </a:cxn>
                  <a:cxn ang="0">
                    <a:pos x="T2" y="T3"/>
                  </a:cxn>
                  <a:cxn ang="0">
                    <a:pos x="T4" y="T5"/>
                  </a:cxn>
                  <a:cxn ang="0">
                    <a:pos x="T6" y="T7"/>
                  </a:cxn>
                  <a:cxn ang="0">
                    <a:pos x="T8" y="T9"/>
                  </a:cxn>
                  <a:cxn ang="0">
                    <a:pos x="T10" y="T11"/>
                  </a:cxn>
                </a:cxnLst>
                <a:rect l="0" t="0" r="r" b="b"/>
                <a:pathLst>
                  <a:path w="551" h="1969">
                    <a:moveTo>
                      <a:pt x="0" y="0"/>
                    </a:moveTo>
                    <a:lnTo>
                      <a:pt x="0" y="91"/>
                    </a:lnTo>
                    <a:lnTo>
                      <a:pt x="71" y="91"/>
                    </a:lnTo>
                    <a:lnTo>
                      <a:pt x="71" y="566"/>
                    </a:lnTo>
                    <a:lnTo>
                      <a:pt x="551" y="566"/>
                    </a:lnTo>
                    <a:lnTo>
                      <a:pt x="551"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280" name="Freeform 1048">
                <a:extLst>
                  <a:ext uri="{FF2B5EF4-FFF2-40B4-BE49-F238E27FC236}">
                    <a16:creationId xmlns:a16="http://schemas.microsoft.com/office/drawing/2014/main" id="{C14B3644-A8CF-57F3-1031-8B2046D13F8F}"/>
                  </a:ext>
                </a:extLst>
              </p:cNvPr>
              <p:cNvSpPr>
                <a:spLocks/>
              </p:cNvSpPr>
              <p:nvPr/>
            </p:nvSpPr>
            <p:spPr bwMode="auto">
              <a:xfrm>
                <a:off x="2921" y="1659"/>
                <a:ext cx="456" cy="2022"/>
              </a:xfrm>
              <a:custGeom>
                <a:avLst/>
                <a:gdLst>
                  <a:gd name="T0" fmla="*/ 0 w 452"/>
                  <a:gd name="T1" fmla="*/ 0 h 1969"/>
                  <a:gd name="T2" fmla="*/ 0 w 452"/>
                  <a:gd name="T3" fmla="*/ 493 h 1969"/>
                  <a:gd name="T4" fmla="*/ 452 w 452"/>
                  <a:gd name="T5" fmla="*/ 493 h 1969"/>
                  <a:gd name="T6" fmla="*/ 452 w 452"/>
                  <a:gd name="T7" fmla="*/ 1969 h 1969"/>
                </a:gdLst>
                <a:ahLst/>
                <a:cxnLst>
                  <a:cxn ang="0">
                    <a:pos x="T0" y="T1"/>
                  </a:cxn>
                  <a:cxn ang="0">
                    <a:pos x="T2" y="T3"/>
                  </a:cxn>
                  <a:cxn ang="0">
                    <a:pos x="T4" y="T5"/>
                  </a:cxn>
                  <a:cxn ang="0">
                    <a:pos x="T6" y="T7"/>
                  </a:cxn>
                </a:cxnLst>
                <a:rect l="0" t="0" r="r" b="b"/>
                <a:pathLst>
                  <a:path w="452" h="1969">
                    <a:moveTo>
                      <a:pt x="0" y="0"/>
                    </a:moveTo>
                    <a:lnTo>
                      <a:pt x="0" y="493"/>
                    </a:lnTo>
                    <a:lnTo>
                      <a:pt x="452" y="493"/>
                    </a:lnTo>
                    <a:lnTo>
                      <a:pt x="452"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281" name="Freeform 1049">
                <a:extLst>
                  <a:ext uri="{FF2B5EF4-FFF2-40B4-BE49-F238E27FC236}">
                    <a16:creationId xmlns:a16="http://schemas.microsoft.com/office/drawing/2014/main" id="{9220639A-F0B6-A517-BEFA-21A543A45D51}"/>
                  </a:ext>
                </a:extLst>
              </p:cNvPr>
              <p:cNvSpPr>
                <a:spLocks/>
              </p:cNvSpPr>
              <p:nvPr/>
            </p:nvSpPr>
            <p:spPr bwMode="auto">
              <a:xfrm>
                <a:off x="3046" y="1659"/>
                <a:ext cx="1746" cy="2018"/>
              </a:xfrm>
              <a:custGeom>
                <a:avLst/>
                <a:gdLst>
                  <a:gd name="T0" fmla="*/ 0 w 1728"/>
                  <a:gd name="T1" fmla="*/ 0 h 1966"/>
                  <a:gd name="T2" fmla="*/ 0 w 1728"/>
                  <a:gd name="T3" fmla="*/ 418 h 1966"/>
                  <a:gd name="T4" fmla="*/ 1728 w 1728"/>
                  <a:gd name="T5" fmla="*/ 418 h 1966"/>
                  <a:gd name="T6" fmla="*/ 1728 w 1728"/>
                  <a:gd name="T7" fmla="*/ 1966 h 1966"/>
                </a:gdLst>
                <a:ahLst/>
                <a:cxnLst>
                  <a:cxn ang="0">
                    <a:pos x="T0" y="T1"/>
                  </a:cxn>
                  <a:cxn ang="0">
                    <a:pos x="T2" y="T3"/>
                  </a:cxn>
                  <a:cxn ang="0">
                    <a:pos x="T4" y="T5"/>
                  </a:cxn>
                  <a:cxn ang="0">
                    <a:pos x="T6" y="T7"/>
                  </a:cxn>
                </a:cxnLst>
                <a:rect l="0" t="0" r="r" b="b"/>
                <a:pathLst>
                  <a:path w="1728" h="1966">
                    <a:moveTo>
                      <a:pt x="0" y="0"/>
                    </a:moveTo>
                    <a:lnTo>
                      <a:pt x="0" y="418"/>
                    </a:lnTo>
                    <a:lnTo>
                      <a:pt x="1728" y="418"/>
                    </a:lnTo>
                    <a:lnTo>
                      <a:pt x="1728" y="1966"/>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282" name="Line 1050">
                <a:extLst>
                  <a:ext uri="{FF2B5EF4-FFF2-40B4-BE49-F238E27FC236}">
                    <a16:creationId xmlns:a16="http://schemas.microsoft.com/office/drawing/2014/main" id="{25F92D2F-CDAD-11EB-2C9D-62C8C505CCB1}"/>
                  </a:ext>
                </a:extLst>
              </p:cNvPr>
              <p:cNvSpPr>
                <a:spLocks noChangeShapeType="1"/>
              </p:cNvSpPr>
              <p:nvPr/>
            </p:nvSpPr>
            <p:spPr bwMode="auto">
              <a:xfrm>
                <a:off x="3445" y="2088"/>
                <a:ext cx="1" cy="11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83" name="Freeform 1051">
                <a:extLst>
                  <a:ext uri="{FF2B5EF4-FFF2-40B4-BE49-F238E27FC236}">
                    <a16:creationId xmlns:a16="http://schemas.microsoft.com/office/drawing/2014/main" id="{7B033060-655E-AEFE-FE88-407209148112}"/>
                  </a:ext>
                </a:extLst>
              </p:cNvPr>
              <p:cNvSpPr>
                <a:spLocks/>
              </p:cNvSpPr>
              <p:nvPr/>
            </p:nvSpPr>
            <p:spPr bwMode="auto">
              <a:xfrm>
                <a:off x="3560" y="2343"/>
                <a:ext cx="1123" cy="1338"/>
              </a:xfrm>
              <a:custGeom>
                <a:avLst/>
                <a:gdLst>
                  <a:gd name="T0" fmla="*/ 0 w 1111"/>
                  <a:gd name="T1" fmla="*/ 848 h 1303"/>
                  <a:gd name="T2" fmla="*/ 0 w 1111"/>
                  <a:gd name="T3" fmla="*/ 0 h 1303"/>
                  <a:gd name="T4" fmla="*/ 1111 w 1111"/>
                  <a:gd name="T5" fmla="*/ 0 h 1303"/>
                  <a:gd name="T6" fmla="*/ 1111 w 1111"/>
                  <a:gd name="T7" fmla="*/ 1149 h 1303"/>
                  <a:gd name="T8" fmla="*/ 784 w 1111"/>
                  <a:gd name="T9" fmla="*/ 1149 h 1303"/>
                  <a:gd name="T10" fmla="*/ 784 w 1111"/>
                  <a:gd name="T11" fmla="*/ 1303 h 1303"/>
                </a:gdLst>
                <a:ahLst/>
                <a:cxnLst>
                  <a:cxn ang="0">
                    <a:pos x="T0" y="T1"/>
                  </a:cxn>
                  <a:cxn ang="0">
                    <a:pos x="T2" y="T3"/>
                  </a:cxn>
                  <a:cxn ang="0">
                    <a:pos x="T4" y="T5"/>
                  </a:cxn>
                  <a:cxn ang="0">
                    <a:pos x="T6" y="T7"/>
                  </a:cxn>
                  <a:cxn ang="0">
                    <a:pos x="T8" y="T9"/>
                  </a:cxn>
                  <a:cxn ang="0">
                    <a:pos x="T10" y="T11"/>
                  </a:cxn>
                </a:cxnLst>
                <a:rect l="0" t="0" r="r" b="b"/>
                <a:pathLst>
                  <a:path w="1111" h="1303">
                    <a:moveTo>
                      <a:pt x="0" y="848"/>
                    </a:moveTo>
                    <a:lnTo>
                      <a:pt x="0" y="0"/>
                    </a:lnTo>
                    <a:lnTo>
                      <a:pt x="1111" y="0"/>
                    </a:lnTo>
                    <a:lnTo>
                      <a:pt x="1111" y="1149"/>
                    </a:lnTo>
                    <a:lnTo>
                      <a:pt x="784" y="1149"/>
                    </a:lnTo>
                    <a:lnTo>
                      <a:pt x="784" y="1303"/>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284" name="Line 1052">
                <a:extLst>
                  <a:ext uri="{FF2B5EF4-FFF2-40B4-BE49-F238E27FC236}">
                    <a16:creationId xmlns:a16="http://schemas.microsoft.com/office/drawing/2014/main" id="{4CAFDA6A-35F1-20A2-428C-0C68D759A10C}"/>
                  </a:ext>
                </a:extLst>
              </p:cNvPr>
              <p:cNvSpPr>
                <a:spLocks noChangeShapeType="1"/>
              </p:cNvSpPr>
              <p:nvPr/>
            </p:nvSpPr>
            <p:spPr bwMode="auto">
              <a:xfrm flipV="1">
                <a:off x="4133" y="3428"/>
                <a:ext cx="1" cy="253"/>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85" name="Line 1053">
                <a:extLst>
                  <a:ext uri="{FF2B5EF4-FFF2-40B4-BE49-F238E27FC236}">
                    <a16:creationId xmlns:a16="http://schemas.microsoft.com/office/drawing/2014/main" id="{3CCC4EAD-771D-1497-43BF-E81B9F6AB20B}"/>
                  </a:ext>
                </a:extLst>
              </p:cNvPr>
              <p:cNvSpPr>
                <a:spLocks noChangeShapeType="1"/>
              </p:cNvSpPr>
              <p:nvPr/>
            </p:nvSpPr>
            <p:spPr bwMode="auto">
              <a:xfrm flipV="1">
                <a:off x="3501" y="3428"/>
                <a:ext cx="1" cy="253"/>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86" name="Line 1054">
                <a:extLst>
                  <a:ext uri="{FF2B5EF4-FFF2-40B4-BE49-F238E27FC236}">
                    <a16:creationId xmlns:a16="http://schemas.microsoft.com/office/drawing/2014/main" id="{5F8EFE7E-5471-95BE-BC1F-27D71DD829CD}"/>
                  </a:ext>
                </a:extLst>
              </p:cNvPr>
              <p:cNvSpPr>
                <a:spLocks noChangeShapeType="1"/>
              </p:cNvSpPr>
              <p:nvPr/>
            </p:nvSpPr>
            <p:spPr bwMode="auto">
              <a:xfrm>
                <a:off x="3913" y="2510"/>
                <a:ext cx="1" cy="117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87" name="Line 1055">
                <a:extLst>
                  <a:ext uri="{FF2B5EF4-FFF2-40B4-BE49-F238E27FC236}">
                    <a16:creationId xmlns:a16="http://schemas.microsoft.com/office/drawing/2014/main" id="{4D760541-B194-70D4-1172-340F7A4F1258}"/>
                  </a:ext>
                </a:extLst>
              </p:cNvPr>
              <p:cNvSpPr>
                <a:spLocks noChangeShapeType="1"/>
              </p:cNvSpPr>
              <p:nvPr/>
            </p:nvSpPr>
            <p:spPr bwMode="auto">
              <a:xfrm>
                <a:off x="3008" y="2591"/>
                <a:ext cx="1" cy="109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88" name="Line 1056">
                <a:extLst>
                  <a:ext uri="{FF2B5EF4-FFF2-40B4-BE49-F238E27FC236}">
                    <a16:creationId xmlns:a16="http://schemas.microsoft.com/office/drawing/2014/main" id="{1AEE72E4-7587-C803-B5B1-D55051404873}"/>
                  </a:ext>
                </a:extLst>
              </p:cNvPr>
              <p:cNvSpPr>
                <a:spLocks noChangeShapeType="1"/>
              </p:cNvSpPr>
              <p:nvPr/>
            </p:nvSpPr>
            <p:spPr bwMode="auto">
              <a:xfrm>
                <a:off x="3694" y="2425"/>
                <a:ext cx="1" cy="1256"/>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89" name="Freeform 1057">
                <a:extLst>
                  <a:ext uri="{FF2B5EF4-FFF2-40B4-BE49-F238E27FC236}">
                    <a16:creationId xmlns:a16="http://schemas.microsoft.com/office/drawing/2014/main" id="{B5C9A806-3644-F3C0-B0E9-793D6F320C39}"/>
                  </a:ext>
                </a:extLst>
              </p:cNvPr>
              <p:cNvSpPr>
                <a:spLocks/>
              </p:cNvSpPr>
              <p:nvPr/>
            </p:nvSpPr>
            <p:spPr bwMode="auto">
              <a:xfrm>
                <a:off x="3479" y="2699"/>
                <a:ext cx="159" cy="126"/>
              </a:xfrm>
              <a:custGeom>
                <a:avLst/>
                <a:gdLst>
                  <a:gd name="T0" fmla="*/ 157 w 157"/>
                  <a:gd name="T1" fmla="*/ 0 h 123"/>
                  <a:gd name="T2" fmla="*/ 0 w 157"/>
                  <a:gd name="T3" fmla="*/ 0 h 123"/>
                  <a:gd name="T4" fmla="*/ 80 w 157"/>
                  <a:gd name="T5" fmla="*/ 123 h 123"/>
                  <a:gd name="T6" fmla="*/ 157 w 157"/>
                  <a:gd name="T7" fmla="*/ 0 h 123"/>
                  <a:gd name="T8" fmla="*/ 157 w 157"/>
                  <a:gd name="T9" fmla="*/ 0 h 123"/>
                </a:gdLst>
                <a:ahLst/>
                <a:cxnLst>
                  <a:cxn ang="0">
                    <a:pos x="T0" y="T1"/>
                  </a:cxn>
                  <a:cxn ang="0">
                    <a:pos x="T2" y="T3"/>
                  </a:cxn>
                  <a:cxn ang="0">
                    <a:pos x="T4" y="T5"/>
                  </a:cxn>
                  <a:cxn ang="0">
                    <a:pos x="T6" y="T7"/>
                  </a:cxn>
                  <a:cxn ang="0">
                    <a:pos x="T8" y="T9"/>
                  </a:cxn>
                </a:cxnLst>
                <a:rect l="0" t="0" r="r" b="b"/>
                <a:pathLst>
                  <a:path w="157" h="123">
                    <a:moveTo>
                      <a:pt x="157" y="0"/>
                    </a:moveTo>
                    <a:lnTo>
                      <a:pt x="0" y="0"/>
                    </a:lnTo>
                    <a:lnTo>
                      <a:pt x="80" y="123"/>
                    </a:lnTo>
                    <a:lnTo>
                      <a:pt x="157" y="0"/>
                    </a:lnTo>
                    <a:lnTo>
                      <a:pt x="157" y="0"/>
                    </a:ln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64290" name="Freeform 1058">
                <a:extLst>
                  <a:ext uri="{FF2B5EF4-FFF2-40B4-BE49-F238E27FC236}">
                    <a16:creationId xmlns:a16="http://schemas.microsoft.com/office/drawing/2014/main" id="{2AE1E083-609B-1EA3-2975-460F3293D413}"/>
                  </a:ext>
                </a:extLst>
              </p:cNvPr>
              <p:cNvSpPr>
                <a:spLocks/>
              </p:cNvSpPr>
              <p:nvPr/>
            </p:nvSpPr>
            <p:spPr bwMode="auto">
              <a:xfrm>
                <a:off x="3832" y="2699"/>
                <a:ext cx="159" cy="126"/>
              </a:xfrm>
              <a:custGeom>
                <a:avLst/>
                <a:gdLst>
                  <a:gd name="T0" fmla="*/ 157 w 157"/>
                  <a:gd name="T1" fmla="*/ 0 h 123"/>
                  <a:gd name="T2" fmla="*/ 0 w 157"/>
                  <a:gd name="T3" fmla="*/ 0 h 123"/>
                  <a:gd name="T4" fmla="*/ 80 w 157"/>
                  <a:gd name="T5" fmla="*/ 123 h 123"/>
                  <a:gd name="T6" fmla="*/ 157 w 157"/>
                  <a:gd name="T7" fmla="*/ 0 h 123"/>
                  <a:gd name="T8" fmla="*/ 157 w 157"/>
                  <a:gd name="T9" fmla="*/ 0 h 123"/>
                </a:gdLst>
                <a:ahLst/>
                <a:cxnLst>
                  <a:cxn ang="0">
                    <a:pos x="T0" y="T1"/>
                  </a:cxn>
                  <a:cxn ang="0">
                    <a:pos x="T2" y="T3"/>
                  </a:cxn>
                  <a:cxn ang="0">
                    <a:pos x="T4" y="T5"/>
                  </a:cxn>
                  <a:cxn ang="0">
                    <a:pos x="T6" y="T7"/>
                  </a:cxn>
                  <a:cxn ang="0">
                    <a:pos x="T8" y="T9"/>
                  </a:cxn>
                </a:cxnLst>
                <a:rect l="0" t="0" r="r" b="b"/>
                <a:pathLst>
                  <a:path w="157" h="123">
                    <a:moveTo>
                      <a:pt x="157" y="0"/>
                    </a:moveTo>
                    <a:lnTo>
                      <a:pt x="0" y="0"/>
                    </a:lnTo>
                    <a:lnTo>
                      <a:pt x="80" y="123"/>
                    </a:lnTo>
                    <a:lnTo>
                      <a:pt x="157" y="0"/>
                    </a:lnTo>
                    <a:lnTo>
                      <a:pt x="157" y="0"/>
                    </a:ln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64291" name="Freeform 1059">
                <a:extLst>
                  <a:ext uri="{FF2B5EF4-FFF2-40B4-BE49-F238E27FC236}">
                    <a16:creationId xmlns:a16="http://schemas.microsoft.com/office/drawing/2014/main" id="{7C69AE7A-728D-DE7B-6D4C-18678119F4E4}"/>
                  </a:ext>
                </a:extLst>
              </p:cNvPr>
              <p:cNvSpPr>
                <a:spLocks/>
              </p:cNvSpPr>
              <p:nvPr/>
            </p:nvSpPr>
            <p:spPr bwMode="auto">
              <a:xfrm>
                <a:off x="2102" y="1659"/>
                <a:ext cx="2309" cy="1554"/>
              </a:xfrm>
              <a:custGeom>
                <a:avLst/>
                <a:gdLst>
                  <a:gd name="T0" fmla="*/ 0 w 2285"/>
                  <a:gd name="T1" fmla="*/ 0 h 1514"/>
                  <a:gd name="T2" fmla="*/ 0 w 2285"/>
                  <a:gd name="T3" fmla="*/ 908 h 1514"/>
                  <a:gd name="T4" fmla="*/ 2285 w 2285"/>
                  <a:gd name="T5" fmla="*/ 908 h 1514"/>
                  <a:gd name="T6" fmla="*/ 2285 w 2285"/>
                  <a:gd name="T7" fmla="*/ 1514 h 1514"/>
                </a:gdLst>
                <a:ahLst/>
                <a:cxnLst>
                  <a:cxn ang="0">
                    <a:pos x="T0" y="T1"/>
                  </a:cxn>
                  <a:cxn ang="0">
                    <a:pos x="T2" y="T3"/>
                  </a:cxn>
                  <a:cxn ang="0">
                    <a:pos x="T4" y="T5"/>
                  </a:cxn>
                  <a:cxn ang="0">
                    <a:pos x="T6" y="T7"/>
                  </a:cxn>
                </a:cxnLst>
                <a:rect l="0" t="0" r="r" b="b"/>
                <a:pathLst>
                  <a:path w="2285" h="1514">
                    <a:moveTo>
                      <a:pt x="0" y="0"/>
                    </a:moveTo>
                    <a:lnTo>
                      <a:pt x="0" y="908"/>
                    </a:lnTo>
                    <a:lnTo>
                      <a:pt x="2285" y="908"/>
                    </a:lnTo>
                    <a:lnTo>
                      <a:pt x="2285" y="1514"/>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292" name="Freeform 1060">
                <a:extLst>
                  <a:ext uri="{FF2B5EF4-FFF2-40B4-BE49-F238E27FC236}">
                    <a16:creationId xmlns:a16="http://schemas.microsoft.com/office/drawing/2014/main" id="{F8ECB50D-8F65-1EF1-9984-B66C2072886C}"/>
                  </a:ext>
                </a:extLst>
              </p:cNvPr>
              <p:cNvSpPr>
                <a:spLocks/>
              </p:cNvSpPr>
              <p:nvPr/>
            </p:nvSpPr>
            <p:spPr bwMode="auto">
              <a:xfrm>
                <a:off x="4266" y="3213"/>
                <a:ext cx="174" cy="215"/>
              </a:xfrm>
              <a:custGeom>
                <a:avLst/>
                <a:gdLst>
                  <a:gd name="T0" fmla="*/ 113 w 113"/>
                  <a:gd name="T1" fmla="*/ 0 h 136"/>
                  <a:gd name="T2" fmla="*/ 0 w 113"/>
                  <a:gd name="T3" fmla="*/ 0 h 136"/>
                  <a:gd name="T4" fmla="*/ 0 w 113"/>
                  <a:gd name="T5" fmla="*/ 79 h 136"/>
                  <a:gd name="T6" fmla="*/ 56 w 113"/>
                  <a:gd name="T7" fmla="*/ 136 h 136"/>
                  <a:gd name="T8" fmla="*/ 113 w 113"/>
                  <a:gd name="T9" fmla="*/ 80 h 136"/>
                  <a:gd name="T10" fmla="*/ 113 w 113"/>
                  <a:gd name="T11" fmla="*/ 0 h 136"/>
                </a:gdLst>
                <a:ahLst/>
                <a:cxnLst>
                  <a:cxn ang="0">
                    <a:pos x="T0" y="T1"/>
                  </a:cxn>
                  <a:cxn ang="0">
                    <a:pos x="T2" y="T3"/>
                  </a:cxn>
                  <a:cxn ang="0">
                    <a:pos x="T4" y="T5"/>
                  </a:cxn>
                  <a:cxn ang="0">
                    <a:pos x="T6" y="T7"/>
                  </a:cxn>
                  <a:cxn ang="0">
                    <a:pos x="T8" y="T9"/>
                  </a:cxn>
                  <a:cxn ang="0">
                    <a:pos x="T10" y="T11"/>
                  </a:cxn>
                </a:cxnLst>
                <a:rect l="0" t="0" r="r" b="b"/>
                <a:pathLst>
                  <a:path w="113" h="136">
                    <a:moveTo>
                      <a:pt x="113" y="0"/>
                    </a:moveTo>
                    <a:cubicBezTo>
                      <a:pt x="0" y="0"/>
                      <a:pt x="0" y="0"/>
                      <a:pt x="0" y="0"/>
                    </a:cubicBezTo>
                    <a:cubicBezTo>
                      <a:pt x="0" y="79"/>
                      <a:pt x="0" y="79"/>
                      <a:pt x="0" y="79"/>
                    </a:cubicBezTo>
                    <a:cubicBezTo>
                      <a:pt x="0" y="110"/>
                      <a:pt x="25" y="136"/>
                      <a:pt x="56" y="136"/>
                    </a:cubicBezTo>
                    <a:cubicBezTo>
                      <a:pt x="87" y="136"/>
                      <a:pt x="113" y="111"/>
                      <a:pt x="113" y="80"/>
                    </a:cubicBezTo>
                    <a:cubicBezTo>
                      <a:pt x="113" y="0"/>
                      <a:pt x="113" y="0"/>
                      <a:pt x="113" y="0"/>
                    </a:cubicBez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64293" name="Freeform 1061">
                <a:extLst>
                  <a:ext uri="{FF2B5EF4-FFF2-40B4-BE49-F238E27FC236}">
                    <a16:creationId xmlns:a16="http://schemas.microsoft.com/office/drawing/2014/main" id="{48E7615D-2DF4-2E0D-CCAD-712509D626FF}"/>
                  </a:ext>
                </a:extLst>
              </p:cNvPr>
              <p:cNvSpPr>
                <a:spLocks/>
              </p:cNvSpPr>
              <p:nvPr/>
            </p:nvSpPr>
            <p:spPr bwMode="auto">
              <a:xfrm>
                <a:off x="4076" y="3043"/>
                <a:ext cx="220" cy="170"/>
              </a:xfrm>
              <a:custGeom>
                <a:avLst/>
                <a:gdLst>
                  <a:gd name="T0" fmla="*/ 0 w 218"/>
                  <a:gd name="T1" fmla="*/ 0 h 166"/>
                  <a:gd name="T2" fmla="*/ 218 w 218"/>
                  <a:gd name="T3" fmla="*/ 0 h 166"/>
                  <a:gd name="T4" fmla="*/ 218 w 218"/>
                  <a:gd name="T5" fmla="*/ 166 h 166"/>
                </a:gdLst>
                <a:ahLst/>
                <a:cxnLst>
                  <a:cxn ang="0">
                    <a:pos x="T0" y="T1"/>
                  </a:cxn>
                  <a:cxn ang="0">
                    <a:pos x="T2" y="T3"/>
                  </a:cxn>
                  <a:cxn ang="0">
                    <a:pos x="T4" y="T5"/>
                  </a:cxn>
                </a:cxnLst>
                <a:rect l="0" t="0" r="r" b="b"/>
                <a:pathLst>
                  <a:path w="218" h="166">
                    <a:moveTo>
                      <a:pt x="0" y="0"/>
                    </a:moveTo>
                    <a:lnTo>
                      <a:pt x="218" y="0"/>
                    </a:lnTo>
                    <a:lnTo>
                      <a:pt x="218" y="166"/>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294" name="Freeform 1062">
                <a:extLst>
                  <a:ext uri="{FF2B5EF4-FFF2-40B4-BE49-F238E27FC236}">
                    <a16:creationId xmlns:a16="http://schemas.microsoft.com/office/drawing/2014/main" id="{A9567ADE-7877-2280-2D86-F2A615081D29}"/>
                  </a:ext>
                </a:extLst>
              </p:cNvPr>
              <p:cNvSpPr>
                <a:spLocks/>
              </p:cNvSpPr>
              <p:nvPr/>
            </p:nvSpPr>
            <p:spPr bwMode="auto">
              <a:xfrm>
                <a:off x="2268" y="1659"/>
                <a:ext cx="1808" cy="1554"/>
              </a:xfrm>
              <a:custGeom>
                <a:avLst/>
                <a:gdLst>
                  <a:gd name="T0" fmla="*/ 0 w 1789"/>
                  <a:gd name="T1" fmla="*/ 0 h 1514"/>
                  <a:gd name="T2" fmla="*/ 0 w 1789"/>
                  <a:gd name="T3" fmla="*/ 829 h 1514"/>
                  <a:gd name="T4" fmla="*/ 1789 w 1789"/>
                  <a:gd name="T5" fmla="*/ 829 h 1514"/>
                  <a:gd name="T6" fmla="*/ 1789 w 1789"/>
                  <a:gd name="T7" fmla="*/ 1514 h 1514"/>
                </a:gdLst>
                <a:ahLst/>
                <a:cxnLst>
                  <a:cxn ang="0">
                    <a:pos x="T0" y="T1"/>
                  </a:cxn>
                  <a:cxn ang="0">
                    <a:pos x="T2" y="T3"/>
                  </a:cxn>
                  <a:cxn ang="0">
                    <a:pos x="T4" y="T5"/>
                  </a:cxn>
                  <a:cxn ang="0">
                    <a:pos x="T6" y="T7"/>
                  </a:cxn>
                </a:cxnLst>
                <a:rect l="0" t="0" r="r" b="b"/>
                <a:pathLst>
                  <a:path w="1789" h="1514">
                    <a:moveTo>
                      <a:pt x="0" y="0"/>
                    </a:moveTo>
                    <a:lnTo>
                      <a:pt x="0" y="829"/>
                    </a:lnTo>
                    <a:lnTo>
                      <a:pt x="1789" y="829"/>
                    </a:lnTo>
                    <a:lnTo>
                      <a:pt x="1789" y="1514"/>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295" name="Freeform 1063">
                <a:extLst>
                  <a:ext uri="{FF2B5EF4-FFF2-40B4-BE49-F238E27FC236}">
                    <a16:creationId xmlns:a16="http://schemas.microsoft.com/office/drawing/2014/main" id="{8CD67A51-3D2A-BCA8-CC90-020CB5526B42}"/>
                  </a:ext>
                </a:extLst>
              </p:cNvPr>
              <p:cNvSpPr>
                <a:spLocks/>
              </p:cNvSpPr>
              <p:nvPr/>
            </p:nvSpPr>
            <p:spPr bwMode="auto">
              <a:xfrm>
                <a:off x="4044" y="3213"/>
                <a:ext cx="178" cy="215"/>
              </a:xfrm>
              <a:custGeom>
                <a:avLst/>
                <a:gdLst>
                  <a:gd name="T0" fmla="*/ 114 w 114"/>
                  <a:gd name="T1" fmla="*/ 0 h 136"/>
                  <a:gd name="T2" fmla="*/ 0 w 114"/>
                  <a:gd name="T3" fmla="*/ 0 h 136"/>
                  <a:gd name="T4" fmla="*/ 1 w 114"/>
                  <a:gd name="T5" fmla="*/ 79 h 136"/>
                  <a:gd name="T6" fmla="*/ 57 w 114"/>
                  <a:gd name="T7" fmla="*/ 136 h 136"/>
                  <a:gd name="T8" fmla="*/ 114 w 114"/>
                  <a:gd name="T9" fmla="*/ 80 h 136"/>
                  <a:gd name="T10" fmla="*/ 114 w 114"/>
                  <a:gd name="T11" fmla="*/ 0 h 136"/>
                </a:gdLst>
                <a:ahLst/>
                <a:cxnLst>
                  <a:cxn ang="0">
                    <a:pos x="T0" y="T1"/>
                  </a:cxn>
                  <a:cxn ang="0">
                    <a:pos x="T2" y="T3"/>
                  </a:cxn>
                  <a:cxn ang="0">
                    <a:pos x="T4" y="T5"/>
                  </a:cxn>
                  <a:cxn ang="0">
                    <a:pos x="T6" y="T7"/>
                  </a:cxn>
                  <a:cxn ang="0">
                    <a:pos x="T8" y="T9"/>
                  </a:cxn>
                  <a:cxn ang="0">
                    <a:pos x="T10" y="T11"/>
                  </a:cxn>
                </a:cxnLst>
                <a:rect l="0" t="0" r="r" b="b"/>
                <a:pathLst>
                  <a:path w="114" h="136">
                    <a:moveTo>
                      <a:pt x="114" y="0"/>
                    </a:moveTo>
                    <a:cubicBezTo>
                      <a:pt x="0" y="0"/>
                      <a:pt x="0" y="0"/>
                      <a:pt x="0" y="0"/>
                    </a:cubicBezTo>
                    <a:cubicBezTo>
                      <a:pt x="1" y="79"/>
                      <a:pt x="1" y="79"/>
                      <a:pt x="1" y="79"/>
                    </a:cubicBezTo>
                    <a:cubicBezTo>
                      <a:pt x="1" y="110"/>
                      <a:pt x="26" y="136"/>
                      <a:pt x="57" y="136"/>
                    </a:cubicBezTo>
                    <a:cubicBezTo>
                      <a:pt x="88" y="136"/>
                      <a:pt x="113" y="111"/>
                      <a:pt x="114" y="80"/>
                    </a:cubicBezTo>
                    <a:cubicBezTo>
                      <a:pt x="114" y="0"/>
                      <a:pt x="114" y="0"/>
                      <a:pt x="114" y="0"/>
                    </a:cubicBez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64296" name="Freeform 1064">
                <a:extLst>
                  <a:ext uri="{FF2B5EF4-FFF2-40B4-BE49-F238E27FC236}">
                    <a16:creationId xmlns:a16="http://schemas.microsoft.com/office/drawing/2014/main" id="{C275AC0D-873D-E3B2-1922-C217289C6BAC}"/>
                  </a:ext>
                </a:extLst>
              </p:cNvPr>
              <p:cNvSpPr>
                <a:spLocks/>
              </p:cNvSpPr>
              <p:nvPr/>
            </p:nvSpPr>
            <p:spPr bwMode="auto">
              <a:xfrm>
                <a:off x="4191" y="2591"/>
                <a:ext cx="1" cy="622"/>
              </a:xfrm>
              <a:custGeom>
                <a:avLst/>
                <a:gdLst>
                  <a:gd name="T0" fmla="*/ 0 h 606"/>
                  <a:gd name="T1" fmla="*/ 606 h 606"/>
                  <a:gd name="T2" fmla="*/ 0 h 606"/>
                </a:gdLst>
                <a:ahLst/>
                <a:cxnLst>
                  <a:cxn ang="0">
                    <a:pos x="0" y="T0"/>
                  </a:cxn>
                  <a:cxn ang="0">
                    <a:pos x="0" y="T1"/>
                  </a:cxn>
                  <a:cxn ang="0">
                    <a:pos x="0" y="T2"/>
                  </a:cxn>
                </a:cxnLst>
                <a:rect l="0" t="0" r="r" b="b"/>
                <a:pathLst>
                  <a:path h="606">
                    <a:moveTo>
                      <a:pt x="0" y="0"/>
                    </a:moveTo>
                    <a:lnTo>
                      <a:pt x="0" y="606"/>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4297" name="Line 1065">
                <a:extLst>
                  <a:ext uri="{FF2B5EF4-FFF2-40B4-BE49-F238E27FC236}">
                    <a16:creationId xmlns:a16="http://schemas.microsoft.com/office/drawing/2014/main" id="{5FC333C2-4388-A990-DBC4-C3FC6AD88A60}"/>
                  </a:ext>
                </a:extLst>
              </p:cNvPr>
              <p:cNvSpPr>
                <a:spLocks noChangeShapeType="1"/>
              </p:cNvSpPr>
              <p:nvPr/>
            </p:nvSpPr>
            <p:spPr bwMode="auto">
              <a:xfrm>
                <a:off x="4191" y="2591"/>
                <a:ext cx="1" cy="622"/>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298" name="Freeform 1066">
                <a:extLst>
                  <a:ext uri="{FF2B5EF4-FFF2-40B4-BE49-F238E27FC236}">
                    <a16:creationId xmlns:a16="http://schemas.microsoft.com/office/drawing/2014/main" id="{D6E1DCC8-FBCE-30A3-E74B-C38DD4116B4B}"/>
                  </a:ext>
                </a:extLst>
              </p:cNvPr>
              <p:cNvSpPr>
                <a:spLocks/>
              </p:cNvSpPr>
              <p:nvPr/>
            </p:nvSpPr>
            <p:spPr bwMode="auto">
              <a:xfrm>
                <a:off x="3414" y="3213"/>
                <a:ext cx="178" cy="215"/>
              </a:xfrm>
              <a:custGeom>
                <a:avLst/>
                <a:gdLst>
                  <a:gd name="T0" fmla="*/ 114 w 114"/>
                  <a:gd name="T1" fmla="*/ 0 h 136"/>
                  <a:gd name="T2" fmla="*/ 0 w 114"/>
                  <a:gd name="T3" fmla="*/ 0 h 136"/>
                  <a:gd name="T4" fmla="*/ 0 w 114"/>
                  <a:gd name="T5" fmla="*/ 79 h 136"/>
                  <a:gd name="T6" fmla="*/ 56 w 114"/>
                  <a:gd name="T7" fmla="*/ 136 h 136"/>
                  <a:gd name="T8" fmla="*/ 114 w 114"/>
                  <a:gd name="T9" fmla="*/ 80 h 136"/>
                  <a:gd name="T10" fmla="*/ 114 w 114"/>
                  <a:gd name="T11" fmla="*/ 0 h 136"/>
                </a:gdLst>
                <a:ahLst/>
                <a:cxnLst>
                  <a:cxn ang="0">
                    <a:pos x="T0" y="T1"/>
                  </a:cxn>
                  <a:cxn ang="0">
                    <a:pos x="T2" y="T3"/>
                  </a:cxn>
                  <a:cxn ang="0">
                    <a:pos x="T4" y="T5"/>
                  </a:cxn>
                  <a:cxn ang="0">
                    <a:pos x="T6" y="T7"/>
                  </a:cxn>
                  <a:cxn ang="0">
                    <a:pos x="T8" y="T9"/>
                  </a:cxn>
                  <a:cxn ang="0">
                    <a:pos x="T10" y="T11"/>
                  </a:cxn>
                </a:cxnLst>
                <a:rect l="0" t="0" r="r" b="b"/>
                <a:pathLst>
                  <a:path w="114" h="136">
                    <a:moveTo>
                      <a:pt x="114" y="0"/>
                    </a:moveTo>
                    <a:cubicBezTo>
                      <a:pt x="0" y="0"/>
                      <a:pt x="0" y="0"/>
                      <a:pt x="0" y="0"/>
                    </a:cubicBezTo>
                    <a:cubicBezTo>
                      <a:pt x="0" y="79"/>
                      <a:pt x="0" y="79"/>
                      <a:pt x="0" y="79"/>
                    </a:cubicBezTo>
                    <a:cubicBezTo>
                      <a:pt x="0" y="110"/>
                      <a:pt x="25" y="136"/>
                      <a:pt x="56" y="136"/>
                    </a:cubicBezTo>
                    <a:cubicBezTo>
                      <a:pt x="88" y="136"/>
                      <a:pt x="113" y="111"/>
                      <a:pt x="114" y="80"/>
                    </a:cubicBezTo>
                    <a:cubicBezTo>
                      <a:pt x="114" y="0"/>
                      <a:pt x="114" y="0"/>
                      <a:pt x="114" y="0"/>
                    </a:cubicBez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64299" name="Line 1067">
                <a:extLst>
                  <a:ext uri="{FF2B5EF4-FFF2-40B4-BE49-F238E27FC236}">
                    <a16:creationId xmlns:a16="http://schemas.microsoft.com/office/drawing/2014/main" id="{1DE4FF0C-792B-86F2-5AF6-A8BF899A7E2B}"/>
                  </a:ext>
                </a:extLst>
              </p:cNvPr>
              <p:cNvSpPr>
                <a:spLocks noChangeShapeType="1"/>
              </p:cNvSpPr>
              <p:nvPr/>
            </p:nvSpPr>
            <p:spPr bwMode="auto">
              <a:xfrm flipV="1">
                <a:off x="4352" y="3428"/>
                <a:ext cx="1" cy="94"/>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4300" name="Oval 1068">
                <a:extLst>
                  <a:ext uri="{FF2B5EF4-FFF2-40B4-BE49-F238E27FC236}">
                    <a16:creationId xmlns:a16="http://schemas.microsoft.com/office/drawing/2014/main" id="{B38ADD56-20F5-D465-00FA-E798DC64E3E9}"/>
                  </a:ext>
                </a:extLst>
              </p:cNvPr>
              <p:cNvSpPr>
                <a:spLocks noChangeArrowheads="1"/>
              </p:cNvSpPr>
              <p:nvPr/>
            </p:nvSpPr>
            <p:spPr bwMode="auto">
              <a:xfrm>
                <a:off x="3888" y="2823"/>
                <a:ext cx="51" cy="53"/>
              </a:xfrm>
              <a:prstGeom prst="ellipse">
                <a:avLst/>
              </a:prstGeom>
              <a:solidFill>
                <a:srgbClr val="FFFFFF"/>
              </a:solidFill>
              <a:ln w="15875">
                <a:solidFill>
                  <a:srgbClr val="000000"/>
                </a:solidFill>
                <a:miter lim="800000"/>
                <a:headEnd/>
                <a:tailEnd/>
              </a:ln>
            </p:spPr>
            <p:txBody>
              <a:bodyPr/>
              <a:lstStyle/>
              <a:p>
                <a:endParaRPr lang="es-ES"/>
              </a:p>
            </p:txBody>
          </p:sp>
          <p:sp>
            <p:nvSpPr>
              <p:cNvPr id="864301" name="Oval 1069">
                <a:extLst>
                  <a:ext uri="{FF2B5EF4-FFF2-40B4-BE49-F238E27FC236}">
                    <a16:creationId xmlns:a16="http://schemas.microsoft.com/office/drawing/2014/main" id="{A63C988B-EE36-31F3-8A32-977A61EB9637}"/>
                  </a:ext>
                </a:extLst>
              </p:cNvPr>
              <p:cNvSpPr>
                <a:spLocks noChangeArrowheads="1"/>
              </p:cNvSpPr>
              <p:nvPr/>
            </p:nvSpPr>
            <p:spPr bwMode="auto">
              <a:xfrm>
                <a:off x="3535" y="2823"/>
                <a:ext cx="52" cy="53"/>
              </a:xfrm>
              <a:prstGeom prst="ellipse">
                <a:avLst/>
              </a:prstGeom>
              <a:solidFill>
                <a:srgbClr val="FFFFFF"/>
              </a:solidFill>
              <a:ln w="15875">
                <a:solidFill>
                  <a:srgbClr val="000000"/>
                </a:solidFill>
                <a:miter lim="800000"/>
                <a:headEnd/>
                <a:tailEnd/>
              </a:ln>
            </p:spPr>
            <p:txBody>
              <a:bodyPr/>
              <a:lstStyle/>
              <a:p>
                <a:endParaRPr lang="es-ES"/>
              </a:p>
            </p:txBody>
          </p:sp>
          <p:sp>
            <p:nvSpPr>
              <p:cNvPr id="864302" name="Oval 1070">
                <a:extLst>
                  <a:ext uri="{FF2B5EF4-FFF2-40B4-BE49-F238E27FC236}">
                    <a16:creationId xmlns:a16="http://schemas.microsoft.com/office/drawing/2014/main" id="{0BF63FD1-32F1-D384-D463-BEB5298BF006}"/>
                  </a:ext>
                </a:extLst>
              </p:cNvPr>
              <p:cNvSpPr>
                <a:spLocks noChangeArrowheads="1"/>
              </p:cNvSpPr>
              <p:nvPr/>
            </p:nvSpPr>
            <p:spPr bwMode="auto">
              <a:xfrm>
                <a:off x="4336" y="3507"/>
                <a:ext cx="32" cy="3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4303" name="Oval 1071">
                <a:extLst>
                  <a:ext uri="{FF2B5EF4-FFF2-40B4-BE49-F238E27FC236}">
                    <a16:creationId xmlns:a16="http://schemas.microsoft.com/office/drawing/2014/main" id="{FF39EA79-70C5-D116-0904-6D667A4B3C7F}"/>
                  </a:ext>
                </a:extLst>
              </p:cNvPr>
              <p:cNvSpPr>
                <a:spLocks noChangeArrowheads="1"/>
              </p:cNvSpPr>
              <p:nvPr/>
            </p:nvSpPr>
            <p:spPr bwMode="auto">
              <a:xfrm>
                <a:off x="4176" y="2576"/>
                <a:ext cx="30" cy="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4304" name="Oval 1072">
                <a:extLst>
                  <a:ext uri="{FF2B5EF4-FFF2-40B4-BE49-F238E27FC236}">
                    <a16:creationId xmlns:a16="http://schemas.microsoft.com/office/drawing/2014/main" id="{D8083813-6C3D-4968-1351-9E24A8FE2521}"/>
                  </a:ext>
                </a:extLst>
              </p:cNvPr>
              <p:cNvSpPr>
                <a:spLocks noChangeArrowheads="1"/>
              </p:cNvSpPr>
              <p:nvPr/>
            </p:nvSpPr>
            <p:spPr bwMode="auto">
              <a:xfrm>
                <a:off x="3897" y="2494"/>
                <a:ext cx="31" cy="3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4305" name="Oval 1073">
                <a:extLst>
                  <a:ext uri="{FF2B5EF4-FFF2-40B4-BE49-F238E27FC236}">
                    <a16:creationId xmlns:a16="http://schemas.microsoft.com/office/drawing/2014/main" id="{CA52EDE0-3AAE-728C-7597-0A9A8913C3F2}"/>
                  </a:ext>
                </a:extLst>
              </p:cNvPr>
              <p:cNvSpPr>
                <a:spLocks noChangeArrowheads="1"/>
              </p:cNvSpPr>
              <p:nvPr/>
            </p:nvSpPr>
            <p:spPr bwMode="auto">
              <a:xfrm>
                <a:off x="3679" y="2408"/>
                <a:ext cx="30" cy="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4306" name="Oval 1074">
                <a:extLst>
                  <a:ext uri="{FF2B5EF4-FFF2-40B4-BE49-F238E27FC236}">
                    <a16:creationId xmlns:a16="http://schemas.microsoft.com/office/drawing/2014/main" id="{07095C3B-5DE8-95CE-13C9-84CE0AECDC74}"/>
                  </a:ext>
                </a:extLst>
              </p:cNvPr>
              <p:cNvSpPr>
                <a:spLocks noChangeArrowheads="1"/>
              </p:cNvSpPr>
              <p:nvPr/>
            </p:nvSpPr>
            <p:spPr bwMode="auto">
              <a:xfrm>
                <a:off x="3430" y="2073"/>
                <a:ext cx="31" cy="3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4307" name="Oval 1075">
                <a:extLst>
                  <a:ext uri="{FF2B5EF4-FFF2-40B4-BE49-F238E27FC236}">
                    <a16:creationId xmlns:a16="http://schemas.microsoft.com/office/drawing/2014/main" id="{DA48B1B3-EDF8-A28B-2D3C-680209C1CD03}"/>
                  </a:ext>
                </a:extLst>
              </p:cNvPr>
              <p:cNvSpPr>
                <a:spLocks noChangeArrowheads="1"/>
              </p:cNvSpPr>
              <p:nvPr/>
            </p:nvSpPr>
            <p:spPr bwMode="auto">
              <a:xfrm>
                <a:off x="2992" y="2576"/>
                <a:ext cx="31" cy="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4308" name="Oval 1076">
                <a:extLst>
                  <a:ext uri="{FF2B5EF4-FFF2-40B4-BE49-F238E27FC236}">
                    <a16:creationId xmlns:a16="http://schemas.microsoft.com/office/drawing/2014/main" id="{D1E005D4-E112-E7D3-CE7C-65D458F23A15}"/>
                  </a:ext>
                </a:extLst>
              </p:cNvPr>
              <p:cNvSpPr>
                <a:spLocks noChangeArrowheads="1"/>
              </p:cNvSpPr>
              <p:nvPr/>
            </p:nvSpPr>
            <p:spPr bwMode="auto">
              <a:xfrm>
                <a:off x="4060" y="3028"/>
                <a:ext cx="32" cy="3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4309" name="Freeform 1077">
                <a:extLst>
                  <a:ext uri="{FF2B5EF4-FFF2-40B4-BE49-F238E27FC236}">
                    <a16:creationId xmlns:a16="http://schemas.microsoft.com/office/drawing/2014/main" id="{CFEFFAA0-AF2D-8D56-E122-075D8330C73D}"/>
                  </a:ext>
                </a:extLst>
              </p:cNvPr>
              <p:cNvSpPr>
                <a:spLocks/>
              </p:cNvSpPr>
              <p:nvPr/>
            </p:nvSpPr>
            <p:spPr bwMode="auto">
              <a:xfrm>
                <a:off x="4110" y="2699"/>
                <a:ext cx="159" cy="126"/>
              </a:xfrm>
              <a:custGeom>
                <a:avLst/>
                <a:gdLst>
                  <a:gd name="T0" fmla="*/ 157 w 157"/>
                  <a:gd name="T1" fmla="*/ 0 h 123"/>
                  <a:gd name="T2" fmla="*/ 0 w 157"/>
                  <a:gd name="T3" fmla="*/ 0 h 123"/>
                  <a:gd name="T4" fmla="*/ 80 w 157"/>
                  <a:gd name="T5" fmla="*/ 123 h 123"/>
                  <a:gd name="T6" fmla="*/ 157 w 157"/>
                  <a:gd name="T7" fmla="*/ 0 h 123"/>
                  <a:gd name="T8" fmla="*/ 157 w 157"/>
                  <a:gd name="T9" fmla="*/ 0 h 123"/>
                </a:gdLst>
                <a:ahLst/>
                <a:cxnLst>
                  <a:cxn ang="0">
                    <a:pos x="T0" y="T1"/>
                  </a:cxn>
                  <a:cxn ang="0">
                    <a:pos x="T2" y="T3"/>
                  </a:cxn>
                  <a:cxn ang="0">
                    <a:pos x="T4" y="T5"/>
                  </a:cxn>
                  <a:cxn ang="0">
                    <a:pos x="T6" y="T7"/>
                  </a:cxn>
                  <a:cxn ang="0">
                    <a:pos x="T8" y="T9"/>
                  </a:cxn>
                </a:cxnLst>
                <a:rect l="0" t="0" r="r" b="b"/>
                <a:pathLst>
                  <a:path w="157" h="123">
                    <a:moveTo>
                      <a:pt x="157" y="0"/>
                    </a:moveTo>
                    <a:lnTo>
                      <a:pt x="0" y="0"/>
                    </a:lnTo>
                    <a:lnTo>
                      <a:pt x="80" y="123"/>
                    </a:lnTo>
                    <a:lnTo>
                      <a:pt x="157" y="0"/>
                    </a:lnTo>
                    <a:lnTo>
                      <a:pt x="157" y="0"/>
                    </a:ln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64310" name="Oval 1078">
                <a:extLst>
                  <a:ext uri="{FF2B5EF4-FFF2-40B4-BE49-F238E27FC236}">
                    <a16:creationId xmlns:a16="http://schemas.microsoft.com/office/drawing/2014/main" id="{1AB8B35E-0C17-B330-84F9-FD6FBBEEB5A5}"/>
                  </a:ext>
                </a:extLst>
              </p:cNvPr>
              <p:cNvSpPr>
                <a:spLocks noChangeArrowheads="1"/>
              </p:cNvSpPr>
              <p:nvPr/>
            </p:nvSpPr>
            <p:spPr bwMode="auto">
              <a:xfrm>
                <a:off x="4165" y="2823"/>
                <a:ext cx="52" cy="53"/>
              </a:xfrm>
              <a:prstGeom prst="ellipse">
                <a:avLst/>
              </a:prstGeom>
              <a:solidFill>
                <a:srgbClr val="FFFFFF"/>
              </a:solidFill>
              <a:ln w="15875">
                <a:solidFill>
                  <a:srgbClr val="000000"/>
                </a:solidFill>
                <a:miter lim="800000"/>
                <a:headEnd/>
                <a:tailEnd/>
              </a:ln>
            </p:spPr>
            <p:txBody>
              <a:bodyPr/>
              <a:lstStyle/>
              <a:p>
                <a:endParaRPr lang="es-ES"/>
              </a:p>
            </p:txBody>
          </p:sp>
          <p:sp>
            <p:nvSpPr>
              <p:cNvPr id="864311" name="Rectangle 1079">
                <a:extLst>
                  <a:ext uri="{FF2B5EF4-FFF2-40B4-BE49-F238E27FC236}">
                    <a16:creationId xmlns:a16="http://schemas.microsoft.com/office/drawing/2014/main" id="{0FBE1A9D-3D02-3469-4ED2-21984A7BA432}"/>
                  </a:ext>
                </a:extLst>
              </p:cNvPr>
              <p:cNvSpPr>
                <a:spLocks noChangeArrowheads="1"/>
              </p:cNvSpPr>
              <p:nvPr/>
            </p:nvSpPr>
            <p:spPr bwMode="auto">
              <a:xfrm>
                <a:off x="1856"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19</a:t>
                </a:r>
                <a:endParaRPr lang="en-US" altLang="es-ES" sz="4400"/>
              </a:p>
            </p:txBody>
          </p:sp>
          <p:sp>
            <p:nvSpPr>
              <p:cNvPr id="864312" name="Rectangle 1080">
                <a:extLst>
                  <a:ext uri="{FF2B5EF4-FFF2-40B4-BE49-F238E27FC236}">
                    <a16:creationId xmlns:a16="http://schemas.microsoft.com/office/drawing/2014/main" id="{BDB583BF-9815-B24E-EB1D-B74B8C274447}"/>
                  </a:ext>
                </a:extLst>
              </p:cNvPr>
              <p:cNvSpPr>
                <a:spLocks noChangeArrowheads="1"/>
              </p:cNvSpPr>
              <p:nvPr/>
            </p:nvSpPr>
            <p:spPr bwMode="auto">
              <a:xfrm>
                <a:off x="1938"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4313" name="Rectangle 1081">
                <a:extLst>
                  <a:ext uri="{FF2B5EF4-FFF2-40B4-BE49-F238E27FC236}">
                    <a16:creationId xmlns:a16="http://schemas.microsoft.com/office/drawing/2014/main" id="{D4E2F990-A630-792C-6BCB-F741E8B46578}"/>
                  </a:ext>
                </a:extLst>
              </p:cNvPr>
              <p:cNvSpPr>
                <a:spLocks noChangeArrowheads="1"/>
              </p:cNvSpPr>
              <p:nvPr/>
            </p:nvSpPr>
            <p:spPr bwMode="auto">
              <a:xfrm>
                <a:off x="1979"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17</a:t>
                </a:r>
                <a:endParaRPr lang="en-US" altLang="es-ES" sz="4400"/>
              </a:p>
            </p:txBody>
          </p:sp>
          <p:sp>
            <p:nvSpPr>
              <p:cNvPr id="864314" name="Rectangle 1082">
                <a:extLst>
                  <a:ext uri="{FF2B5EF4-FFF2-40B4-BE49-F238E27FC236}">
                    <a16:creationId xmlns:a16="http://schemas.microsoft.com/office/drawing/2014/main" id="{E5A474FC-7EDA-9602-B876-BFC893C80AE5}"/>
                  </a:ext>
                </a:extLst>
              </p:cNvPr>
              <p:cNvSpPr>
                <a:spLocks noChangeArrowheads="1"/>
              </p:cNvSpPr>
              <p:nvPr/>
            </p:nvSpPr>
            <p:spPr bwMode="auto">
              <a:xfrm>
                <a:off x="1893" y="3967"/>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a:t>
                </a:r>
                <a:endParaRPr lang="en-US" altLang="es-ES" sz="4400"/>
              </a:p>
            </p:txBody>
          </p:sp>
          <p:sp>
            <p:nvSpPr>
              <p:cNvPr id="864315" name="Rectangle 1083">
                <a:extLst>
                  <a:ext uri="{FF2B5EF4-FFF2-40B4-BE49-F238E27FC236}">
                    <a16:creationId xmlns:a16="http://schemas.microsoft.com/office/drawing/2014/main" id="{717C0E4B-2D7A-AF1C-BF94-5D75BAFAC759}"/>
                  </a:ext>
                </a:extLst>
              </p:cNvPr>
              <p:cNvSpPr>
                <a:spLocks noChangeArrowheads="1"/>
              </p:cNvSpPr>
              <p:nvPr/>
            </p:nvSpPr>
            <p:spPr bwMode="auto">
              <a:xfrm>
                <a:off x="2243" y="369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16</a:t>
                </a:r>
                <a:endParaRPr lang="en-US" altLang="es-ES" sz="4400"/>
              </a:p>
            </p:txBody>
          </p:sp>
          <p:sp>
            <p:nvSpPr>
              <p:cNvPr id="864316" name="Rectangle 1084">
                <a:extLst>
                  <a:ext uri="{FF2B5EF4-FFF2-40B4-BE49-F238E27FC236}">
                    <a16:creationId xmlns:a16="http://schemas.microsoft.com/office/drawing/2014/main" id="{DEE66DBF-5AF6-6C3D-6C24-92C4EDC8BD2C}"/>
                  </a:ext>
                </a:extLst>
              </p:cNvPr>
              <p:cNvSpPr>
                <a:spLocks noChangeArrowheads="1"/>
              </p:cNvSpPr>
              <p:nvPr/>
            </p:nvSpPr>
            <p:spPr bwMode="auto">
              <a:xfrm>
                <a:off x="2326" y="3698"/>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4317" name="Rectangle 1085">
                <a:extLst>
                  <a:ext uri="{FF2B5EF4-FFF2-40B4-BE49-F238E27FC236}">
                    <a16:creationId xmlns:a16="http://schemas.microsoft.com/office/drawing/2014/main" id="{70AA0526-3C0C-A819-2ACF-1D6089A69909}"/>
                  </a:ext>
                </a:extLst>
              </p:cNvPr>
              <p:cNvSpPr>
                <a:spLocks noChangeArrowheads="1"/>
              </p:cNvSpPr>
              <p:nvPr/>
            </p:nvSpPr>
            <p:spPr bwMode="auto">
              <a:xfrm>
                <a:off x="2366" y="369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14</a:t>
                </a:r>
                <a:endParaRPr lang="en-US" altLang="es-ES" sz="4400"/>
              </a:p>
            </p:txBody>
          </p:sp>
          <p:sp>
            <p:nvSpPr>
              <p:cNvPr id="864318" name="Rectangle 1086">
                <a:extLst>
                  <a:ext uri="{FF2B5EF4-FFF2-40B4-BE49-F238E27FC236}">
                    <a16:creationId xmlns:a16="http://schemas.microsoft.com/office/drawing/2014/main" id="{C10ED1C6-0C00-45D1-C266-D98F8E0A9DA6}"/>
                  </a:ext>
                </a:extLst>
              </p:cNvPr>
              <p:cNvSpPr>
                <a:spLocks noChangeArrowheads="1"/>
              </p:cNvSpPr>
              <p:nvPr/>
            </p:nvSpPr>
            <p:spPr bwMode="auto">
              <a:xfrm>
                <a:off x="2277" y="3966"/>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a:t>
                </a:r>
                <a:endParaRPr lang="en-US" altLang="es-ES" sz="4400"/>
              </a:p>
            </p:txBody>
          </p:sp>
          <p:sp>
            <p:nvSpPr>
              <p:cNvPr id="864319" name="Rectangle 1087">
                <a:extLst>
                  <a:ext uri="{FF2B5EF4-FFF2-40B4-BE49-F238E27FC236}">
                    <a16:creationId xmlns:a16="http://schemas.microsoft.com/office/drawing/2014/main" id="{E317DA01-3F2E-C3A8-944A-2F7086315CEB}"/>
                  </a:ext>
                </a:extLst>
              </p:cNvPr>
              <p:cNvSpPr>
                <a:spLocks noChangeArrowheads="1"/>
              </p:cNvSpPr>
              <p:nvPr/>
            </p:nvSpPr>
            <p:spPr bwMode="auto">
              <a:xfrm>
                <a:off x="2642"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13</a:t>
                </a:r>
                <a:endParaRPr lang="en-US" altLang="es-ES" sz="4400"/>
              </a:p>
            </p:txBody>
          </p:sp>
          <p:sp>
            <p:nvSpPr>
              <p:cNvPr id="864320" name="Rectangle 1088">
                <a:extLst>
                  <a:ext uri="{FF2B5EF4-FFF2-40B4-BE49-F238E27FC236}">
                    <a16:creationId xmlns:a16="http://schemas.microsoft.com/office/drawing/2014/main" id="{5C154483-80AF-D31C-7F72-673A06FC5511}"/>
                  </a:ext>
                </a:extLst>
              </p:cNvPr>
              <p:cNvSpPr>
                <a:spLocks noChangeArrowheads="1"/>
              </p:cNvSpPr>
              <p:nvPr/>
            </p:nvSpPr>
            <p:spPr bwMode="auto">
              <a:xfrm>
                <a:off x="2724"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4321" name="Rectangle 1089">
                <a:extLst>
                  <a:ext uri="{FF2B5EF4-FFF2-40B4-BE49-F238E27FC236}">
                    <a16:creationId xmlns:a16="http://schemas.microsoft.com/office/drawing/2014/main" id="{EED9A538-67FD-F3DA-CAFC-53A0AE65128A}"/>
                  </a:ext>
                </a:extLst>
              </p:cNvPr>
              <p:cNvSpPr>
                <a:spLocks noChangeArrowheads="1"/>
              </p:cNvSpPr>
              <p:nvPr/>
            </p:nvSpPr>
            <p:spPr bwMode="auto">
              <a:xfrm>
                <a:off x="2765"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11</a:t>
                </a:r>
                <a:endParaRPr lang="en-US" altLang="es-ES" sz="4400"/>
              </a:p>
            </p:txBody>
          </p:sp>
          <p:sp>
            <p:nvSpPr>
              <p:cNvPr id="864322" name="Rectangle 1090">
                <a:extLst>
                  <a:ext uri="{FF2B5EF4-FFF2-40B4-BE49-F238E27FC236}">
                    <a16:creationId xmlns:a16="http://schemas.microsoft.com/office/drawing/2014/main" id="{53F93170-2379-4A6C-8202-4008D4A2F187}"/>
                  </a:ext>
                </a:extLst>
              </p:cNvPr>
              <p:cNvSpPr>
                <a:spLocks noChangeArrowheads="1"/>
              </p:cNvSpPr>
              <p:nvPr/>
            </p:nvSpPr>
            <p:spPr bwMode="auto">
              <a:xfrm>
                <a:off x="2682" y="3967"/>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a:t>
                </a:r>
                <a:endParaRPr lang="en-US" altLang="es-ES" sz="4400"/>
              </a:p>
            </p:txBody>
          </p:sp>
          <p:sp>
            <p:nvSpPr>
              <p:cNvPr id="864323" name="Rectangle 1091">
                <a:extLst>
                  <a:ext uri="{FF2B5EF4-FFF2-40B4-BE49-F238E27FC236}">
                    <a16:creationId xmlns:a16="http://schemas.microsoft.com/office/drawing/2014/main" id="{CCF249EE-E33A-D22F-26CD-919A3ABFD8C0}"/>
                  </a:ext>
                </a:extLst>
              </p:cNvPr>
              <p:cNvSpPr>
                <a:spLocks noChangeArrowheads="1"/>
              </p:cNvSpPr>
              <p:nvPr/>
            </p:nvSpPr>
            <p:spPr bwMode="auto">
              <a:xfrm>
                <a:off x="2988"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10</a:t>
                </a:r>
                <a:endParaRPr lang="en-US" altLang="es-ES" sz="4400"/>
              </a:p>
            </p:txBody>
          </p:sp>
          <p:sp>
            <p:nvSpPr>
              <p:cNvPr id="864324" name="Rectangle 1092">
                <a:extLst>
                  <a:ext uri="{FF2B5EF4-FFF2-40B4-BE49-F238E27FC236}">
                    <a16:creationId xmlns:a16="http://schemas.microsoft.com/office/drawing/2014/main" id="{A5DE26D9-678C-58B7-3AAA-3A6B1360F029}"/>
                  </a:ext>
                </a:extLst>
              </p:cNvPr>
              <p:cNvSpPr>
                <a:spLocks noChangeArrowheads="1"/>
              </p:cNvSpPr>
              <p:nvPr/>
            </p:nvSpPr>
            <p:spPr bwMode="auto">
              <a:xfrm>
                <a:off x="2961" y="3967"/>
                <a:ext cx="1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MB</a:t>
                </a:r>
                <a:endParaRPr lang="en-US" altLang="es-ES" sz="4400"/>
              </a:p>
            </p:txBody>
          </p:sp>
          <p:sp>
            <p:nvSpPr>
              <p:cNvPr id="864325" name="Rectangle 1093">
                <a:extLst>
                  <a:ext uri="{FF2B5EF4-FFF2-40B4-BE49-F238E27FC236}">
                    <a16:creationId xmlns:a16="http://schemas.microsoft.com/office/drawing/2014/main" id="{BCCAB4CC-2665-527A-906E-37A329EE94AF}"/>
                  </a:ext>
                </a:extLst>
              </p:cNvPr>
              <p:cNvSpPr>
                <a:spLocks noChangeArrowheads="1"/>
              </p:cNvSpPr>
              <p:nvPr/>
            </p:nvSpPr>
            <p:spPr bwMode="auto">
              <a:xfrm>
                <a:off x="3309"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9</a:t>
                </a:r>
                <a:endParaRPr lang="en-US" altLang="es-ES" sz="4400"/>
              </a:p>
            </p:txBody>
          </p:sp>
          <p:sp>
            <p:nvSpPr>
              <p:cNvPr id="864326" name="Rectangle 1094">
                <a:extLst>
                  <a:ext uri="{FF2B5EF4-FFF2-40B4-BE49-F238E27FC236}">
                    <a16:creationId xmlns:a16="http://schemas.microsoft.com/office/drawing/2014/main" id="{5E2811F7-C52F-16A4-DB11-FCD34326F198}"/>
                  </a:ext>
                </a:extLst>
              </p:cNvPr>
              <p:cNvSpPr>
                <a:spLocks noChangeArrowheads="1"/>
              </p:cNvSpPr>
              <p:nvPr/>
            </p:nvSpPr>
            <p:spPr bwMode="auto">
              <a:xfrm>
                <a:off x="3349"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4327" name="Rectangle 1095">
                <a:extLst>
                  <a:ext uri="{FF2B5EF4-FFF2-40B4-BE49-F238E27FC236}">
                    <a16:creationId xmlns:a16="http://schemas.microsoft.com/office/drawing/2014/main" id="{5428A8B9-7E5D-28B5-F81E-1C4EB40A1E1C}"/>
                  </a:ext>
                </a:extLst>
              </p:cNvPr>
              <p:cNvSpPr>
                <a:spLocks noChangeArrowheads="1"/>
              </p:cNvSpPr>
              <p:nvPr/>
            </p:nvSpPr>
            <p:spPr bwMode="auto">
              <a:xfrm>
                <a:off x="3391"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6</a:t>
                </a:r>
                <a:endParaRPr lang="en-US" altLang="es-ES" sz="4400"/>
              </a:p>
            </p:txBody>
          </p:sp>
          <p:sp>
            <p:nvSpPr>
              <p:cNvPr id="864328" name="Rectangle 1096">
                <a:extLst>
                  <a:ext uri="{FF2B5EF4-FFF2-40B4-BE49-F238E27FC236}">
                    <a16:creationId xmlns:a16="http://schemas.microsoft.com/office/drawing/2014/main" id="{47CC2094-BD33-CC41-DAFA-72E496FA3BB8}"/>
                  </a:ext>
                </a:extLst>
              </p:cNvPr>
              <p:cNvSpPr>
                <a:spLocks noChangeArrowheads="1"/>
              </p:cNvSpPr>
              <p:nvPr/>
            </p:nvSpPr>
            <p:spPr bwMode="auto">
              <a:xfrm>
                <a:off x="3322" y="3967"/>
                <a:ext cx="1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FS</a:t>
                </a:r>
                <a:endParaRPr lang="en-US" altLang="es-ES" sz="4400"/>
              </a:p>
            </p:txBody>
          </p:sp>
          <p:sp>
            <p:nvSpPr>
              <p:cNvPr id="864329" name="Rectangle 1097">
                <a:extLst>
                  <a:ext uri="{FF2B5EF4-FFF2-40B4-BE49-F238E27FC236}">
                    <a16:creationId xmlns:a16="http://schemas.microsoft.com/office/drawing/2014/main" id="{2522ED72-3F3B-D218-1735-EE496233AFB3}"/>
                  </a:ext>
                </a:extLst>
              </p:cNvPr>
              <p:cNvSpPr>
                <a:spLocks noChangeArrowheads="1"/>
              </p:cNvSpPr>
              <p:nvPr/>
            </p:nvSpPr>
            <p:spPr bwMode="auto">
              <a:xfrm>
                <a:off x="3673"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5</a:t>
                </a:r>
                <a:endParaRPr lang="en-US" altLang="es-ES" sz="4400"/>
              </a:p>
            </p:txBody>
          </p:sp>
          <p:sp>
            <p:nvSpPr>
              <p:cNvPr id="864330" name="Rectangle 1098">
                <a:extLst>
                  <a:ext uri="{FF2B5EF4-FFF2-40B4-BE49-F238E27FC236}">
                    <a16:creationId xmlns:a16="http://schemas.microsoft.com/office/drawing/2014/main" id="{F57C90E6-F7A3-AC30-BB0C-A59DA6088182}"/>
                  </a:ext>
                </a:extLst>
              </p:cNvPr>
              <p:cNvSpPr>
                <a:spLocks noChangeArrowheads="1"/>
              </p:cNvSpPr>
              <p:nvPr/>
            </p:nvSpPr>
            <p:spPr bwMode="auto">
              <a:xfrm>
                <a:off x="3621" y="3967"/>
                <a:ext cx="1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MD</a:t>
                </a:r>
                <a:endParaRPr lang="en-US" altLang="es-ES" sz="4400"/>
              </a:p>
            </p:txBody>
          </p:sp>
          <p:sp>
            <p:nvSpPr>
              <p:cNvPr id="864331" name="Rectangle 1099">
                <a:extLst>
                  <a:ext uri="{FF2B5EF4-FFF2-40B4-BE49-F238E27FC236}">
                    <a16:creationId xmlns:a16="http://schemas.microsoft.com/office/drawing/2014/main" id="{654B2B99-ECBC-8556-3B3A-8013A1D533BE}"/>
                  </a:ext>
                </a:extLst>
              </p:cNvPr>
              <p:cNvSpPr>
                <a:spLocks noChangeArrowheads="1"/>
              </p:cNvSpPr>
              <p:nvPr/>
            </p:nvSpPr>
            <p:spPr bwMode="auto">
              <a:xfrm>
                <a:off x="3896"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4</a:t>
                </a:r>
                <a:endParaRPr lang="en-US" altLang="es-ES" sz="4400"/>
              </a:p>
            </p:txBody>
          </p:sp>
          <p:sp>
            <p:nvSpPr>
              <p:cNvPr id="864332" name="Rectangle 1100">
                <a:extLst>
                  <a:ext uri="{FF2B5EF4-FFF2-40B4-BE49-F238E27FC236}">
                    <a16:creationId xmlns:a16="http://schemas.microsoft.com/office/drawing/2014/main" id="{A371D0EB-CCE2-E17F-54C7-29AA724FC1B8}"/>
                  </a:ext>
                </a:extLst>
              </p:cNvPr>
              <p:cNvSpPr>
                <a:spLocks noChangeArrowheads="1"/>
              </p:cNvSpPr>
              <p:nvPr/>
            </p:nvSpPr>
            <p:spPr bwMode="auto">
              <a:xfrm>
                <a:off x="3846" y="3967"/>
                <a:ext cx="1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RW</a:t>
                </a:r>
                <a:endParaRPr lang="en-US" altLang="es-ES" sz="4400"/>
              </a:p>
            </p:txBody>
          </p:sp>
          <p:sp>
            <p:nvSpPr>
              <p:cNvPr id="864333" name="Rectangle 1101">
                <a:extLst>
                  <a:ext uri="{FF2B5EF4-FFF2-40B4-BE49-F238E27FC236}">
                    <a16:creationId xmlns:a16="http://schemas.microsoft.com/office/drawing/2014/main" id="{7809525D-5F6A-678B-AAA2-C4AED6E1C8F0}"/>
                  </a:ext>
                </a:extLst>
              </p:cNvPr>
              <p:cNvSpPr>
                <a:spLocks noChangeArrowheads="1"/>
              </p:cNvSpPr>
              <p:nvPr/>
            </p:nvSpPr>
            <p:spPr bwMode="auto">
              <a:xfrm>
                <a:off x="4112"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3</a:t>
                </a:r>
                <a:endParaRPr lang="en-US" altLang="es-ES" sz="4400"/>
              </a:p>
            </p:txBody>
          </p:sp>
          <p:sp>
            <p:nvSpPr>
              <p:cNvPr id="864334" name="Rectangle 1102">
                <a:extLst>
                  <a:ext uri="{FF2B5EF4-FFF2-40B4-BE49-F238E27FC236}">
                    <a16:creationId xmlns:a16="http://schemas.microsoft.com/office/drawing/2014/main" id="{07E2BD87-5733-FF18-F790-92C482AA5400}"/>
                  </a:ext>
                </a:extLst>
              </p:cNvPr>
              <p:cNvSpPr>
                <a:spLocks noChangeArrowheads="1"/>
              </p:cNvSpPr>
              <p:nvPr/>
            </p:nvSpPr>
            <p:spPr bwMode="auto">
              <a:xfrm>
                <a:off x="4053" y="3967"/>
                <a:ext cx="21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MW</a:t>
                </a:r>
                <a:endParaRPr lang="en-US" altLang="es-ES" sz="4400"/>
              </a:p>
            </p:txBody>
          </p:sp>
          <p:sp>
            <p:nvSpPr>
              <p:cNvPr id="864335" name="Rectangle 1103">
                <a:extLst>
                  <a:ext uri="{FF2B5EF4-FFF2-40B4-BE49-F238E27FC236}">
                    <a16:creationId xmlns:a16="http://schemas.microsoft.com/office/drawing/2014/main" id="{A428F19B-6589-DE7A-DB71-B4011E93DBD5}"/>
                  </a:ext>
                </a:extLst>
              </p:cNvPr>
              <p:cNvSpPr>
                <a:spLocks noChangeArrowheads="1"/>
              </p:cNvSpPr>
              <p:nvPr/>
            </p:nvSpPr>
            <p:spPr bwMode="auto">
              <a:xfrm>
                <a:off x="4326"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2</a:t>
                </a:r>
                <a:endParaRPr lang="en-US" altLang="es-ES" sz="4400"/>
              </a:p>
            </p:txBody>
          </p:sp>
          <p:sp>
            <p:nvSpPr>
              <p:cNvPr id="864336" name="Rectangle 1104">
                <a:extLst>
                  <a:ext uri="{FF2B5EF4-FFF2-40B4-BE49-F238E27FC236}">
                    <a16:creationId xmlns:a16="http://schemas.microsoft.com/office/drawing/2014/main" id="{C6109B22-9373-7A1B-8FE6-147ED3702FDC}"/>
                  </a:ext>
                </a:extLst>
              </p:cNvPr>
              <p:cNvSpPr>
                <a:spLocks noChangeArrowheads="1"/>
              </p:cNvSpPr>
              <p:nvPr/>
            </p:nvSpPr>
            <p:spPr bwMode="auto">
              <a:xfrm>
                <a:off x="4295" y="3967"/>
                <a:ext cx="14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PL</a:t>
                </a:r>
                <a:endParaRPr lang="en-US" altLang="es-ES" sz="4400"/>
              </a:p>
            </p:txBody>
          </p:sp>
          <p:sp>
            <p:nvSpPr>
              <p:cNvPr id="864337" name="Rectangle 1105">
                <a:extLst>
                  <a:ext uri="{FF2B5EF4-FFF2-40B4-BE49-F238E27FC236}">
                    <a16:creationId xmlns:a16="http://schemas.microsoft.com/office/drawing/2014/main" id="{23BB1C65-8E87-A35B-456C-40FD9B032463}"/>
                  </a:ext>
                </a:extLst>
              </p:cNvPr>
              <p:cNvSpPr>
                <a:spLocks noChangeArrowheads="1"/>
              </p:cNvSpPr>
              <p:nvPr/>
            </p:nvSpPr>
            <p:spPr bwMode="auto">
              <a:xfrm>
                <a:off x="4550"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a:t>
                </a:r>
                <a:endParaRPr lang="en-US" altLang="es-ES" sz="4400"/>
              </a:p>
            </p:txBody>
          </p:sp>
          <p:sp>
            <p:nvSpPr>
              <p:cNvPr id="864338" name="Rectangle 1106">
                <a:extLst>
                  <a:ext uri="{FF2B5EF4-FFF2-40B4-BE49-F238E27FC236}">
                    <a16:creationId xmlns:a16="http://schemas.microsoft.com/office/drawing/2014/main" id="{A4FF2B60-B160-6128-3053-3025B816037C}"/>
                  </a:ext>
                </a:extLst>
              </p:cNvPr>
              <p:cNvSpPr>
                <a:spLocks noChangeArrowheads="1"/>
              </p:cNvSpPr>
              <p:nvPr/>
            </p:nvSpPr>
            <p:spPr bwMode="auto">
              <a:xfrm>
                <a:off x="4523" y="3967"/>
                <a:ext cx="1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JB</a:t>
                </a:r>
                <a:endParaRPr lang="en-US" altLang="es-ES" sz="4400"/>
              </a:p>
            </p:txBody>
          </p:sp>
          <p:sp>
            <p:nvSpPr>
              <p:cNvPr id="864339" name="Rectangle 1107">
                <a:extLst>
                  <a:ext uri="{FF2B5EF4-FFF2-40B4-BE49-F238E27FC236}">
                    <a16:creationId xmlns:a16="http://schemas.microsoft.com/office/drawing/2014/main" id="{AAFD1ED1-B5AD-0AD2-A77C-404E8BBD45B5}"/>
                  </a:ext>
                </a:extLst>
              </p:cNvPr>
              <p:cNvSpPr>
                <a:spLocks noChangeArrowheads="1"/>
              </p:cNvSpPr>
              <p:nvPr/>
            </p:nvSpPr>
            <p:spPr bwMode="auto">
              <a:xfrm>
                <a:off x="4774"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400"/>
              </a:p>
            </p:txBody>
          </p:sp>
          <p:sp>
            <p:nvSpPr>
              <p:cNvPr id="864340" name="Rectangle 1108">
                <a:extLst>
                  <a:ext uri="{FF2B5EF4-FFF2-40B4-BE49-F238E27FC236}">
                    <a16:creationId xmlns:a16="http://schemas.microsoft.com/office/drawing/2014/main" id="{E9C8658C-420B-2379-82B3-1B9D61AA66A6}"/>
                  </a:ext>
                </a:extLst>
              </p:cNvPr>
              <p:cNvSpPr>
                <a:spLocks noChangeArrowheads="1"/>
              </p:cNvSpPr>
              <p:nvPr/>
            </p:nvSpPr>
            <p:spPr bwMode="auto">
              <a:xfrm>
                <a:off x="4734" y="3967"/>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BC</a:t>
                </a:r>
                <a:endParaRPr lang="en-US" altLang="es-ES" sz="4400"/>
              </a:p>
            </p:txBody>
          </p:sp>
          <p:sp>
            <p:nvSpPr>
              <p:cNvPr id="864341" name="Rectangle 1109">
                <a:extLst>
                  <a:ext uri="{FF2B5EF4-FFF2-40B4-BE49-F238E27FC236}">
                    <a16:creationId xmlns:a16="http://schemas.microsoft.com/office/drawing/2014/main" id="{D1BB96E7-6964-EEDC-45D6-7131345F8850}"/>
                  </a:ext>
                </a:extLst>
              </p:cNvPr>
              <p:cNvSpPr>
                <a:spLocks noChangeArrowheads="1"/>
              </p:cNvSpPr>
              <p:nvPr/>
            </p:nvSpPr>
            <p:spPr bwMode="auto">
              <a:xfrm>
                <a:off x="3013" y="1202"/>
                <a:ext cx="5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a:t>
                </a:r>
                <a:endParaRPr lang="en-US" altLang="es-ES" sz="4400"/>
              </a:p>
            </p:txBody>
          </p:sp>
          <p:sp>
            <p:nvSpPr>
              <p:cNvPr id="864342" name="Freeform 1110">
                <a:extLst>
                  <a:ext uri="{FF2B5EF4-FFF2-40B4-BE49-F238E27FC236}">
                    <a16:creationId xmlns:a16="http://schemas.microsoft.com/office/drawing/2014/main" id="{1CFF7018-FB56-ABA1-37C0-25EF7A2EC320}"/>
                  </a:ext>
                </a:extLst>
              </p:cNvPr>
              <p:cNvSpPr>
                <a:spLocks/>
              </p:cNvSpPr>
              <p:nvPr/>
            </p:nvSpPr>
            <p:spPr bwMode="auto">
              <a:xfrm>
                <a:off x="1945" y="1316"/>
                <a:ext cx="2526" cy="343"/>
              </a:xfrm>
              <a:custGeom>
                <a:avLst/>
                <a:gdLst>
                  <a:gd name="T0" fmla="*/ 1172 w 2500"/>
                  <a:gd name="T1" fmla="*/ 334 h 334"/>
                  <a:gd name="T2" fmla="*/ 0 w 2500"/>
                  <a:gd name="T3" fmla="*/ 334 h 334"/>
                  <a:gd name="T4" fmla="*/ 0 w 2500"/>
                  <a:gd name="T5" fmla="*/ 0 h 334"/>
                  <a:gd name="T6" fmla="*/ 1172 w 2500"/>
                  <a:gd name="T7" fmla="*/ 0 h 334"/>
                  <a:gd name="T8" fmla="*/ 2500 w 2500"/>
                  <a:gd name="T9" fmla="*/ 0 h 334"/>
                  <a:gd name="T10" fmla="*/ 2500 w 2500"/>
                  <a:gd name="T11" fmla="*/ 334 h 334"/>
                  <a:gd name="T12" fmla="*/ 1172 w 2500"/>
                  <a:gd name="T13" fmla="*/ 334 h 334"/>
                </a:gdLst>
                <a:ahLst/>
                <a:cxnLst>
                  <a:cxn ang="0">
                    <a:pos x="T0" y="T1"/>
                  </a:cxn>
                  <a:cxn ang="0">
                    <a:pos x="T2" y="T3"/>
                  </a:cxn>
                  <a:cxn ang="0">
                    <a:pos x="T4" y="T5"/>
                  </a:cxn>
                  <a:cxn ang="0">
                    <a:pos x="T6" y="T7"/>
                  </a:cxn>
                  <a:cxn ang="0">
                    <a:pos x="T8" y="T9"/>
                  </a:cxn>
                  <a:cxn ang="0">
                    <a:pos x="T10" y="T11"/>
                  </a:cxn>
                  <a:cxn ang="0">
                    <a:pos x="T12" y="T13"/>
                  </a:cxn>
                </a:cxnLst>
                <a:rect l="0" t="0" r="r" b="b"/>
                <a:pathLst>
                  <a:path w="2500" h="334">
                    <a:moveTo>
                      <a:pt x="1172" y="334"/>
                    </a:moveTo>
                    <a:lnTo>
                      <a:pt x="0" y="334"/>
                    </a:lnTo>
                    <a:lnTo>
                      <a:pt x="0" y="0"/>
                    </a:lnTo>
                    <a:lnTo>
                      <a:pt x="1172" y="0"/>
                    </a:lnTo>
                    <a:lnTo>
                      <a:pt x="2500" y="0"/>
                    </a:lnTo>
                    <a:lnTo>
                      <a:pt x="2500" y="334"/>
                    </a:lnTo>
                    <a:lnTo>
                      <a:pt x="1172" y="334"/>
                    </a:lnTo>
                    <a:close/>
                  </a:path>
                </a:pathLst>
              </a:custGeom>
              <a:noFill/>
              <a:ln w="15875" cap="flat">
                <a:solidFill>
                  <a:srgbClr val="00A0C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343" name="Rectangle 1111">
                <a:extLst>
                  <a:ext uri="{FF2B5EF4-FFF2-40B4-BE49-F238E27FC236}">
                    <a16:creationId xmlns:a16="http://schemas.microsoft.com/office/drawing/2014/main" id="{A7449366-F9BE-47AB-8249-6EC7438C21F3}"/>
                  </a:ext>
                </a:extLst>
              </p:cNvPr>
              <p:cNvSpPr>
                <a:spLocks noChangeArrowheads="1"/>
              </p:cNvSpPr>
              <p:nvPr/>
            </p:nvSpPr>
            <p:spPr bwMode="auto">
              <a:xfrm>
                <a:off x="2424" y="1392"/>
                <a:ext cx="3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Opcode</a:t>
                </a:r>
                <a:endParaRPr lang="en-US" altLang="es-ES" sz="4400"/>
              </a:p>
            </p:txBody>
          </p:sp>
          <p:sp>
            <p:nvSpPr>
              <p:cNvPr id="864344" name="Rectangle 1112">
                <a:extLst>
                  <a:ext uri="{FF2B5EF4-FFF2-40B4-BE49-F238E27FC236}">
                    <a16:creationId xmlns:a16="http://schemas.microsoft.com/office/drawing/2014/main" id="{AF28E4D1-DA5E-69F9-998D-EF3FE953E5A4}"/>
                  </a:ext>
                </a:extLst>
              </p:cNvPr>
              <p:cNvSpPr>
                <a:spLocks noChangeArrowheads="1"/>
              </p:cNvSpPr>
              <p:nvPr/>
            </p:nvSpPr>
            <p:spPr bwMode="auto">
              <a:xfrm>
                <a:off x="3297" y="1395"/>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DR</a:t>
                </a:r>
                <a:endParaRPr lang="en-US" altLang="es-ES" sz="4400"/>
              </a:p>
            </p:txBody>
          </p:sp>
          <p:sp>
            <p:nvSpPr>
              <p:cNvPr id="864345" name="Rectangle 1113">
                <a:extLst>
                  <a:ext uri="{FF2B5EF4-FFF2-40B4-BE49-F238E27FC236}">
                    <a16:creationId xmlns:a16="http://schemas.microsoft.com/office/drawing/2014/main" id="{4FEC64FC-6CB5-7148-4D8B-731717E55A47}"/>
                  </a:ext>
                </a:extLst>
              </p:cNvPr>
              <p:cNvSpPr>
                <a:spLocks noChangeArrowheads="1"/>
              </p:cNvSpPr>
              <p:nvPr/>
            </p:nvSpPr>
            <p:spPr bwMode="auto">
              <a:xfrm>
                <a:off x="3747" y="1395"/>
                <a:ext cx="14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SA</a:t>
                </a:r>
                <a:endParaRPr lang="en-US" altLang="es-ES" sz="4400"/>
              </a:p>
            </p:txBody>
          </p:sp>
          <p:sp>
            <p:nvSpPr>
              <p:cNvPr id="864346" name="Rectangle 1114">
                <a:extLst>
                  <a:ext uri="{FF2B5EF4-FFF2-40B4-BE49-F238E27FC236}">
                    <a16:creationId xmlns:a16="http://schemas.microsoft.com/office/drawing/2014/main" id="{EE9C8066-63A1-3B31-5CC3-7F3C6746447B}"/>
                  </a:ext>
                </a:extLst>
              </p:cNvPr>
              <p:cNvSpPr>
                <a:spLocks noChangeArrowheads="1"/>
              </p:cNvSpPr>
              <p:nvPr/>
            </p:nvSpPr>
            <p:spPr bwMode="auto">
              <a:xfrm>
                <a:off x="4197" y="1395"/>
                <a:ext cx="1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SB</a:t>
                </a:r>
                <a:endParaRPr lang="en-US" altLang="es-ES" sz="4400"/>
              </a:p>
            </p:txBody>
          </p:sp>
          <p:sp>
            <p:nvSpPr>
              <p:cNvPr id="864347" name="Rectangle 1115">
                <a:extLst>
                  <a:ext uri="{FF2B5EF4-FFF2-40B4-BE49-F238E27FC236}">
                    <a16:creationId xmlns:a16="http://schemas.microsoft.com/office/drawing/2014/main" id="{9E302895-9BB7-868D-67C6-97F16F9A2E6E}"/>
                  </a:ext>
                </a:extLst>
              </p:cNvPr>
              <p:cNvSpPr>
                <a:spLocks noChangeArrowheads="1"/>
              </p:cNvSpPr>
              <p:nvPr/>
            </p:nvSpPr>
            <p:spPr bwMode="auto">
              <a:xfrm>
                <a:off x="3094" y="4161"/>
                <a:ext cx="65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Control word</a:t>
                </a:r>
                <a:endParaRPr lang="en-US" altLang="es-ES" sz="4400"/>
              </a:p>
            </p:txBody>
          </p:sp>
          <p:sp>
            <p:nvSpPr>
              <p:cNvPr id="864348" name="Rectangle 1116">
                <a:extLst>
                  <a:ext uri="{FF2B5EF4-FFF2-40B4-BE49-F238E27FC236}">
                    <a16:creationId xmlns:a16="http://schemas.microsoft.com/office/drawing/2014/main" id="{94558BC6-B532-A7AD-21CD-3D6A3D675541}"/>
                  </a:ext>
                </a:extLst>
              </p:cNvPr>
              <p:cNvSpPr>
                <a:spLocks noChangeArrowheads="1"/>
              </p:cNvSpPr>
              <p:nvPr/>
            </p:nvSpPr>
            <p:spPr bwMode="auto">
              <a:xfrm>
                <a:off x="1767" y="3681"/>
                <a:ext cx="3133" cy="460"/>
              </a:xfrm>
              <a:prstGeom prst="rect">
                <a:avLst/>
              </a:prstGeom>
              <a:noFill/>
              <a:ln w="15875">
                <a:solidFill>
                  <a:srgbClr val="00A0C6"/>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349" name="Rectangle 1117">
                <a:extLst>
                  <a:ext uri="{FF2B5EF4-FFF2-40B4-BE49-F238E27FC236}">
                    <a16:creationId xmlns:a16="http://schemas.microsoft.com/office/drawing/2014/main" id="{4605C8B3-3A96-677C-D2C3-A941B75E7C3A}"/>
                  </a:ext>
                </a:extLst>
              </p:cNvPr>
              <p:cNvSpPr>
                <a:spLocks noChangeArrowheads="1"/>
              </p:cNvSpPr>
              <p:nvPr/>
            </p:nvSpPr>
            <p:spPr bwMode="auto">
              <a:xfrm>
                <a:off x="2062"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15</a:t>
                </a:r>
                <a:endParaRPr lang="en-US" altLang="es-ES" sz="4400"/>
              </a:p>
            </p:txBody>
          </p:sp>
          <p:sp>
            <p:nvSpPr>
              <p:cNvPr id="864350" name="Rectangle 1118">
                <a:extLst>
                  <a:ext uri="{FF2B5EF4-FFF2-40B4-BE49-F238E27FC236}">
                    <a16:creationId xmlns:a16="http://schemas.microsoft.com/office/drawing/2014/main" id="{DA10411D-5A9C-B3D3-8BAA-02B6090EAC38}"/>
                  </a:ext>
                </a:extLst>
              </p:cNvPr>
              <p:cNvSpPr>
                <a:spLocks noChangeArrowheads="1"/>
              </p:cNvSpPr>
              <p:nvPr/>
            </p:nvSpPr>
            <p:spPr bwMode="auto">
              <a:xfrm>
                <a:off x="2219"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14</a:t>
                </a:r>
                <a:endParaRPr lang="en-US" altLang="es-ES" sz="4400"/>
              </a:p>
            </p:txBody>
          </p:sp>
          <p:sp>
            <p:nvSpPr>
              <p:cNvPr id="864351" name="Rectangle 1119">
                <a:extLst>
                  <a:ext uri="{FF2B5EF4-FFF2-40B4-BE49-F238E27FC236}">
                    <a16:creationId xmlns:a16="http://schemas.microsoft.com/office/drawing/2014/main" id="{A925C661-525A-2018-2467-AE41975A2E22}"/>
                  </a:ext>
                </a:extLst>
              </p:cNvPr>
              <p:cNvSpPr>
                <a:spLocks noChangeArrowheads="1"/>
              </p:cNvSpPr>
              <p:nvPr/>
            </p:nvSpPr>
            <p:spPr bwMode="auto">
              <a:xfrm>
                <a:off x="2376"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13</a:t>
                </a:r>
                <a:endParaRPr lang="en-US" altLang="es-ES" sz="4400"/>
              </a:p>
            </p:txBody>
          </p:sp>
          <p:sp>
            <p:nvSpPr>
              <p:cNvPr id="864352" name="Rectangle 1120">
                <a:extLst>
                  <a:ext uri="{FF2B5EF4-FFF2-40B4-BE49-F238E27FC236}">
                    <a16:creationId xmlns:a16="http://schemas.microsoft.com/office/drawing/2014/main" id="{CBAB14D4-5931-7810-26B3-BE9419562C01}"/>
                  </a:ext>
                </a:extLst>
              </p:cNvPr>
              <p:cNvSpPr>
                <a:spLocks noChangeArrowheads="1"/>
              </p:cNvSpPr>
              <p:nvPr/>
            </p:nvSpPr>
            <p:spPr bwMode="auto">
              <a:xfrm>
                <a:off x="2534"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12</a:t>
                </a:r>
                <a:endParaRPr lang="en-US" altLang="es-ES" sz="4400"/>
              </a:p>
            </p:txBody>
          </p:sp>
          <p:sp>
            <p:nvSpPr>
              <p:cNvPr id="864353" name="Rectangle 1121">
                <a:extLst>
                  <a:ext uri="{FF2B5EF4-FFF2-40B4-BE49-F238E27FC236}">
                    <a16:creationId xmlns:a16="http://schemas.microsoft.com/office/drawing/2014/main" id="{75AC5DCB-9AD5-B6F4-7B70-E71F1C08880C}"/>
                  </a:ext>
                </a:extLst>
              </p:cNvPr>
              <p:cNvSpPr>
                <a:spLocks noChangeArrowheads="1"/>
              </p:cNvSpPr>
              <p:nvPr/>
            </p:nvSpPr>
            <p:spPr bwMode="auto">
              <a:xfrm>
                <a:off x="2690"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11</a:t>
                </a:r>
                <a:endParaRPr lang="en-US" altLang="es-ES" sz="4400"/>
              </a:p>
            </p:txBody>
          </p:sp>
          <p:sp>
            <p:nvSpPr>
              <p:cNvPr id="864354" name="Rectangle 1122">
                <a:extLst>
                  <a:ext uri="{FF2B5EF4-FFF2-40B4-BE49-F238E27FC236}">
                    <a16:creationId xmlns:a16="http://schemas.microsoft.com/office/drawing/2014/main" id="{B89FF98F-AD60-8158-214A-03B40B205386}"/>
                  </a:ext>
                </a:extLst>
              </p:cNvPr>
              <p:cNvSpPr>
                <a:spLocks noChangeArrowheads="1"/>
              </p:cNvSpPr>
              <p:nvPr/>
            </p:nvSpPr>
            <p:spPr bwMode="auto">
              <a:xfrm>
                <a:off x="2848"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10</a:t>
                </a:r>
                <a:endParaRPr lang="en-US" altLang="es-ES" sz="4400"/>
              </a:p>
            </p:txBody>
          </p:sp>
          <p:sp>
            <p:nvSpPr>
              <p:cNvPr id="864355" name="Rectangle 1123">
                <a:extLst>
                  <a:ext uri="{FF2B5EF4-FFF2-40B4-BE49-F238E27FC236}">
                    <a16:creationId xmlns:a16="http://schemas.microsoft.com/office/drawing/2014/main" id="{18FC5B09-04A0-F437-D2DF-6B5EDF4A6F21}"/>
                  </a:ext>
                </a:extLst>
              </p:cNvPr>
              <p:cNvSpPr>
                <a:spLocks noChangeArrowheads="1"/>
              </p:cNvSpPr>
              <p:nvPr/>
            </p:nvSpPr>
            <p:spPr bwMode="auto">
              <a:xfrm>
                <a:off x="3026" y="154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9</a:t>
                </a:r>
                <a:endParaRPr lang="en-US" altLang="es-ES" sz="4400"/>
              </a:p>
            </p:txBody>
          </p:sp>
          <p:sp>
            <p:nvSpPr>
              <p:cNvPr id="864356" name="Rectangle 1124">
                <a:extLst>
                  <a:ext uri="{FF2B5EF4-FFF2-40B4-BE49-F238E27FC236}">
                    <a16:creationId xmlns:a16="http://schemas.microsoft.com/office/drawing/2014/main" id="{D18579E2-490E-5565-B67E-651859695BD7}"/>
                  </a:ext>
                </a:extLst>
              </p:cNvPr>
              <p:cNvSpPr>
                <a:spLocks noChangeArrowheads="1"/>
              </p:cNvSpPr>
              <p:nvPr/>
            </p:nvSpPr>
            <p:spPr bwMode="auto">
              <a:xfrm>
                <a:off x="3300"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8</a:t>
                </a:r>
                <a:endParaRPr lang="en-US" altLang="es-ES" sz="4400"/>
              </a:p>
            </p:txBody>
          </p:sp>
          <p:sp>
            <p:nvSpPr>
              <p:cNvPr id="864357" name="Rectangle 1125">
                <a:extLst>
                  <a:ext uri="{FF2B5EF4-FFF2-40B4-BE49-F238E27FC236}">
                    <a16:creationId xmlns:a16="http://schemas.microsoft.com/office/drawing/2014/main" id="{F03FDC79-FFA7-D7A1-0560-676A42AA61BA}"/>
                  </a:ext>
                </a:extLst>
              </p:cNvPr>
              <p:cNvSpPr>
                <a:spLocks noChangeArrowheads="1"/>
              </p:cNvSpPr>
              <p:nvPr/>
            </p:nvSpPr>
            <p:spPr bwMode="auto">
              <a:xfrm>
                <a:off x="3341"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4358" name="Rectangle 1126">
                <a:extLst>
                  <a:ext uri="{FF2B5EF4-FFF2-40B4-BE49-F238E27FC236}">
                    <a16:creationId xmlns:a16="http://schemas.microsoft.com/office/drawing/2014/main" id="{B02654A7-D6AF-BDED-44EA-E6457D75ABF7}"/>
                  </a:ext>
                </a:extLst>
              </p:cNvPr>
              <p:cNvSpPr>
                <a:spLocks noChangeArrowheads="1"/>
              </p:cNvSpPr>
              <p:nvPr/>
            </p:nvSpPr>
            <p:spPr bwMode="auto">
              <a:xfrm>
                <a:off x="3381"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6</a:t>
                </a:r>
                <a:endParaRPr lang="en-US" altLang="es-ES" sz="4400"/>
              </a:p>
            </p:txBody>
          </p:sp>
          <p:sp>
            <p:nvSpPr>
              <p:cNvPr id="864359" name="Rectangle 1127">
                <a:extLst>
                  <a:ext uri="{FF2B5EF4-FFF2-40B4-BE49-F238E27FC236}">
                    <a16:creationId xmlns:a16="http://schemas.microsoft.com/office/drawing/2014/main" id="{A13727F6-0E4C-B089-C97A-1B4E69BB5969}"/>
                  </a:ext>
                </a:extLst>
              </p:cNvPr>
              <p:cNvSpPr>
                <a:spLocks noChangeArrowheads="1"/>
              </p:cNvSpPr>
              <p:nvPr/>
            </p:nvSpPr>
            <p:spPr bwMode="auto">
              <a:xfrm>
                <a:off x="3743" y="15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5</a:t>
                </a:r>
                <a:endParaRPr lang="en-US" altLang="es-ES" sz="4400"/>
              </a:p>
            </p:txBody>
          </p:sp>
          <p:sp>
            <p:nvSpPr>
              <p:cNvPr id="864360" name="Rectangle 1128">
                <a:extLst>
                  <a:ext uri="{FF2B5EF4-FFF2-40B4-BE49-F238E27FC236}">
                    <a16:creationId xmlns:a16="http://schemas.microsoft.com/office/drawing/2014/main" id="{01092AFD-DB7A-366E-C2CD-51C0124DB0C3}"/>
                  </a:ext>
                </a:extLst>
              </p:cNvPr>
              <p:cNvSpPr>
                <a:spLocks noChangeArrowheads="1"/>
              </p:cNvSpPr>
              <p:nvPr/>
            </p:nvSpPr>
            <p:spPr bwMode="auto">
              <a:xfrm>
                <a:off x="3784" y="15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4361" name="Rectangle 1129">
                <a:extLst>
                  <a:ext uri="{FF2B5EF4-FFF2-40B4-BE49-F238E27FC236}">
                    <a16:creationId xmlns:a16="http://schemas.microsoft.com/office/drawing/2014/main" id="{43F86CC6-83B4-737D-BF48-5BFAF17174CA}"/>
                  </a:ext>
                </a:extLst>
              </p:cNvPr>
              <p:cNvSpPr>
                <a:spLocks noChangeArrowheads="1"/>
              </p:cNvSpPr>
              <p:nvPr/>
            </p:nvSpPr>
            <p:spPr bwMode="auto">
              <a:xfrm>
                <a:off x="3825" y="15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3</a:t>
                </a:r>
                <a:endParaRPr lang="en-US" altLang="es-ES" sz="4400"/>
              </a:p>
            </p:txBody>
          </p:sp>
          <p:sp>
            <p:nvSpPr>
              <p:cNvPr id="864362" name="Rectangle 1130">
                <a:extLst>
                  <a:ext uri="{FF2B5EF4-FFF2-40B4-BE49-F238E27FC236}">
                    <a16:creationId xmlns:a16="http://schemas.microsoft.com/office/drawing/2014/main" id="{C1040A5E-8438-F1E1-12BB-6BF42411BFEE}"/>
                  </a:ext>
                </a:extLst>
              </p:cNvPr>
              <p:cNvSpPr>
                <a:spLocks noChangeArrowheads="1"/>
              </p:cNvSpPr>
              <p:nvPr/>
            </p:nvSpPr>
            <p:spPr bwMode="auto">
              <a:xfrm>
                <a:off x="4186"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2</a:t>
                </a:r>
                <a:endParaRPr lang="en-US" altLang="es-ES" sz="4400"/>
              </a:p>
            </p:txBody>
          </p:sp>
          <p:sp>
            <p:nvSpPr>
              <p:cNvPr id="864363" name="Rectangle 1131">
                <a:extLst>
                  <a:ext uri="{FF2B5EF4-FFF2-40B4-BE49-F238E27FC236}">
                    <a16:creationId xmlns:a16="http://schemas.microsoft.com/office/drawing/2014/main" id="{458EE0D4-3A4D-21E1-569F-029577607001}"/>
                  </a:ext>
                </a:extLst>
              </p:cNvPr>
              <p:cNvSpPr>
                <a:spLocks noChangeArrowheads="1"/>
              </p:cNvSpPr>
              <p:nvPr/>
            </p:nvSpPr>
            <p:spPr bwMode="auto">
              <a:xfrm>
                <a:off x="4227"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64364" name="Rectangle 1132">
                <a:extLst>
                  <a:ext uri="{FF2B5EF4-FFF2-40B4-BE49-F238E27FC236}">
                    <a16:creationId xmlns:a16="http://schemas.microsoft.com/office/drawing/2014/main" id="{F0D4135D-D62B-FF92-E2E5-31469CE22755}"/>
                  </a:ext>
                </a:extLst>
              </p:cNvPr>
              <p:cNvSpPr>
                <a:spLocks noChangeArrowheads="1"/>
              </p:cNvSpPr>
              <p:nvPr/>
            </p:nvSpPr>
            <p:spPr bwMode="auto">
              <a:xfrm>
                <a:off x="4268"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400"/>
              </a:p>
            </p:txBody>
          </p:sp>
        </p:grpSp>
        <p:sp>
          <p:nvSpPr>
            <p:cNvPr id="864365" name="Text Box 1133">
              <a:extLst>
                <a:ext uri="{FF2B5EF4-FFF2-40B4-BE49-F238E27FC236}">
                  <a16:creationId xmlns:a16="http://schemas.microsoft.com/office/drawing/2014/main" id="{EC2178DE-3B67-BE29-377E-21E00DD66E1E}"/>
                </a:ext>
              </a:extLst>
            </p:cNvPr>
            <p:cNvSpPr txBox="1">
              <a:spLocks noChangeArrowheads="1"/>
            </p:cNvSpPr>
            <p:nvPr/>
          </p:nvSpPr>
          <p:spPr bwMode="auto">
            <a:xfrm>
              <a:off x="1602" y="956"/>
              <a:ext cx="11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1  0  0   0   0  1  0</a:t>
              </a:r>
            </a:p>
          </p:txBody>
        </p:sp>
        <p:sp>
          <p:nvSpPr>
            <p:cNvPr id="864366" name="Text Box 1134">
              <a:extLst>
                <a:ext uri="{FF2B5EF4-FFF2-40B4-BE49-F238E27FC236}">
                  <a16:creationId xmlns:a16="http://schemas.microsoft.com/office/drawing/2014/main" id="{C244DDDD-5B2A-AA31-B5CA-B5F235920D2E}"/>
                </a:ext>
              </a:extLst>
            </p:cNvPr>
            <p:cNvSpPr txBox="1">
              <a:spLocks noChangeArrowheads="1"/>
            </p:cNvSpPr>
            <p:nvPr/>
          </p:nvSpPr>
          <p:spPr bwMode="auto">
            <a:xfrm>
              <a:off x="2526" y="348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64367" name="Text Box 1135">
              <a:extLst>
                <a:ext uri="{FF2B5EF4-FFF2-40B4-BE49-F238E27FC236}">
                  <a16:creationId xmlns:a16="http://schemas.microsoft.com/office/drawing/2014/main" id="{AD273321-7E03-F1CC-FD31-F35CE5316B03}"/>
                </a:ext>
              </a:extLst>
            </p:cNvPr>
            <p:cNvSpPr txBox="1">
              <a:spLocks noChangeArrowheads="1"/>
            </p:cNvSpPr>
            <p:nvPr/>
          </p:nvSpPr>
          <p:spPr bwMode="auto">
            <a:xfrm>
              <a:off x="3414" y="347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64368" name="Text Box 1136">
              <a:extLst>
                <a:ext uri="{FF2B5EF4-FFF2-40B4-BE49-F238E27FC236}">
                  <a16:creationId xmlns:a16="http://schemas.microsoft.com/office/drawing/2014/main" id="{B22C6A51-27BC-F9E7-44B9-7915B3388D15}"/>
                </a:ext>
              </a:extLst>
            </p:cNvPr>
            <p:cNvSpPr txBox="1">
              <a:spLocks noChangeArrowheads="1"/>
            </p:cNvSpPr>
            <p:nvPr/>
          </p:nvSpPr>
          <p:spPr bwMode="auto">
            <a:xfrm>
              <a:off x="2694" y="3488"/>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0 0 1 0</a:t>
              </a:r>
            </a:p>
          </p:txBody>
        </p:sp>
        <p:sp>
          <p:nvSpPr>
            <p:cNvPr id="864369" name="Text Box 1137">
              <a:extLst>
                <a:ext uri="{FF2B5EF4-FFF2-40B4-BE49-F238E27FC236}">
                  <a16:creationId xmlns:a16="http://schemas.microsoft.com/office/drawing/2014/main" id="{D43A56B9-E680-0B4A-30C3-9826C7E8750C}"/>
                </a:ext>
              </a:extLst>
            </p:cNvPr>
            <p:cNvSpPr txBox="1">
              <a:spLocks noChangeArrowheads="1"/>
            </p:cNvSpPr>
            <p:nvPr/>
          </p:nvSpPr>
          <p:spPr bwMode="auto">
            <a:xfrm>
              <a:off x="3180" y="348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4370" name="Text Box 1138">
              <a:extLst>
                <a:ext uri="{FF2B5EF4-FFF2-40B4-BE49-F238E27FC236}">
                  <a16:creationId xmlns:a16="http://schemas.microsoft.com/office/drawing/2014/main" id="{AD3E0E0D-A565-2888-528F-BB45E42D35E6}"/>
                </a:ext>
              </a:extLst>
            </p:cNvPr>
            <p:cNvSpPr txBox="1">
              <a:spLocks noChangeArrowheads="1"/>
            </p:cNvSpPr>
            <p:nvPr/>
          </p:nvSpPr>
          <p:spPr bwMode="auto">
            <a:xfrm>
              <a:off x="3840" y="347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4371" name="Text Box 1139">
              <a:extLst>
                <a:ext uri="{FF2B5EF4-FFF2-40B4-BE49-F238E27FC236}">
                  <a16:creationId xmlns:a16="http://schemas.microsoft.com/office/drawing/2014/main" id="{6B22C850-4699-7361-80A1-9DAA86994BE1}"/>
                </a:ext>
              </a:extLst>
            </p:cNvPr>
            <p:cNvSpPr txBox="1">
              <a:spLocks noChangeArrowheads="1"/>
            </p:cNvSpPr>
            <p:nvPr/>
          </p:nvSpPr>
          <p:spPr bwMode="auto">
            <a:xfrm>
              <a:off x="3636" y="347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4372" name="Text Box 1140">
              <a:extLst>
                <a:ext uri="{FF2B5EF4-FFF2-40B4-BE49-F238E27FC236}">
                  <a16:creationId xmlns:a16="http://schemas.microsoft.com/office/drawing/2014/main" id="{23235A7B-BA57-7859-703E-49EDB8B23D56}"/>
                </a:ext>
              </a:extLst>
            </p:cNvPr>
            <p:cNvSpPr txBox="1">
              <a:spLocks noChangeArrowheads="1"/>
            </p:cNvSpPr>
            <p:nvPr/>
          </p:nvSpPr>
          <p:spPr bwMode="auto">
            <a:xfrm>
              <a:off x="4062" y="347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4373" name="Text Box 1141">
              <a:extLst>
                <a:ext uri="{FF2B5EF4-FFF2-40B4-BE49-F238E27FC236}">
                  <a16:creationId xmlns:a16="http://schemas.microsoft.com/office/drawing/2014/main" id="{2547A46E-94A9-5852-9493-101807DE972F}"/>
                </a:ext>
              </a:extLst>
            </p:cNvPr>
            <p:cNvSpPr txBox="1">
              <a:spLocks noChangeArrowheads="1"/>
            </p:cNvSpPr>
            <p:nvPr/>
          </p:nvSpPr>
          <p:spPr bwMode="auto">
            <a:xfrm>
              <a:off x="4278" y="347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gr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4883A796-AED6-E4D7-AFC1-4BDA7486F199}"/>
              </a:ext>
            </a:extLst>
          </p:cNvPr>
          <p:cNvSpPr>
            <a:spLocks noGrp="1"/>
          </p:cNvSpPr>
          <p:nvPr>
            <p:ph type="sldNum" sz="quarter" idx="10"/>
          </p:nvPr>
        </p:nvSpPr>
        <p:spPr/>
        <p:txBody>
          <a:bodyPr/>
          <a:lstStyle/>
          <a:p>
            <a:r>
              <a:rPr lang="en-US" altLang="es-ES"/>
              <a:t>Chapter 9  Part 2   </a:t>
            </a:r>
            <a:fld id="{4B14DBBE-A36A-498B-865A-2A1847F3E207}" type="slidenum">
              <a:rPr lang="en-US" altLang="es-ES"/>
              <a:pPr/>
              <a:t>26</a:t>
            </a:fld>
            <a:endParaRPr lang="en-US" altLang="es-ES"/>
          </a:p>
        </p:txBody>
      </p:sp>
      <p:grpSp>
        <p:nvGrpSpPr>
          <p:cNvPr id="865512" name="Group 232">
            <a:extLst>
              <a:ext uri="{FF2B5EF4-FFF2-40B4-BE49-F238E27FC236}">
                <a16:creationId xmlns:a16="http://schemas.microsoft.com/office/drawing/2014/main" id="{8E2079C2-CF97-F6CE-5C7E-43E0E3C8092A}"/>
              </a:ext>
            </a:extLst>
          </p:cNvPr>
          <p:cNvGrpSpPr>
            <a:grpSpLocks/>
          </p:cNvGrpSpPr>
          <p:nvPr/>
        </p:nvGrpSpPr>
        <p:grpSpPr bwMode="auto">
          <a:xfrm>
            <a:off x="201613" y="100013"/>
            <a:ext cx="8396287" cy="6661150"/>
            <a:chOff x="127" y="63"/>
            <a:chExt cx="5289" cy="4196"/>
          </a:xfrm>
        </p:grpSpPr>
        <p:grpSp>
          <p:nvGrpSpPr>
            <p:cNvPr id="865476" name="Group 196">
              <a:extLst>
                <a:ext uri="{FF2B5EF4-FFF2-40B4-BE49-F238E27FC236}">
                  <a16:creationId xmlns:a16="http://schemas.microsoft.com/office/drawing/2014/main" id="{1652A250-2948-FCF9-A186-A056F67DFF27}"/>
                </a:ext>
              </a:extLst>
            </p:cNvPr>
            <p:cNvGrpSpPr>
              <a:grpSpLocks/>
            </p:cNvGrpSpPr>
            <p:nvPr/>
          </p:nvGrpSpPr>
          <p:grpSpPr bwMode="auto">
            <a:xfrm>
              <a:off x="127" y="63"/>
              <a:ext cx="4339" cy="4196"/>
              <a:chOff x="727" y="63"/>
              <a:chExt cx="4339" cy="4196"/>
            </a:xfrm>
          </p:grpSpPr>
          <p:sp>
            <p:nvSpPr>
              <p:cNvPr id="865285" name="Rectangle 5">
                <a:extLst>
                  <a:ext uri="{FF2B5EF4-FFF2-40B4-BE49-F238E27FC236}">
                    <a16:creationId xmlns:a16="http://schemas.microsoft.com/office/drawing/2014/main" id="{7753DA5C-9E58-84CF-F0F2-2A4B150C0498}"/>
                  </a:ext>
                </a:extLst>
              </p:cNvPr>
              <p:cNvSpPr>
                <a:spLocks noChangeArrowheads="1"/>
              </p:cNvSpPr>
              <p:nvPr/>
            </p:nvSpPr>
            <p:spPr bwMode="auto">
              <a:xfrm>
                <a:off x="727" y="65"/>
                <a:ext cx="1774" cy="2774"/>
              </a:xfrm>
              <a:prstGeom prst="rect">
                <a:avLst/>
              </a:prstGeom>
              <a:solidFill>
                <a:srgbClr val="E5F5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65286" name="Freeform 6">
                <a:extLst>
                  <a:ext uri="{FF2B5EF4-FFF2-40B4-BE49-F238E27FC236}">
                    <a16:creationId xmlns:a16="http://schemas.microsoft.com/office/drawing/2014/main" id="{2373C482-02BE-BB55-88B9-37A75163EB30}"/>
                  </a:ext>
                </a:extLst>
              </p:cNvPr>
              <p:cNvSpPr>
                <a:spLocks/>
              </p:cNvSpPr>
              <p:nvPr/>
            </p:nvSpPr>
            <p:spPr bwMode="auto">
              <a:xfrm>
                <a:off x="2501" y="63"/>
                <a:ext cx="1642" cy="4188"/>
              </a:xfrm>
              <a:custGeom>
                <a:avLst/>
                <a:gdLst>
                  <a:gd name="T0" fmla="*/ 0 w 1642"/>
                  <a:gd name="T1" fmla="*/ 2 h 4188"/>
                  <a:gd name="T2" fmla="*/ 1642 w 1642"/>
                  <a:gd name="T3" fmla="*/ 0 h 4188"/>
                  <a:gd name="T4" fmla="*/ 1642 w 1642"/>
                  <a:gd name="T5" fmla="*/ 4188 h 4188"/>
                  <a:gd name="T6" fmla="*/ 0 w 1642"/>
                  <a:gd name="T7" fmla="*/ 4188 h 4188"/>
                  <a:gd name="T8" fmla="*/ 0 w 1642"/>
                  <a:gd name="T9" fmla="*/ 276 h 4188"/>
                  <a:gd name="T10" fmla="*/ 0 w 1642"/>
                  <a:gd name="T11" fmla="*/ 2 h 4188"/>
                </a:gdLst>
                <a:ahLst/>
                <a:cxnLst>
                  <a:cxn ang="0">
                    <a:pos x="T0" y="T1"/>
                  </a:cxn>
                  <a:cxn ang="0">
                    <a:pos x="T2" y="T3"/>
                  </a:cxn>
                  <a:cxn ang="0">
                    <a:pos x="T4" y="T5"/>
                  </a:cxn>
                  <a:cxn ang="0">
                    <a:pos x="T6" y="T7"/>
                  </a:cxn>
                  <a:cxn ang="0">
                    <a:pos x="T8" y="T9"/>
                  </a:cxn>
                  <a:cxn ang="0">
                    <a:pos x="T10" y="T11"/>
                  </a:cxn>
                </a:cxnLst>
                <a:rect l="0" t="0" r="r" b="b"/>
                <a:pathLst>
                  <a:path w="1642" h="4188">
                    <a:moveTo>
                      <a:pt x="0" y="2"/>
                    </a:moveTo>
                    <a:lnTo>
                      <a:pt x="1642" y="0"/>
                    </a:lnTo>
                    <a:lnTo>
                      <a:pt x="1642" y="4188"/>
                    </a:lnTo>
                    <a:lnTo>
                      <a:pt x="0" y="4188"/>
                    </a:lnTo>
                    <a:lnTo>
                      <a:pt x="0" y="276"/>
                    </a:lnTo>
                    <a:lnTo>
                      <a:pt x="0" y="2"/>
                    </a:lnTo>
                    <a:close/>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287" name="Line 7">
                <a:extLst>
                  <a:ext uri="{FF2B5EF4-FFF2-40B4-BE49-F238E27FC236}">
                    <a16:creationId xmlns:a16="http://schemas.microsoft.com/office/drawing/2014/main" id="{14874207-86FD-54C1-E13C-331ABFA42A14}"/>
                  </a:ext>
                </a:extLst>
              </p:cNvPr>
              <p:cNvSpPr>
                <a:spLocks noChangeShapeType="1"/>
              </p:cNvSpPr>
              <p:nvPr/>
            </p:nvSpPr>
            <p:spPr bwMode="auto">
              <a:xfrm>
                <a:off x="3607" y="1433"/>
                <a:ext cx="1" cy="334"/>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288" name="Freeform 8">
                <a:extLst>
                  <a:ext uri="{FF2B5EF4-FFF2-40B4-BE49-F238E27FC236}">
                    <a16:creationId xmlns:a16="http://schemas.microsoft.com/office/drawing/2014/main" id="{30C94782-7A4F-FC60-73EE-902C11414685}"/>
                  </a:ext>
                </a:extLst>
              </p:cNvPr>
              <p:cNvSpPr>
                <a:spLocks/>
              </p:cNvSpPr>
              <p:nvPr/>
            </p:nvSpPr>
            <p:spPr bwMode="auto">
              <a:xfrm>
                <a:off x="3589" y="1751"/>
                <a:ext cx="38" cy="62"/>
              </a:xfrm>
              <a:custGeom>
                <a:avLst/>
                <a:gdLst>
                  <a:gd name="T0" fmla="*/ 9 w 19"/>
                  <a:gd name="T1" fmla="*/ 5 h 31"/>
                  <a:gd name="T2" fmla="*/ 19 w 19"/>
                  <a:gd name="T3" fmla="*/ 0 h 31"/>
                  <a:gd name="T4" fmla="*/ 19 w 19"/>
                  <a:gd name="T5" fmla="*/ 0 h 31"/>
                  <a:gd name="T6" fmla="*/ 13 w 19"/>
                  <a:gd name="T7" fmla="*/ 15 h 31"/>
                  <a:gd name="T8" fmla="*/ 9 w 19"/>
                  <a:gd name="T9" fmla="*/ 31 h 31"/>
                  <a:gd name="T10" fmla="*/ 6 w 19"/>
                  <a:gd name="T11" fmla="*/ 15 h 31"/>
                  <a:gd name="T12" fmla="*/ 0 w 19"/>
                  <a:gd name="T13" fmla="*/ 0 h 31"/>
                  <a:gd name="T14" fmla="*/ 0 w 19"/>
                  <a:gd name="T15" fmla="*/ 0 h 31"/>
                  <a:gd name="T16" fmla="*/ 9 w 19"/>
                  <a:gd name="T17"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1">
                    <a:moveTo>
                      <a:pt x="9" y="5"/>
                    </a:moveTo>
                    <a:cubicBezTo>
                      <a:pt x="19" y="0"/>
                      <a:pt x="19" y="0"/>
                      <a:pt x="19" y="0"/>
                    </a:cubicBezTo>
                    <a:cubicBezTo>
                      <a:pt x="19" y="0"/>
                      <a:pt x="19" y="0"/>
                      <a:pt x="19" y="0"/>
                    </a:cubicBezTo>
                    <a:cubicBezTo>
                      <a:pt x="13" y="15"/>
                      <a:pt x="13" y="15"/>
                      <a:pt x="13" y="15"/>
                    </a:cubicBezTo>
                    <a:cubicBezTo>
                      <a:pt x="12" y="21"/>
                      <a:pt x="11" y="26"/>
                      <a:pt x="9" y="31"/>
                    </a:cubicBezTo>
                    <a:cubicBezTo>
                      <a:pt x="8" y="26"/>
                      <a:pt x="7" y="21"/>
                      <a:pt x="6" y="15"/>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289" name="Freeform 9">
                <a:extLst>
                  <a:ext uri="{FF2B5EF4-FFF2-40B4-BE49-F238E27FC236}">
                    <a16:creationId xmlns:a16="http://schemas.microsoft.com/office/drawing/2014/main" id="{EA52B2B0-8B37-138B-7FC7-9528E9531417}"/>
                  </a:ext>
                </a:extLst>
              </p:cNvPr>
              <p:cNvSpPr>
                <a:spLocks/>
              </p:cNvSpPr>
              <p:nvPr/>
            </p:nvSpPr>
            <p:spPr bwMode="auto">
              <a:xfrm>
                <a:off x="2737" y="1561"/>
                <a:ext cx="756" cy="206"/>
              </a:xfrm>
              <a:custGeom>
                <a:avLst/>
                <a:gdLst>
                  <a:gd name="T0" fmla="*/ 0 w 756"/>
                  <a:gd name="T1" fmla="*/ 0 h 206"/>
                  <a:gd name="T2" fmla="*/ 756 w 756"/>
                  <a:gd name="T3" fmla="*/ 0 h 206"/>
                  <a:gd name="T4" fmla="*/ 756 w 756"/>
                  <a:gd name="T5" fmla="*/ 206 h 206"/>
                </a:gdLst>
                <a:ahLst/>
                <a:cxnLst>
                  <a:cxn ang="0">
                    <a:pos x="T0" y="T1"/>
                  </a:cxn>
                  <a:cxn ang="0">
                    <a:pos x="T2" y="T3"/>
                  </a:cxn>
                  <a:cxn ang="0">
                    <a:pos x="T4" y="T5"/>
                  </a:cxn>
                </a:cxnLst>
                <a:rect l="0" t="0" r="r" b="b"/>
                <a:pathLst>
                  <a:path w="756" h="206">
                    <a:moveTo>
                      <a:pt x="0" y="0"/>
                    </a:moveTo>
                    <a:lnTo>
                      <a:pt x="756" y="0"/>
                    </a:lnTo>
                    <a:lnTo>
                      <a:pt x="756" y="206"/>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5290" name="Freeform 10">
                <a:extLst>
                  <a:ext uri="{FF2B5EF4-FFF2-40B4-BE49-F238E27FC236}">
                    <a16:creationId xmlns:a16="http://schemas.microsoft.com/office/drawing/2014/main" id="{339C5479-FD68-593C-D299-16C4112090FB}"/>
                  </a:ext>
                </a:extLst>
              </p:cNvPr>
              <p:cNvSpPr>
                <a:spLocks/>
              </p:cNvSpPr>
              <p:nvPr/>
            </p:nvSpPr>
            <p:spPr bwMode="auto">
              <a:xfrm>
                <a:off x="3475" y="1751"/>
                <a:ext cx="38" cy="62"/>
              </a:xfrm>
              <a:custGeom>
                <a:avLst/>
                <a:gdLst>
                  <a:gd name="T0" fmla="*/ 9 w 19"/>
                  <a:gd name="T1" fmla="*/ 5 h 31"/>
                  <a:gd name="T2" fmla="*/ 19 w 19"/>
                  <a:gd name="T3" fmla="*/ 0 h 31"/>
                  <a:gd name="T4" fmla="*/ 19 w 19"/>
                  <a:gd name="T5" fmla="*/ 0 h 31"/>
                  <a:gd name="T6" fmla="*/ 13 w 19"/>
                  <a:gd name="T7" fmla="*/ 15 h 31"/>
                  <a:gd name="T8" fmla="*/ 9 w 19"/>
                  <a:gd name="T9" fmla="*/ 31 h 31"/>
                  <a:gd name="T10" fmla="*/ 6 w 19"/>
                  <a:gd name="T11" fmla="*/ 15 h 31"/>
                  <a:gd name="T12" fmla="*/ 0 w 19"/>
                  <a:gd name="T13" fmla="*/ 0 h 31"/>
                  <a:gd name="T14" fmla="*/ 0 w 19"/>
                  <a:gd name="T15" fmla="*/ 0 h 31"/>
                  <a:gd name="T16" fmla="*/ 9 w 19"/>
                  <a:gd name="T17"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1">
                    <a:moveTo>
                      <a:pt x="9" y="5"/>
                    </a:moveTo>
                    <a:cubicBezTo>
                      <a:pt x="19" y="0"/>
                      <a:pt x="19" y="0"/>
                      <a:pt x="19" y="0"/>
                    </a:cubicBezTo>
                    <a:cubicBezTo>
                      <a:pt x="19" y="0"/>
                      <a:pt x="19" y="0"/>
                      <a:pt x="19" y="0"/>
                    </a:cubicBezTo>
                    <a:cubicBezTo>
                      <a:pt x="13" y="15"/>
                      <a:pt x="13" y="15"/>
                      <a:pt x="13" y="15"/>
                    </a:cubicBezTo>
                    <a:cubicBezTo>
                      <a:pt x="12" y="21"/>
                      <a:pt x="10" y="26"/>
                      <a:pt x="9" y="31"/>
                    </a:cubicBezTo>
                    <a:cubicBezTo>
                      <a:pt x="8" y="26"/>
                      <a:pt x="7" y="21"/>
                      <a:pt x="6" y="15"/>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291" name="Line 11">
                <a:extLst>
                  <a:ext uri="{FF2B5EF4-FFF2-40B4-BE49-F238E27FC236}">
                    <a16:creationId xmlns:a16="http://schemas.microsoft.com/office/drawing/2014/main" id="{07A4B03F-B065-E33F-592A-05A30966C5A8}"/>
                  </a:ext>
                </a:extLst>
              </p:cNvPr>
              <p:cNvSpPr>
                <a:spLocks noChangeShapeType="1"/>
              </p:cNvSpPr>
              <p:nvPr/>
            </p:nvSpPr>
            <p:spPr bwMode="auto">
              <a:xfrm>
                <a:off x="3359" y="1433"/>
                <a:ext cx="1" cy="111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292" name="Freeform 12">
                <a:extLst>
                  <a:ext uri="{FF2B5EF4-FFF2-40B4-BE49-F238E27FC236}">
                    <a16:creationId xmlns:a16="http://schemas.microsoft.com/office/drawing/2014/main" id="{DCFD79C9-BDFD-F9FE-A724-5CAF83E669E5}"/>
                  </a:ext>
                </a:extLst>
              </p:cNvPr>
              <p:cNvSpPr>
                <a:spLocks/>
              </p:cNvSpPr>
              <p:nvPr/>
            </p:nvSpPr>
            <p:spPr bwMode="auto">
              <a:xfrm>
                <a:off x="3341" y="2527"/>
                <a:ext cx="38" cy="64"/>
              </a:xfrm>
              <a:custGeom>
                <a:avLst/>
                <a:gdLst>
                  <a:gd name="T0" fmla="*/ 9 w 19"/>
                  <a:gd name="T1" fmla="*/ 6 h 32"/>
                  <a:gd name="T2" fmla="*/ 19 w 19"/>
                  <a:gd name="T3" fmla="*/ 0 h 32"/>
                  <a:gd name="T4" fmla="*/ 19 w 19"/>
                  <a:gd name="T5" fmla="*/ 1 h 32"/>
                  <a:gd name="T6" fmla="*/ 13 w 19"/>
                  <a:gd name="T7" fmla="*/ 16 h 32"/>
                  <a:gd name="T8" fmla="*/ 9 w 19"/>
                  <a:gd name="T9" fmla="*/ 32 h 32"/>
                  <a:gd name="T10" fmla="*/ 6 w 19"/>
                  <a:gd name="T11" fmla="*/ 16 h 32"/>
                  <a:gd name="T12" fmla="*/ 0 w 19"/>
                  <a:gd name="T13" fmla="*/ 1 h 32"/>
                  <a:gd name="T14" fmla="*/ 0 w 19"/>
                  <a:gd name="T15" fmla="*/ 0 h 32"/>
                  <a:gd name="T16" fmla="*/ 9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6"/>
                    </a:moveTo>
                    <a:cubicBezTo>
                      <a:pt x="19" y="0"/>
                      <a:pt x="19" y="0"/>
                      <a:pt x="19" y="0"/>
                    </a:cubicBezTo>
                    <a:cubicBezTo>
                      <a:pt x="19" y="1"/>
                      <a:pt x="19" y="1"/>
                      <a:pt x="19" y="1"/>
                    </a:cubicBezTo>
                    <a:cubicBezTo>
                      <a:pt x="13" y="16"/>
                      <a:pt x="13" y="16"/>
                      <a:pt x="13" y="16"/>
                    </a:cubicBezTo>
                    <a:cubicBezTo>
                      <a:pt x="12" y="21"/>
                      <a:pt x="11" y="27"/>
                      <a:pt x="9" y="32"/>
                    </a:cubicBezTo>
                    <a:cubicBezTo>
                      <a:pt x="8" y="27"/>
                      <a:pt x="7" y="21"/>
                      <a:pt x="6" y="16"/>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293" name="Freeform 13">
                <a:extLst>
                  <a:ext uri="{FF2B5EF4-FFF2-40B4-BE49-F238E27FC236}">
                    <a16:creationId xmlns:a16="http://schemas.microsoft.com/office/drawing/2014/main" id="{4963468C-B656-0A74-533D-049C407BABCB}"/>
                  </a:ext>
                </a:extLst>
              </p:cNvPr>
              <p:cNvSpPr>
                <a:spLocks/>
              </p:cNvSpPr>
              <p:nvPr/>
            </p:nvSpPr>
            <p:spPr bwMode="auto">
              <a:xfrm>
                <a:off x="2856" y="903"/>
                <a:ext cx="823" cy="3228"/>
              </a:xfrm>
              <a:custGeom>
                <a:avLst/>
                <a:gdLst>
                  <a:gd name="T0" fmla="*/ 823 w 823"/>
                  <a:gd name="T1" fmla="*/ 3158 h 3228"/>
                  <a:gd name="T2" fmla="*/ 823 w 823"/>
                  <a:gd name="T3" fmla="*/ 3224 h 3228"/>
                  <a:gd name="T4" fmla="*/ 0 w 823"/>
                  <a:gd name="T5" fmla="*/ 3228 h 3228"/>
                  <a:gd name="T6" fmla="*/ 0 w 823"/>
                  <a:gd name="T7" fmla="*/ 0 h 3228"/>
                  <a:gd name="T8" fmla="*/ 637 w 823"/>
                  <a:gd name="T9" fmla="*/ 0 h 3228"/>
                  <a:gd name="T10" fmla="*/ 637 w 823"/>
                  <a:gd name="T11" fmla="*/ 94 h 3228"/>
                </a:gdLst>
                <a:ahLst/>
                <a:cxnLst>
                  <a:cxn ang="0">
                    <a:pos x="T0" y="T1"/>
                  </a:cxn>
                  <a:cxn ang="0">
                    <a:pos x="T2" y="T3"/>
                  </a:cxn>
                  <a:cxn ang="0">
                    <a:pos x="T4" y="T5"/>
                  </a:cxn>
                  <a:cxn ang="0">
                    <a:pos x="T6" y="T7"/>
                  </a:cxn>
                  <a:cxn ang="0">
                    <a:pos x="T8" y="T9"/>
                  </a:cxn>
                  <a:cxn ang="0">
                    <a:pos x="T10" y="T11"/>
                  </a:cxn>
                </a:cxnLst>
                <a:rect l="0" t="0" r="r" b="b"/>
                <a:pathLst>
                  <a:path w="823" h="3228">
                    <a:moveTo>
                      <a:pt x="823" y="3158"/>
                    </a:moveTo>
                    <a:lnTo>
                      <a:pt x="823" y="3224"/>
                    </a:lnTo>
                    <a:lnTo>
                      <a:pt x="0" y="3228"/>
                    </a:lnTo>
                    <a:lnTo>
                      <a:pt x="0" y="0"/>
                    </a:lnTo>
                    <a:lnTo>
                      <a:pt x="637" y="0"/>
                    </a:lnTo>
                    <a:lnTo>
                      <a:pt x="637" y="94"/>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5294" name="Freeform 14">
                <a:extLst>
                  <a:ext uri="{FF2B5EF4-FFF2-40B4-BE49-F238E27FC236}">
                    <a16:creationId xmlns:a16="http://schemas.microsoft.com/office/drawing/2014/main" id="{CCFB5C1F-D818-2A89-5548-6770A392AE92}"/>
                  </a:ext>
                </a:extLst>
              </p:cNvPr>
              <p:cNvSpPr>
                <a:spLocks/>
              </p:cNvSpPr>
              <p:nvPr/>
            </p:nvSpPr>
            <p:spPr bwMode="auto">
              <a:xfrm>
                <a:off x="3475" y="979"/>
                <a:ext cx="38" cy="64"/>
              </a:xfrm>
              <a:custGeom>
                <a:avLst/>
                <a:gdLst>
                  <a:gd name="T0" fmla="*/ 9 w 19"/>
                  <a:gd name="T1" fmla="*/ 6 h 32"/>
                  <a:gd name="T2" fmla="*/ 19 w 19"/>
                  <a:gd name="T3" fmla="*/ 0 h 32"/>
                  <a:gd name="T4" fmla="*/ 19 w 19"/>
                  <a:gd name="T5" fmla="*/ 1 h 32"/>
                  <a:gd name="T6" fmla="*/ 13 w 19"/>
                  <a:gd name="T7" fmla="*/ 16 h 32"/>
                  <a:gd name="T8" fmla="*/ 9 w 19"/>
                  <a:gd name="T9" fmla="*/ 32 h 32"/>
                  <a:gd name="T10" fmla="*/ 6 w 19"/>
                  <a:gd name="T11" fmla="*/ 16 h 32"/>
                  <a:gd name="T12" fmla="*/ 0 w 19"/>
                  <a:gd name="T13" fmla="*/ 1 h 32"/>
                  <a:gd name="T14" fmla="*/ 0 w 19"/>
                  <a:gd name="T15" fmla="*/ 0 h 32"/>
                  <a:gd name="T16" fmla="*/ 9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6"/>
                    </a:moveTo>
                    <a:cubicBezTo>
                      <a:pt x="19" y="0"/>
                      <a:pt x="19" y="0"/>
                      <a:pt x="19" y="0"/>
                    </a:cubicBezTo>
                    <a:cubicBezTo>
                      <a:pt x="19" y="1"/>
                      <a:pt x="19" y="1"/>
                      <a:pt x="19" y="1"/>
                    </a:cubicBezTo>
                    <a:cubicBezTo>
                      <a:pt x="13" y="16"/>
                      <a:pt x="13" y="16"/>
                      <a:pt x="13" y="16"/>
                    </a:cubicBezTo>
                    <a:cubicBezTo>
                      <a:pt x="12" y="22"/>
                      <a:pt x="10" y="27"/>
                      <a:pt x="9" y="32"/>
                    </a:cubicBezTo>
                    <a:cubicBezTo>
                      <a:pt x="8" y="27"/>
                      <a:pt x="7" y="22"/>
                      <a:pt x="6" y="16"/>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295" name="Freeform 15">
                <a:extLst>
                  <a:ext uri="{FF2B5EF4-FFF2-40B4-BE49-F238E27FC236}">
                    <a16:creationId xmlns:a16="http://schemas.microsoft.com/office/drawing/2014/main" id="{6BC7498B-F639-2EE4-776B-EFC95C682584}"/>
                  </a:ext>
                </a:extLst>
              </p:cNvPr>
              <p:cNvSpPr>
                <a:spLocks/>
              </p:cNvSpPr>
              <p:nvPr/>
            </p:nvSpPr>
            <p:spPr bwMode="auto">
              <a:xfrm>
                <a:off x="3555" y="2009"/>
                <a:ext cx="878" cy="536"/>
              </a:xfrm>
              <a:custGeom>
                <a:avLst/>
                <a:gdLst>
                  <a:gd name="T0" fmla="*/ 0 w 878"/>
                  <a:gd name="T1" fmla="*/ 0 h 536"/>
                  <a:gd name="T2" fmla="*/ 0 w 878"/>
                  <a:gd name="T3" fmla="*/ 386 h 536"/>
                  <a:gd name="T4" fmla="*/ 878 w 878"/>
                  <a:gd name="T5" fmla="*/ 386 h 536"/>
                  <a:gd name="T6" fmla="*/ 878 w 878"/>
                  <a:gd name="T7" fmla="*/ 536 h 536"/>
                </a:gdLst>
                <a:ahLst/>
                <a:cxnLst>
                  <a:cxn ang="0">
                    <a:pos x="T0" y="T1"/>
                  </a:cxn>
                  <a:cxn ang="0">
                    <a:pos x="T2" y="T3"/>
                  </a:cxn>
                  <a:cxn ang="0">
                    <a:pos x="T4" y="T5"/>
                  </a:cxn>
                  <a:cxn ang="0">
                    <a:pos x="T6" y="T7"/>
                  </a:cxn>
                </a:cxnLst>
                <a:rect l="0" t="0" r="r" b="b"/>
                <a:pathLst>
                  <a:path w="878" h="536">
                    <a:moveTo>
                      <a:pt x="0" y="0"/>
                    </a:moveTo>
                    <a:lnTo>
                      <a:pt x="0" y="386"/>
                    </a:lnTo>
                    <a:lnTo>
                      <a:pt x="878" y="386"/>
                    </a:lnTo>
                    <a:lnTo>
                      <a:pt x="878" y="536"/>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5296" name="Freeform 16">
                <a:extLst>
                  <a:ext uri="{FF2B5EF4-FFF2-40B4-BE49-F238E27FC236}">
                    <a16:creationId xmlns:a16="http://schemas.microsoft.com/office/drawing/2014/main" id="{1F962ECC-511E-6508-E628-03B566F288E1}"/>
                  </a:ext>
                </a:extLst>
              </p:cNvPr>
              <p:cNvSpPr>
                <a:spLocks/>
              </p:cNvSpPr>
              <p:nvPr/>
            </p:nvSpPr>
            <p:spPr bwMode="auto">
              <a:xfrm>
                <a:off x="4413" y="2527"/>
                <a:ext cx="40" cy="64"/>
              </a:xfrm>
              <a:custGeom>
                <a:avLst/>
                <a:gdLst>
                  <a:gd name="T0" fmla="*/ 10 w 20"/>
                  <a:gd name="T1" fmla="*/ 6 h 32"/>
                  <a:gd name="T2" fmla="*/ 19 w 20"/>
                  <a:gd name="T3" fmla="*/ 0 h 32"/>
                  <a:gd name="T4" fmla="*/ 20 w 20"/>
                  <a:gd name="T5" fmla="*/ 1 h 32"/>
                  <a:gd name="T6" fmla="*/ 14 w 20"/>
                  <a:gd name="T7" fmla="*/ 16 h 32"/>
                  <a:gd name="T8" fmla="*/ 10 w 20"/>
                  <a:gd name="T9" fmla="*/ 32 h 32"/>
                  <a:gd name="T10" fmla="*/ 7 w 20"/>
                  <a:gd name="T11" fmla="*/ 16 h 32"/>
                  <a:gd name="T12" fmla="*/ 0 w 20"/>
                  <a:gd name="T13" fmla="*/ 1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19" y="0"/>
                      <a:pt x="19" y="0"/>
                      <a:pt x="19" y="0"/>
                    </a:cubicBezTo>
                    <a:cubicBezTo>
                      <a:pt x="20" y="1"/>
                      <a:pt x="20" y="1"/>
                      <a:pt x="20" y="1"/>
                    </a:cubicBezTo>
                    <a:cubicBezTo>
                      <a:pt x="14" y="16"/>
                      <a:pt x="14" y="16"/>
                      <a:pt x="14" y="16"/>
                    </a:cubicBezTo>
                    <a:cubicBezTo>
                      <a:pt x="12" y="21"/>
                      <a:pt x="11" y="27"/>
                      <a:pt x="10" y="32"/>
                    </a:cubicBezTo>
                    <a:cubicBezTo>
                      <a:pt x="9" y="27"/>
                      <a:pt x="8" y="21"/>
                      <a:pt x="7" y="16"/>
                    </a:cubicBezTo>
                    <a:cubicBezTo>
                      <a:pt x="0" y="1"/>
                      <a:pt x="0" y="1"/>
                      <a:pt x="0" y="1"/>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297" name="Freeform 17">
                <a:extLst>
                  <a:ext uri="{FF2B5EF4-FFF2-40B4-BE49-F238E27FC236}">
                    <a16:creationId xmlns:a16="http://schemas.microsoft.com/office/drawing/2014/main" id="{74F72D4D-EA63-687C-FBCE-543EF3451BF7}"/>
                  </a:ext>
                </a:extLst>
              </p:cNvPr>
              <p:cNvSpPr>
                <a:spLocks/>
              </p:cNvSpPr>
              <p:nvPr/>
            </p:nvSpPr>
            <p:spPr bwMode="auto">
              <a:xfrm>
                <a:off x="1581" y="135"/>
                <a:ext cx="3252" cy="2410"/>
              </a:xfrm>
              <a:custGeom>
                <a:avLst/>
                <a:gdLst>
                  <a:gd name="T0" fmla="*/ 3252 w 3252"/>
                  <a:gd name="T1" fmla="*/ 2410 h 2410"/>
                  <a:gd name="T2" fmla="*/ 3252 w 3252"/>
                  <a:gd name="T3" fmla="*/ 2070 h 2410"/>
                  <a:gd name="T4" fmla="*/ 1778 w 3252"/>
                  <a:gd name="T5" fmla="*/ 2070 h 2410"/>
                  <a:gd name="T6" fmla="*/ 1234 w 3252"/>
                  <a:gd name="T7" fmla="*/ 2070 h 2410"/>
                  <a:gd name="T8" fmla="*/ 1234 w 3252"/>
                  <a:gd name="T9" fmla="*/ 0 h 2410"/>
                  <a:gd name="T10" fmla="*/ 0 w 3252"/>
                  <a:gd name="T11" fmla="*/ 0 h 2410"/>
                  <a:gd name="T12" fmla="*/ 0 w 3252"/>
                  <a:gd name="T13" fmla="*/ 214 h 2410"/>
                </a:gdLst>
                <a:ahLst/>
                <a:cxnLst>
                  <a:cxn ang="0">
                    <a:pos x="T0" y="T1"/>
                  </a:cxn>
                  <a:cxn ang="0">
                    <a:pos x="T2" y="T3"/>
                  </a:cxn>
                  <a:cxn ang="0">
                    <a:pos x="T4" y="T5"/>
                  </a:cxn>
                  <a:cxn ang="0">
                    <a:pos x="T6" y="T7"/>
                  </a:cxn>
                  <a:cxn ang="0">
                    <a:pos x="T8" y="T9"/>
                  </a:cxn>
                  <a:cxn ang="0">
                    <a:pos x="T10" y="T11"/>
                  </a:cxn>
                  <a:cxn ang="0">
                    <a:pos x="T12" y="T13"/>
                  </a:cxn>
                </a:cxnLst>
                <a:rect l="0" t="0" r="r" b="b"/>
                <a:pathLst>
                  <a:path w="3252" h="2410">
                    <a:moveTo>
                      <a:pt x="3252" y="2410"/>
                    </a:moveTo>
                    <a:lnTo>
                      <a:pt x="3252" y="2070"/>
                    </a:lnTo>
                    <a:lnTo>
                      <a:pt x="1778" y="2070"/>
                    </a:lnTo>
                    <a:lnTo>
                      <a:pt x="1234" y="2070"/>
                    </a:lnTo>
                    <a:lnTo>
                      <a:pt x="1234" y="0"/>
                    </a:lnTo>
                    <a:lnTo>
                      <a:pt x="0" y="0"/>
                    </a:lnTo>
                    <a:lnTo>
                      <a:pt x="0" y="214"/>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5298" name="Freeform 18">
                <a:extLst>
                  <a:ext uri="{FF2B5EF4-FFF2-40B4-BE49-F238E27FC236}">
                    <a16:creationId xmlns:a16="http://schemas.microsoft.com/office/drawing/2014/main" id="{CA5423E6-7037-AE8C-121B-890D44C8B4BC}"/>
                  </a:ext>
                </a:extLst>
              </p:cNvPr>
              <p:cNvSpPr>
                <a:spLocks/>
              </p:cNvSpPr>
              <p:nvPr/>
            </p:nvSpPr>
            <p:spPr bwMode="auto">
              <a:xfrm>
                <a:off x="4815" y="2527"/>
                <a:ext cx="38" cy="64"/>
              </a:xfrm>
              <a:custGeom>
                <a:avLst/>
                <a:gdLst>
                  <a:gd name="T0" fmla="*/ 9 w 19"/>
                  <a:gd name="T1" fmla="*/ 6 h 32"/>
                  <a:gd name="T2" fmla="*/ 19 w 19"/>
                  <a:gd name="T3" fmla="*/ 0 h 32"/>
                  <a:gd name="T4" fmla="*/ 19 w 19"/>
                  <a:gd name="T5" fmla="*/ 1 h 32"/>
                  <a:gd name="T6" fmla="*/ 13 w 19"/>
                  <a:gd name="T7" fmla="*/ 16 h 32"/>
                  <a:gd name="T8" fmla="*/ 9 w 19"/>
                  <a:gd name="T9" fmla="*/ 32 h 32"/>
                  <a:gd name="T10" fmla="*/ 6 w 19"/>
                  <a:gd name="T11" fmla="*/ 16 h 32"/>
                  <a:gd name="T12" fmla="*/ 0 w 19"/>
                  <a:gd name="T13" fmla="*/ 1 h 32"/>
                  <a:gd name="T14" fmla="*/ 0 w 19"/>
                  <a:gd name="T15" fmla="*/ 0 h 32"/>
                  <a:gd name="T16" fmla="*/ 9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6"/>
                    </a:moveTo>
                    <a:cubicBezTo>
                      <a:pt x="19" y="0"/>
                      <a:pt x="19" y="0"/>
                      <a:pt x="19" y="0"/>
                    </a:cubicBezTo>
                    <a:cubicBezTo>
                      <a:pt x="19" y="1"/>
                      <a:pt x="19" y="1"/>
                      <a:pt x="19" y="1"/>
                    </a:cubicBezTo>
                    <a:cubicBezTo>
                      <a:pt x="13" y="16"/>
                      <a:pt x="13" y="16"/>
                      <a:pt x="13" y="16"/>
                    </a:cubicBezTo>
                    <a:cubicBezTo>
                      <a:pt x="12" y="21"/>
                      <a:pt x="11" y="27"/>
                      <a:pt x="9" y="32"/>
                    </a:cubicBezTo>
                    <a:cubicBezTo>
                      <a:pt x="8" y="27"/>
                      <a:pt x="7" y="21"/>
                      <a:pt x="6" y="16"/>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299" name="Freeform 19">
                <a:extLst>
                  <a:ext uri="{FF2B5EF4-FFF2-40B4-BE49-F238E27FC236}">
                    <a16:creationId xmlns:a16="http://schemas.microsoft.com/office/drawing/2014/main" id="{A3BEE979-C9AC-B611-1713-A1786031D22A}"/>
                  </a:ext>
                </a:extLst>
              </p:cNvPr>
              <p:cNvSpPr>
                <a:spLocks/>
              </p:cNvSpPr>
              <p:nvPr/>
            </p:nvSpPr>
            <p:spPr bwMode="auto">
              <a:xfrm>
                <a:off x="1561" y="333"/>
                <a:ext cx="40" cy="64"/>
              </a:xfrm>
              <a:custGeom>
                <a:avLst/>
                <a:gdLst>
                  <a:gd name="T0" fmla="*/ 10 w 20"/>
                  <a:gd name="T1" fmla="*/ 6 h 32"/>
                  <a:gd name="T2" fmla="*/ 20 w 20"/>
                  <a:gd name="T3" fmla="*/ 0 h 32"/>
                  <a:gd name="T4" fmla="*/ 20 w 20"/>
                  <a:gd name="T5" fmla="*/ 0 h 32"/>
                  <a:gd name="T6" fmla="*/ 14 w 20"/>
                  <a:gd name="T7" fmla="*/ 16 h 32"/>
                  <a:gd name="T8" fmla="*/ 10 w 20"/>
                  <a:gd name="T9" fmla="*/ 32 h 32"/>
                  <a:gd name="T10" fmla="*/ 7 w 20"/>
                  <a:gd name="T11" fmla="*/ 16 h 32"/>
                  <a:gd name="T12" fmla="*/ 0 w 20"/>
                  <a:gd name="T13" fmla="*/ 0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20" y="0"/>
                      <a:pt x="20" y="0"/>
                      <a:pt x="20" y="0"/>
                    </a:cubicBezTo>
                    <a:cubicBezTo>
                      <a:pt x="20" y="0"/>
                      <a:pt x="20" y="0"/>
                      <a:pt x="20" y="0"/>
                    </a:cubicBezTo>
                    <a:cubicBezTo>
                      <a:pt x="14" y="16"/>
                      <a:pt x="14" y="16"/>
                      <a:pt x="14" y="16"/>
                    </a:cubicBezTo>
                    <a:cubicBezTo>
                      <a:pt x="13" y="21"/>
                      <a:pt x="11" y="27"/>
                      <a:pt x="10" y="32"/>
                    </a:cubicBezTo>
                    <a:cubicBezTo>
                      <a:pt x="9" y="27"/>
                      <a:pt x="8" y="21"/>
                      <a:pt x="7" y="16"/>
                    </a:cubicBezTo>
                    <a:cubicBezTo>
                      <a:pt x="0" y="0"/>
                      <a:pt x="0" y="0"/>
                      <a:pt x="0" y="0"/>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00" name="Line 20">
                <a:extLst>
                  <a:ext uri="{FF2B5EF4-FFF2-40B4-BE49-F238E27FC236}">
                    <a16:creationId xmlns:a16="http://schemas.microsoft.com/office/drawing/2014/main" id="{53EB78CA-0C5B-1204-DD5E-580BB115A46B}"/>
                  </a:ext>
                </a:extLst>
              </p:cNvPr>
              <p:cNvSpPr>
                <a:spLocks noChangeShapeType="1"/>
              </p:cNvSpPr>
              <p:nvPr/>
            </p:nvSpPr>
            <p:spPr bwMode="auto">
              <a:xfrm>
                <a:off x="3879" y="2395"/>
                <a:ext cx="1" cy="15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01" name="Freeform 21">
                <a:extLst>
                  <a:ext uri="{FF2B5EF4-FFF2-40B4-BE49-F238E27FC236}">
                    <a16:creationId xmlns:a16="http://schemas.microsoft.com/office/drawing/2014/main" id="{BDFEAB41-BD8E-062D-9895-CE460B4A8833}"/>
                  </a:ext>
                </a:extLst>
              </p:cNvPr>
              <p:cNvSpPr>
                <a:spLocks/>
              </p:cNvSpPr>
              <p:nvPr/>
            </p:nvSpPr>
            <p:spPr bwMode="auto">
              <a:xfrm>
                <a:off x="3861" y="2527"/>
                <a:ext cx="38" cy="64"/>
              </a:xfrm>
              <a:custGeom>
                <a:avLst/>
                <a:gdLst>
                  <a:gd name="T0" fmla="*/ 9 w 19"/>
                  <a:gd name="T1" fmla="*/ 6 h 32"/>
                  <a:gd name="T2" fmla="*/ 19 w 19"/>
                  <a:gd name="T3" fmla="*/ 0 h 32"/>
                  <a:gd name="T4" fmla="*/ 19 w 19"/>
                  <a:gd name="T5" fmla="*/ 1 h 32"/>
                  <a:gd name="T6" fmla="*/ 13 w 19"/>
                  <a:gd name="T7" fmla="*/ 16 h 32"/>
                  <a:gd name="T8" fmla="*/ 9 w 19"/>
                  <a:gd name="T9" fmla="*/ 32 h 32"/>
                  <a:gd name="T10" fmla="*/ 6 w 19"/>
                  <a:gd name="T11" fmla="*/ 16 h 32"/>
                  <a:gd name="T12" fmla="*/ 0 w 19"/>
                  <a:gd name="T13" fmla="*/ 1 h 32"/>
                  <a:gd name="T14" fmla="*/ 0 w 19"/>
                  <a:gd name="T15" fmla="*/ 0 h 32"/>
                  <a:gd name="T16" fmla="*/ 9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6"/>
                    </a:moveTo>
                    <a:cubicBezTo>
                      <a:pt x="19" y="0"/>
                      <a:pt x="19" y="0"/>
                      <a:pt x="19" y="0"/>
                    </a:cubicBezTo>
                    <a:cubicBezTo>
                      <a:pt x="19" y="1"/>
                      <a:pt x="19" y="1"/>
                      <a:pt x="19" y="1"/>
                    </a:cubicBezTo>
                    <a:cubicBezTo>
                      <a:pt x="13" y="16"/>
                      <a:pt x="13" y="16"/>
                      <a:pt x="13" y="16"/>
                    </a:cubicBezTo>
                    <a:cubicBezTo>
                      <a:pt x="12" y="21"/>
                      <a:pt x="11" y="27"/>
                      <a:pt x="9" y="32"/>
                    </a:cubicBezTo>
                    <a:cubicBezTo>
                      <a:pt x="8" y="27"/>
                      <a:pt x="7" y="21"/>
                      <a:pt x="6" y="16"/>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02" name="Line 22">
                <a:extLst>
                  <a:ext uri="{FF2B5EF4-FFF2-40B4-BE49-F238E27FC236}">
                    <a16:creationId xmlns:a16="http://schemas.microsoft.com/office/drawing/2014/main" id="{BAFD3591-46E2-19FC-B038-FC3E934A6D50}"/>
                  </a:ext>
                </a:extLst>
              </p:cNvPr>
              <p:cNvSpPr>
                <a:spLocks noChangeShapeType="1"/>
              </p:cNvSpPr>
              <p:nvPr/>
            </p:nvSpPr>
            <p:spPr bwMode="auto">
              <a:xfrm>
                <a:off x="3617" y="3363"/>
                <a:ext cx="1" cy="43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03" name="Freeform 23">
                <a:extLst>
                  <a:ext uri="{FF2B5EF4-FFF2-40B4-BE49-F238E27FC236}">
                    <a16:creationId xmlns:a16="http://schemas.microsoft.com/office/drawing/2014/main" id="{E4A7EC4D-CF4C-906F-B306-4635E25B34D6}"/>
                  </a:ext>
                </a:extLst>
              </p:cNvPr>
              <p:cNvSpPr>
                <a:spLocks/>
              </p:cNvSpPr>
              <p:nvPr/>
            </p:nvSpPr>
            <p:spPr bwMode="auto">
              <a:xfrm>
                <a:off x="3599" y="3779"/>
                <a:ext cx="38" cy="64"/>
              </a:xfrm>
              <a:custGeom>
                <a:avLst/>
                <a:gdLst>
                  <a:gd name="T0" fmla="*/ 9 w 19"/>
                  <a:gd name="T1" fmla="*/ 5 h 32"/>
                  <a:gd name="T2" fmla="*/ 19 w 19"/>
                  <a:gd name="T3" fmla="*/ 0 h 32"/>
                  <a:gd name="T4" fmla="*/ 19 w 19"/>
                  <a:gd name="T5" fmla="*/ 0 h 32"/>
                  <a:gd name="T6" fmla="*/ 13 w 19"/>
                  <a:gd name="T7" fmla="*/ 15 h 32"/>
                  <a:gd name="T8" fmla="*/ 9 w 19"/>
                  <a:gd name="T9" fmla="*/ 32 h 32"/>
                  <a:gd name="T10" fmla="*/ 6 w 19"/>
                  <a:gd name="T11" fmla="*/ 15 h 32"/>
                  <a:gd name="T12" fmla="*/ 0 w 19"/>
                  <a:gd name="T13" fmla="*/ 0 h 32"/>
                  <a:gd name="T14" fmla="*/ 0 w 19"/>
                  <a:gd name="T15" fmla="*/ 0 h 32"/>
                  <a:gd name="T16" fmla="*/ 9 w 19"/>
                  <a:gd name="T17"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5"/>
                    </a:moveTo>
                    <a:cubicBezTo>
                      <a:pt x="19" y="0"/>
                      <a:pt x="19" y="0"/>
                      <a:pt x="19" y="0"/>
                    </a:cubicBezTo>
                    <a:cubicBezTo>
                      <a:pt x="19" y="0"/>
                      <a:pt x="19" y="0"/>
                      <a:pt x="19" y="0"/>
                    </a:cubicBezTo>
                    <a:cubicBezTo>
                      <a:pt x="13" y="15"/>
                      <a:pt x="13" y="15"/>
                      <a:pt x="13" y="15"/>
                    </a:cubicBezTo>
                    <a:cubicBezTo>
                      <a:pt x="12" y="21"/>
                      <a:pt x="10" y="26"/>
                      <a:pt x="9" y="32"/>
                    </a:cubicBezTo>
                    <a:cubicBezTo>
                      <a:pt x="8" y="26"/>
                      <a:pt x="7" y="21"/>
                      <a:pt x="6" y="15"/>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04" name="Freeform 24">
                <a:extLst>
                  <a:ext uri="{FF2B5EF4-FFF2-40B4-BE49-F238E27FC236}">
                    <a16:creationId xmlns:a16="http://schemas.microsoft.com/office/drawing/2014/main" id="{2C83354A-5B36-B672-A58E-3AC20245744E}"/>
                  </a:ext>
                </a:extLst>
              </p:cNvPr>
              <p:cNvSpPr>
                <a:spLocks/>
              </p:cNvSpPr>
              <p:nvPr/>
            </p:nvSpPr>
            <p:spPr bwMode="auto">
              <a:xfrm>
                <a:off x="3727" y="3231"/>
                <a:ext cx="930" cy="564"/>
              </a:xfrm>
              <a:custGeom>
                <a:avLst/>
                <a:gdLst>
                  <a:gd name="T0" fmla="*/ 930 w 930"/>
                  <a:gd name="T1" fmla="*/ 0 h 564"/>
                  <a:gd name="T2" fmla="*/ 930 w 930"/>
                  <a:gd name="T3" fmla="*/ 386 h 564"/>
                  <a:gd name="T4" fmla="*/ 0 w 930"/>
                  <a:gd name="T5" fmla="*/ 386 h 564"/>
                  <a:gd name="T6" fmla="*/ 0 w 930"/>
                  <a:gd name="T7" fmla="*/ 564 h 564"/>
                </a:gdLst>
                <a:ahLst/>
                <a:cxnLst>
                  <a:cxn ang="0">
                    <a:pos x="T0" y="T1"/>
                  </a:cxn>
                  <a:cxn ang="0">
                    <a:pos x="T2" y="T3"/>
                  </a:cxn>
                  <a:cxn ang="0">
                    <a:pos x="T4" y="T5"/>
                  </a:cxn>
                  <a:cxn ang="0">
                    <a:pos x="T6" y="T7"/>
                  </a:cxn>
                </a:cxnLst>
                <a:rect l="0" t="0" r="r" b="b"/>
                <a:pathLst>
                  <a:path w="930" h="564">
                    <a:moveTo>
                      <a:pt x="930" y="0"/>
                    </a:moveTo>
                    <a:lnTo>
                      <a:pt x="930" y="386"/>
                    </a:lnTo>
                    <a:lnTo>
                      <a:pt x="0" y="386"/>
                    </a:lnTo>
                    <a:lnTo>
                      <a:pt x="0" y="564"/>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5305" name="Freeform 25">
                <a:extLst>
                  <a:ext uri="{FF2B5EF4-FFF2-40B4-BE49-F238E27FC236}">
                    <a16:creationId xmlns:a16="http://schemas.microsoft.com/office/drawing/2014/main" id="{FB543540-5C05-8741-76E7-40A9C8FEE046}"/>
                  </a:ext>
                </a:extLst>
              </p:cNvPr>
              <p:cNvSpPr>
                <a:spLocks/>
              </p:cNvSpPr>
              <p:nvPr/>
            </p:nvSpPr>
            <p:spPr bwMode="auto">
              <a:xfrm>
                <a:off x="3707" y="3779"/>
                <a:ext cx="40" cy="64"/>
              </a:xfrm>
              <a:custGeom>
                <a:avLst/>
                <a:gdLst>
                  <a:gd name="T0" fmla="*/ 10 w 20"/>
                  <a:gd name="T1" fmla="*/ 5 h 32"/>
                  <a:gd name="T2" fmla="*/ 20 w 20"/>
                  <a:gd name="T3" fmla="*/ 0 h 32"/>
                  <a:gd name="T4" fmla="*/ 20 w 20"/>
                  <a:gd name="T5" fmla="*/ 0 h 32"/>
                  <a:gd name="T6" fmla="*/ 14 w 20"/>
                  <a:gd name="T7" fmla="*/ 15 h 32"/>
                  <a:gd name="T8" fmla="*/ 10 w 20"/>
                  <a:gd name="T9" fmla="*/ 32 h 32"/>
                  <a:gd name="T10" fmla="*/ 7 w 20"/>
                  <a:gd name="T11" fmla="*/ 15 h 32"/>
                  <a:gd name="T12" fmla="*/ 0 w 20"/>
                  <a:gd name="T13" fmla="*/ 0 h 32"/>
                  <a:gd name="T14" fmla="*/ 1 w 20"/>
                  <a:gd name="T15" fmla="*/ 0 h 32"/>
                  <a:gd name="T16" fmla="*/ 10 w 20"/>
                  <a:gd name="T17"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5"/>
                    </a:moveTo>
                    <a:cubicBezTo>
                      <a:pt x="20" y="0"/>
                      <a:pt x="20" y="0"/>
                      <a:pt x="20" y="0"/>
                    </a:cubicBezTo>
                    <a:cubicBezTo>
                      <a:pt x="20" y="0"/>
                      <a:pt x="20" y="0"/>
                      <a:pt x="20" y="0"/>
                    </a:cubicBezTo>
                    <a:cubicBezTo>
                      <a:pt x="14" y="15"/>
                      <a:pt x="14" y="15"/>
                      <a:pt x="14" y="15"/>
                    </a:cubicBezTo>
                    <a:cubicBezTo>
                      <a:pt x="12" y="21"/>
                      <a:pt x="11" y="26"/>
                      <a:pt x="10" y="32"/>
                    </a:cubicBezTo>
                    <a:cubicBezTo>
                      <a:pt x="9" y="26"/>
                      <a:pt x="8" y="21"/>
                      <a:pt x="7" y="15"/>
                    </a:cubicBezTo>
                    <a:cubicBezTo>
                      <a:pt x="0" y="0"/>
                      <a:pt x="0" y="0"/>
                      <a:pt x="0" y="0"/>
                    </a:cubicBezTo>
                    <a:cubicBezTo>
                      <a:pt x="1" y="0"/>
                      <a:pt x="1" y="0"/>
                      <a:pt x="1" y="0"/>
                    </a:cubicBez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06" name="Line 26">
                <a:extLst>
                  <a:ext uri="{FF2B5EF4-FFF2-40B4-BE49-F238E27FC236}">
                    <a16:creationId xmlns:a16="http://schemas.microsoft.com/office/drawing/2014/main" id="{834681FD-0223-551A-D8E9-BD2CA87C6327}"/>
                  </a:ext>
                </a:extLst>
              </p:cNvPr>
              <p:cNvSpPr>
                <a:spLocks noChangeShapeType="1"/>
              </p:cNvSpPr>
              <p:nvPr/>
            </p:nvSpPr>
            <p:spPr bwMode="auto">
              <a:xfrm>
                <a:off x="4633" y="2457"/>
                <a:ext cx="1" cy="9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07" name="Freeform 27">
                <a:extLst>
                  <a:ext uri="{FF2B5EF4-FFF2-40B4-BE49-F238E27FC236}">
                    <a16:creationId xmlns:a16="http://schemas.microsoft.com/office/drawing/2014/main" id="{8F48F5D1-AA44-896A-02E9-5005B5A3DB40}"/>
                  </a:ext>
                </a:extLst>
              </p:cNvPr>
              <p:cNvSpPr>
                <a:spLocks/>
              </p:cNvSpPr>
              <p:nvPr/>
            </p:nvSpPr>
            <p:spPr bwMode="auto">
              <a:xfrm>
                <a:off x="4615" y="2533"/>
                <a:ext cx="34" cy="58"/>
              </a:xfrm>
              <a:custGeom>
                <a:avLst/>
                <a:gdLst>
                  <a:gd name="T0" fmla="*/ 9 w 17"/>
                  <a:gd name="T1" fmla="*/ 5 h 29"/>
                  <a:gd name="T2" fmla="*/ 17 w 17"/>
                  <a:gd name="T3" fmla="*/ 0 h 29"/>
                  <a:gd name="T4" fmla="*/ 17 w 17"/>
                  <a:gd name="T5" fmla="*/ 0 h 29"/>
                  <a:gd name="T6" fmla="*/ 12 w 17"/>
                  <a:gd name="T7" fmla="*/ 14 h 29"/>
                  <a:gd name="T8" fmla="*/ 9 w 17"/>
                  <a:gd name="T9" fmla="*/ 29 h 29"/>
                  <a:gd name="T10" fmla="*/ 5 w 17"/>
                  <a:gd name="T11" fmla="*/ 14 h 29"/>
                  <a:gd name="T12" fmla="*/ 0 w 17"/>
                  <a:gd name="T13" fmla="*/ 0 h 29"/>
                  <a:gd name="T14" fmla="*/ 0 w 17"/>
                  <a:gd name="T15" fmla="*/ 0 h 29"/>
                  <a:gd name="T16" fmla="*/ 9 w 1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9">
                    <a:moveTo>
                      <a:pt x="9" y="5"/>
                    </a:moveTo>
                    <a:cubicBezTo>
                      <a:pt x="17" y="0"/>
                      <a:pt x="17" y="0"/>
                      <a:pt x="17" y="0"/>
                    </a:cubicBezTo>
                    <a:cubicBezTo>
                      <a:pt x="17" y="0"/>
                      <a:pt x="17" y="0"/>
                      <a:pt x="17" y="0"/>
                    </a:cubicBezTo>
                    <a:cubicBezTo>
                      <a:pt x="12" y="14"/>
                      <a:pt x="12" y="14"/>
                      <a:pt x="12" y="14"/>
                    </a:cubicBezTo>
                    <a:cubicBezTo>
                      <a:pt x="11" y="19"/>
                      <a:pt x="10" y="24"/>
                      <a:pt x="9" y="29"/>
                    </a:cubicBezTo>
                    <a:cubicBezTo>
                      <a:pt x="8" y="24"/>
                      <a:pt x="6" y="19"/>
                      <a:pt x="5" y="14"/>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08" name="Rectangle 28">
                <a:extLst>
                  <a:ext uri="{FF2B5EF4-FFF2-40B4-BE49-F238E27FC236}">
                    <a16:creationId xmlns:a16="http://schemas.microsoft.com/office/drawing/2014/main" id="{0534F1C9-4C99-771B-5EC7-B18B5DF1932F}"/>
                  </a:ext>
                </a:extLst>
              </p:cNvPr>
              <p:cNvSpPr>
                <a:spLocks noChangeArrowheads="1"/>
              </p:cNvSpPr>
              <p:nvPr/>
            </p:nvSpPr>
            <p:spPr bwMode="auto">
              <a:xfrm>
                <a:off x="3096" y="2212"/>
                <a:ext cx="29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Bus A</a:t>
                </a:r>
                <a:endParaRPr lang="en-US" altLang="es-ES" sz="4000"/>
              </a:p>
            </p:txBody>
          </p:sp>
          <p:sp>
            <p:nvSpPr>
              <p:cNvPr id="865309" name="Rectangle 29">
                <a:extLst>
                  <a:ext uri="{FF2B5EF4-FFF2-40B4-BE49-F238E27FC236}">
                    <a16:creationId xmlns:a16="http://schemas.microsoft.com/office/drawing/2014/main" id="{C5D57D31-5826-68BE-1FC8-8446E9DD226C}"/>
                  </a:ext>
                </a:extLst>
              </p:cNvPr>
              <p:cNvSpPr>
                <a:spLocks noChangeArrowheads="1"/>
              </p:cNvSpPr>
              <p:nvPr/>
            </p:nvSpPr>
            <p:spPr bwMode="auto">
              <a:xfrm>
                <a:off x="3585" y="2212"/>
                <a:ext cx="2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Bus B</a:t>
                </a:r>
                <a:endParaRPr lang="en-US" altLang="es-ES" sz="4000"/>
              </a:p>
            </p:txBody>
          </p:sp>
          <p:sp>
            <p:nvSpPr>
              <p:cNvPr id="865310" name="Rectangle 30">
                <a:extLst>
                  <a:ext uri="{FF2B5EF4-FFF2-40B4-BE49-F238E27FC236}">
                    <a16:creationId xmlns:a16="http://schemas.microsoft.com/office/drawing/2014/main" id="{E1345DC9-1977-E077-2EC2-A9A98C03A578}"/>
                  </a:ext>
                </a:extLst>
              </p:cNvPr>
              <p:cNvSpPr>
                <a:spLocks noChangeArrowheads="1"/>
              </p:cNvSpPr>
              <p:nvPr/>
            </p:nvSpPr>
            <p:spPr bwMode="auto">
              <a:xfrm>
                <a:off x="4140" y="2081"/>
                <a:ext cx="57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Address out</a:t>
                </a:r>
                <a:endParaRPr lang="en-US" altLang="es-ES" sz="4000"/>
              </a:p>
            </p:txBody>
          </p:sp>
          <p:sp>
            <p:nvSpPr>
              <p:cNvPr id="865311" name="Rectangle 31">
                <a:extLst>
                  <a:ext uri="{FF2B5EF4-FFF2-40B4-BE49-F238E27FC236}">
                    <a16:creationId xmlns:a16="http://schemas.microsoft.com/office/drawing/2014/main" id="{53E24DBA-E375-3E0E-FD59-CD85EAE7200A}"/>
                  </a:ext>
                </a:extLst>
              </p:cNvPr>
              <p:cNvSpPr>
                <a:spLocks noChangeArrowheads="1"/>
              </p:cNvSpPr>
              <p:nvPr/>
            </p:nvSpPr>
            <p:spPr bwMode="auto">
              <a:xfrm>
                <a:off x="4098" y="2277"/>
                <a:ext cx="41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 out</a:t>
                </a:r>
                <a:endParaRPr lang="en-US" altLang="es-ES" sz="4000"/>
              </a:p>
            </p:txBody>
          </p:sp>
          <p:sp>
            <p:nvSpPr>
              <p:cNvPr id="865312" name="Rectangle 32">
                <a:extLst>
                  <a:ext uri="{FF2B5EF4-FFF2-40B4-BE49-F238E27FC236}">
                    <a16:creationId xmlns:a16="http://schemas.microsoft.com/office/drawing/2014/main" id="{D67981A0-A979-162A-714D-2B12ACE8CBE0}"/>
                  </a:ext>
                </a:extLst>
              </p:cNvPr>
              <p:cNvSpPr>
                <a:spLocks noChangeArrowheads="1"/>
              </p:cNvSpPr>
              <p:nvPr/>
            </p:nvSpPr>
            <p:spPr bwMode="auto">
              <a:xfrm>
                <a:off x="4539" y="2347"/>
                <a:ext cx="21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MW</a:t>
                </a:r>
                <a:endParaRPr lang="en-US" altLang="es-ES" sz="4000"/>
              </a:p>
            </p:txBody>
          </p:sp>
          <p:sp>
            <p:nvSpPr>
              <p:cNvPr id="865313" name="Rectangle 33">
                <a:extLst>
                  <a:ext uri="{FF2B5EF4-FFF2-40B4-BE49-F238E27FC236}">
                    <a16:creationId xmlns:a16="http://schemas.microsoft.com/office/drawing/2014/main" id="{2DD7B6D8-6417-AA79-EAC2-27E8FEB9CFA4}"/>
                  </a:ext>
                </a:extLst>
              </p:cNvPr>
              <p:cNvSpPr>
                <a:spLocks noChangeArrowheads="1"/>
              </p:cNvSpPr>
              <p:nvPr/>
            </p:nvSpPr>
            <p:spPr bwMode="auto">
              <a:xfrm>
                <a:off x="4171" y="3490"/>
                <a:ext cx="35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 in</a:t>
                </a:r>
                <a:endParaRPr lang="en-US" altLang="es-ES" sz="4000"/>
              </a:p>
            </p:txBody>
          </p:sp>
          <p:sp>
            <p:nvSpPr>
              <p:cNvPr id="865314" name="Freeform 34">
                <a:extLst>
                  <a:ext uri="{FF2B5EF4-FFF2-40B4-BE49-F238E27FC236}">
                    <a16:creationId xmlns:a16="http://schemas.microsoft.com/office/drawing/2014/main" id="{97412DB9-475D-1270-D8E6-BB6698EA515B}"/>
                  </a:ext>
                </a:extLst>
              </p:cNvPr>
              <p:cNvSpPr>
                <a:spLocks/>
              </p:cNvSpPr>
              <p:nvPr/>
            </p:nvSpPr>
            <p:spPr bwMode="auto">
              <a:xfrm>
                <a:off x="3427" y="1813"/>
                <a:ext cx="374" cy="224"/>
              </a:xfrm>
              <a:custGeom>
                <a:avLst/>
                <a:gdLst>
                  <a:gd name="T0" fmla="*/ 0 w 374"/>
                  <a:gd name="T1" fmla="*/ 0 h 224"/>
                  <a:gd name="T2" fmla="*/ 374 w 374"/>
                  <a:gd name="T3" fmla="*/ 0 h 224"/>
                  <a:gd name="T4" fmla="*/ 374 w 374"/>
                  <a:gd name="T5" fmla="*/ 224 h 224"/>
                  <a:gd name="T6" fmla="*/ 0 w 374"/>
                  <a:gd name="T7" fmla="*/ 224 h 224"/>
                  <a:gd name="T8" fmla="*/ 0 w 374"/>
                  <a:gd name="T9" fmla="*/ 0 h 224"/>
                  <a:gd name="T10" fmla="*/ 0 w 374"/>
                  <a:gd name="T11" fmla="*/ 0 h 224"/>
                </a:gdLst>
                <a:ahLst/>
                <a:cxnLst>
                  <a:cxn ang="0">
                    <a:pos x="T0" y="T1"/>
                  </a:cxn>
                  <a:cxn ang="0">
                    <a:pos x="T2" y="T3"/>
                  </a:cxn>
                  <a:cxn ang="0">
                    <a:pos x="T4" y="T5"/>
                  </a:cxn>
                  <a:cxn ang="0">
                    <a:pos x="T6" y="T7"/>
                  </a:cxn>
                  <a:cxn ang="0">
                    <a:pos x="T8" y="T9"/>
                  </a:cxn>
                  <a:cxn ang="0">
                    <a:pos x="T10" y="T11"/>
                  </a:cxn>
                </a:cxnLst>
                <a:rect l="0" t="0" r="r" b="b"/>
                <a:pathLst>
                  <a:path w="374" h="224">
                    <a:moveTo>
                      <a:pt x="0" y="0"/>
                    </a:moveTo>
                    <a:lnTo>
                      <a:pt x="374" y="0"/>
                    </a:lnTo>
                    <a:lnTo>
                      <a:pt x="374" y="224"/>
                    </a:lnTo>
                    <a:lnTo>
                      <a:pt x="0" y="224"/>
                    </a:lnTo>
                    <a:lnTo>
                      <a:pt x="0" y="0"/>
                    </a:lnTo>
                    <a:lnTo>
                      <a:pt x="0" y="0"/>
                    </a:lnTo>
                    <a:close/>
                  </a:path>
                </a:pathLst>
              </a:custGeom>
              <a:solidFill>
                <a:srgbClr val="FFFFFF"/>
              </a:solidFill>
              <a:ln w="19050" cap="flat">
                <a:solidFill>
                  <a:srgbClr val="000000"/>
                </a:solidFill>
                <a:prstDash val="solid"/>
                <a:miter lim="800000"/>
                <a:headEnd/>
                <a:tailEnd/>
              </a:ln>
            </p:spPr>
            <p:txBody>
              <a:bodyPr/>
              <a:lstStyle/>
              <a:p>
                <a:endParaRPr lang="es-ES"/>
              </a:p>
            </p:txBody>
          </p:sp>
          <p:sp>
            <p:nvSpPr>
              <p:cNvPr id="865315" name="Rectangle 35">
                <a:extLst>
                  <a:ext uri="{FF2B5EF4-FFF2-40B4-BE49-F238E27FC236}">
                    <a16:creationId xmlns:a16="http://schemas.microsoft.com/office/drawing/2014/main" id="{54466C1C-6EB5-576B-04F8-4851A9BAA9A0}"/>
                  </a:ext>
                </a:extLst>
              </p:cNvPr>
              <p:cNvSpPr>
                <a:spLocks noChangeArrowheads="1"/>
              </p:cNvSpPr>
              <p:nvPr/>
            </p:nvSpPr>
            <p:spPr bwMode="auto">
              <a:xfrm>
                <a:off x="3443" y="1924"/>
                <a:ext cx="37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MUX B</a:t>
                </a:r>
                <a:endParaRPr lang="en-US" altLang="es-ES" sz="4000"/>
              </a:p>
            </p:txBody>
          </p:sp>
          <p:sp>
            <p:nvSpPr>
              <p:cNvPr id="865316" name="Rectangle 36">
                <a:extLst>
                  <a:ext uri="{FF2B5EF4-FFF2-40B4-BE49-F238E27FC236}">
                    <a16:creationId xmlns:a16="http://schemas.microsoft.com/office/drawing/2014/main" id="{9B582ED5-7FB0-1610-DCE4-30BAFAAFFAE4}"/>
                  </a:ext>
                </a:extLst>
              </p:cNvPr>
              <p:cNvSpPr>
                <a:spLocks noChangeArrowheads="1"/>
              </p:cNvSpPr>
              <p:nvPr/>
            </p:nvSpPr>
            <p:spPr bwMode="auto">
              <a:xfrm>
                <a:off x="3474" y="181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a:t>
                </a:r>
                <a:endParaRPr lang="en-US" altLang="es-ES" sz="4000"/>
              </a:p>
            </p:txBody>
          </p:sp>
          <p:sp>
            <p:nvSpPr>
              <p:cNvPr id="865317" name="Rectangle 37">
                <a:extLst>
                  <a:ext uri="{FF2B5EF4-FFF2-40B4-BE49-F238E27FC236}">
                    <a16:creationId xmlns:a16="http://schemas.microsoft.com/office/drawing/2014/main" id="{0B2D2339-6F98-90AF-3DF5-0BA6B6B4387B}"/>
                  </a:ext>
                </a:extLst>
              </p:cNvPr>
              <p:cNvSpPr>
                <a:spLocks noChangeArrowheads="1"/>
              </p:cNvSpPr>
              <p:nvPr/>
            </p:nvSpPr>
            <p:spPr bwMode="auto">
              <a:xfrm>
                <a:off x="3589" y="181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000"/>
              </a:p>
            </p:txBody>
          </p:sp>
          <p:sp>
            <p:nvSpPr>
              <p:cNvPr id="865318" name="Freeform 38">
                <a:extLst>
                  <a:ext uri="{FF2B5EF4-FFF2-40B4-BE49-F238E27FC236}">
                    <a16:creationId xmlns:a16="http://schemas.microsoft.com/office/drawing/2014/main" id="{52658AD4-8D0B-2045-457C-D0BEECF9EB28}"/>
                  </a:ext>
                </a:extLst>
              </p:cNvPr>
              <p:cNvSpPr>
                <a:spLocks/>
              </p:cNvSpPr>
              <p:nvPr/>
            </p:nvSpPr>
            <p:spPr bwMode="auto">
              <a:xfrm>
                <a:off x="3507" y="3843"/>
                <a:ext cx="396" cy="222"/>
              </a:xfrm>
              <a:custGeom>
                <a:avLst/>
                <a:gdLst>
                  <a:gd name="T0" fmla="*/ 0 w 396"/>
                  <a:gd name="T1" fmla="*/ 0 h 222"/>
                  <a:gd name="T2" fmla="*/ 396 w 396"/>
                  <a:gd name="T3" fmla="*/ 0 h 222"/>
                  <a:gd name="T4" fmla="*/ 396 w 396"/>
                  <a:gd name="T5" fmla="*/ 222 h 222"/>
                  <a:gd name="T6" fmla="*/ 0 w 396"/>
                  <a:gd name="T7" fmla="*/ 222 h 222"/>
                  <a:gd name="T8" fmla="*/ 0 w 396"/>
                  <a:gd name="T9" fmla="*/ 26 h 222"/>
                  <a:gd name="T10" fmla="*/ 0 w 396"/>
                  <a:gd name="T11" fmla="*/ 0 h 222"/>
                </a:gdLst>
                <a:ahLst/>
                <a:cxnLst>
                  <a:cxn ang="0">
                    <a:pos x="T0" y="T1"/>
                  </a:cxn>
                  <a:cxn ang="0">
                    <a:pos x="T2" y="T3"/>
                  </a:cxn>
                  <a:cxn ang="0">
                    <a:pos x="T4" y="T5"/>
                  </a:cxn>
                  <a:cxn ang="0">
                    <a:pos x="T6" y="T7"/>
                  </a:cxn>
                  <a:cxn ang="0">
                    <a:pos x="T8" y="T9"/>
                  </a:cxn>
                  <a:cxn ang="0">
                    <a:pos x="T10" y="T11"/>
                  </a:cxn>
                </a:cxnLst>
                <a:rect l="0" t="0" r="r" b="b"/>
                <a:pathLst>
                  <a:path w="396" h="222">
                    <a:moveTo>
                      <a:pt x="0" y="0"/>
                    </a:moveTo>
                    <a:lnTo>
                      <a:pt x="396" y="0"/>
                    </a:lnTo>
                    <a:lnTo>
                      <a:pt x="396" y="222"/>
                    </a:lnTo>
                    <a:lnTo>
                      <a:pt x="0" y="222"/>
                    </a:lnTo>
                    <a:lnTo>
                      <a:pt x="0" y="26"/>
                    </a:lnTo>
                    <a:lnTo>
                      <a:pt x="0" y="0"/>
                    </a:lnTo>
                    <a:close/>
                  </a:path>
                </a:pathLst>
              </a:custGeom>
              <a:solidFill>
                <a:srgbClr val="FFFFFF"/>
              </a:solidFill>
              <a:ln w="19050" cap="flat">
                <a:solidFill>
                  <a:srgbClr val="000000"/>
                </a:solidFill>
                <a:prstDash val="solid"/>
                <a:miter lim="800000"/>
                <a:headEnd/>
                <a:tailEnd/>
              </a:ln>
            </p:spPr>
            <p:txBody>
              <a:bodyPr/>
              <a:lstStyle/>
              <a:p>
                <a:endParaRPr lang="es-ES"/>
              </a:p>
            </p:txBody>
          </p:sp>
          <p:sp>
            <p:nvSpPr>
              <p:cNvPr id="865319" name="Rectangle 39">
                <a:extLst>
                  <a:ext uri="{FF2B5EF4-FFF2-40B4-BE49-F238E27FC236}">
                    <a16:creationId xmlns:a16="http://schemas.microsoft.com/office/drawing/2014/main" id="{8AB181D5-A253-4A4A-FB31-D8A986AA53F0}"/>
                  </a:ext>
                </a:extLst>
              </p:cNvPr>
              <p:cNvSpPr>
                <a:spLocks noChangeArrowheads="1"/>
              </p:cNvSpPr>
              <p:nvPr/>
            </p:nvSpPr>
            <p:spPr bwMode="auto">
              <a:xfrm>
                <a:off x="3531" y="3949"/>
                <a:ext cx="37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MUX D</a:t>
                </a:r>
                <a:endParaRPr lang="en-US" altLang="es-ES" sz="4000"/>
              </a:p>
            </p:txBody>
          </p:sp>
          <p:sp>
            <p:nvSpPr>
              <p:cNvPr id="865320" name="Rectangle 40">
                <a:extLst>
                  <a:ext uri="{FF2B5EF4-FFF2-40B4-BE49-F238E27FC236}">
                    <a16:creationId xmlns:a16="http://schemas.microsoft.com/office/drawing/2014/main" id="{767C7FA8-BDD4-403B-740D-0F7ED8CD832A}"/>
                  </a:ext>
                </a:extLst>
              </p:cNvPr>
              <p:cNvSpPr>
                <a:spLocks noChangeArrowheads="1"/>
              </p:cNvSpPr>
              <p:nvPr/>
            </p:nvSpPr>
            <p:spPr bwMode="auto">
              <a:xfrm>
                <a:off x="3598" y="38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000"/>
              </a:p>
            </p:txBody>
          </p:sp>
          <p:sp>
            <p:nvSpPr>
              <p:cNvPr id="865321" name="Rectangle 41">
                <a:extLst>
                  <a:ext uri="{FF2B5EF4-FFF2-40B4-BE49-F238E27FC236}">
                    <a16:creationId xmlns:a16="http://schemas.microsoft.com/office/drawing/2014/main" id="{F818B1A2-65EB-B68F-D48C-39959C2A8065}"/>
                  </a:ext>
                </a:extLst>
              </p:cNvPr>
              <p:cNvSpPr>
                <a:spLocks noChangeArrowheads="1"/>
              </p:cNvSpPr>
              <p:nvPr/>
            </p:nvSpPr>
            <p:spPr bwMode="auto">
              <a:xfrm>
                <a:off x="3708" y="38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a:t>
                </a:r>
                <a:endParaRPr lang="en-US" altLang="es-ES" sz="4000"/>
              </a:p>
            </p:txBody>
          </p:sp>
          <p:sp>
            <p:nvSpPr>
              <p:cNvPr id="865322" name="Line 42">
                <a:extLst>
                  <a:ext uri="{FF2B5EF4-FFF2-40B4-BE49-F238E27FC236}">
                    <a16:creationId xmlns:a16="http://schemas.microsoft.com/office/drawing/2014/main" id="{BEAD3541-95A8-BD5B-5417-0D4A1338E672}"/>
                  </a:ext>
                </a:extLst>
              </p:cNvPr>
              <p:cNvSpPr>
                <a:spLocks noChangeShapeType="1"/>
              </p:cNvSpPr>
              <p:nvPr/>
            </p:nvSpPr>
            <p:spPr bwMode="auto">
              <a:xfrm>
                <a:off x="3119" y="1107"/>
                <a:ext cx="88"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23" name="Freeform 43">
                <a:extLst>
                  <a:ext uri="{FF2B5EF4-FFF2-40B4-BE49-F238E27FC236}">
                    <a16:creationId xmlns:a16="http://schemas.microsoft.com/office/drawing/2014/main" id="{13FCCC98-91D9-FB77-7652-54DA1D3846F4}"/>
                  </a:ext>
                </a:extLst>
              </p:cNvPr>
              <p:cNvSpPr>
                <a:spLocks/>
              </p:cNvSpPr>
              <p:nvPr/>
            </p:nvSpPr>
            <p:spPr bwMode="auto">
              <a:xfrm>
                <a:off x="3191" y="1091"/>
                <a:ext cx="58" cy="34"/>
              </a:xfrm>
              <a:custGeom>
                <a:avLst/>
                <a:gdLst>
                  <a:gd name="T0" fmla="*/ 6 w 29"/>
                  <a:gd name="T1" fmla="*/ 8 h 17"/>
                  <a:gd name="T2" fmla="*/ 0 w 29"/>
                  <a:gd name="T3" fmla="*/ 0 h 17"/>
                  <a:gd name="T4" fmla="*/ 1 w 29"/>
                  <a:gd name="T5" fmla="*/ 0 h 17"/>
                  <a:gd name="T6" fmla="*/ 15 w 29"/>
                  <a:gd name="T7" fmla="*/ 5 h 17"/>
                  <a:gd name="T8" fmla="*/ 29 w 29"/>
                  <a:gd name="T9" fmla="*/ 8 h 17"/>
                  <a:gd name="T10" fmla="*/ 15 w 29"/>
                  <a:gd name="T11" fmla="*/ 12 h 17"/>
                  <a:gd name="T12" fmla="*/ 1 w 29"/>
                  <a:gd name="T13" fmla="*/ 17 h 17"/>
                  <a:gd name="T14" fmla="*/ 0 w 29"/>
                  <a:gd name="T15" fmla="*/ 17 h 17"/>
                  <a:gd name="T16" fmla="*/ 6 w 29"/>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6" y="8"/>
                    </a:moveTo>
                    <a:cubicBezTo>
                      <a:pt x="0" y="0"/>
                      <a:pt x="0" y="0"/>
                      <a:pt x="0" y="0"/>
                    </a:cubicBezTo>
                    <a:cubicBezTo>
                      <a:pt x="1" y="0"/>
                      <a:pt x="1" y="0"/>
                      <a:pt x="1" y="0"/>
                    </a:cubicBezTo>
                    <a:cubicBezTo>
                      <a:pt x="15" y="5"/>
                      <a:pt x="15" y="5"/>
                      <a:pt x="15" y="5"/>
                    </a:cubicBezTo>
                    <a:cubicBezTo>
                      <a:pt x="20" y="6"/>
                      <a:pt x="25" y="7"/>
                      <a:pt x="29" y="8"/>
                    </a:cubicBezTo>
                    <a:cubicBezTo>
                      <a:pt x="25" y="9"/>
                      <a:pt x="20" y="11"/>
                      <a:pt x="15" y="12"/>
                    </a:cubicBezTo>
                    <a:cubicBezTo>
                      <a:pt x="1" y="17"/>
                      <a:pt x="1" y="17"/>
                      <a:pt x="1" y="17"/>
                    </a:cubicBezTo>
                    <a:cubicBezTo>
                      <a:pt x="0" y="17"/>
                      <a:pt x="0" y="17"/>
                      <a:pt x="0" y="17"/>
                    </a:cubicBezTo>
                    <a:lnTo>
                      <a:pt x="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24" name="Line 44">
                <a:extLst>
                  <a:ext uri="{FF2B5EF4-FFF2-40B4-BE49-F238E27FC236}">
                    <a16:creationId xmlns:a16="http://schemas.microsoft.com/office/drawing/2014/main" id="{E90B86CB-C13A-4765-2072-976C717D5992}"/>
                  </a:ext>
                </a:extLst>
              </p:cNvPr>
              <p:cNvSpPr>
                <a:spLocks noChangeShapeType="1"/>
              </p:cNvSpPr>
              <p:nvPr/>
            </p:nvSpPr>
            <p:spPr bwMode="auto">
              <a:xfrm>
                <a:off x="3101" y="1213"/>
                <a:ext cx="10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25" name="Freeform 45">
                <a:extLst>
                  <a:ext uri="{FF2B5EF4-FFF2-40B4-BE49-F238E27FC236}">
                    <a16:creationId xmlns:a16="http://schemas.microsoft.com/office/drawing/2014/main" id="{28061690-FC78-E919-FC25-8B7B25A0F883}"/>
                  </a:ext>
                </a:extLst>
              </p:cNvPr>
              <p:cNvSpPr>
                <a:spLocks/>
              </p:cNvSpPr>
              <p:nvPr/>
            </p:nvSpPr>
            <p:spPr bwMode="auto">
              <a:xfrm>
                <a:off x="3187" y="1193"/>
                <a:ext cx="64" cy="40"/>
              </a:xfrm>
              <a:custGeom>
                <a:avLst/>
                <a:gdLst>
                  <a:gd name="T0" fmla="*/ 6 w 32"/>
                  <a:gd name="T1" fmla="*/ 10 h 20"/>
                  <a:gd name="T2" fmla="*/ 0 w 32"/>
                  <a:gd name="T3" fmla="*/ 0 h 20"/>
                  <a:gd name="T4" fmla="*/ 0 w 32"/>
                  <a:gd name="T5" fmla="*/ 0 h 20"/>
                  <a:gd name="T6" fmla="*/ 16 w 32"/>
                  <a:gd name="T7" fmla="*/ 6 h 20"/>
                  <a:gd name="T8" fmla="*/ 32 w 32"/>
                  <a:gd name="T9" fmla="*/ 10 h 20"/>
                  <a:gd name="T10" fmla="*/ 16 w 32"/>
                  <a:gd name="T11" fmla="*/ 13 h 20"/>
                  <a:gd name="T12" fmla="*/ 0 w 32"/>
                  <a:gd name="T13" fmla="*/ 20 h 20"/>
                  <a:gd name="T14" fmla="*/ 0 w 32"/>
                  <a:gd name="T15" fmla="*/ 19 h 20"/>
                  <a:gd name="T16" fmla="*/ 6 w 32"/>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0">
                    <a:moveTo>
                      <a:pt x="6" y="10"/>
                    </a:moveTo>
                    <a:cubicBezTo>
                      <a:pt x="0" y="0"/>
                      <a:pt x="0" y="0"/>
                      <a:pt x="0" y="0"/>
                    </a:cubicBezTo>
                    <a:cubicBezTo>
                      <a:pt x="0" y="0"/>
                      <a:pt x="0" y="0"/>
                      <a:pt x="0" y="0"/>
                    </a:cubicBezTo>
                    <a:cubicBezTo>
                      <a:pt x="16" y="6"/>
                      <a:pt x="16" y="6"/>
                      <a:pt x="16" y="6"/>
                    </a:cubicBezTo>
                    <a:cubicBezTo>
                      <a:pt x="21" y="8"/>
                      <a:pt x="26" y="9"/>
                      <a:pt x="32" y="10"/>
                    </a:cubicBezTo>
                    <a:cubicBezTo>
                      <a:pt x="26" y="11"/>
                      <a:pt x="21" y="12"/>
                      <a:pt x="16" y="13"/>
                    </a:cubicBezTo>
                    <a:cubicBezTo>
                      <a:pt x="0" y="20"/>
                      <a:pt x="0" y="20"/>
                      <a:pt x="0" y="20"/>
                    </a:cubicBezTo>
                    <a:cubicBezTo>
                      <a:pt x="0" y="19"/>
                      <a:pt x="0" y="19"/>
                      <a:pt x="0" y="19"/>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26" name="Line 46">
                <a:extLst>
                  <a:ext uri="{FF2B5EF4-FFF2-40B4-BE49-F238E27FC236}">
                    <a16:creationId xmlns:a16="http://schemas.microsoft.com/office/drawing/2014/main" id="{B27407C8-F973-9C67-4EB7-46D34D9C9AFC}"/>
                  </a:ext>
                </a:extLst>
              </p:cNvPr>
              <p:cNvSpPr>
                <a:spLocks noChangeShapeType="1"/>
              </p:cNvSpPr>
              <p:nvPr/>
            </p:nvSpPr>
            <p:spPr bwMode="auto">
              <a:xfrm>
                <a:off x="3019" y="2705"/>
                <a:ext cx="17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27" name="Freeform 47">
                <a:extLst>
                  <a:ext uri="{FF2B5EF4-FFF2-40B4-BE49-F238E27FC236}">
                    <a16:creationId xmlns:a16="http://schemas.microsoft.com/office/drawing/2014/main" id="{D3CE7FB7-997E-BA3B-44F8-0EE2A6B2E4F0}"/>
                  </a:ext>
                </a:extLst>
              </p:cNvPr>
              <p:cNvSpPr>
                <a:spLocks/>
              </p:cNvSpPr>
              <p:nvPr/>
            </p:nvSpPr>
            <p:spPr bwMode="auto">
              <a:xfrm>
                <a:off x="3175" y="2687"/>
                <a:ext cx="62" cy="38"/>
              </a:xfrm>
              <a:custGeom>
                <a:avLst/>
                <a:gdLst>
                  <a:gd name="T0" fmla="*/ 5 w 31"/>
                  <a:gd name="T1" fmla="*/ 9 h 19"/>
                  <a:gd name="T2" fmla="*/ 0 w 31"/>
                  <a:gd name="T3" fmla="*/ 0 h 19"/>
                  <a:gd name="T4" fmla="*/ 0 w 31"/>
                  <a:gd name="T5" fmla="*/ 0 h 19"/>
                  <a:gd name="T6" fmla="*/ 15 w 31"/>
                  <a:gd name="T7" fmla="*/ 6 h 19"/>
                  <a:gd name="T8" fmla="*/ 31 w 31"/>
                  <a:gd name="T9" fmla="*/ 9 h 19"/>
                  <a:gd name="T10" fmla="*/ 15 w 31"/>
                  <a:gd name="T11" fmla="*/ 13 h 19"/>
                  <a:gd name="T12" fmla="*/ 0 w 31"/>
                  <a:gd name="T13" fmla="*/ 19 h 19"/>
                  <a:gd name="T14" fmla="*/ 0 w 31"/>
                  <a:gd name="T15" fmla="*/ 19 h 19"/>
                  <a:gd name="T16" fmla="*/ 5 w 31"/>
                  <a:gd name="T17" fmla="*/ 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19">
                    <a:moveTo>
                      <a:pt x="5" y="9"/>
                    </a:moveTo>
                    <a:cubicBezTo>
                      <a:pt x="0" y="0"/>
                      <a:pt x="0" y="0"/>
                      <a:pt x="0" y="0"/>
                    </a:cubicBezTo>
                    <a:cubicBezTo>
                      <a:pt x="0" y="0"/>
                      <a:pt x="0" y="0"/>
                      <a:pt x="0" y="0"/>
                    </a:cubicBezTo>
                    <a:cubicBezTo>
                      <a:pt x="15" y="6"/>
                      <a:pt x="15" y="6"/>
                      <a:pt x="15" y="6"/>
                    </a:cubicBezTo>
                    <a:cubicBezTo>
                      <a:pt x="21" y="7"/>
                      <a:pt x="26" y="8"/>
                      <a:pt x="31" y="9"/>
                    </a:cubicBezTo>
                    <a:cubicBezTo>
                      <a:pt x="26" y="11"/>
                      <a:pt x="21" y="12"/>
                      <a:pt x="15" y="13"/>
                    </a:cubicBezTo>
                    <a:cubicBezTo>
                      <a:pt x="0" y="19"/>
                      <a:pt x="0" y="19"/>
                      <a:pt x="0" y="19"/>
                    </a:cubicBezTo>
                    <a:cubicBezTo>
                      <a:pt x="0" y="19"/>
                      <a:pt x="0" y="19"/>
                      <a:pt x="0" y="19"/>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28" name="Line 48">
                <a:extLst>
                  <a:ext uri="{FF2B5EF4-FFF2-40B4-BE49-F238E27FC236}">
                    <a16:creationId xmlns:a16="http://schemas.microsoft.com/office/drawing/2014/main" id="{3BF8E1ED-4C5D-DAD7-16E2-6D3E4CFE7B83}"/>
                  </a:ext>
                </a:extLst>
              </p:cNvPr>
              <p:cNvSpPr>
                <a:spLocks noChangeShapeType="1"/>
              </p:cNvSpPr>
              <p:nvPr/>
            </p:nvSpPr>
            <p:spPr bwMode="auto">
              <a:xfrm flipH="1">
                <a:off x="3061" y="2839"/>
                <a:ext cx="17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29" name="Freeform 49">
                <a:extLst>
                  <a:ext uri="{FF2B5EF4-FFF2-40B4-BE49-F238E27FC236}">
                    <a16:creationId xmlns:a16="http://schemas.microsoft.com/office/drawing/2014/main" id="{A17E048D-34FC-0B5C-418B-E747B147498A}"/>
                  </a:ext>
                </a:extLst>
              </p:cNvPr>
              <p:cNvSpPr>
                <a:spLocks/>
              </p:cNvSpPr>
              <p:nvPr/>
            </p:nvSpPr>
            <p:spPr bwMode="auto">
              <a:xfrm>
                <a:off x="3019" y="2821"/>
                <a:ext cx="58" cy="36"/>
              </a:xfrm>
              <a:custGeom>
                <a:avLst/>
                <a:gdLst>
                  <a:gd name="T0" fmla="*/ 24 w 29"/>
                  <a:gd name="T1" fmla="*/ 9 h 18"/>
                  <a:gd name="T2" fmla="*/ 29 w 29"/>
                  <a:gd name="T3" fmla="*/ 18 h 18"/>
                  <a:gd name="T4" fmla="*/ 29 w 29"/>
                  <a:gd name="T5" fmla="*/ 18 h 18"/>
                  <a:gd name="T6" fmla="*/ 15 w 29"/>
                  <a:gd name="T7" fmla="*/ 12 h 18"/>
                  <a:gd name="T8" fmla="*/ 0 w 29"/>
                  <a:gd name="T9" fmla="*/ 9 h 18"/>
                  <a:gd name="T10" fmla="*/ 15 w 29"/>
                  <a:gd name="T11" fmla="*/ 6 h 18"/>
                  <a:gd name="T12" fmla="*/ 29 w 29"/>
                  <a:gd name="T13" fmla="*/ 0 h 18"/>
                  <a:gd name="T14" fmla="*/ 29 w 29"/>
                  <a:gd name="T15" fmla="*/ 1 h 18"/>
                  <a:gd name="T16" fmla="*/ 24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24" y="9"/>
                    </a:moveTo>
                    <a:cubicBezTo>
                      <a:pt x="29" y="18"/>
                      <a:pt x="29" y="18"/>
                      <a:pt x="29" y="18"/>
                    </a:cubicBezTo>
                    <a:cubicBezTo>
                      <a:pt x="29" y="18"/>
                      <a:pt x="29" y="18"/>
                      <a:pt x="29" y="18"/>
                    </a:cubicBezTo>
                    <a:cubicBezTo>
                      <a:pt x="15" y="12"/>
                      <a:pt x="15" y="12"/>
                      <a:pt x="15" y="12"/>
                    </a:cubicBezTo>
                    <a:cubicBezTo>
                      <a:pt x="10" y="11"/>
                      <a:pt x="5" y="10"/>
                      <a:pt x="0" y="9"/>
                    </a:cubicBezTo>
                    <a:cubicBezTo>
                      <a:pt x="5" y="8"/>
                      <a:pt x="10" y="7"/>
                      <a:pt x="15" y="6"/>
                    </a:cubicBezTo>
                    <a:cubicBezTo>
                      <a:pt x="29" y="0"/>
                      <a:pt x="29" y="0"/>
                      <a:pt x="29" y="0"/>
                    </a:cubicBezTo>
                    <a:cubicBezTo>
                      <a:pt x="29" y="1"/>
                      <a:pt x="29" y="1"/>
                      <a:pt x="29" y="1"/>
                    </a:cubicBezTo>
                    <a:lnTo>
                      <a:pt x="2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30" name="Line 50">
                <a:extLst>
                  <a:ext uri="{FF2B5EF4-FFF2-40B4-BE49-F238E27FC236}">
                    <a16:creationId xmlns:a16="http://schemas.microsoft.com/office/drawing/2014/main" id="{DF4F83FB-85BF-1653-E852-E32D328CA61E}"/>
                  </a:ext>
                </a:extLst>
              </p:cNvPr>
              <p:cNvSpPr>
                <a:spLocks noChangeShapeType="1"/>
              </p:cNvSpPr>
              <p:nvPr/>
            </p:nvSpPr>
            <p:spPr bwMode="auto">
              <a:xfrm flipH="1">
                <a:off x="3061" y="2973"/>
                <a:ext cx="17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31" name="Freeform 51">
                <a:extLst>
                  <a:ext uri="{FF2B5EF4-FFF2-40B4-BE49-F238E27FC236}">
                    <a16:creationId xmlns:a16="http://schemas.microsoft.com/office/drawing/2014/main" id="{27847B75-010C-233E-6DFE-EF978DA97BEA}"/>
                  </a:ext>
                </a:extLst>
              </p:cNvPr>
              <p:cNvSpPr>
                <a:spLocks/>
              </p:cNvSpPr>
              <p:nvPr/>
            </p:nvSpPr>
            <p:spPr bwMode="auto">
              <a:xfrm>
                <a:off x="3019" y="2955"/>
                <a:ext cx="58" cy="36"/>
              </a:xfrm>
              <a:custGeom>
                <a:avLst/>
                <a:gdLst>
                  <a:gd name="T0" fmla="*/ 24 w 29"/>
                  <a:gd name="T1" fmla="*/ 9 h 18"/>
                  <a:gd name="T2" fmla="*/ 29 w 29"/>
                  <a:gd name="T3" fmla="*/ 18 h 18"/>
                  <a:gd name="T4" fmla="*/ 29 w 29"/>
                  <a:gd name="T5" fmla="*/ 18 h 18"/>
                  <a:gd name="T6" fmla="*/ 15 w 29"/>
                  <a:gd name="T7" fmla="*/ 12 h 18"/>
                  <a:gd name="T8" fmla="*/ 0 w 29"/>
                  <a:gd name="T9" fmla="*/ 9 h 18"/>
                  <a:gd name="T10" fmla="*/ 15 w 29"/>
                  <a:gd name="T11" fmla="*/ 6 h 18"/>
                  <a:gd name="T12" fmla="*/ 29 w 29"/>
                  <a:gd name="T13" fmla="*/ 0 h 18"/>
                  <a:gd name="T14" fmla="*/ 29 w 29"/>
                  <a:gd name="T15" fmla="*/ 0 h 18"/>
                  <a:gd name="T16" fmla="*/ 24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24" y="9"/>
                    </a:moveTo>
                    <a:cubicBezTo>
                      <a:pt x="29" y="18"/>
                      <a:pt x="29" y="18"/>
                      <a:pt x="29" y="18"/>
                    </a:cubicBezTo>
                    <a:cubicBezTo>
                      <a:pt x="29" y="18"/>
                      <a:pt x="29" y="18"/>
                      <a:pt x="29" y="18"/>
                    </a:cubicBezTo>
                    <a:cubicBezTo>
                      <a:pt x="15" y="12"/>
                      <a:pt x="15" y="12"/>
                      <a:pt x="15" y="12"/>
                    </a:cubicBezTo>
                    <a:cubicBezTo>
                      <a:pt x="10" y="11"/>
                      <a:pt x="5" y="10"/>
                      <a:pt x="0" y="9"/>
                    </a:cubicBezTo>
                    <a:cubicBezTo>
                      <a:pt x="5" y="8"/>
                      <a:pt x="10" y="7"/>
                      <a:pt x="15" y="6"/>
                    </a:cubicBezTo>
                    <a:cubicBezTo>
                      <a:pt x="29" y="0"/>
                      <a:pt x="29" y="0"/>
                      <a:pt x="29" y="0"/>
                    </a:cubicBezTo>
                    <a:cubicBezTo>
                      <a:pt x="29" y="0"/>
                      <a:pt x="29" y="0"/>
                      <a:pt x="29" y="0"/>
                    </a:cubicBezTo>
                    <a:lnTo>
                      <a:pt x="2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32" name="Line 52">
                <a:extLst>
                  <a:ext uri="{FF2B5EF4-FFF2-40B4-BE49-F238E27FC236}">
                    <a16:creationId xmlns:a16="http://schemas.microsoft.com/office/drawing/2014/main" id="{2A616B4F-F9FA-7BE1-177E-F5D6AFEED56C}"/>
                  </a:ext>
                </a:extLst>
              </p:cNvPr>
              <p:cNvSpPr>
                <a:spLocks noChangeShapeType="1"/>
              </p:cNvSpPr>
              <p:nvPr/>
            </p:nvSpPr>
            <p:spPr bwMode="auto">
              <a:xfrm flipH="1">
                <a:off x="3061" y="3107"/>
                <a:ext cx="17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33" name="Freeform 53">
                <a:extLst>
                  <a:ext uri="{FF2B5EF4-FFF2-40B4-BE49-F238E27FC236}">
                    <a16:creationId xmlns:a16="http://schemas.microsoft.com/office/drawing/2014/main" id="{7E3C8818-7644-F60E-9926-83E7C1AFC48C}"/>
                  </a:ext>
                </a:extLst>
              </p:cNvPr>
              <p:cNvSpPr>
                <a:spLocks/>
              </p:cNvSpPr>
              <p:nvPr/>
            </p:nvSpPr>
            <p:spPr bwMode="auto">
              <a:xfrm>
                <a:off x="3019" y="3089"/>
                <a:ext cx="58" cy="34"/>
              </a:xfrm>
              <a:custGeom>
                <a:avLst/>
                <a:gdLst>
                  <a:gd name="T0" fmla="*/ 24 w 29"/>
                  <a:gd name="T1" fmla="*/ 9 h 17"/>
                  <a:gd name="T2" fmla="*/ 29 w 29"/>
                  <a:gd name="T3" fmla="*/ 17 h 17"/>
                  <a:gd name="T4" fmla="*/ 29 w 29"/>
                  <a:gd name="T5" fmla="*/ 17 h 17"/>
                  <a:gd name="T6" fmla="*/ 15 w 29"/>
                  <a:gd name="T7" fmla="*/ 12 h 17"/>
                  <a:gd name="T8" fmla="*/ 0 w 29"/>
                  <a:gd name="T9" fmla="*/ 9 h 17"/>
                  <a:gd name="T10" fmla="*/ 15 w 29"/>
                  <a:gd name="T11" fmla="*/ 5 h 17"/>
                  <a:gd name="T12" fmla="*/ 29 w 29"/>
                  <a:gd name="T13" fmla="*/ 0 h 17"/>
                  <a:gd name="T14" fmla="*/ 29 w 29"/>
                  <a:gd name="T15" fmla="*/ 0 h 17"/>
                  <a:gd name="T16" fmla="*/ 24 w 29"/>
                  <a:gd name="T17"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24" y="9"/>
                    </a:moveTo>
                    <a:cubicBezTo>
                      <a:pt x="29" y="17"/>
                      <a:pt x="29" y="17"/>
                      <a:pt x="29" y="17"/>
                    </a:cubicBezTo>
                    <a:cubicBezTo>
                      <a:pt x="29" y="17"/>
                      <a:pt x="29" y="17"/>
                      <a:pt x="29" y="17"/>
                    </a:cubicBezTo>
                    <a:cubicBezTo>
                      <a:pt x="15" y="12"/>
                      <a:pt x="15" y="12"/>
                      <a:pt x="15" y="12"/>
                    </a:cubicBezTo>
                    <a:cubicBezTo>
                      <a:pt x="10" y="11"/>
                      <a:pt x="5" y="10"/>
                      <a:pt x="0" y="9"/>
                    </a:cubicBezTo>
                    <a:cubicBezTo>
                      <a:pt x="5" y="8"/>
                      <a:pt x="10" y="7"/>
                      <a:pt x="15" y="5"/>
                    </a:cubicBezTo>
                    <a:cubicBezTo>
                      <a:pt x="29" y="0"/>
                      <a:pt x="29" y="0"/>
                      <a:pt x="29" y="0"/>
                    </a:cubicBezTo>
                    <a:cubicBezTo>
                      <a:pt x="29" y="0"/>
                      <a:pt x="29" y="0"/>
                      <a:pt x="29" y="0"/>
                    </a:cubicBezTo>
                    <a:lnTo>
                      <a:pt x="2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34" name="Line 54">
                <a:extLst>
                  <a:ext uri="{FF2B5EF4-FFF2-40B4-BE49-F238E27FC236}">
                    <a16:creationId xmlns:a16="http://schemas.microsoft.com/office/drawing/2014/main" id="{F2717EA7-0BEA-653D-700E-6D2F7710BCB0}"/>
                  </a:ext>
                </a:extLst>
              </p:cNvPr>
              <p:cNvSpPr>
                <a:spLocks noChangeShapeType="1"/>
              </p:cNvSpPr>
              <p:nvPr/>
            </p:nvSpPr>
            <p:spPr bwMode="auto">
              <a:xfrm flipH="1">
                <a:off x="3061" y="3239"/>
                <a:ext cx="17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35" name="Freeform 55">
                <a:extLst>
                  <a:ext uri="{FF2B5EF4-FFF2-40B4-BE49-F238E27FC236}">
                    <a16:creationId xmlns:a16="http://schemas.microsoft.com/office/drawing/2014/main" id="{75E2794E-C8DB-5EC4-05A7-45F0DAF98CD7}"/>
                  </a:ext>
                </a:extLst>
              </p:cNvPr>
              <p:cNvSpPr>
                <a:spLocks/>
              </p:cNvSpPr>
              <p:nvPr/>
            </p:nvSpPr>
            <p:spPr bwMode="auto">
              <a:xfrm>
                <a:off x="3019" y="3223"/>
                <a:ext cx="58" cy="34"/>
              </a:xfrm>
              <a:custGeom>
                <a:avLst/>
                <a:gdLst>
                  <a:gd name="T0" fmla="*/ 24 w 29"/>
                  <a:gd name="T1" fmla="*/ 8 h 17"/>
                  <a:gd name="T2" fmla="*/ 29 w 29"/>
                  <a:gd name="T3" fmla="*/ 17 h 17"/>
                  <a:gd name="T4" fmla="*/ 29 w 29"/>
                  <a:gd name="T5" fmla="*/ 17 h 17"/>
                  <a:gd name="T6" fmla="*/ 15 w 29"/>
                  <a:gd name="T7" fmla="*/ 12 h 17"/>
                  <a:gd name="T8" fmla="*/ 0 w 29"/>
                  <a:gd name="T9" fmla="*/ 8 h 17"/>
                  <a:gd name="T10" fmla="*/ 15 w 29"/>
                  <a:gd name="T11" fmla="*/ 5 h 17"/>
                  <a:gd name="T12" fmla="*/ 29 w 29"/>
                  <a:gd name="T13" fmla="*/ 0 h 17"/>
                  <a:gd name="T14" fmla="*/ 29 w 29"/>
                  <a:gd name="T15" fmla="*/ 0 h 17"/>
                  <a:gd name="T16" fmla="*/ 24 w 29"/>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24" y="8"/>
                    </a:moveTo>
                    <a:cubicBezTo>
                      <a:pt x="29" y="17"/>
                      <a:pt x="29" y="17"/>
                      <a:pt x="29" y="17"/>
                    </a:cubicBezTo>
                    <a:cubicBezTo>
                      <a:pt x="29" y="17"/>
                      <a:pt x="29" y="17"/>
                      <a:pt x="29" y="17"/>
                    </a:cubicBezTo>
                    <a:cubicBezTo>
                      <a:pt x="15" y="12"/>
                      <a:pt x="15" y="12"/>
                      <a:pt x="15" y="12"/>
                    </a:cubicBezTo>
                    <a:cubicBezTo>
                      <a:pt x="10" y="11"/>
                      <a:pt x="5" y="10"/>
                      <a:pt x="0" y="8"/>
                    </a:cubicBezTo>
                    <a:cubicBezTo>
                      <a:pt x="5" y="7"/>
                      <a:pt x="10" y="6"/>
                      <a:pt x="15" y="5"/>
                    </a:cubicBezTo>
                    <a:cubicBezTo>
                      <a:pt x="29" y="0"/>
                      <a:pt x="29" y="0"/>
                      <a:pt x="29" y="0"/>
                    </a:cubicBezTo>
                    <a:cubicBezTo>
                      <a:pt x="29" y="0"/>
                      <a:pt x="29" y="0"/>
                      <a:pt x="29" y="0"/>
                    </a:cubicBezTo>
                    <a:lnTo>
                      <a:pt x="2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36" name="Line 56">
                <a:extLst>
                  <a:ext uri="{FF2B5EF4-FFF2-40B4-BE49-F238E27FC236}">
                    <a16:creationId xmlns:a16="http://schemas.microsoft.com/office/drawing/2014/main" id="{DDCC24CD-FAAB-B5AA-7211-88D24F540BA9}"/>
                  </a:ext>
                </a:extLst>
              </p:cNvPr>
              <p:cNvSpPr>
                <a:spLocks noChangeShapeType="1"/>
              </p:cNvSpPr>
              <p:nvPr/>
            </p:nvSpPr>
            <p:spPr bwMode="auto">
              <a:xfrm>
                <a:off x="3101" y="1357"/>
                <a:ext cx="10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37" name="Freeform 57">
                <a:extLst>
                  <a:ext uri="{FF2B5EF4-FFF2-40B4-BE49-F238E27FC236}">
                    <a16:creationId xmlns:a16="http://schemas.microsoft.com/office/drawing/2014/main" id="{2157D4D4-3F9B-9A25-DED5-11F3208C243F}"/>
                  </a:ext>
                </a:extLst>
              </p:cNvPr>
              <p:cNvSpPr>
                <a:spLocks/>
              </p:cNvSpPr>
              <p:nvPr/>
            </p:nvSpPr>
            <p:spPr bwMode="auto">
              <a:xfrm>
                <a:off x="3187" y="1337"/>
                <a:ext cx="64" cy="40"/>
              </a:xfrm>
              <a:custGeom>
                <a:avLst/>
                <a:gdLst>
                  <a:gd name="T0" fmla="*/ 6 w 32"/>
                  <a:gd name="T1" fmla="*/ 10 h 20"/>
                  <a:gd name="T2" fmla="*/ 0 w 32"/>
                  <a:gd name="T3" fmla="*/ 1 h 20"/>
                  <a:gd name="T4" fmla="*/ 0 w 32"/>
                  <a:gd name="T5" fmla="*/ 0 h 20"/>
                  <a:gd name="T6" fmla="*/ 16 w 32"/>
                  <a:gd name="T7" fmla="*/ 7 h 20"/>
                  <a:gd name="T8" fmla="*/ 32 w 32"/>
                  <a:gd name="T9" fmla="*/ 10 h 20"/>
                  <a:gd name="T10" fmla="*/ 16 w 32"/>
                  <a:gd name="T11" fmla="*/ 14 h 20"/>
                  <a:gd name="T12" fmla="*/ 0 w 32"/>
                  <a:gd name="T13" fmla="*/ 20 h 20"/>
                  <a:gd name="T14" fmla="*/ 0 w 32"/>
                  <a:gd name="T15" fmla="*/ 20 h 20"/>
                  <a:gd name="T16" fmla="*/ 6 w 32"/>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0">
                    <a:moveTo>
                      <a:pt x="6" y="10"/>
                    </a:moveTo>
                    <a:cubicBezTo>
                      <a:pt x="0" y="1"/>
                      <a:pt x="0" y="1"/>
                      <a:pt x="0" y="1"/>
                    </a:cubicBezTo>
                    <a:cubicBezTo>
                      <a:pt x="0" y="0"/>
                      <a:pt x="0" y="0"/>
                      <a:pt x="0" y="0"/>
                    </a:cubicBezTo>
                    <a:cubicBezTo>
                      <a:pt x="16" y="7"/>
                      <a:pt x="16" y="7"/>
                      <a:pt x="16" y="7"/>
                    </a:cubicBezTo>
                    <a:cubicBezTo>
                      <a:pt x="21" y="8"/>
                      <a:pt x="26" y="9"/>
                      <a:pt x="32" y="10"/>
                    </a:cubicBezTo>
                    <a:cubicBezTo>
                      <a:pt x="26" y="11"/>
                      <a:pt x="21" y="12"/>
                      <a:pt x="16" y="14"/>
                    </a:cubicBezTo>
                    <a:cubicBezTo>
                      <a:pt x="0" y="20"/>
                      <a:pt x="0" y="20"/>
                      <a:pt x="0" y="20"/>
                    </a:cubicBezTo>
                    <a:cubicBezTo>
                      <a:pt x="0" y="20"/>
                      <a:pt x="0" y="20"/>
                      <a:pt x="0" y="20"/>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38" name="Line 58">
                <a:extLst>
                  <a:ext uri="{FF2B5EF4-FFF2-40B4-BE49-F238E27FC236}">
                    <a16:creationId xmlns:a16="http://schemas.microsoft.com/office/drawing/2014/main" id="{47923F8F-E0B2-56E7-051D-9C4E8EBCACFB}"/>
                  </a:ext>
                </a:extLst>
              </p:cNvPr>
              <p:cNvSpPr>
                <a:spLocks noChangeShapeType="1"/>
              </p:cNvSpPr>
              <p:nvPr/>
            </p:nvSpPr>
            <p:spPr bwMode="auto">
              <a:xfrm>
                <a:off x="3375" y="3963"/>
                <a:ext cx="8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39" name="Freeform 59">
                <a:extLst>
                  <a:ext uri="{FF2B5EF4-FFF2-40B4-BE49-F238E27FC236}">
                    <a16:creationId xmlns:a16="http://schemas.microsoft.com/office/drawing/2014/main" id="{DBA71158-8198-1517-27AA-309D7A0F87D9}"/>
                  </a:ext>
                </a:extLst>
              </p:cNvPr>
              <p:cNvSpPr>
                <a:spLocks/>
              </p:cNvSpPr>
              <p:nvPr/>
            </p:nvSpPr>
            <p:spPr bwMode="auto">
              <a:xfrm>
                <a:off x="3443" y="3943"/>
                <a:ext cx="64" cy="40"/>
              </a:xfrm>
              <a:custGeom>
                <a:avLst/>
                <a:gdLst>
                  <a:gd name="T0" fmla="*/ 6 w 32"/>
                  <a:gd name="T1" fmla="*/ 10 h 20"/>
                  <a:gd name="T2" fmla="*/ 0 w 32"/>
                  <a:gd name="T3" fmla="*/ 1 h 20"/>
                  <a:gd name="T4" fmla="*/ 1 w 32"/>
                  <a:gd name="T5" fmla="*/ 0 h 20"/>
                  <a:gd name="T6" fmla="*/ 16 w 32"/>
                  <a:gd name="T7" fmla="*/ 6 h 20"/>
                  <a:gd name="T8" fmla="*/ 32 w 32"/>
                  <a:gd name="T9" fmla="*/ 10 h 20"/>
                  <a:gd name="T10" fmla="*/ 16 w 32"/>
                  <a:gd name="T11" fmla="*/ 14 h 20"/>
                  <a:gd name="T12" fmla="*/ 1 w 32"/>
                  <a:gd name="T13" fmla="*/ 20 h 20"/>
                  <a:gd name="T14" fmla="*/ 0 w 32"/>
                  <a:gd name="T15" fmla="*/ 20 h 20"/>
                  <a:gd name="T16" fmla="*/ 6 w 32"/>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0">
                    <a:moveTo>
                      <a:pt x="6" y="10"/>
                    </a:moveTo>
                    <a:cubicBezTo>
                      <a:pt x="0" y="1"/>
                      <a:pt x="0" y="1"/>
                      <a:pt x="0" y="1"/>
                    </a:cubicBezTo>
                    <a:cubicBezTo>
                      <a:pt x="1" y="0"/>
                      <a:pt x="1" y="0"/>
                      <a:pt x="1" y="0"/>
                    </a:cubicBezTo>
                    <a:cubicBezTo>
                      <a:pt x="16" y="6"/>
                      <a:pt x="16" y="6"/>
                      <a:pt x="16" y="6"/>
                    </a:cubicBezTo>
                    <a:cubicBezTo>
                      <a:pt x="22" y="8"/>
                      <a:pt x="27" y="9"/>
                      <a:pt x="32" y="10"/>
                    </a:cubicBezTo>
                    <a:cubicBezTo>
                      <a:pt x="27" y="11"/>
                      <a:pt x="22" y="12"/>
                      <a:pt x="16" y="14"/>
                    </a:cubicBezTo>
                    <a:cubicBezTo>
                      <a:pt x="1" y="20"/>
                      <a:pt x="1" y="20"/>
                      <a:pt x="1" y="20"/>
                    </a:cubicBezTo>
                    <a:cubicBezTo>
                      <a:pt x="0" y="20"/>
                      <a:pt x="0" y="20"/>
                      <a:pt x="0" y="20"/>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40" name="Rectangle 60">
                <a:extLst>
                  <a:ext uri="{FF2B5EF4-FFF2-40B4-BE49-F238E27FC236}">
                    <a16:creationId xmlns:a16="http://schemas.microsoft.com/office/drawing/2014/main" id="{EB7C2F2B-1E6D-CF38-5B33-86D047A4D407}"/>
                  </a:ext>
                </a:extLst>
              </p:cNvPr>
              <p:cNvSpPr>
                <a:spLocks noChangeArrowheads="1"/>
              </p:cNvSpPr>
              <p:nvPr/>
            </p:nvSpPr>
            <p:spPr bwMode="auto">
              <a:xfrm>
                <a:off x="3527" y="4125"/>
                <a:ext cx="62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DATAPATH</a:t>
                </a:r>
                <a:endParaRPr lang="en-US" altLang="es-ES" sz="4000"/>
              </a:p>
            </p:txBody>
          </p:sp>
          <p:sp>
            <p:nvSpPr>
              <p:cNvPr id="865341" name="Rectangle 61">
                <a:extLst>
                  <a:ext uri="{FF2B5EF4-FFF2-40B4-BE49-F238E27FC236}">
                    <a16:creationId xmlns:a16="http://schemas.microsoft.com/office/drawing/2014/main" id="{1AABAED4-1A35-6C26-A3B7-8CF02DC3EB31}"/>
                  </a:ext>
                </a:extLst>
              </p:cNvPr>
              <p:cNvSpPr>
                <a:spLocks noChangeArrowheads="1"/>
              </p:cNvSpPr>
              <p:nvPr/>
            </p:nvSpPr>
            <p:spPr bwMode="auto">
              <a:xfrm>
                <a:off x="2914" y="1044"/>
                <a:ext cx="1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RW</a:t>
                </a:r>
                <a:endParaRPr lang="en-US" altLang="es-ES" sz="4000"/>
              </a:p>
            </p:txBody>
          </p:sp>
          <p:sp>
            <p:nvSpPr>
              <p:cNvPr id="865342" name="Rectangle 62">
                <a:extLst>
                  <a:ext uri="{FF2B5EF4-FFF2-40B4-BE49-F238E27FC236}">
                    <a16:creationId xmlns:a16="http://schemas.microsoft.com/office/drawing/2014/main" id="{FF0893C7-E246-EBB3-15C0-8078556A4F7C}"/>
                  </a:ext>
                </a:extLst>
              </p:cNvPr>
              <p:cNvSpPr>
                <a:spLocks noChangeArrowheads="1"/>
              </p:cNvSpPr>
              <p:nvPr/>
            </p:nvSpPr>
            <p:spPr bwMode="auto">
              <a:xfrm>
                <a:off x="2924" y="1150"/>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a:t>
                </a:r>
                <a:endParaRPr lang="en-US" altLang="es-ES" sz="4000"/>
              </a:p>
            </p:txBody>
          </p:sp>
          <p:sp>
            <p:nvSpPr>
              <p:cNvPr id="865343" name="Rectangle 63">
                <a:extLst>
                  <a:ext uri="{FF2B5EF4-FFF2-40B4-BE49-F238E27FC236}">
                    <a16:creationId xmlns:a16="http://schemas.microsoft.com/office/drawing/2014/main" id="{3DF8C283-6ADA-EF69-CF61-7FC9762C22BD}"/>
                  </a:ext>
                </a:extLst>
              </p:cNvPr>
              <p:cNvSpPr>
                <a:spLocks noChangeArrowheads="1"/>
              </p:cNvSpPr>
              <p:nvPr/>
            </p:nvSpPr>
            <p:spPr bwMode="auto">
              <a:xfrm>
                <a:off x="2916" y="1295"/>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a:t>
                </a:r>
                <a:endParaRPr lang="en-US" altLang="es-ES" sz="4000"/>
              </a:p>
            </p:txBody>
          </p:sp>
          <p:sp>
            <p:nvSpPr>
              <p:cNvPr id="865344" name="Rectangle 64">
                <a:extLst>
                  <a:ext uri="{FF2B5EF4-FFF2-40B4-BE49-F238E27FC236}">
                    <a16:creationId xmlns:a16="http://schemas.microsoft.com/office/drawing/2014/main" id="{F9913895-29F2-26A6-0EA9-EF7257230C15}"/>
                  </a:ext>
                </a:extLst>
              </p:cNvPr>
              <p:cNvSpPr>
                <a:spLocks noChangeArrowheads="1"/>
              </p:cNvSpPr>
              <p:nvPr/>
            </p:nvSpPr>
            <p:spPr bwMode="auto">
              <a:xfrm>
                <a:off x="2881" y="1569"/>
                <a:ext cx="4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Constant</a:t>
                </a:r>
                <a:endParaRPr lang="en-US" altLang="es-ES" sz="4000"/>
              </a:p>
            </p:txBody>
          </p:sp>
          <p:sp>
            <p:nvSpPr>
              <p:cNvPr id="865345" name="Rectangle 65">
                <a:extLst>
                  <a:ext uri="{FF2B5EF4-FFF2-40B4-BE49-F238E27FC236}">
                    <a16:creationId xmlns:a16="http://schemas.microsoft.com/office/drawing/2014/main" id="{E481945D-0194-59B3-1BB8-9B651D9308A6}"/>
                  </a:ext>
                </a:extLst>
              </p:cNvPr>
              <p:cNvSpPr>
                <a:spLocks noChangeArrowheads="1"/>
              </p:cNvSpPr>
              <p:nvPr/>
            </p:nvSpPr>
            <p:spPr bwMode="auto">
              <a:xfrm>
                <a:off x="2881" y="1677"/>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a:t>
                </a:r>
                <a:endParaRPr lang="en-US" altLang="es-ES" sz="4000"/>
              </a:p>
            </p:txBody>
          </p:sp>
          <p:sp>
            <p:nvSpPr>
              <p:cNvPr id="865346" name="Rectangle 66">
                <a:extLst>
                  <a:ext uri="{FF2B5EF4-FFF2-40B4-BE49-F238E27FC236}">
                    <a16:creationId xmlns:a16="http://schemas.microsoft.com/office/drawing/2014/main" id="{0A2660E2-9834-43D1-9892-CFF51BE6123A}"/>
                  </a:ext>
                </a:extLst>
              </p:cNvPr>
              <p:cNvSpPr>
                <a:spLocks noChangeArrowheads="1"/>
              </p:cNvSpPr>
              <p:nvPr/>
            </p:nvSpPr>
            <p:spPr bwMode="auto">
              <a:xfrm>
                <a:off x="3897" y="1297"/>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a:t>
                </a:r>
                <a:endParaRPr lang="en-US" altLang="es-ES" sz="4000"/>
              </a:p>
            </p:txBody>
          </p:sp>
          <p:sp>
            <p:nvSpPr>
              <p:cNvPr id="865347" name="Line 67">
                <a:extLst>
                  <a:ext uri="{FF2B5EF4-FFF2-40B4-BE49-F238E27FC236}">
                    <a16:creationId xmlns:a16="http://schemas.microsoft.com/office/drawing/2014/main" id="{5DE6CAB4-D471-F976-88F4-3A76461C1D61}"/>
                  </a:ext>
                </a:extLst>
              </p:cNvPr>
              <p:cNvSpPr>
                <a:spLocks noChangeShapeType="1"/>
              </p:cNvSpPr>
              <p:nvPr/>
            </p:nvSpPr>
            <p:spPr bwMode="auto">
              <a:xfrm flipH="1">
                <a:off x="3785" y="1357"/>
                <a:ext cx="8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48" name="Freeform 68">
                <a:extLst>
                  <a:ext uri="{FF2B5EF4-FFF2-40B4-BE49-F238E27FC236}">
                    <a16:creationId xmlns:a16="http://schemas.microsoft.com/office/drawing/2014/main" id="{3EB76DB9-0FD7-E76B-8B4A-37DBB670FD02}"/>
                  </a:ext>
                </a:extLst>
              </p:cNvPr>
              <p:cNvSpPr>
                <a:spLocks/>
              </p:cNvSpPr>
              <p:nvPr/>
            </p:nvSpPr>
            <p:spPr bwMode="auto">
              <a:xfrm>
                <a:off x="3739" y="1337"/>
                <a:ext cx="64" cy="40"/>
              </a:xfrm>
              <a:custGeom>
                <a:avLst/>
                <a:gdLst>
                  <a:gd name="T0" fmla="*/ 26 w 32"/>
                  <a:gd name="T1" fmla="*/ 10 h 20"/>
                  <a:gd name="T2" fmla="*/ 32 w 32"/>
                  <a:gd name="T3" fmla="*/ 20 h 20"/>
                  <a:gd name="T4" fmla="*/ 32 w 32"/>
                  <a:gd name="T5" fmla="*/ 20 h 20"/>
                  <a:gd name="T6" fmla="*/ 16 w 32"/>
                  <a:gd name="T7" fmla="*/ 14 h 20"/>
                  <a:gd name="T8" fmla="*/ 0 w 32"/>
                  <a:gd name="T9" fmla="*/ 10 h 20"/>
                  <a:gd name="T10" fmla="*/ 16 w 32"/>
                  <a:gd name="T11" fmla="*/ 7 h 20"/>
                  <a:gd name="T12" fmla="*/ 32 w 32"/>
                  <a:gd name="T13" fmla="*/ 0 h 20"/>
                  <a:gd name="T14" fmla="*/ 32 w 32"/>
                  <a:gd name="T15" fmla="*/ 1 h 20"/>
                  <a:gd name="T16" fmla="*/ 26 w 32"/>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0">
                    <a:moveTo>
                      <a:pt x="26" y="10"/>
                    </a:moveTo>
                    <a:cubicBezTo>
                      <a:pt x="32" y="20"/>
                      <a:pt x="32" y="20"/>
                      <a:pt x="32" y="20"/>
                    </a:cubicBezTo>
                    <a:cubicBezTo>
                      <a:pt x="32" y="20"/>
                      <a:pt x="32" y="20"/>
                      <a:pt x="32" y="20"/>
                    </a:cubicBezTo>
                    <a:cubicBezTo>
                      <a:pt x="16" y="14"/>
                      <a:pt x="16" y="14"/>
                      <a:pt x="16" y="14"/>
                    </a:cubicBezTo>
                    <a:cubicBezTo>
                      <a:pt x="11" y="13"/>
                      <a:pt x="5" y="11"/>
                      <a:pt x="0" y="10"/>
                    </a:cubicBezTo>
                    <a:cubicBezTo>
                      <a:pt x="5" y="9"/>
                      <a:pt x="11" y="8"/>
                      <a:pt x="16" y="7"/>
                    </a:cubicBezTo>
                    <a:cubicBezTo>
                      <a:pt x="32" y="0"/>
                      <a:pt x="32" y="0"/>
                      <a:pt x="32" y="0"/>
                    </a:cubicBezTo>
                    <a:cubicBezTo>
                      <a:pt x="32" y="1"/>
                      <a:pt x="32" y="1"/>
                      <a:pt x="32" y="1"/>
                    </a:cubicBezTo>
                    <a:lnTo>
                      <a:pt x="2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49" name="Rectangle 69">
                <a:extLst>
                  <a:ext uri="{FF2B5EF4-FFF2-40B4-BE49-F238E27FC236}">
                    <a16:creationId xmlns:a16="http://schemas.microsoft.com/office/drawing/2014/main" id="{2A3C874C-D675-4948-746E-C0176C355967}"/>
                  </a:ext>
                </a:extLst>
              </p:cNvPr>
              <p:cNvSpPr>
                <a:spLocks noChangeArrowheads="1"/>
              </p:cNvSpPr>
              <p:nvPr/>
            </p:nvSpPr>
            <p:spPr bwMode="auto">
              <a:xfrm>
                <a:off x="3944" y="1872"/>
                <a:ext cx="1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MB</a:t>
                </a:r>
                <a:endParaRPr lang="en-US" altLang="es-ES" sz="4000"/>
              </a:p>
            </p:txBody>
          </p:sp>
          <p:sp>
            <p:nvSpPr>
              <p:cNvPr id="865350" name="Line 70">
                <a:extLst>
                  <a:ext uri="{FF2B5EF4-FFF2-40B4-BE49-F238E27FC236}">
                    <a16:creationId xmlns:a16="http://schemas.microsoft.com/office/drawing/2014/main" id="{D26B6EA6-962C-75DE-66E8-3B6E9917B2A7}"/>
                  </a:ext>
                </a:extLst>
              </p:cNvPr>
              <p:cNvSpPr>
                <a:spLocks noChangeShapeType="1"/>
              </p:cNvSpPr>
              <p:nvPr/>
            </p:nvSpPr>
            <p:spPr bwMode="auto">
              <a:xfrm flipH="1">
                <a:off x="3847" y="1931"/>
                <a:ext cx="7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51" name="Freeform 71">
                <a:extLst>
                  <a:ext uri="{FF2B5EF4-FFF2-40B4-BE49-F238E27FC236}">
                    <a16:creationId xmlns:a16="http://schemas.microsoft.com/office/drawing/2014/main" id="{DA5DC605-9619-D9BB-2A19-8BAC3D41D642}"/>
                  </a:ext>
                </a:extLst>
              </p:cNvPr>
              <p:cNvSpPr>
                <a:spLocks/>
              </p:cNvSpPr>
              <p:nvPr/>
            </p:nvSpPr>
            <p:spPr bwMode="auto">
              <a:xfrm>
                <a:off x="3801" y="1911"/>
                <a:ext cx="62" cy="40"/>
              </a:xfrm>
              <a:custGeom>
                <a:avLst/>
                <a:gdLst>
                  <a:gd name="T0" fmla="*/ 26 w 31"/>
                  <a:gd name="T1" fmla="*/ 10 h 20"/>
                  <a:gd name="T2" fmla="*/ 31 w 31"/>
                  <a:gd name="T3" fmla="*/ 19 h 20"/>
                  <a:gd name="T4" fmla="*/ 31 w 31"/>
                  <a:gd name="T5" fmla="*/ 20 h 20"/>
                  <a:gd name="T6" fmla="*/ 16 w 31"/>
                  <a:gd name="T7" fmla="*/ 13 h 20"/>
                  <a:gd name="T8" fmla="*/ 0 w 31"/>
                  <a:gd name="T9" fmla="*/ 10 h 20"/>
                  <a:gd name="T10" fmla="*/ 16 w 31"/>
                  <a:gd name="T11" fmla="*/ 6 h 20"/>
                  <a:gd name="T12" fmla="*/ 31 w 31"/>
                  <a:gd name="T13" fmla="*/ 0 h 20"/>
                  <a:gd name="T14" fmla="*/ 31 w 31"/>
                  <a:gd name="T15" fmla="*/ 0 h 20"/>
                  <a:gd name="T16" fmla="*/ 26 w 31"/>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0">
                    <a:moveTo>
                      <a:pt x="26" y="10"/>
                    </a:moveTo>
                    <a:cubicBezTo>
                      <a:pt x="31" y="19"/>
                      <a:pt x="31" y="19"/>
                      <a:pt x="31" y="19"/>
                    </a:cubicBezTo>
                    <a:cubicBezTo>
                      <a:pt x="31" y="20"/>
                      <a:pt x="31" y="20"/>
                      <a:pt x="31" y="20"/>
                    </a:cubicBezTo>
                    <a:cubicBezTo>
                      <a:pt x="16" y="13"/>
                      <a:pt x="16" y="13"/>
                      <a:pt x="16" y="13"/>
                    </a:cubicBezTo>
                    <a:cubicBezTo>
                      <a:pt x="10" y="12"/>
                      <a:pt x="5" y="11"/>
                      <a:pt x="0" y="10"/>
                    </a:cubicBezTo>
                    <a:cubicBezTo>
                      <a:pt x="5" y="9"/>
                      <a:pt x="10" y="8"/>
                      <a:pt x="16" y="6"/>
                    </a:cubicBezTo>
                    <a:cubicBezTo>
                      <a:pt x="31" y="0"/>
                      <a:pt x="31" y="0"/>
                      <a:pt x="31" y="0"/>
                    </a:cubicBezTo>
                    <a:cubicBezTo>
                      <a:pt x="31" y="0"/>
                      <a:pt x="31" y="0"/>
                      <a:pt x="31" y="0"/>
                    </a:cubicBezTo>
                    <a:lnTo>
                      <a:pt x="2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52" name="Rectangle 72">
                <a:extLst>
                  <a:ext uri="{FF2B5EF4-FFF2-40B4-BE49-F238E27FC236}">
                    <a16:creationId xmlns:a16="http://schemas.microsoft.com/office/drawing/2014/main" id="{806C7CE6-E9F7-CB28-2382-38A18C5127D7}"/>
                  </a:ext>
                </a:extLst>
              </p:cNvPr>
              <p:cNvSpPr>
                <a:spLocks noChangeArrowheads="1"/>
              </p:cNvSpPr>
              <p:nvPr/>
            </p:nvSpPr>
            <p:spPr bwMode="auto">
              <a:xfrm>
                <a:off x="2892" y="2643"/>
                <a:ext cx="1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FS</a:t>
                </a:r>
                <a:endParaRPr lang="en-US" altLang="es-ES" sz="4000"/>
              </a:p>
            </p:txBody>
          </p:sp>
          <p:sp>
            <p:nvSpPr>
              <p:cNvPr id="865353" name="Rectangle 73">
                <a:extLst>
                  <a:ext uri="{FF2B5EF4-FFF2-40B4-BE49-F238E27FC236}">
                    <a16:creationId xmlns:a16="http://schemas.microsoft.com/office/drawing/2014/main" id="{091E7E3C-1B20-360B-5BA5-651F62191CA5}"/>
                  </a:ext>
                </a:extLst>
              </p:cNvPr>
              <p:cNvSpPr>
                <a:spLocks noChangeArrowheads="1"/>
              </p:cNvSpPr>
              <p:nvPr/>
            </p:nvSpPr>
            <p:spPr bwMode="auto">
              <a:xfrm>
                <a:off x="2926" y="2776"/>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V</a:t>
                </a:r>
                <a:endParaRPr lang="en-US" altLang="es-ES" sz="4000"/>
              </a:p>
            </p:txBody>
          </p:sp>
          <p:sp>
            <p:nvSpPr>
              <p:cNvPr id="865354" name="Rectangle 74">
                <a:extLst>
                  <a:ext uri="{FF2B5EF4-FFF2-40B4-BE49-F238E27FC236}">
                    <a16:creationId xmlns:a16="http://schemas.microsoft.com/office/drawing/2014/main" id="{53A74988-14AE-60A0-50F6-B48D0E9F67F2}"/>
                  </a:ext>
                </a:extLst>
              </p:cNvPr>
              <p:cNvSpPr>
                <a:spLocks noChangeArrowheads="1"/>
              </p:cNvSpPr>
              <p:nvPr/>
            </p:nvSpPr>
            <p:spPr bwMode="auto">
              <a:xfrm>
                <a:off x="2931" y="2909"/>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a:t>
                </a:r>
                <a:endParaRPr lang="en-US" altLang="es-ES" sz="4000"/>
              </a:p>
            </p:txBody>
          </p:sp>
          <p:sp>
            <p:nvSpPr>
              <p:cNvPr id="865355" name="Rectangle 75">
                <a:extLst>
                  <a:ext uri="{FF2B5EF4-FFF2-40B4-BE49-F238E27FC236}">
                    <a16:creationId xmlns:a16="http://schemas.microsoft.com/office/drawing/2014/main" id="{4F7C0EB0-A410-3543-1C4C-14DE608BFE1F}"/>
                  </a:ext>
                </a:extLst>
              </p:cNvPr>
              <p:cNvSpPr>
                <a:spLocks noChangeArrowheads="1"/>
              </p:cNvSpPr>
              <p:nvPr/>
            </p:nvSpPr>
            <p:spPr bwMode="auto">
              <a:xfrm>
                <a:off x="2927" y="304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N</a:t>
                </a:r>
                <a:endParaRPr lang="en-US" altLang="es-ES" sz="4000"/>
              </a:p>
            </p:txBody>
          </p:sp>
          <p:sp>
            <p:nvSpPr>
              <p:cNvPr id="865356" name="Rectangle 76">
                <a:extLst>
                  <a:ext uri="{FF2B5EF4-FFF2-40B4-BE49-F238E27FC236}">
                    <a16:creationId xmlns:a16="http://schemas.microsoft.com/office/drawing/2014/main" id="{DB87DCB3-AEC0-D576-4CC3-589F4BE43EB6}"/>
                  </a:ext>
                </a:extLst>
              </p:cNvPr>
              <p:cNvSpPr>
                <a:spLocks noChangeArrowheads="1"/>
              </p:cNvSpPr>
              <p:nvPr/>
            </p:nvSpPr>
            <p:spPr bwMode="auto">
              <a:xfrm>
                <a:off x="2932" y="3176"/>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Z</a:t>
                </a:r>
                <a:endParaRPr lang="en-US" altLang="es-ES" sz="4000"/>
              </a:p>
            </p:txBody>
          </p:sp>
          <p:sp>
            <p:nvSpPr>
              <p:cNvPr id="865357" name="Freeform 77">
                <a:extLst>
                  <a:ext uri="{FF2B5EF4-FFF2-40B4-BE49-F238E27FC236}">
                    <a16:creationId xmlns:a16="http://schemas.microsoft.com/office/drawing/2014/main" id="{FE781EC8-6807-0878-9A69-3A3AA55A7767}"/>
                  </a:ext>
                </a:extLst>
              </p:cNvPr>
              <p:cNvSpPr>
                <a:spLocks/>
              </p:cNvSpPr>
              <p:nvPr/>
            </p:nvSpPr>
            <p:spPr bwMode="auto">
              <a:xfrm>
                <a:off x="3237" y="2591"/>
                <a:ext cx="776" cy="770"/>
              </a:xfrm>
              <a:custGeom>
                <a:avLst/>
                <a:gdLst>
                  <a:gd name="T0" fmla="*/ 0 w 776"/>
                  <a:gd name="T1" fmla="*/ 0 h 770"/>
                  <a:gd name="T2" fmla="*/ 776 w 776"/>
                  <a:gd name="T3" fmla="*/ 0 h 770"/>
                  <a:gd name="T4" fmla="*/ 776 w 776"/>
                  <a:gd name="T5" fmla="*/ 770 h 770"/>
                  <a:gd name="T6" fmla="*/ 0 w 776"/>
                  <a:gd name="T7" fmla="*/ 770 h 770"/>
                  <a:gd name="T8" fmla="*/ 0 w 776"/>
                  <a:gd name="T9" fmla="*/ 0 h 770"/>
                  <a:gd name="T10" fmla="*/ 0 w 776"/>
                  <a:gd name="T11" fmla="*/ 0 h 770"/>
                </a:gdLst>
                <a:ahLst/>
                <a:cxnLst>
                  <a:cxn ang="0">
                    <a:pos x="T0" y="T1"/>
                  </a:cxn>
                  <a:cxn ang="0">
                    <a:pos x="T2" y="T3"/>
                  </a:cxn>
                  <a:cxn ang="0">
                    <a:pos x="T4" y="T5"/>
                  </a:cxn>
                  <a:cxn ang="0">
                    <a:pos x="T6" y="T7"/>
                  </a:cxn>
                  <a:cxn ang="0">
                    <a:pos x="T8" y="T9"/>
                  </a:cxn>
                  <a:cxn ang="0">
                    <a:pos x="T10" y="T11"/>
                  </a:cxn>
                </a:cxnLst>
                <a:rect l="0" t="0" r="r" b="b"/>
                <a:pathLst>
                  <a:path w="776" h="770">
                    <a:moveTo>
                      <a:pt x="0" y="0"/>
                    </a:moveTo>
                    <a:lnTo>
                      <a:pt x="776" y="0"/>
                    </a:lnTo>
                    <a:lnTo>
                      <a:pt x="776" y="770"/>
                    </a:lnTo>
                    <a:lnTo>
                      <a:pt x="0" y="770"/>
                    </a:lnTo>
                    <a:lnTo>
                      <a:pt x="0" y="0"/>
                    </a:lnTo>
                    <a:lnTo>
                      <a:pt x="0" y="0"/>
                    </a:lnTo>
                    <a:close/>
                  </a:path>
                </a:pathLst>
              </a:custGeom>
              <a:solidFill>
                <a:srgbClr val="CCCCCC"/>
              </a:solidFill>
              <a:ln w="19050" cap="flat">
                <a:solidFill>
                  <a:srgbClr val="000000"/>
                </a:solidFill>
                <a:prstDash val="solid"/>
                <a:miter lim="800000"/>
                <a:headEnd/>
                <a:tailEnd/>
              </a:ln>
            </p:spPr>
            <p:txBody>
              <a:bodyPr/>
              <a:lstStyle/>
              <a:p>
                <a:endParaRPr lang="es-ES"/>
              </a:p>
            </p:txBody>
          </p:sp>
          <p:sp>
            <p:nvSpPr>
              <p:cNvPr id="865358" name="Rectangle 78">
                <a:extLst>
                  <a:ext uri="{FF2B5EF4-FFF2-40B4-BE49-F238E27FC236}">
                    <a16:creationId xmlns:a16="http://schemas.microsoft.com/office/drawing/2014/main" id="{2C0A0AB5-60D1-E013-8335-F7CA5DCAE40F}"/>
                  </a:ext>
                </a:extLst>
              </p:cNvPr>
              <p:cNvSpPr>
                <a:spLocks noChangeArrowheads="1"/>
              </p:cNvSpPr>
              <p:nvPr/>
            </p:nvSpPr>
            <p:spPr bwMode="auto">
              <a:xfrm>
                <a:off x="3438" y="2870"/>
                <a:ext cx="4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Function</a:t>
                </a:r>
                <a:endParaRPr lang="en-US" altLang="es-ES" sz="4000"/>
              </a:p>
            </p:txBody>
          </p:sp>
          <p:sp>
            <p:nvSpPr>
              <p:cNvPr id="865359" name="Rectangle 79">
                <a:extLst>
                  <a:ext uri="{FF2B5EF4-FFF2-40B4-BE49-F238E27FC236}">
                    <a16:creationId xmlns:a16="http://schemas.microsoft.com/office/drawing/2014/main" id="{700ED00A-499E-21BF-998B-E73FC9579376}"/>
                  </a:ext>
                </a:extLst>
              </p:cNvPr>
              <p:cNvSpPr>
                <a:spLocks noChangeArrowheads="1"/>
              </p:cNvSpPr>
              <p:nvPr/>
            </p:nvSpPr>
            <p:spPr bwMode="auto">
              <a:xfrm>
                <a:off x="3542" y="2978"/>
                <a:ext cx="19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unit</a:t>
                </a:r>
                <a:endParaRPr lang="en-US" altLang="es-ES" sz="4000"/>
              </a:p>
            </p:txBody>
          </p:sp>
          <p:sp>
            <p:nvSpPr>
              <p:cNvPr id="865360" name="Rectangle 80">
                <a:extLst>
                  <a:ext uri="{FF2B5EF4-FFF2-40B4-BE49-F238E27FC236}">
                    <a16:creationId xmlns:a16="http://schemas.microsoft.com/office/drawing/2014/main" id="{B505D59F-7F54-5143-FDAC-F2D8A9A2D6BE}"/>
                  </a:ext>
                </a:extLst>
              </p:cNvPr>
              <p:cNvSpPr>
                <a:spLocks noChangeArrowheads="1"/>
              </p:cNvSpPr>
              <p:nvPr/>
            </p:nvSpPr>
            <p:spPr bwMode="auto">
              <a:xfrm>
                <a:off x="3314" y="2596"/>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a:p>
            </p:txBody>
          </p:sp>
          <p:sp>
            <p:nvSpPr>
              <p:cNvPr id="865361" name="Rectangle 81">
                <a:extLst>
                  <a:ext uri="{FF2B5EF4-FFF2-40B4-BE49-F238E27FC236}">
                    <a16:creationId xmlns:a16="http://schemas.microsoft.com/office/drawing/2014/main" id="{82EABCA6-A0A3-2CAD-C9D1-9C8D005743DF}"/>
                  </a:ext>
                </a:extLst>
              </p:cNvPr>
              <p:cNvSpPr>
                <a:spLocks noChangeArrowheads="1"/>
              </p:cNvSpPr>
              <p:nvPr/>
            </p:nvSpPr>
            <p:spPr bwMode="auto">
              <a:xfrm>
                <a:off x="3843" y="2596"/>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65362" name="Rectangle 82">
                <a:extLst>
                  <a:ext uri="{FF2B5EF4-FFF2-40B4-BE49-F238E27FC236}">
                    <a16:creationId xmlns:a16="http://schemas.microsoft.com/office/drawing/2014/main" id="{DEF7553D-CDD7-BE27-41FA-2C1773D30F63}"/>
                  </a:ext>
                </a:extLst>
              </p:cNvPr>
              <p:cNvSpPr>
                <a:spLocks noChangeArrowheads="1"/>
              </p:cNvSpPr>
              <p:nvPr/>
            </p:nvSpPr>
            <p:spPr bwMode="auto">
              <a:xfrm>
                <a:off x="3588" y="3248"/>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a:t>
                </a:r>
                <a:endParaRPr lang="en-US" altLang="es-ES" sz="4000"/>
              </a:p>
            </p:txBody>
          </p:sp>
          <p:sp>
            <p:nvSpPr>
              <p:cNvPr id="865363" name="Rectangle 83">
                <a:extLst>
                  <a:ext uri="{FF2B5EF4-FFF2-40B4-BE49-F238E27FC236}">
                    <a16:creationId xmlns:a16="http://schemas.microsoft.com/office/drawing/2014/main" id="{E45504EB-D46D-25EA-2A37-C57E8EE17BFF}"/>
                  </a:ext>
                </a:extLst>
              </p:cNvPr>
              <p:cNvSpPr>
                <a:spLocks noChangeArrowheads="1"/>
              </p:cNvSpPr>
              <p:nvPr/>
            </p:nvSpPr>
            <p:spPr bwMode="auto">
              <a:xfrm>
                <a:off x="3180" y="3912"/>
                <a:ext cx="1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MD</a:t>
                </a:r>
                <a:endParaRPr lang="en-US" altLang="es-ES" sz="4000"/>
              </a:p>
            </p:txBody>
          </p:sp>
          <p:sp>
            <p:nvSpPr>
              <p:cNvPr id="865364" name="Rectangle 84">
                <a:extLst>
                  <a:ext uri="{FF2B5EF4-FFF2-40B4-BE49-F238E27FC236}">
                    <a16:creationId xmlns:a16="http://schemas.microsoft.com/office/drawing/2014/main" id="{49CFBF8D-6D12-104B-641D-3C934E7D5D86}"/>
                  </a:ext>
                </a:extLst>
              </p:cNvPr>
              <p:cNvSpPr>
                <a:spLocks noChangeArrowheads="1"/>
              </p:cNvSpPr>
              <p:nvPr/>
            </p:nvSpPr>
            <p:spPr bwMode="auto">
              <a:xfrm>
                <a:off x="2881" y="4002"/>
                <a:ext cx="29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Bus D</a:t>
                </a:r>
                <a:endParaRPr lang="en-US" altLang="es-ES" sz="4000"/>
              </a:p>
            </p:txBody>
          </p:sp>
          <p:sp>
            <p:nvSpPr>
              <p:cNvPr id="865365" name="Rectangle 85">
                <a:extLst>
                  <a:ext uri="{FF2B5EF4-FFF2-40B4-BE49-F238E27FC236}">
                    <a16:creationId xmlns:a16="http://schemas.microsoft.com/office/drawing/2014/main" id="{0949865A-EA79-24B7-CE1E-7024D25F9F0D}"/>
                  </a:ext>
                </a:extLst>
              </p:cNvPr>
              <p:cNvSpPr>
                <a:spLocks noChangeArrowheads="1"/>
              </p:cNvSpPr>
              <p:nvPr/>
            </p:nvSpPr>
            <p:spPr bwMode="auto">
              <a:xfrm>
                <a:off x="1975" y="1562"/>
                <a:ext cx="3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IR(2:0)</a:t>
                </a:r>
                <a:endParaRPr lang="en-US" altLang="es-ES" sz="4000"/>
              </a:p>
            </p:txBody>
          </p:sp>
          <p:sp>
            <p:nvSpPr>
              <p:cNvPr id="865366" name="Freeform 86">
                <a:extLst>
                  <a:ext uri="{FF2B5EF4-FFF2-40B4-BE49-F238E27FC236}">
                    <a16:creationId xmlns:a16="http://schemas.microsoft.com/office/drawing/2014/main" id="{EC790042-2B0B-435E-33D9-BC3DD7D95145}"/>
                  </a:ext>
                </a:extLst>
              </p:cNvPr>
              <p:cNvSpPr>
                <a:spLocks/>
              </p:cNvSpPr>
              <p:nvPr/>
            </p:nvSpPr>
            <p:spPr bwMode="auto">
              <a:xfrm>
                <a:off x="3251" y="1043"/>
                <a:ext cx="486" cy="390"/>
              </a:xfrm>
              <a:custGeom>
                <a:avLst/>
                <a:gdLst>
                  <a:gd name="T0" fmla="*/ 0 w 486"/>
                  <a:gd name="T1" fmla="*/ 0 h 390"/>
                  <a:gd name="T2" fmla="*/ 486 w 486"/>
                  <a:gd name="T3" fmla="*/ 0 h 390"/>
                  <a:gd name="T4" fmla="*/ 486 w 486"/>
                  <a:gd name="T5" fmla="*/ 390 h 390"/>
                  <a:gd name="T6" fmla="*/ 0 w 486"/>
                  <a:gd name="T7" fmla="*/ 390 h 390"/>
                  <a:gd name="T8" fmla="*/ 0 w 486"/>
                  <a:gd name="T9" fmla="*/ 0 h 390"/>
                  <a:gd name="T10" fmla="*/ 0 w 486"/>
                  <a:gd name="T11" fmla="*/ 0 h 390"/>
                </a:gdLst>
                <a:ahLst/>
                <a:cxnLst>
                  <a:cxn ang="0">
                    <a:pos x="T0" y="T1"/>
                  </a:cxn>
                  <a:cxn ang="0">
                    <a:pos x="T2" y="T3"/>
                  </a:cxn>
                  <a:cxn ang="0">
                    <a:pos x="T4" y="T5"/>
                  </a:cxn>
                  <a:cxn ang="0">
                    <a:pos x="T6" y="T7"/>
                  </a:cxn>
                  <a:cxn ang="0">
                    <a:pos x="T8" y="T9"/>
                  </a:cxn>
                  <a:cxn ang="0">
                    <a:pos x="T10" y="T11"/>
                  </a:cxn>
                </a:cxnLst>
                <a:rect l="0" t="0" r="r" b="b"/>
                <a:pathLst>
                  <a:path w="486" h="390">
                    <a:moveTo>
                      <a:pt x="0" y="0"/>
                    </a:moveTo>
                    <a:lnTo>
                      <a:pt x="486" y="0"/>
                    </a:lnTo>
                    <a:lnTo>
                      <a:pt x="486" y="390"/>
                    </a:lnTo>
                    <a:lnTo>
                      <a:pt x="0" y="390"/>
                    </a:lnTo>
                    <a:lnTo>
                      <a:pt x="0" y="0"/>
                    </a:lnTo>
                    <a:lnTo>
                      <a:pt x="0" y="0"/>
                    </a:lnTo>
                    <a:close/>
                  </a:path>
                </a:pathLst>
              </a:custGeom>
              <a:solidFill>
                <a:srgbClr val="CCECF4"/>
              </a:solidFill>
              <a:ln w="19050" cap="flat">
                <a:solidFill>
                  <a:srgbClr val="00A0C6"/>
                </a:solidFill>
                <a:prstDash val="solid"/>
                <a:miter lim="800000"/>
                <a:headEnd/>
                <a:tailEnd/>
              </a:ln>
            </p:spPr>
            <p:txBody>
              <a:bodyPr/>
              <a:lstStyle/>
              <a:p>
                <a:endParaRPr lang="es-ES"/>
              </a:p>
            </p:txBody>
          </p:sp>
          <p:sp>
            <p:nvSpPr>
              <p:cNvPr id="865367" name="Freeform 87">
                <a:extLst>
                  <a:ext uri="{FF2B5EF4-FFF2-40B4-BE49-F238E27FC236}">
                    <a16:creationId xmlns:a16="http://schemas.microsoft.com/office/drawing/2014/main" id="{01FAB43C-EC96-D86B-7590-03C8DA6F9597}"/>
                  </a:ext>
                </a:extLst>
              </p:cNvPr>
              <p:cNvSpPr>
                <a:spLocks/>
              </p:cNvSpPr>
              <p:nvPr/>
            </p:nvSpPr>
            <p:spPr bwMode="auto">
              <a:xfrm>
                <a:off x="4259" y="2591"/>
                <a:ext cx="768" cy="640"/>
              </a:xfrm>
              <a:custGeom>
                <a:avLst/>
                <a:gdLst>
                  <a:gd name="T0" fmla="*/ 0 w 768"/>
                  <a:gd name="T1" fmla="*/ 0 h 640"/>
                  <a:gd name="T2" fmla="*/ 768 w 768"/>
                  <a:gd name="T3" fmla="*/ 0 h 640"/>
                  <a:gd name="T4" fmla="*/ 768 w 768"/>
                  <a:gd name="T5" fmla="*/ 640 h 640"/>
                  <a:gd name="T6" fmla="*/ 0 w 768"/>
                  <a:gd name="T7" fmla="*/ 640 h 640"/>
                  <a:gd name="T8" fmla="*/ 0 w 768"/>
                  <a:gd name="T9" fmla="*/ 0 h 640"/>
                  <a:gd name="T10" fmla="*/ 0 w 768"/>
                  <a:gd name="T11" fmla="*/ 0 h 640"/>
                </a:gdLst>
                <a:ahLst/>
                <a:cxnLst>
                  <a:cxn ang="0">
                    <a:pos x="T0" y="T1"/>
                  </a:cxn>
                  <a:cxn ang="0">
                    <a:pos x="T2" y="T3"/>
                  </a:cxn>
                  <a:cxn ang="0">
                    <a:pos x="T4" y="T5"/>
                  </a:cxn>
                  <a:cxn ang="0">
                    <a:pos x="T6" y="T7"/>
                  </a:cxn>
                  <a:cxn ang="0">
                    <a:pos x="T8" y="T9"/>
                  </a:cxn>
                  <a:cxn ang="0">
                    <a:pos x="T10" y="T11"/>
                  </a:cxn>
                </a:cxnLst>
                <a:rect l="0" t="0" r="r" b="b"/>
                <a:pathLst>
                  <a:path w="768" h="640">
                    <a:moveTo>
                      <a:pt x="0" y="0"/>
                    </a:moveTo>
                    <a:lnTo>
                      <a:pt x="768" y="0"/>
                    </a:lnTo>
                    <a:lnTo>
                      <a:pt x="768" y="640"/>
                    </a:lnTo>
                    <a:lnTo>
                      <a:pt x="0" y="640"/>
                    </a:lnTo>
                    <a:lnTo>
                      <a:pt x="0" y="0"/>
                    </a:lnTo>
                    <a:lnTo>
                      <a:pt x="0" y="0"/>
                    </a:lnTo>
                    <a:close/>
                  </a:path>
                </a:pathLst>
              </a:custGeom>
              <a:solidFill>
                <a:srgbClr val="CCECF4"/>
              </a:solidFill>
              <a:ln w="19050" cap="flat">
                <a:solidFill>
                  <a:srgbClr val="00A0C6"/>
                </a:solidFill>
                <a:prstDash val="solid"/>
                <a:miter lim="800000"/>
                <a:headEnd/>
                <a:tailEnd/>
              </a:ln>
            </p:spPr>
            <p:txBody>
              <a:bodyPr/>
              <a:lstStyle/>
              <a:p>
                <a:endParaRPr lang="es-ES"/>
              </a:p>
            </p:txBody>
          </p:sp>
          <p:sp>
            <p:nvSpPr>
              <p:cNvPr id="865368" name="Rectangle 88">
                <a:extLst>
                  <a:ext uri="{FF2B5EF4-FFF2-40B4-BE49-F238E27FC236}">
                    <a16:creationId xmlns:a16="http://schemas.microsoft.com/office/drawing/2014/main" id="{8C708BF2-9E0F-C00D-C293-A2F05EF145DA}"/>
                  </a:ext>
                </a:extLst>
              </p:cNvPr>
              <p:cNvSpPr>
                <a:spLocks noChangeArrowheads="1"/>
              </p:cNvSpPr>
              <p:nvPr/>
            </p:nvSpPr>
            <p:spPr bwMode="auto">
              <a:xfrm>
                <a:off x="4292" y="2596"/>
                <a:ext cx="35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 in</a:t>
                </a:r>
                <a:endParaRPr lang="en-US" altLang="es-ES" sz="4000"/>
              </a:p>
            </p:txBody>
          </p:sp>
          <p:sp>
            <p:nvSpPr>
              <p:cNvPr id="865369" name="Rectangle 89">
                <a:extLst>
                  <a:ext uri="{FF2B5EF4-FFF2-40B4-BE49-F238E27FC236}">
                    <a16:creationId xmlns:a16="http://schemas.microsoft.com/office/drawing/2014/main" id="{F55B13A0-2B82-D61F-EFAF-2311DA630DB3}"/>
                  </a:ext>
                </a:extLst>
              </p:cNvPr>
              <p:cNvSpPr>
                <a:spLocks noChangeArrowheads="1"/>
              </p:cNvSpPr>
              <p:nvPr/>
            </p:nvSpPr>
            <p:spPr bwMode="auto">
              <a:xfrm>
                <a:off x="4673" y="2596"/>
                <a:ext cx="3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Address</a:t>
                </a:r>
                <a:endParaRPr lang="en-US" altLang="es-ES" sz="4000"/>
              </a:p>
            </p:txBody>
          </p:sp>
          <p:sp>
            <p:nvSpPr>
              <p:cNvPr id="865370" name="Rectangle 90">
                <a:extLst>
                  <a:ext uri="{FF2B5EF4-FFF2-40B4-BE49-F238E27FC236}">
                    <a16:creationId xmlns:a16="http://schemas.microsoft.com/office/drawing/2014/main" id="{BFC11823-3EB3-472F-1C69-A5BE6C363231}"/>
                  </a:ext>
                </a:extLst>
              </p:cNvPr>
              <p:cNvSpPr>
                <a:spLocks noChangeArrowheads="1"/>
              </p:cNvSpPr>
              <p:nvPr/>
            </p:nvSpPr>
            <p:spPr bwMode="auto">
              <a:xfrm>
                <a:off x="4539" y="2804"/>
                <a:ext cx="2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a:t>
                </a:r>
                <a:endParaRPr lang="en-US" altLang="es-ES" sz="4000"/>
              </a:p>
            </p:txBody>
          </p:sp>
          <p:sp>
            <p:nvSpPr>
              <p:cNvPr id="865371" name="Rectangle 91">
                <a:extLst>
                  <a:ext uri="{FF2B5EF4-FFF2-40B4-BE49-F238E27FC236}">
                    <a16:creationId xmlns:a16="http://schemas.microsoft.com/office/drawing/2014/main" id="{33046018-5D1D-9FEB-9678-208B98E33921}"/>
                  </a:ext>
                </a:extLst>
              </p:cNvPr>
              <p:cNvSpPr>
                <a:spLocks noChangeArrowheads="1"/>
              </p:cNvSpPr>
              <p:nvPr/>
            </p:nvSpPr>
            <p:spPr bwMode="auto">
              <a:xfrm>
                <a:off x="4469" y="2912"/>
                <a:ext cx="39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memory</a:t>
                </a:r>
                <a:endParaRPr lang="en-US" altLang="es-ES" sz="4000"/>
              </a:p>
            </p:txBody>
          </p:sp>
          <p:sp>
            <p:nvSpPr>
              <p:cNvPr id="865372" name="Rectangle 92">
                <a:extLst>
                  <a:ext uri="{FF2B5EF4-FFF2-40B4-BE49-F238E27FC236}">
                    <a16:creationId xmlns:a16="http://schemas.microsoft.com/office/drawing/2014/main" id="{8B119F3B-435B-02C3-A33E-456277EF9956}"/>
                  </a:ext>
                </a:extLst>
              </p:cNvPr>
              <p:cNvSpPr>
                <a:spLocks noChangeArrowheads="1"/>
              </p:cNvSpPr>
              <p:nvPr/>
            </p:nvSpPr>
            <p:spPr bwMode="auto">
              <a:xfrm>
                <a:off x="4493" y="3114"/>
                <a:ext cx="41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 out</a:t>
                </a:r>
                <a:endParaRPr lang="en-US" altLang="es-ES" sz="4000"/>
              </a:p>
            </p:txBody>
          </p:sp>
          <p:sp>
            <p:nvSpPr>
              <p:cNvPr id="865373" name="Rectangle 93">
                <a:extLst>
                  <a:ext uri="{FF2B5EF4-FFF2-40B4-BE49-F238E27FC236}">
                    <a16:creationId xmlns:a16="http://schemas.microsoft.com/office/drawing/2014/main" id="{4ACC2752-C5E3-E0DF-590A-E12B7C682D6E}"/>
                  </a:ext>
                </a:extLst>
              </p:cNvPr>
              <p:cNvSpPr>
                <a:spLocks noChangeArrowheads="1"/>
              </p:cNvSpPr>
              <p:nvPr/>
            </p:nvSpPr>
            <p:spPr bwMode="auto">
              <a:xfrm>
                <a:off x="3319" y="1132"/>
                <a:ext cx="39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Register</a:t>
                </a:r>
                <a:endParaRPr lang="en-US" altLang="es-ES" sz="4000"/>
              </a:p>
            </p:txBody>
          </p:sp>
          <p:sp>
            <p:nvSpPr>
              <p:cNvPr id="865374" name="Rectangle 94">
                <a:extLst>
                  <a:ext uri="{FF2B5EF4-FFF2-40B4-BE49-F238E27FC236}">
                    <a16:creationId xmlns:a16="http://schemas.microsoft.com/office/drawing/2014/main" id="{D78FD7C5-D505-7C09-FF7C-1B0A94A8D9EA}"/>
                  </a:ext>
                </a:extLst>
              </p:cNvPr>
              <p:cNvSpPr>
                <a:spLocks noChangeArrowheads="1"/>
              </p:cNvSpPr>
              <p:nvPr/>
            </p:nvSpPr>
            <p:spPr bwMode="auto">
              <a:xfrm>
                <a:off x="3429" y="1240"/>
                <a:ext cx="14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file</a:t>
                </a:r>
                <a:endParaRPr lang="en-US" altLang="es-ES" sz="4000"/>
              </a:p>
            </p:txBody>
          </p:sp>
          <p:sp>
            <p:nvSpPr>
              <p:cNvPr id="865375" name="Rectangle 95">
                <a:extLst>
                  <a:ext uri="{FF2B5EF4-FFF2-40B4-BE49-F238E27FC236}">
                    <a16:creationId xmlns:a16="http://schemas.microsoft.com/office/drawing/2014/main" id="{CE27FC91-90B2-8524-1974-2F686C3454AE}"/>
                  </a:ext>
                </a:extLst>
              </p:cNvPr>
              <p:cNvSpPr>
                <a:spLocks noChangeArrowheads="1"/>
              </p:cNvSpPr>
              <p:nvPr/>
            </p:nvSpPr>
            <p:spPr bwMode="auto">
              <a:xfrm>
                <a:off x="3458" y="1052"/>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
                </a:r>
                <a:endParaRPr lang="en-US" altLang="es-ES" sz="4000"/>
              </a:p>
            </p:txBody>
          </p:sp>
          <p:sp>
            <p:nvSpPr>
              <p:cNvPr id="865376" name="Rectangle 96">
                <a:extLst>
                  <a:ext uri="{FF2B5EF4-FFF2-40B4-BE49-F238E27FC236}">
                    <a16:creationId xmlns:a16="http://schemas.microsoft.com/office/drawing/2014/main" id="{4E405C60-428F-49F1-3069-1614E93877E1}"/>
                  </a:ext>
                </a:extLst>
              </p:cNvPr>
              <p:cNvSpPr>
                <a:spLocks noChangeArrowheads="1"/>
              </p:cNvSpPr>
              <p:nvPr/>
            </p:nvSpPr>
            <p:spPr bwMode="auto">
              <a:xfrm>
                <a:off x="3323" y="131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a:p>
            </p:txBody>
          </p:sp>
          <p:sp>
            <p:nvSpPr>
              <p:cNvPr id="865377" name="Rectangle 97">
                <a:extLst>
                  <a:ext uri="{FF2B5EF4-FFF2-40B4-BE49-F238E27FC236}">
                    <a16:creationId xmlns:a16="http://schemas.microsoft.com/office/drawing/2014/main" id="{259C12EA-BECE-11B4-C5FB-D75863E1A194}"/>
                  </a:ext>
                </a:extLst>
              </p:cNvPr>
              <p:cNvSpPr>
                <a:spLocks noChangeArrowheads="1"/>
              </p:cNvSpPr>
              <p:nvPr/>
            </p:nvSpPr>
            <p:spPr bwMode="auto">
              <a:xfrm>
                <a:off x="3582" y="1313"/>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65378" name="Line 98">
                <a:extLst>
                  <a:ext uri="{FF2B5EF4-FFF2-40B4-BE49-F238E27FC236}">
                    <a16:creationId xmlns:a16="http://schemas.microsoft.com/office/drawing/2014/main" id="{45A96836-D186-324A-6F59-70E594841A10}"/>
                  </a:ext>
                </a:extLst>
              </p:cNvPr>
              <p:cNvSpPr>
                <a:spLocks noChangeShapeType="1"/>
              </p:cNvSpPr>
              <p:nvPr/>
            </p:nvSpPr>
            <p:spPr bwMode="auto">
              <a:xfrm>
                <a:off x="1675" y="531"/>
                <a:ext cx="1" cy="204"/>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79" name="Freeform 99">
                <a:extLst>
                  <a:ext uri="{FF2B5EF4-FFF2-40B4-BE49-F238E27FC236}">
                    <a16:creationId xmlns:a16="http://schemas.microsoft.com/office/drawing/2014/main" id="{4986A9EA-74AD-D2A3-14E2-964B2B6A7209}"/>
                  </a:ext>
                </a:extLst>
              </p:cNvPr>
              <p:cNvSpPr>
                <a:spLocks/>
              </p:cNvSpPr>
              <p:nvPr/>
            </p:nvSpPr>
            <p:spPr bwMode="auto">
              <a:xfrm>
                <a:off x="1655" y="717"/>
                <a:ext cx="40" cy="64"/>
              </a:xfrm>
              <a:custGeom>
                <a:avLst/>
                <a:gdLst>
                  <a:gd name="T0" fmla="*/ 10 w 20"/>
                  <a:gd name="T1" fmla="*/ 6 h 32"/>
                  <a:gd name="T2" fmla="*/ 20 w 20"/>
                  <a:gd name="T3" fmla="*/ 0 h 32"/>
                  <a:gd name="T4" fmla="*/ 20 w 20"/>
                  <a:gd name="T5" fmla="*/ 0 h 32"/>
                  <a:gd name="T6" fmla="*/ 14 w 20"/>
                  <a:gd name="T7" fmla="*/ 16 h 32"/>
                  <a:gd name="T8" fmla="*/ 10 w 20"/>
                  <a:gd name="T9" fmla="*/ 32 h 32"/>
                  <a:gd name="T10" fmla="*/ 7 w 20"/>
                  <a:gd name="T11" fmla="*/ 16 h 32"/>
                  <a:gd name="T12" fmla="*/ 0 w 20"/>
                  <a:gd name="T13" fmla="*/ 0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20" y="0"/>
                      <a:pt x="20" y="0"/>
                      <a:pt x="20" y="0"/>
                    </a:cubicBezTo>
                    <a:cubicBezTo>
                      <a:pt x="20" y="0"/>
                      <a:pt x="20" y="0"/>
                      <a:pt x="20" y="0"/>
                    </a:cubicBezTo>
                    <a:cubicBezTo>
                      <a:pt x="14" y="16"/>
                      <a:pt x="14" y="16"/>
                      <a:pt x="14" y="16"/>
                    </a:cubicBezTo>
                    <a:cubicBezTo>
                      <a:pt x="13" y="21"/>
                      <a:pt x="11" y="27"/>
                      <a:pt x="10" y="32"/>
                    </a:cubicBezTo>
                    <a:cubicBezTo>
                      <a:pt x="9" y="27"/>
                      <a:pt x="8" y="21"/>
                      <a:pt x="7" y="16"/>
                    </a:cubicBezTo>
                    <a:cubicBezTo>
                      <a:pt x="0" y="0"/>
                      <a:pt x="0" y="0"/>
                      <a:pt x="0" y="0"/>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80" name="Line 100">
                <a:extLst>
                  <a:ext uri="{FF2B5EF4-FFF2-40B4-BE49-F238E27FC236}">
                    <a16:creationId xmlns:a16="http://schemas.microsoft.com/office/drawing/2014/main" id="{8298A980-03FB-EC2B-C78B-F8FBD470B777}"/>
                  </a:ext>
                </a:extLst>
              </p:cNvPr>
              <p:cNvSpPr>
                <a:spLocks noChangeShapeType="1"/>
              </p:cNvSpPr>
              <p:nvPr/>
            </p:nvSpPr>
            <p:spPr bwMode="auto">
              <a:xfrm>
                <a:off x="1675" y="1293"/>
                <a:ext cx="1" cy="35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81" name="Freeform 101">
                <a:extLst>
                  <a:ext uri="{FF2B5EF4-FFF2-40B4-BE49-F238E27FC236}">
                    <a16:creationId xmlns:a16="http://schemas.microsoft.com/office/drawing/2014/main" id="{2A048924-2363-E754-B79D-ACCED09E5DA3}"/>
                  </a:ext>
                </a:extLst>
              </p:cNvPr>
              <p:cNvSpPr>
                <a:spLocks/>
              </p:cNvSpPr>
              <p:nvPr/>
            </p:nvSpPr>
            <p:spPr bwMode="auto">
              <a:xfrm>
                <a:off x="1655" y="1625"/>
                <a:ext cx="38" cy="64"/>
              </a:xfrm>
              <a:custGeom>
                <a:avLst/>
                <a:gdLst>
                  <a:gd name="T0" fmla="*/ 10 w 19"/>
                  <a:gd name="T1" fmla="*/ 6 h 32"/>
                  <a:gd name="T2" fmla="*/ 19 w 19"/>
                  <a:gd name="T3" fmla="*/ 0 h 32"/>
                  <a:gd name="T4" fmla="*/ 19 w 19"/>
                  <a:gd name="T5" fmla="*/ 1 h 32"/>
                  <a:gd name="T6" fmla="*/ 13 w 19"/>
                  <a:gd name="T7" fmla="*/ 16 h 32"/>
                  <a:gd name="T8" fmla="*/ 10 w 19"/>
                  <a:gd name="T9" fmla="*/ 32 h 32"/>
                  <a:gd name="T10" fmla="*/ 6 w 19"/>
                  <a:gd name="T11" fmla="*/ 16 h 32"/>
                  <a:gd name="T12" fmla="*/ 0 w 19"/>
                  <a:gd name="T13" fmla="*/ 1 h 32"/>
                  <a:gd name="T14" fmla="*/ 0 w 19"/>
                  <a:gd name="T15" fmla="*/ 0 h 32"/>
                  <a:gd name="T16" fmla="*/ 10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0" y="6"/>
                    </a:moveTo>
                    <a:cubicBezTo>
                      <a:pt x="19" y="0"/>
                      <a:pt x="19" y="0"/>
                      <a:pt x="19" y="0"/>
                    </a:cubicBezTo>
                    <a:cubicBezTo>
                      <a:pt x="19" y="1"/>
                      <a:pt x="19" y="1"/>
                      <a:pt x="19" y="1"/>
                    </a:cubicBezTo>
                    <a:cubicBezTo>
                      <a:pt x="13" y="16"/>
                      <a:pt x="13" y="16"/>
                      <a:pt x="13" y="16"/>
                    </a:cubicBezTo>
                    <a:cubicBezTo>
                      <a:pt x="12" y="22"/>
                      <a:pt x="11" y="27"/>
                      <a:pt x="10" y="32"/>
                    </a:cubicBezTo>
                    <a:cubicBezTo>
                      <a:pt x="9" y="27"/>
                      <a:pt x="7" y="22"/>
                      <a:pt x="6" y="16"/>
                    </a:cubicBezTo>
                    <a:cubicBezTo>
                      <a:pt x="0" y="1"/>
                      <a:pt x="0" y="1"/>
                      <a:pt x="0" y="1"/>
                    </a:cubicBezTo>
                    <a:cubicBezTo>
                      <a:pt x="0" y="0"/>
                      <a:pt x="0" y="0"/>
                      <a:pt x="0"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82" name="Line 102">
                <a:extLst>
                  <a:ext uri="{FF2B5EF4-FFF2-40B4-BE49-F238E27FC236}">
                    <a16:creationId xmlns:a16="http://schemas.microsoft.com/office/drawing/2014/main" id="{83B42D2A-EFB3-9B7C-3542-F16E52B5C67A}"/>
                  </a:ext>
                </a:extLst>
              </p:cNvPr>
              <p:cNvSpPr>
                <a:spLocks noChangeShapeType="1"/>
              </p:cNvSpPr>
              <p:nvPr/>
            </p:nvSpPr>
            <p:spPr bwMode="auto">
              <a:xfrm>
                <a:off x="1675" y="1561"/>
                <a:ext cx="620"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83" name="Freeform 103">
                <a:extLst>
                  <a:ext uri="{FF2B5EF4-FFF2-40B4-BE49-F238E27FC236}">
                    <a16:creationId xmlns:a16="http://schemas.microsoft.com/office/drawing/2014/main" id="{3E7518D0-D670-287D-4264-32B5E658D5FD}"/>
                  </a:ext>
                </a:extLst>
              </p:cNvPr>
              <p:cNvSpPr>
                <a:spLocks/>
              </p:cNvSpPr>
              <p:nvPr/>
            </p:nvSpPr>
            <p:spPr bwMode="auto">
              <a:xfrm>
                <a:off x="2277" y="1541"/>
                <a:ext cx="64" cy="38"/>
              </a:xfrm>
              <a:custGeom>
                <a:avLst/>
                <a:gdLst>
                  <a:gd name="T0" fmla="*/ 6 w 32"/>
                  <a:gd name="T1" fmla="*/ 10 h 19"/>
                  <a:gd name="T2" fmla="*/ 0 w 32"/>
                  <a:gd name="T3" fmla="*/ 0 h 19"/>
                  <a:gd name="T4" fmla="*/ 1 w 32"/>
                  <a:gd name="T5" fmla="*/ 0 h 19"/>
                  <a:gd name="T6" fmla="*/ 16 w 32"/>
                  <a:gd name="T7" fmla="*/ 6 h 19"/>
                  <a:gd name="T8" fmla="*/ 32 w 32"/>
                  <a:gd name="T9" fmla="*/ 10 h 19"/>
                  <a:gd name="T10" fmla="*/ 16 w 32"/>
                  <a:gd name="T11" fmla="*/ 13 h 19"/>
                  <a:gd name="T12" fmla="*/ 1 w 32"/>
                  <a:gd name="T13" fmla="*/ 19 h 19"/>
                  <a:gd name="T14" fmla="*/ 0 w 32"/>
                  <a:gd name="T15" fmla="*/ 19 h 19"/>
                  <a:gd name="T16" fmla="*/ 6 w 32"/>
                  <a:gd name="T17" fmla="*/ 1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9">
                    <a:moveTo>
                      <a:pt x="6" y="10"/>
                    </a:moveTo>
                    <a:cubicBezTo>
                      <a:pt x="0" y="0"/>
                      <a:pt x="0" y="0"/>
                      <a:pt x="0" y="0"/>
                    </a:cubicBezTo>
                    <a:cubicBezTo>
                      <a:pt x="1" y="0"/>
                      <a:pt x="1" y="0"/>
                      <a:pt x="1" y="0"/>
                    </a:cubicBezTo>
                    <a:cubicBezTo>
                      <a:pt x="16" y="6"/>
                      <a:pt x="16" y="6"/>
                      <a:pt x="16" y="6"/>
                    </a:cubicBezTo>
                    <a:cubicBezTo>
                      <a:pt x="21" y="7"/>
                      <a:pt x="27" y="9"/>
                      <a:pt x="32" y="10"/>
                    </a:cubicBezTo>
                    <a:cubicBezTo>
                      <a:pt x="27" y="11"/>
                      <a:pt x="21" y="12"/>
                      <a:pt x="16" y="13"/>
                    </a:cubicBezTo>
                    <a:cubicBezTo>
                      <a:pt x="1" y="19"/>
                      <a:pt x="1" y="19"/>
                      <a:pt x="1" y="19"/>
                    </a:cubicBezTo>
                    <a:cubicBezTo>
                      <a:pt x="0" y="19"/>
                      <a:pt x="0" y="19"/>
                      <a:pt x="0" y="19"/>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84" name="Line 104">
                <a:extLst>
                  <a:ext uri="{FF2B5EF4-FFF2-40B4-BE49-F238E27FC236}">
                    <a16:creationId xmlns:a16="http://schemas.microsoft.com/office/drawing/2014/main" id="{1C63B2BE-1E6D-1A9D-FBBB-5F15ACA4FB0A}"/>
                  </a:ext>
                </a:extLst>
              </p:cNvPr>
              <p:cNvSpPr>
                <a:spLocks noChangeShapeType="1"/>
              </p:cNvSpPr>
              <p:nvPr/>
            </p:nvSpPr>
            <p:spPr bwMode="auto">
              <a:xfrm>
                <a:off x="973"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85" name="Freeform 105">
                <a:extLst>
                  <a:ext uri="{FF2B5EF4-FFF2-40B4-BE49-F238E27FC236}">
                    <a16:creationId xmlns:a16="http://schemas.microsoft.com/office/drawing/2014/main" id="{E3FBA4EF-2058-2506-F48C-A46149D6ACD1}"/>
                  </a:ext>
                </a:extLst>
              </p:cNvPr>
              <p:cNvSpPr>
                <a:spLocks/>
              </p:cNvSpPr>
              <p:nvPr/>
            </p:nvSpPr>
            <p:spPr bwMode="auto">
              <a:xfrm>
                <a:off x="953" y="2399"/>
                <a:ext cx="38" cy="64"/>
              </a:xfrm>
              <a:custGeom>
                <a:avLst/>
                <a:gdLst>
                  <a:gd name="T0" fmla="*/ 10 w 19"/>
                  <a:gd name="T1" fmla="*/ 6 h 32"/>
                  <a:gd name="T2" fmla="*/ 19 w 19"/>
                  <a:gd name="T3" fmla="*/ 0 h 32"/>
                  <a:gd name="T4" fmla="*/ 19 w 19"/>
                  <a:gd name="T5" fmla="*/ 1 h 32"/>
                  <a:gd name="T6" fmla="*/ 13 w 19"/>
                  <a:gd name="T7" fmla="*/ 16 h 32"/>
                  <a:gd name="T8" fmla="*/ 10 w 19"/>
                  <a:gd name="T9" fmla="*/ 32 h 32"/>
                  <a:gd name="T10" fmla="*/ 6 w 19"/>
                  <a:gd name="T11" fmla="*/ 16 h 32"/>
                  <a:gd name="T12" fmla="*/ 0 w 19"/>
                  <a:gd name="T13" fmla="*/ 1 h 32"/>
                  <a:gd name="T14" fmla="*/ 0 w 19"/>
                  <a:gd name="T15" fmla="*/ 0 h 32"/>
                  <a:gd name="T16" fmla="*/ 10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0" y="6"/>
                    </a:moveTo>
                    <a:cubicBezTo>
                      <a:pt x="19" y="0"/>
                      <a:pt x="19" y="0"/>
                      <a:pt x="19" y="0"/>
                    </a:cubicBezTo>
                    <a:cubicBezTo>
                      <a:pt x="19" y="1"/>
                      <a:pt x="19" y="1"/>
                      <a:pt x="19" y="1"/>
                    </a:cubicBezTo>
                    <a:cubicBezTo>
                      <a:pt x="13" y="16"/>
                      <a:pt x="13" y="16"/>
                      <a:pt x="13" y="16"/>
                    </a:cubicBezTo>
                    <a:cubicBezTo>
                      <a:pt x="12" y="21"/>
                      <a:pt x="11" y="27"/>
                      <a:pt x="10" y="32"/>
                    </a:cubicBezTo>
                    <a:cubicBezTo>
                      <a:pt x="8" y="27"/>
                      <a:pt x="7" y="21"/>
                      <a:pt x="6" y="16"/>
                    </a:cubicBezTo>
                    <a:cubicBezTo>
                      <a:pt x="0" y="1"/>
                      <a:pt x="0" y="1"/>
                      <a:pt x="0" y="1"/>
                    </a:cubicBezTo>
                    <a:cubicBezTo>
                      <a:pt x="0" y="0"/>
                      <a:pt x="0" y="0"/>
                      <a:pt x="0"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86" name="Line 106">
                <a:extLst>
                  <a:ext uri="{FF2B5EF4-FFF2-40B4-BE49-F238E27FC236}">
                    <a16:creationId xmlns:a16="http://schemas.microsoft.com/office/drawing/2014/main" id="{DE512C39-426F-2304-3298-B103FCF4C117}"/>
                  </a:ext>
                </a:extLst>
              </p:cNvPr>
              <p:cNvSpPr>
                <a:spLocks noChangeShapeType="1"/>
              </p:cNvSpPr>
              <p:nvPr/>
            </p:nvSpPr>
            <p:spPr bwMode="auto">
              <a:xfrm>
                <a:off x="1117"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87" name="Freeform 107">
                <a:extLst>
                  <a:ext uri="{FF2B5EF4-FFF2-40B4-BE49-F238E27FC236}">
                    <a16:creationId xmlns:a16="http://schemas.microsoft.com/office/drawing/2014/main" id="{A778260F-53D6-166B-B981-4886F0610FCE}"/>
                  </a:ext>
                </a:extLst>
              </p:cNvPr>
              <p:cNvSpPr>
                <a:spLocks/>
              </p:cNvSpPr>
              <p:nvPr/>
            </p:nvSpPr>
            <p:spPr bwMode="auto">
              <a:xfrm>
                <a:off x="1097" y="2399"/>
                <a:ext cx="40" cy="64"/>
              </a:xfrm>
              <a:custGeom>
                <a:avLst/>
                <a:gdLst>
                  <a:gd name="T0" fmla="*/ 10 w 20"/>
                  <a:gd name="T1" fmla="*/ 6 h 32"/>
                  <a:gd name="T2" fmla="*/ 20 w 20"/>
                  <a:gd name="T3" fmla="*/ 0 h 32"/>
                  <a:gd name="T4" fmla="*/ 20 w 20"/>
                  <a:gd name="T5" fmla="*/ 1 h 32"/>
                  <a:gd name="T6" fmla="*/ 14 w 20"/>
                  <a:gd name="T7" fmla="*/ 16 h 32"/>
                  <a:gd name="T8" fmla="*/ 10 w 20"/>
                  <a:gd name="T9" fmla="*/ 32 h 32"/>
                  <a:gd name="T10" fmla="*/ 7 w 20"/>
                  <a:gd name="T11" fmla="*/ 16 h 32"/>
                  <a:gd name="T12" fmla="*/ 0 w 20"/>
                  <a:gd name="T13" fmla="*/ 1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20" y="0"/>
                      <a:pt x="20" y="0"/>
                      <a:pt x="20" y="0"/>
                    </a:cubicBezTo>
                    <a:cubicBezTo>
                      <a:pt x="20" y="1"/>
                      <a:pt x="20" y="1"/>
                      <a:pt x="20" y="1"/>
                    </a:cubicBezTo>
                    <a:cubicBezTo>
                      <a:pt x="14" y="16"/>
                      <a:pt x="14" y="16"/>
                      <a:pt x="14" y="16"/>
                    </a:cubicBezTo>
                    <a:cubicBezTo>
                      <a:pt x="13" y="21"/>
                      <a:pt x="11" y="27"/>
                      <a:pt x="10" y="32"/>
                    </a:cubicBezTo>
                    <a:cubicBezTo>
                      <a:pt x="9" y="27"/>
                      <a:pt x="8" y="21"/>
                      <a:pt x="7" y="16"/>
                    </a:cubicBezTo>
                    <a:cubicBezTo>
                      <a:pt x="0" y="1"/>
                      <a:pt x="0" y="1"/>
                      <a:pt x="0" y="1"/>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88" name="Line 108">
                <a:extLst>
                  <a:ext uri="{FF2B5EF4-FFF2-40B4-BE49-F238E27FC236}">
                    <a16:creationId xmlns:a16="http://schemas.microsoft.com/office/drawing/2014/main" id="{0B066A3F-57C4-67F3-E865-2A7CCF56B34F}"/>
                  </a:ext>
                </a:extLst>
              </p:cNvPr>
              <p:cNvSpPr>
                <a:spLocks noChangeShapeType="1"/>
              </p:cNvSpPr>
              <p:nvPr/>
            </p:nvSpPr>
            <p:spPr bwMode="auto">
              <a:xfrm>
                <a:off x="1263"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89" name="Freeform 109">
                <a:extLst>
                  <a:ext uri="{FF2B5EF4-FFF2-40B4-BE49-F238E27FC236}">
                    <a16:creationId xmlns:a16="http://schemas.microsoft.com/office/drawing/2014/main" id="{6FC50149-994D-A36D-8241-718017CBBE9D}"/>
                  </a:ext>
                </a:extLst>
              </p:cNvPr>
              <p:cNvSpPr>
                <a:spLocks/>
              </p:cNvSpPr>
              <p:nvPr/>
            </p:nvSpPr>
            <p:spPr bwMode="auto">
              <a:xfrm>
                <a:off x="1243" y="2399"/>
                <a:ext cx="38" cy="64"/>
              </a:xfrm>
              <a:custGeom>
                <a:avLst/>
                <a:gdLst>
                  <a:gd name="T0" fmla="*/ 10 w 19"/>
                  <a:gd name="T1" fmla="*/ 6 h 32"/>
                  <a:gd name="T2" fmla="*/ 19 w 19"/>
                  <a:gd name="T3" fmla="*/ 0 h 32"/>
                  <a:gd name="T4" fmla="*/ 19 w 19"/>
                  <a:gd name="T5" fmla="*/ 1 h 32"/>
                  <a:gd name="T6" fmla="*/ 13 w 19"/>
                  <a:gd name="T7" fmla="*/ 16 h 32"/>
                  <a:gd name="T8" fmla="*/ 10 w 19"/>
                  <a:gd name="T9" fmla="*/ 32 h 32"/>
                  <a:gd name="T10" fmla="*/ 6 w 19"/>
                  <a:gd name="T11" fmla="*/ 16 h 32"/>
                  <a:gd name="T12" fmla="*/ 0 w 19"/>
                  <a:gd name="T13" fmla="*/ 1 h 32"/>
                  <a:gd name="T14" fmla="*/ 0 w 19"/>
                  <a:gd name="T15" fmla="*/ 0 h 32"/>
                  <a:gd name="T16" fmla="*/ 10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0" y="6"/>
                    </a:moveTo>
                    <a:cubicBezTo>
                      <a:pt x="19" y="0"/>
                      <a:pt x="19" y="0"/>
                      <a:pt x="19" y="0"/>
                    </a:cubicBezTo>
                    <a:cubicBezTo>
                      <a:pt x="19" y="1"/>
                      <a:pt x="19" y="1"/>
                      <a:pt x="19" y="1"/>
                    </a:cubicBezTo>
                    <a:cubicBezTo>
                      <a:pt x="13" y="16"/>
                      <a:pt x="13" y="16"/>
                      <a:pt x="13" y="16"/>
                    </a:cubicBezTo>
                    <a:cubicBezTo>
                      <a:pt x="12" y="21"/>
                      <a:pt x="11" y="27"/>
                      <a:pt x="10" y="32"/>
                    </a:cubicBezTo>
                    <a:cubicBezTo>
                      <a:pt x="9" y="27"/>
                      <a:pt x="7" y="21"/>
                      <a:pt x="6" y="16"/>
                    </a:cubicBezTo>
                    <a:cubicBezTo>
                      <a:pt x="0" y="1"/>
                      <a:pt x="0" y="1"/>
                      <a:pt x="0" y="1"/>
                    </a:cubicBezTo>
                    <a:cubicBezTo>
                      <a:pt x="0" y="0"/>
                      <a:pt x="0" y="0"/>
                      <a:pt x="0"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90" name="Line 110">
                <a:extLst>
                  <a:ext uri="{FF2B5EF4-FFF2-40B4-BE49-F238E27FC236}">
                    <a16:creationId xmlns:a16="http://schemas.microsoft.com/office/drawing/2014/main" id="{3487B268-9046-F549-FDC4-3D0BEDDA53D8}"/>
                  </a:ext>
                </a:extLst>
              </p:cNvPr>
              <p:cNvSpPr>
                <a:spLocks noChangeShapeType="1"/>
              </p:cNvSpPr>
              <p:nvPr/>
            </p:nvSpPr>
            <p:spPr bwMode="auto">
              <a:xfrm>
                <a:off x="1553"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91" name="Freeform 111">
                <a:extLst>
                  <a:ext uri="{FF2B5EF4-FFF2-40B4-BE49-F238E27FC236}">
                    <a16:creationId xmlns:a16="http://schemas.microsoft.com/office/drawing/2014/main" id="{F015C8EE-45B0-501A-1B9B-18D9FE944A85}"/>
                  </a:ext>
                </a:extLst>
              </p:cNvPr>
              <p:cNvSpPr>
                <a:spLocks/>
              </p:cNvSpPr>
              <p:nvPr/>
            </p:nvSpPr>
            <p:spPr bwMode="auto">
              <a:xfrm>
                <a:off x="1533" y="2399"/>
                <a:ext cx="38" cy="64"/>
              </a:xfrm>
              <a:custGeom>
                <a:avLst/>
                <a:gdLst>
                  <a:gd name="T0" fmla="*/ 10 w 19"/>
                  <a:gd name="T1" fmla="*/ 6 h 32"/>
                  <a:gd name="T2" fmla="*/ 19 w 19"/>
                  <a:gd name="T3" fmla="*/ 0 h 32"/>
                  <a:gd name="T4" fmla="*/ 19 w 19"/>
                  <a:gd name="T5" fmla="*/ 1 h 32"/>
                  <a:gd name="T6" fmla="*/ 13 w 19"/>
                  <a:gd name="T7" fmla="*/ 16 h 32"/>
                  <a:gd name="T8" fmla="*/ 10 w 19"/>
                  <a:gd name="T9" fmla="*/ 32 h 32"/>
                  <a:gd name="T10" fmla="*/ 6 w 19"/>
                  <a:gd name="T11" fmla="*/ 16 h 32"/>
                  <a:gd name="T12" fmla="*/ 0 w 19"/>
                  <a:gd name="T13" fmla="*/ 1 h 32"/>
                  <a:gd name="T14" fmla="*/ 0 w 19"/>
                  <a:gd name="T15" fmla="*/ 0 h 32"/>
                  <a:gd name="T16" fmla="*/ 10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0" y="6"/>
                    </a:moveTo>
                    <a:cubicBezTo>
                      <a:pt x="19" y="0"/>
                      <a:pt x="19" y="0"/>
                      <a:pt x="19" y="0"/>
                    </a:cubicBezTo>
                    <a:cubicBezTo>
                      <a:pt x="19" y="1"/>
                      <a:pt x="19" y="1"/>
                      <a:pt x="19" y="1"/>
                    </a:cubicBezTo>
                    <a:cubicBezTo>
                      <a:pt x="13" y="16"/>
                      <a:pt x="13" y="16"/>
                      <a:pt x="13" y="16"/>
                    </a:cubicBezTo>
                    <a:cubicBezTo>
                      <a:pt x="12" y="21"/>
                      <a:pt x="11" y="27"/>
                      <a:pt x="10" y="32"/>
                    </a:cubicBezTo>
                    <a:cubicBezTo>
                      <a:pt x="9" y="27"/>
                      <a:pt x="7" y="21"/>
                      <a:pt x="6" y="16"/>
                    </a:cubicBezTo>
                    <a:cubicBezTo>
                      <a:pt x="0" y="1"/>
                      <a:pt x="0" y="1"/>
                      <a:pt x="0" y="1"/>
                    </a:cubicBezTo>
                    <a:cubicBezTo>
                      <a:pt x="0" y="0"/>
                      <a:pt x="0" y="0"/>
                      <a:pt x="0"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92" name="Line 112">
                <a:extLst>
                  <a:ext uri="{FF2B5EF4-FFF2-40B4-BE49-F238E27FC236}">
                    <a16:creationId xmlns:a16="http://schemas.microsoft.com/office/drawing/2014/main" id="{7D0290C5-28F8-139C-05CD-800E3AF1E607}"/>
                  </a:ext>
                </a:extLst>
              </p:cNvPr>
              <p:cNvSpPr>
                <a:spLocks noChangeShapeType="1"/>
              </p:cNvSpPr>
              <p:nvPr/>
            </p:nvSpPr>
            <p:spPr bwMode="auto">
              <a:xfrm>
                <a:off x="1697"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93" name="Freeform 113">
                <a:extLst>
                  <a:ext uri="{FF2B5EF4-FFF2-40B4-BE49-F238E27FC236}">
                    <a16:creationId xmlns:a16="http://schemas.microsoft.com/office/drawing/2014/main" id="{0A26531C-F3B7-1531-F7C0-8854B9AB5ED9}"/>
                  </a:ext>
                </a:extLst>
              </p:cNvPr>
              <p:cNvSpPr>
                <a:spLocks/>
              </p:cNvSpPr>
              <p:nvPr/>
            </p:nvSpPr>
            <p:spPr bwMode="auto">
              <a:xfrm>
                <a:off x="1681" y="2405"/>
                <a:ext cx="34" cy="58"/>
              </a:xfrm>
              <a:custGeom>
                <a:avLst/>
                <a:gdLst>
                  <a:gd name="T0" fmla="*/ 8 w 17"/>
                  <a:gd name="T1" fmla="*/ 5 h 29"/>
                  <a:gd name="T2" fmla="*/ 17 w 17"/>
                  <a:gd name="T3" fmla="*/ 0 h 29"/>
                  <a:gd name="T4" fmla="*/ 17 w 17"/>
                  <a:gd name="T5" fmla="*/ 0 h 29"/>
                  <a:gd name="T6" fmla="*/ 12 w 17"/>
                  <a:gd name="T7" fmla="*/ 14 h 29"/>
                  <a:gd name="T8" fmla="*/ 8 w 17"/>
                  <a:gd name="T9" fmla="*/ 29 h 29"/>
                  <a:gd name="T10" fmla="*/ 5 w 17"/>
                  <a:gd name="T11" fmla="*/ 14 h 29"/>
                  <a:gd name="T12" fmla="*/ 0 w 17"/>
                  <a:gd name="T13" fmla="*/ 0 h 29"/>
                  <a:gd name="T14" fmla="*/ 0 w 17"/>
                  <a:gd name="T15" fmla="*/ 0 h 29"/>
                  <a:gd name="T16" fmla="*/ 8 w 1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9">
                    <a:moveTo>
                      <a:pt x="8" y="5"/>
                    </a:moveTo>
                    <a:cubicBezTo>
                      <a:pt x="17" y="0"/>
                      <a:pt x="17" y="0"/>
                      <a:pt x="17" y="0"/>
                    </a:cubicBezTo>
                    <a:cubicBezTo>
                      <a:pt x="17" y="0"/>
                      <a:pt x="17" y="0"/>
                      <a:pt x="17" y="0"/>
                    </a:cubicBezTo>
                    <a:cubicBezTo>
                      <a:pt x="12" y="14"/>
                      <a:pt x="12" y="14"/>
                      <a:pt x="12" y="14"/>
                    </a:cubicBezTo>
                    <a:cubicBezTo>
                      <a:pt x="11" y="19"/>
                      <a:pt x="9" y="24"/>
                      <a:pt x="8" y="29"/>
                    </a:cubicBezTo>
                    <a:cubicBezTo>
                      <a:pt x="7" y="24"/>
                      <a:pt x="6" y="19"/>
                      <a:pt x="5" y="14"/>
                    </a:cubicBezTo>
                    <a:cubicBezTo>
                      <a:pt x="0" y="0"/>
                      <a:pt x="0" y="0"/>
                      <a:pt x="0" y="0"/>
                    </a:cubicBezTo>
                    <a:cubicBezTo>
                      <a:pt x="0" y="0"/>
                      <a:pt x="0" y="0"/>
                      <a:pt x="0" y="0"/>
                    </a:cubicBez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94" name="Line 114">
                <a:extLst>
                  <a:ext uri="{FF2B5EF4-FFF2-40B4-BE49-F238E27FC236}">
                    <a16:creationId xmlns:a16="http://schemas.microsoft.com/office/drawing/2014/main" id="{E935DDCB-3160-61C9-737F-D093F5EAAF8A}"/>
                  </a:ext>
                </a:extLst>
              </p:cNvPr>
              <p:cNvSpPr>
                <a:spLocks noChangeShapeType="1"/>
              </p:cNvSpPr>
              <p:nvPr/>
            </p:nvSpPr>
            <p:spPr bwMode="auto">
              <a:xfrm>
                <a:off x="1843"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95" name="Freeform 115">
                <a:extLst>
                  <a:ext uri="{FF2B5EF4-FFF2-40B4-BE49-F238E27FC236}">
                    <a16:creationId xmlns:a16="http://schemas.microsoft.com/office/drawing/2014/main" id="{8D0E54B9-3F9D-48A7-001C-2D8446710317}"/>
                  </a:ext>
                </a:extLst>
              </p:cNvPr>
              <p:cNvSpPr>
                <a:spLocks/>
              </p:cNvSpPr>
              <p:nvPr/>
            </p:nvSpPr>
            <p:spPr bwMode="auto">
              <a:xfrm>
                <a:off x="1825" y="2405"/>
                <a:ext cx="36" cy="58"/>
              </a:xfrm>
              <a:custGeom>
                <a:avLst/>
                <a:gdLst>
                  <a:gd name="T0" fmla="*/ 9 w 18"/>
                  <a:gd name="T1" fmla="*/ 5 h 29"/>
                  <a:gd name="T2" fmla="*/ 18 w 18"/>
                  <a:gd name="T3" fmla="*/ 0 h 29"/>
                  <a:gd name="T4" fmla="*/ 18 w 18"/>
                  <a:gd name="T5" fmla="*/ 0 h 29"/>
                  <a:gd name="T6" fmla="*/ 12 w 18"/>
                  <a:gd name="T7" fmla="*/ 14 h 29"/>
                  <a:gd name="T8" fmla="*/ 9 w 18"/>
                  <a:gd name="T9" fmla="*/ 29 h 29"/>
                  <a:gd name="T10" fmla="*/ 6 w 18"/>
                  <a:gd name="T11" fmla="*/ 14 h 29"/>
                  <a:gd name="T12" fmla="*/ 0 w 18"/>
                  <a:gd name="T13" fmla="*/ 0 h 29"/>
                  <a:gd name="T14" fmla="*/ 0 w 18"/>
                  <a:gd name="T15" fmla="*/ 0 h 29"/>
                  <a:gd name="T16" fmla="*/ 9 w 18"/>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5"/>
                    </a:moveTo>
                    <a:cubicBezTo>
                      <a:pt x="18" y="0"/>
                      <a:pt x="18" y="0"/>
                      <a:pt x="18" y="0"/>
                    </a:cubicBezTo>
                    <a:cubicBezTo>
                      <a:pt x="18" y="0"/>
                      <a:pt x="18" y="0"/>
                      <a:pt x="18" y="0"/>
                    </a:cubicBezTo>
                    <a:cubicBezTo>
                      <a:pt x="12" y="14"/>
                      <a:pt x="12" y="14"/>
                      <a:pt x="12" y="14"/>
                    </a:cubicBezTo>
                    <a:cubicBezTo>
                      <a:pt x="11" y="19"/>
                      <a:pt x="10" y="24"/>
                      <a:pt x="9" y="29"/>
                    </a:cubicBezTo>
                    <a:cubicBezTo>
                      <a:pt x="8" y="24"/>
                      <a:pt x="7" y="19"/>
                      <a:pt x="6" y="14"/>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96" name="Line 116">
                <a:extLst>
                  <a:ext uri="{FF2B5EF4-FFF2-40B4-BE49-F238E27FC236}">
                    <a16:creationId xmlns:a16="http://schemas.microsoft.com/office/drawing/2014/main" id="{EB2D3FC6-4BE9-D1AA-A194-56817119D2FF}"/>
                  </a:ext>
                </a:extLst>
              </p:cNvPr>
              <p:cNvSpPr>
                <a:spLocks noChangeShapeType="1"/>
              </p:cNvSpPr>
              <p:nvPr/>
            </p:nvSpPr>
            <p:spPr bwMode="auto">
              <a:xfrm>
                <a:off x="1987"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397" name="Freeform 117">
                <a:extLst>
                  <a:ext uri="{FF2B5EF4-FFF2-40B4-BE49-F238E27FC236}">
                    <a16:creationId xmlns:a16="http://schemas.microsoft.com/office/drawing/2014/main" id="{39525C79-1D37-25B9-7D22-1FF9C0733344}"/>
                  </a:ext>
                </a:extLst>
              </p:cNvPr>
              <p:cNvSpPr>
                <a:spLocks/>
              </p:cNvSpPr>
              <p:nvPr/>
            </p:nvSpPr>
            <p:spPr bwMode="auto">
              <a:xfrm>
                <a:off x="1971" y="2405"/>
                <a:ext cx="34" cy="58"/>
              </a:xfrm>
              <a:custGeom>
                <a:avLst/>
                <a:gdLst>
                  <a:gd name="T0" fmla="*/ 8 w 17"/>
                  <a:gd name="T1" fmla="*/ 5 h 29"/>
                  <a:gd name="T2" fmla="*/ 17 w 17"/>
                  <a:gd name="T3" fmla="*/ 0 h 29"/>
                  <a:gd name="T4" fmla="*/ 17 w 17"/>
                  <a:gd name="T5" fmla="*/ 0 h 29"/>
                  <a:gd name="T6" fmla="*/ 12 w 17"/>
                  <a:gd name="T7" fmla="*/ 14 h 29"/>
                  <a:gd name="T8" fmla="*/ 8 w 17"/>
                  <a:gd name="T9" fmla="*/ 29 h 29"/>
                  <a:gd name="T10" fmla="*/ 5 w 17"/>
                  <a:gd name="T11" fmla="*/ 14 h 29"/>
                  <a:gd name="T12" fmla="*/ 0 w 17"/>
                  <a:gd name="T13" fmla="*/ 0 h 29"/>
                  <a:gd name="T14" fmla="*/ 0 w 17"/>
                  <a:gd name="T15" fmla="*/ 0 h 29"/>
                  <a:gd name="T16" fmla="*/ 8 w 1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9">
                    <a:moveTo>
                      <a:pt x="8" y="5"/>
                    </a:moveTo>
                    <a:cubicBezTo>
                      <a:pt x="17" y="0"/>
                      <a:pt x="17" y="0"/>
                      <a:pt x="17" y="0"/>
                    </a:cubicBezTo>
                    <a:cubicBezTo>
                      <a:pt x="17" y="0"/>
                      <a:pt x="17" y="0"/>
                      <a:pt x="17" y="0"/>
                    </a:cubicBezTo>
                    <a:cubicBezTo>
                      <a:pt x="12" y="14"/>
                      <a:pt x="12" y="14"/>
                      <a:pt x="12" y="14"/>
                    </a:cubicBezTo>
                    <a:cubicBezTo>
                      <a:pt x="11" y="19"/>
                      <a:pt x="10" y="24"/>
                      <a:pt x="8" y="29"/>
                    </a:cubicBezTo>
                    <a:cubicBezTo>
                      <a:pt x="7" y="24"/>
                      <a:pt x="6" y="19"/>
                      <a:pt x="5" y="14"/>
                    </a:cubicBezTo>
                    <a:cubicBezTo>
                      <a:pt x="0" y="0"/>
                      <a:pt x="0" y="0"/>
                      <a:pt x="0" y="0"/>
                    </a:cubicBezTo>
                    <a:cubicBezTo>
                      <a:pt x="0" y="0"/>
                      <a:pt x="0" y="0"/>
                      <a:pt x="0" y="0"/>
                    </a:cubicBez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398" name="Freeform 118">
                <a:extLst>
                  <a:ext uri="{FF2B5EF4-FFF2-40B4-BE49-F238E27FC236}">
                    <a16:creationId xmlns:a16="http://schemas.microsoft.com/office/drawing/2014/main" id="{CE055A9B-E538-15AC-E9E4-77983371489F}"/>
                  </a:ext>
                </a:extLst>
              </p:cNvPr>
              <p:cNvSpPr>
                <a:spLocks/>
              </p:cNvSpPr>
              <p:nvPr/>
            </p:nvSpPr>
            <p:spPr bwMode="auto">
              <a:xfrm>
                <a:off x="1423" y="781"/>
                <a:ext cx="506" cy="512"/>
              </a:xfrm>
              <a:custGeom>
                <a:avLst/>
                <a:gdLst>
                  <a:gd name="T0" fmla="*/ 0 w 506"/>
                  <a:gd name="T1" fmla="*/ 0 h 512"/>
                  <a:gd name="T2" fmla="*/ 506 w 506"/>
                  <a:gd name="T3" fmla="*/ 0 h 512"/>
                  <a:gd name="T4" fmla="*/ 506 w 506"/>
                  <a:gd name="T5" fmla="*/ 512 h 512"/>
                  <a:gd name="T6" fmla="*/ 0 w 506"/>
                  <a:gd name="T7" fmla="*/ 512 h 512"/>
                  <a:gd name="T8" fmla="*/ 0 w 506"/>
                  <a:gd name="T9" fmla="*/ 0 h 512"/>
                  <a:gd name="T10" fmla="*/ 0 w 506"/>
                  <a:gd name="T11" fmla="*/ 0 h 512"/>
                </a:gdLst>
                <a:ahLst/>
                <a:cxnLst>
                  <a:cxn ang="0">
                    <a:pos x="T0" y="T1"/>
                  </a:cxn>
                  <a:cxn ang="0">
                    <a:pos x="T2" y="T3"/>
                  </a:cxn>
                  <a:cxn ang="0">
                    <a:pos x="T4" y="T5"/>
                  </a:cxn>
                  <a:cxn ang="0">
                    <a:pos x="T6" y="T7"/>
                  </a:cxn>
                  <a:cxn ang="0">
                    <a:pos x="T8" y="T9"/>
                  </a:cxn>
                  <a:cxn ang="0">
                    <a:pos x="T10" y="T11"/>
                  </a:cxn>
                </a:cxnLst>
                <a:rect l="0" t="0" r="r" b="b"/>
                <a:pathLst>
                  <a:path w="506" h="512">
                    <a:moveTo>
                      <a:pt x="0" y="0"/>
                    </a:moveTo>
                    <a:lnTo>
                      <a:pt x="506" y="0"/>
                    </a:lnTo>
                    <a:lnTo>
                      <a:pt x="506" y="512"/>
                    </a:lnTo>
                    <a:lnTo>
                      <a:pt x="0" y="512"/>
                    </a:lnTo>
                    <a:lnTo>
                      <a:pt x="0" y="0"/>
                    </a:lnTo>
                    <a:lnTo>
                      <a:pt x="0" y="0"/>
                    </a:lnTo>
                    <a:close/>
                  </a:path>
                </a:pathLst>
              </a:custGeom>
              <a:solidFill>
                <a:srgbClr val="CCCCCC"/>
              </a:solidFill>
              <a:ln w="19050" cap="flat">
                <a:solidFill>
                  <a:srgbClr val="000000"/>
                </a:solidFill>
                <a:prstDash val="solid"/>
                <a:miter lim="800000"/>
                <a:headEnd/>
                <a:tailEnd/>
              </a:ln>
            </p:spPr>
            <p:txBody>
              <a:bodyPr/>
              <a:lstStyle/>
              <a:p>
                <a:endParaRPr lang="es-ES"/>
              </a:p>
            </p:txBody>
          </p:sp>
          <p:sp>
            <p:nvSpPr>
              <p:cNvPr id="865399" name="Rectangle 119">
                <a:extLst>
                  <a:ext uri="{FF2B5EF4-FFF2-40B4-BE49-F238E27FC236}">
                    <a16:creationId xmlns:a16="http://schemas.microsoft.com/office/drawing/2014/main" id="{3C13B386-6F15-233A-17E1-7A085EAB13BD}"/>
                  </a:ext>
                </a:extLst>
              </p:cNvPr>
              <p:cNvSpPr>
                <a:spLocks noChangeArrowheads="1"/>
              </p:cNvSpPr>
              <p:nvPr/>
            </p:nvSpPr>
            <p:spPr bwMode="auto">
              <a:xfrm>
                <a:off x="1447" y="936"/>
                <a:ext cx="5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a:t>
                </a:r>
                <a:endParaRPr lang="en-US" altLang="es-ES" sz="4000"/>
              </a:p>
            </p:txBody>
          </p:sp>
          <p:sp>
            <p:nvSpPr>
              <p:cNvPr id="865400" name="Rectangle 120">
                <a:extLst>
                  <a:ext uri="{FF2B5EF4-FFF2-40B4-BE49-F238E27FC236}">
                    <a16:creationId xmlns:a16="http://schemas.microsoft.com/office/drawing/2014/main" id="{C28395B1-9CD1-C5CA-2172-1E47807C7C62}"/>
                  </a:ext>
                </a:extLst>
              </p:cNvPr>
              <p:cNvSpPr>
                <a:spLocks noChangeArrowheads="1"/>
              </p:cNvSpPr>
              <p:nvPr/>
            </p:nvSpPr>
            <p:spPr bwMode="auto">
              <a:xfrm>
                <a:off x="1503" y="1044"/>
                <a:ext cx="39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memory</a:t>
                </a:r>
                <a:endParaRPr lang="en-US" altLang="es-ES" sz="4000"/>
              </a:p>
            </p:txBody>
          </p:sp>
          <p:sp>
            <p:nvSpPr>
              <p:cNvPr id="865401" name="Rectangle 121">
                <a:extLst>
                  <a:ext uri="{FF2B5EF4-FFF2-40B4-BE49-F238E27FC236}">
                    <a16:creationId xmlns:a16="http://schemas.microsoft.com/office/drawing/2014/main" id="{7E03BC88-6ADD-46B1-EE5E-46F2BAF68ED9}"/>
                  </a:ext>
                </a:extLst>
              </p:cNvPr>
              <p:cNvSpPr>
                <a:spLocks noChangeArrowheads="1"/>
              </p:cNvSpPr>
              <p:nvPr/>
            </p:nvSpPr>
            <p:spPr bwMode="auto">
              <a:xfrm>
                <a:off x="1494" y="779"/>
                <a:ext cx="3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Address</a:t>
                </a:r>
                <a:endParaRPr lang="en-US" altLang="es-ES" sz="4000"/>
              </a:p>
            </p:txBody>
          </p:sp>
          <p:sp>
            <p:nvSpPr>
              <p:cNvPr id="865402" name="Rectangle 122">
                <a:extLst>
                  <a:ext uri="{FF2B5EF4-FFF2-40B4-BE49-F238E27FC236}">
                    <a16:creationId xmlns:a16="http://schemas.microsoft.com/office/drawing/2014/main" id="{B11DF95B-5F6F-06E1-B9B9-1B34E3D95BD1}"/>
                  </a:ext>
                </a:extLst>
              </p:cNvPr>
              <p:cNvSpPr>
                <a:spLocks noChangeArrowheads="1"/>
              </p:cNvSpPr>
              <p:nvPr/>
            </p:nvSpPr>
            <p:spPr bwMode="auto">
              <a:xfrm>
                <a:off x="1444" y="1170"/>
                <a:ext cx="5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a:t>
                </a:r>
                <a:endParaRPr lang="en-US" altLang="es-ES" sz="4000"/>
              </a:p>
            </p:txBody>
          </p:sp>
          <p:sp>
            <p:nvSpPr>
              <p:cNvPr id="865403" name="Freeform 123">
                <a:extLst>
                  <a:ext uri="{FF2B5EF4-FFF2-40B4-BE49-F238E27FC236}">
                    <a16:creationId xmlns:a16="http://schemas.microsoft.com/office/drawing/2014/main" id="{37CD7F20-F4A8-E79E-966D-FB546FCCD8AE}"/>
                  </a:ext>
                </a:extLst>
              </p:cNvPr>
              <p:cNvSpPr>
                <a:spLocks/>
              </p:cNvSpPr>
              <p:nvPr/>
            </p:nvSpPr>
            <p:spPr bwMode="auto">
              <a:xfrm>
                <a:off x="2341" y="1487"/>
                <a:ext cx="396" cy="148"/>
              </a:xfrm>
              <a:custGeom>
                <a:avLst/>
                <a:gdLst>
                  <a:gd name="T0" fmla="*/ 0 w 396"/>
                  <a:gd name="T1" fmla="*/ 0 h 148"/>
                  <a:gd name="T2" fmla="*/ 396 w 396"/>
                  <a:gd name="T3" fmla="*/ 0 h 148"/>
                  <a:gd name="T4" fmla="*/ 396 w 396"/>
                  <a:gd name="T5" fmla="*/ 148 h 148"/>
                  <a:gd name="T6" fmla="*/ 0 w 396"/>
                  <a:gd name="T7" fmla="*/ 148 h 148"/>
                  <a:gd name="T8" fmla="*/ 0 w 396"/>
                  <a:gd name="T9" fmla="*/ 0 h 148"/>
                  <a:gd name="T10" fmla="*/ 0 w 396"/>
                  <a:gd name="T11" fmla="*/ 0 h 148"/>
                </a:gdLst>
                <a:ahLst/>
                <a:cxnLst>
                  <a:cxn ang="0">
                    <a:pos x="T0" y="T1"/>
                  </a:cxn>
                  <a:cxn ang="0">
                    <a:pos x="T2" y="T3"/>
                  </a:cxn>
                  <a:cxn ang="0">
                    <a:pos x="T4" y="T5"/>
                  </a:cxn>
                  <a:cxn ang="0">
                    <a:pos x="T6" y="T7"/>
                  </a:cxn>
                  <a:cxn ang="0">
                    <a:pos x="T8" y="T9"/>
                  </a:cxn>
                  <a:cxn ang="0">
                    <a:pos x="T10" y="T11"/>
                  </a:cxn>
                </a:cxnLst>
                <a:rect l="0" t="0" r="r" b="b"/>
                <a:pathLst>
                  <a:path w="396" h="148">
                    <a:moveTo>
                      <a:pt x="0" y="0"/>
                    </a:moveTo>
                    <a:lnTo>
                      <a:pt x="396" y="0"/>
                    </a:lnTo>
                    <a:lnTo>
                      <a:pt x="396" y="148"/>
                    </a:lnTo>
                    <a:lnTo>
                      <a:pt x="0" y="148"/>
                    </a:lnTo>
                    <a:lnTo>
                      <a:pt x="0" y="0"/>
                    </a:lnTo>
                    <a:lnTo>
                      <a:pt x="0" y="0"/>
                    </a:lnTo>
                    <a:close/>
                  </a:path>
                </a:pathLst>
              </a:custGeom>
              <a:solidFill>
                <a:srgbClr val="FFFFFF"/>
              </a:solidFill>
              <a:ln w="19050" cap="flat">
                <a:solidFill>
                  <a:srgbClr val="000000"/>
                </a:solidFill>
                <a:prstDash val="solid"/>
                <a:miter lim="800000"/>
                <a:headEnd/>
                <a:tailEnd/>
              </a:ln>
            </p:spPr>
            <p:txBody>
              <a:bodyPr/>
              <a:lstStyle/>
              <a:p>
                <a:endParaRPr lang="es-ES"/>
              </a:p>
            </p:txBody>
          </p:sp>
          <p:sp>
            <p:nvSpPr>
              <p:cNvPr id="865404" name="Rectangle 124">
                <a:extLst>
                  <a:ext uri="{FF2B5EF4-FFF2-40B4-BE49-F238E27FC236}">
                    <a16:creationId xmlns:a16="http://schemas.microsoft.com/office/drawing/2014/main" id="{F3681F54-3E7D-49CA-6CC5-61FF1059AF08}"/>
                  </a:ext>
                </a:extLst>
              </p:cNvPr>
              <p:cNvSpPr>
                <a:spLocks noChangeArrowheads="1"/>
              </p:cNvSpPr>
              <p:nvPr/>
            </p:nvSpPr>
            <p:spPr bwMode="auto">
              <a:xfrm>
                <a:off x="2351" y="1498"/>
                <a:ext cx="38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Zero fill</a:t>
                </a:r>
                <a:endParaRPr lang="en-US" altLang="es-ES" sz="4000"/>
              </a:p>
            </p:txBody>
          </p:sp>
          <p:sp>
            <p:nvSpPr>
              <p:cNvPr id="865405" name="Rectangle 125">
                <a:extLst>
                  <a:ext uri="{FF2B5EF4-FFF2-40B4-BE49-F238E27FC236}">
                    <a16:creationId xmlns:a16="http://schemas.microsoft.com/office/drawing/2014/main" id="{DD3BE261-30BC-3CC8-D6A5-A8C419A749C0}"/>
                  </a:ext>
                </a:extLst>
              </p:cNvPr>
              <p:cNvSpPr>
                <a:spLocks noChangeArrowheads="1"/>
              </p:cNvSpPr>
              <p:nvPr/>
            </p:nvSpPr>
            <p:spPr bwMode="auto">
              <a:xfrm>
                <a:off x="932" y="2469"/>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
                </a:r>
                <a:endParaRPr lang="en-US" altLang="es-ES" sz="4000"/>
              </a:p>
            </p:txBody>
          </p:sp>
          <p:sp>
            <p:nvSpPr>
              <p:cNvPr id="865406" name="Rectangle 126">
                <a:extLst>
                  <a:ext uri="{FF2B5EF4-FFF2-40B4-BE49-F238E27FC236}">
                    <a16:creationId xmlns:a16="http://schemas.microsoft.com/office/drawing/2014/main" id="{F148BEC2-ACDD-279F-227E-978ED829D560}"/>
                  </a:ext>
                </a:extLst>
              </p:cNvPr>
              <p:cNvSpPr>
                <a:spLocks noChangeArrowheads="1"/>
              </p:cNvSpPr>
              <p:nvPr/>
            </p:nvSpPr>
            <p:spPr bwMode="auto">
              <a:xfrm>
                <a:off x="932" y="2561"/>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a:p>
            </p:txBody>
          </p:sp>
          <p:sp>
            <p:nvSpPr>
              <p:cNvPr id="865407" name="Rectangle 127">
                <a:extLst>
                  <a:ext uri="{FF2B5EF4-FFF2-40B4-BE49-F238E27FC236}">
                    <a16:creationId xmlns:a16="http://schemas.microsoft.com/office/drawing/2014/main" id="{6399FF44-2606-CD4B-2323-CADD9AC537D8}"/>
                  </a:ext>
                </a:extLst>
              </p:cNvPr>
              <p:cNvSpPr>
                <a:spLocks noChangeArrowheads="1"/>
              </p:cNvSpPr>
              <p:nvPr/>
            </p:nvSpPr>
            <p:spPr bwMode="auto">
              <a:xfrm>
                <a:off x="1083" y="2469"/>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65408" name="Rectangle 128">
                <a:extLst>
                  <a:ext uri="{FF2B5EF4-FFF2-40B4-BE49-F238E27FC236}">
                    <a16:creationId xmlns:a16="http://schemas.microsoft.com/office/drawing/2014/main" id="{FD7A8B4F-C2D9-5D26-CF7C-E9A2668D89F1}"/>
                  </a:ext>
                </a:extLst>
              </p:cNvPr>
              <p:cNvSpPr>
                <a:spLocks noChangeArrowheads="1"/>
              </p:cNvSpPr>
              <p:nvPr/>
            </p:nvSpPr>
            <p:spPr bwMode="auto">
              <a:xfrm>
                <a:off x="1077" y="2561"/>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a:p>
            </p:txBody>
          </p:sp>
          <p:sp>
            <p:nvSpPr>
              <p:cNvPr id="865409" name="Rectangle 129">
                <a:extLst>
                  <a:ext uri="{FF2B5EF4-FFF2-40B4-BE49-F238E27FC236}">
                    <a16:creationId xmlns:a16="http://schemas.microsoft.com/office/drawing/2014/main" id="{31DC5E1C-7190-C7E1-8116-A8249C6E7529}"/>
                  </a:ext>
                </a:extLst>
              </p:cNvPr>
              <p:cNvSpPr>
                <a:spLocks noChangeArrowheads="1"/>
              </p:cNvSpPr>
              <p:nvPr/>
            </p:nvSpPr>
            <p:spPr bwMode="auto">
              <a:xfrm>
                <a:off x="1222" y="2469"/>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a:p>
            </p:txBody>
          </p:sp>
          <p:sp>
            <p:nvSpPr>
              <p:cNvPr id="865410" name="Rectangle 130">
                <a:extLst>
                  <a:ext uri="{FF2B5EF4-FFF2-40B4-BE49-F238E27FC236}">
                    <a16:creationId xmlns:a16="http://schemas.microsoft.com/office/drawing/2014/main" id="{34951B4B-A60E-BFA9-1E15-3C3B8A59C11A}"/>
                  </a:ext>
                </a:extLst>
              </p:cNvPr>
              <p:cNvSpPr>
                <a:spLocks noChangeArrowheads="1"/>
              </p:cNvSpPr>
              <p:nvPr/>
            </p:nvSpPr>
            <p:spPr bwMode="auto">
              <a:xfrm>
                <a:off x="1222" y="2561"/>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a:p>
            </p:txBody>
          </p:sp>
          <p:sp>
            <p:nvSpPr>
              <p:cNvPr id="865411" name="Rectangle 131">
                <a:extLst>
                  <a:ext uri="{FF2B5EF4-FFF2-40B4-BE49-F238E27FC236}">
                    <a16:creationId xmlns:a16="http://schemas.microsoft.com/office/drawing/2014/main" id="{42B57CD7-61AB-E9F2-9743-7DA56E3F2D95}"/>
                  </a:ext>
                </a:extLst>
              </p:cNvPr>
              <p:cNvSpPr>
                <a:spLocks noChangeArrowheads="1"/>
              </p:cNvSpPr>
              <p:nvPr/>
            </p:nvSpPr>
            <p:spPr bwMode="auto">
              <a:xfrm>
                <a:off x="1523" y="2469"/>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a:t>
                </a:r>
                <a:endParaRPr lang="en-US" altLang="es-ES" sz="4000"/>
              </a:p>
            </p:txBody>
          </p:sp>
          <p:sp>
            <p:nvSpPr>
              <p:cNvPr id="865412" name="Rectangle 132">
                <a:extLst>
                  <a:ext uri="{FF2B5EF4-FFF2-40B4-BE49-F238E27FC236}">
                    <a16:creationId xmlns:a16="http://schemas.microsoft.com/office/drawing/2014/main" id="{8F9E7B36-6E65-93C3-97CD-9FB3E56B6DAB}"/>
                  </a:ext>
                </a:extLst>
              </p:cNvPr>
              <p:cNvSpPr>
                <a:spLocks noChangeArrowheads="1"/>
              </p:cNvSpPr>
              <p:nvPr/>
            </p:nvSpPr>
            <p:spPr bwMode="auto">
              <a:xfrm>
                <a:off x="1526" y="256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a:t>
                </a:r>
                <a:endParaRPr lang="en-US" altLang="es-ES" sz="4000"/>
              </a:p>
            </p:txBody>
          </p:sp>
          <p:sp>
            <p:nvSpPr>
              <p:cNvPr id="865413" name="Rectangle 133">
                <a:extLst>
                  <a:ext uri="{FF2B5EF4-FFF2-40B4-BE49-F238E27FC236}">
                    <a16:creationId xmlns:a16="http://schemas.microsoft.com/office/drawing/2014/main" id="{F85DE03A-D948-6F9D-8C72-0D47DC3478D1}"/>
                  </a:ext>
                </a:extLst>
              </p:cNvPr>
              <p:cNvSpPr>
                <a:spLocks noChangeArrowheads="1"/>
              </p:cNvSpPr>
              <p:nvPr/>
            </p:nvSpPr>
            <p:spPr bwMode="auto">
              <a:xfrm>
                <a:off x="1652" y="2469"/>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a:t>
                </a:r>
                <a:endParaRPr lang="en-US" altLang="es-ES" sz="4000"/>
              </a:p>
            </p:txBody>
          </p:sp>
          <p:sp>
            <p:nvSpPr>
              <p:cNvPr id="865414" name="Rectangle 134">
                <a:extLst>
                  <a:ext uri="{FF2B5EF4-FFF2-40B4-BE49-F238E27FC236}">
                    <a16:creationId xmlns:a16="http://schemas.microsoft.com/office/drawing/2014/main" id="{5D3FE8AF-5B22-5C9F-715C-7DE21C3AE208}"/>
                  </a:ext>
                </a:extLst>
              </p:cNvPr>
              <p:cNvSpPr>
                <a:spLocks noChangeArrowheads="1"/>
              </p:cNvSpPr>
              <p:nvPr/>
            </p:nvSpPr>
            <p:spPr bwMode="auto">
              <a:xfrm>
                <a:off x="1658" y="2562"/>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
                </a:r>
                <a:endParaRPr lang="en-US" altLang="es-ES" sz="4000"/>
              </a:p>
            </p:txBody>
          </p:sp>
          <p:sp>
            <p:nvSpPr>
              <p:cNvPr id="865415" name="Rectangle 135">
                <a:extLst>
                  <a:ext uri="{FF2B5EF4-FFF2-40B4-BE49-F238E27FC236}">
                    <a16:creationId xmlns:a16="http://schemas.microsoft.com/office/drawing/2014/main" id="{23AB77F2-6668-CE94-8BBA-CC23981D747C}"/>
                  </a:ext>
                </a:extLst>
              </p:cNvPr>
              <p:cNvSpPr>
                <a:spLocks noChangeArrowheads="1"/>
              </p:cNvSpPr>
              <p:nvPr/>
            </p:nvSpPr>
            <p:spPr bwMode="auto">
              <a:xfrm>
                <a:off x="1806" y="2469"/>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a:t>
                </a:r>
                <a:endParaRPr lang="en-US" altLang="es-ES" sz="4000"/>
              </a:p>
            </p:txBody>
          </p:sp>
          <p:sp>
            <p:nvSpPr>
              <p:cNvPr id="865416" name="Rectangle 136">
                <a:extLst>
                  <a:ext uri="{FF2B5EF4-FFF2-40B4-BE49-F238E27FC236}">
                    <a16:creationId xmlns:a16="http://schemas.microsoft.com/office/drawing/2014/main" id="{492A7136-FEC8-CF9A-EBF3-827CD6EEB266}"/>
                  </a:ext>
                </a:extLst>
              </p:cNvPr>
              <p:cNvSpPr>
                <a:spLocks noChangeArrowheads="1"/>
              </p:cNvSpPr>
              <p:nvPr/>
            </p:nvSpPr>
            <p:spPr bwMode="auto">
              <a:xfrm>
                <a:off x="1795" y="2561"/>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W</a:t>
                </a:r>
                <a:endParaRPr lang="en-US" altLang="es-ES" sz="4000"/>
              </a:p>
            </p:txBody>
          </p:sp>
          <p:sp>
            <p:nvSpPr>
              <p:cNvPr id="865417" name="Rectangle 137">
                <a:extLst>
                  <a:ext uri="{FF2B5EF4-FFF2-40B4-BE49-F238E27FC236}">
                    <a16:creationId xmlns:a16="http://schemas.microsoft.com/office/drawing/2014/main" id="{9818FE3F-A228-AFA7-7768-A7DD78AD89C3}"/>
                  </a:ext>
                </a:extLst>
              </p:cNvPr>
              <p:cNvSpPr>
                <a:spLocks noChangeArrowheads="1"/>
              </p:cNvSpPr>
              <p:nvPr/>
            </p:nvSpPr>
            <p:spPr bwMode="auto">
              <a:xfrm>
                <a:off x="1943" y="2469"/>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a:t>
                </a:r>
                <a:endParaRPr lang="en-US" altLang="es-ES" sz="4000"/>
              </a:p>
            </p:txBody>
          </p:sp>
          <p:sp>
            <p:nvSpPr>
              <p:cNvPr id="865418" name="Rectangle 138">
                <a:extLst>
                  <a:ext uri="{FF2B5EF4-FFF2-40B4-BE49-F238E27FC236}">
                    <a16:creationId xmlns:a16="http://schemas.microsoft.com/office/drawing/2014/main" id="{A32B2046-A881-CEAC-BF3A-B0FD9B0AD844}"/>
                  </a:ext>
                </a:extLst>
              </p:cNvPr>
              <p:cNvSpPr>
                <a:spLocks noChangeArrowheads="1"/>
              </p:cNvSpPr>
              <p:nvPr/>
            </p:nvSpPr>
            <p:spPr bwMode="auto">
              <a:xfrm>
                <a:off x="1940" y="2561"/>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W</a:t>
                </a:r>
                <a:endParaRPr lang="en-US" altLang="es-ES" sz="4000"/>
              </a:p>
            </p:txBody>
          </p:sp>
          <p:sp>
            <p:nvSpPr>
              <p:cNvPr id="865419" name="Freeform 139">
                <a:extLst>
                  <a:ext uri="{FF2B5EF4-FFF2-40B4-BE49-F238E27FC236}">
                    <a16:creationId xmlns:a16="http://schemas.microsoft.com/office/drawing/2014/main" id="{01D52344-4844-0137-8E12-43CDE5D6DC27}"/>
                  </a:ext>
                </a:extLst>
              </p:cNvPr>
              <p:cNvSpPr>
                <a:spLocks/>
              </p:cNvSpPr>
              <p:nvPr/>
            </p:nvSpPr>
            <p:spPr bwMode="auto">
              <a:xfrm>
                <a:off x="1675" y="267"/>
                <a:ext cx="454" cy="1294"/>
              </a:xfrm>
              <a:custGeom>
                <a:avLst/>
                <a:gdLst>
                  <a:gd name="T0" fmla="*/ 454 w 454"/>
                  <a:gd name="T1" fmla="*/ 1294 h 1294"/>
                  <a:gd name="T2" fmla="*/ 454 w 454"/>
                  <a:gd name="T3" fmla="*/ 0 h 1294"/>
                  <a:gd name="T4" fmla="*/ 0 w 454"/>
                  <a:gd name="T5" fmla="*/ 0 h 1294"/>
                  <a:gd name="T6" fmla="*/ 0 w 454"/>
                  <a:gd name="T7" fmla="*/ 84 h 1294"/>
                </a:gdLst>
                <a:ahLst/>
                <a:cxnLst>
                  <a:cxn ang="0">
                    <a:pos x="T0" y="T1"/>
                  </a:cxn>
                  <a:cxn ang="0">
                    <a:pos x="T2" y="T3"/>
                  </a:cxn>
                  <a:cxn ang="0">
                    <a:pos x="T4" y="T5"/>
                  </a:cxn>
                  <a:cxn ang="0">
                    <a:pos x="T6" y="T7"/>
                  </a:cxn>
                </a:cxnLst>
                <a:rect l="0" t="0" r="r" b="b"/>
                <a:pathLst>
                  <a:path w="454" h="1294">
                    <a:moveTo>
                      <a:pt x="454" y="1294"/>
                    </a:moveTo>
                    <a:lnTo>
                      <a:pt x="454" y="0"/>
                    </a:lnTo>
                    <a:lnTo>
                      <a:pt x="0" y="0"/>
                    </a:lnTo>
                    <a:lnTo>
                      <a:pt x="0" y="84"/>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5420" name="Freeform 140">
                <a:extLst>
                  <a:ext uri="{FF2B5EF4-FFF2-40B4-BE49-F238E27FC236}">
                    <a16:creationId xmlns:a16="http://schemas.microsoft.com/office/drawing/2014/main" id="{FFF1D6F7-92C4-8656-27F4-7273E1227298}"/>
                  </a:ext>
                </a:extLst>
              </p:cNvPr>
              <p:cNvSpPr>
                <a:spLocks/>
              </p:cNvSpPr>
              <p:nvPr/>
            </p:nvSpPr>
            <p:spPr bwMode="auto">
              <a:xfrm>
                <a:off x="1655" y="335"/>
                <a:ext cx="38" cy="62"/>
              </a:xfrm>
              <a:custGeom>
                <a:avLst/>
                <a:gdLst>
                  <a:gd name="T0" fmla="*/ 10 w 19"/>
                  <a:gd name="T1" fmla="*/ 5 h 31"/>
                  <a:gd name="T2" fmla="*/ 19 w 19"/>
                  <a:gd name="T3" fmla="*/ 0 h 31"/>
                  <a:gd name="T4" fmla="*/ 19 w 19"/>
                  <a:gd name="T5" fmla="*/ 0 h 31"/>
                  <a:gd name="T6" fmla="*/ 13 w 19"/>
                  <a:gd name="T7" fmla="*/ 15 h 31"/>
                  <a:gd name="T8" fmla="*/ 10 w 19"/>
                  <a:gd name="T9" fmla="*/ 31 h 31"/>
                  <a:gd name="T10" fmla="*/ 6 w 19"/>
                  <a:gd name="T11" fmla="*/ 15 h 31"/>
                  <a:gd name="T12" fmla="*/ 0 w 19"/>
                  <a:gd name="T13" fmla="*/ 0 h 31"/>
                  <a:gd name="T14" fmla="*/ 0 w 19"/>
                  <a:gd name="T15" fmla="*/ 0 h 31"/>
                  <a:gd name="T16" fmla="*/ 10 w 19"/>
                  <a:gd name="T17"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1">
                    <a:moveTo>
                      <a:pt x="10" y="5"/>
                    </a:moveTo>
                    <a:cubicBezTo>
                      <a:pt x="19" y="0"/>
                      <a:pt x="19" y="0"/>
                      <a:pt x="19" y="0"/>
                    </a:cubicBezTo>
                    <a:cubicBezTo>
                      <a:pt x="19" y="0"/>
                      <a:pt x="19" y="0"/>
                      <a:pt x="19" y="0"/>
                    </a:cubicBezTo>
                    <a:cubicBezTo>
                      <a:pt x="13" y="15"/>
                      <a:pt x="13" y="15"/>
                      <a:pt x="13" y="15"/>
                    </a:cubicBezTo>
                    <a:cubicBezTo>
                      <a:pt x="12" y="21"/>
                      <a:pt x="11" y="26"/>
                      <a:pt x="10" y="31"/>
                    </a:cubicBezTo>
                    <a:cubicBezTo>
                      <a:pt x="9" y="26"/>
                      <a:pt x="7" y="21"/>
                      <a:pt x="6" y="15"/>
                    </a:cubicBezTo>
                    <a:cubicBezTo>
                      <a:pt x="0" y="0"/>
                      <a:pt x="0" y="0"/>
                      <a:pt x="0" y="0"/>
                    </a:cubicBezTo>
                    <a:cubicBezTo>
                      <a:pt x="0" y="0"/>
                      <a:pt x="0" y="0"/>
                      <a:pt x="0" y="0"/>
                    </a:cubicBez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21" name="Line 141">
                <a:extLst>
                  <a:ext uri="{FF2B5EF4-FFF2-40B4-BE49-F238E27FC236}">
                    <a16:creationId xmlns:a16="http://schemas.microsoft.com/office/drawing/2014/main" id="{A4B6667B-EEA4-668B-8BB0-D37F93E006C1}"/>
                  </a:ext>
                </a:extLst>
              </p:cNvPr>
              <p:cNvSpPr>
                <a:spLocks noChangeShapeType="1"/>
              </p:cNvSpPr>
              <p:nvPr/>
            </p:nvSpPr>
            <p:spPr bwMode="auto">
              <a:xfrm>
                <a:off x="1277" y="459"/>
                <a:ext cx="8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422" name="Freeform 142">
                <a:extLst>
                  <a:ext uri="{FF2B5EF4-FFF2-40B4-BE49-F238E27FC236}">
                    <a16:creationId xmlns:a16="http://schemas.microsoft.com/office/drawing/2014/main" id="{78D3774C-A335-41FD-6D52-CF58D3621833}"/>
                  </a:ext>
                </a:extLst>
              </p:cNvPr>
              <p:cNvSpPr>
                <a:spLocks/>
              </p:cNvSpPr>
              <p:nvPr/>
            </p:nvSpPr>
            <p:spPr bwMode="auto">
              <a:xfrm>
                <a:off x="1349" y="441"/>
                <a:ext cx="64" cy="38"/>
              </a:xfrm>
              <a:custGeom>
                <a:avLst/>
                <a:gdLst>
                  <a:gd name="T0" fmla="*/ 6 w 32"/>
                  <a:gd name="T1" fmla="*/ 9 h 19"/>
                  <a:gd name="T2" fmla="*/ 0 w 32"/>
                  <a:gd name="T3" fmla="*/ 0 h 19"/>
                  <a:gd name="T4" fmla="*/ 0 w 32"/>
                  <a:gd name="T5" fmla="*/ 0 h 19"/>
                  <a:gd name="T6" fmla="*/ 16 w 32"/>
                  <a:gd name="T7" fmla="*/ 6 h 19"/>
                  <a:gd name="T8" fmla="*/ 32 w 32"/>
                  <a:gd name="T9" fmla="*/ 9 h 19"/>
                  <a:gd name="T10" fmla="*/ 16 w 32"/>
                  <a:gd name="T11" fmla="*/ 13 h 19"/>
                  <a:gd name="T12" fmla="*/ 0 w 32"/>
                  <a:gd name="T13" fmla="*/ 19 h 19"/>
                  <a:gd name="T14" fmla="*/ 0 w 32"/>
                  <a:gd name="T15" fmla="*/ 19 h 19"/>
                  <a:gd name="T16" fmla="*/ 6 w 32"/>
                  <a:gd name="T17" fmla="*/ 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9">
                    <a:moveTo>
                      <a:pt x="6" y="9"/>
                    </a:moveTo>
                    <a:cubicBezTo>
                      <a:pt x="0" y="0"/>
                      <a:pt x="0" y="0"/>
                      <a:pt x="0" y="0"/>
                    </a:cubicBezTo>
                    <a:cubicBezTo>
                      <a:pt x="0" y="0"/>
                      <a:pt x="0" y="0"/>
                      <a:pt x="0" y="0"/>
                    </a:cubicBezTo>
                    <a:cubicBezTo>
                      <a:pt x="16" y="6"/>
                      <a:pt x="16" y="6"/>
                      <a:pt x="16" y="6"/>
                    </a:cubicBezTo>
                    <a:cubicBezTo>
                      <a:pt x="21" y="7"/>
                      <a:pt x="26" y="8"/>
                      <a:pt x="32" y="9"/>
                    </a:cubicBezTo>
                    <a:cubicBezTo>
                      <a:pt x="26" y="10"/>
                      <a:pt x="21" y="12"/>
                      <a:pt x="16" y="13"/>
                    </a:cubicBezTo>
                    <a:cubicBezTo>
                      <a:pt x="0" y="19"/>
                      <a:pt x="0" y="19"/>
                      <a:pt x="0" y="19"/>
                    </a:cubicBezTo>
                    <a:cubicBezTo>
                      <a:pt x="0" y="19"/>
                      <a:pt x="0" y="19"/>
                      <a:pt x="0" y="19"/>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23" name="Line 143">
                <a:extLst>
                  <a:ext uri="{FF2B5EF4-FFF2-40B4-BE49-F238E27FC236}">
                    <a16:creationId xmlns:a16="http://schemas.microsoft.com/office/drawing/2014/main" id="{EB0A3767-BC1F-8725-B331-F590E672C1AF}"/>
                  </a:ext>
                </a:extLst>
              </p:cNvPr>
              <p:cNvSpPr>
                <a:spLocks noChangeShapeType="1"/>
              </p:cNvSpPr>
              <p:nvPr/>
            </p:nvSpPr>
            <p:spPr bwMode="auto">
              <a:xfrm>
                <a:off x="2279"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424" name="Freeform 144">
                <a:extLst>
                  <a:ext uri="{FF2B5EF4-FFF2-40B4-BE49-F238E27FC236}">
                    <a16:creationId xmlns:a16="http://schemas.microsoft.com/office/drawing/2014/main" id="{8A8D04F6-77E5-5F8D-C545-32EA5C265B20}"/>
                  </a:ext>
                </a:extLst>
              </p:cNvPr>
              <p:cNvSpPr>
                <a:spLocks/>
              </p:cNvSpPr>
              <p:nvPr/>
            </p:nvSpPr>
            <p:spPr bwMode="auto">
              <a:xfrm>
                <a:off x="2261" y="2405"/>
                <a:ext cx="34" cy="58"/>
              </a:xfrm>
              <a:custGeom>
                <a:avLst/>
                <a:gdLst>
                  <a:gd name="T0" fmla="*/ 9 w 17"/>
                  <a:gd name="T1" fmla="*/ 5 h 29"/>
                  <a:gd name="T2" fmla="*/ 17 w 17"/>
                  <a:gd name="T3" fmla="*/ 0 h 29"/>
                  <a:gd name="T4" fmla="*/ 17 w 17"/>
                  <a:gd name="T5" fmla="*/ 0 h 29"/>
                  <a:gd name="T6" fmla="*/ 12 w 17"/>
                  <a:gd name="T7" fmla="*/ 14 h 29"/>
                  <a:gd name="T8" fmla="*/ 9 w 17"/>
                  <a:gd name="T9" fmla="*/ 29 h 29"/>
                  <a:gd name="T10" fmla="*/ 5 w 17"/>
                  <a:gd name="T11" fmla="*/ 14 h 29"/>
                  <a:gd name="T12" fmla="*/ 0 w 17"/>
                  <a:gd name="T13" fmla="*/ 0 h 29"/>
                  <a:gd name="T14" fmla="*/ 0 w 17"/>
                  <a:gd name="T15" fmla="*/ 0 h 29"/>
                  <a:gd name="T16" fmla="*/ 9 w 1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9">
                    <a:moveTo>
                      <a:pt x="9" y="5"/>
                    </a:moveTo>
                    <a:cubicBezTo>
                      <a:pt x="17" y="0"/>
                      <a:pt x="17" y="0"/>
                      <a:pt x="17" y="0"/>
                    </a:cubicBezTo>
                    <a:cubicBezTo>
                      <a:pt x="17" y="0"/>
                      <a:pt x="17" y="0"/>
                      <a:pt x="17" y="0"/>
                    </a:cubicBezTo>
                    <a:cubicBezTo>
                      <a:pt x="12" y="14"/>
                      <a:pt x="12" y="14"/>
                      <a:pt x="12" y="14"/>
                    </a:cubicBezTo>
                    <a:cubicBezTo>
                      <a:pt x="11" y="19"/>
                      <a:pt x="10" y="24"/>
                      <a:pt x="9" y="29"/>
                    </a:cubicBezTo>
                    <a:cubicBezTo>
                      <a:pt x="8" y="24"/>
                      <a:pt x="6" y="19"/>
                      <a:pt x="5" y="14"/>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25" name="Line 145">
                <a:extLst>
                  <a:ext uri="{FF2B5EF4-FFF2-40B4-BE49-F238E27FC236}">
                    <a16:creationId xmlns:a16="http://schemas.microsoft.com/office/drawing/2014/main" id="{70D517AC-DB82-098E-F987-FFFC104F5B41}"/>
                  </a:ext>
                </a:extLst>
              </p:cNvPr>
              <p:cNvSpPr>
                <a:spLocks noChangeShapeType="1"/>
              </p:cNvSpPr>
              <p:nvPr/>
            </p:nvSpPr>
            <p:spPr bwMode="auto">
              <a:xfrm>
                <a:off x="1407"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426" name="Freeform 146">
                <a:extLst>
                  <a:ext uri="{FF2B5EF4-FFF2-40B4-BE49-F238E27FC236}">
                    <a16:creationId xmlns:a16="http://schemas.microsoft.com/office/drawing/2014/main" id="{61CBDCB5-C209-40C9-8FC2-8C37E02E1994}"/>
                  </a:ext>
                </a:extLst>
              </p:cNvPr>
              <p:cNvSpPr>
                <a:spLocks/>
              </p:cNvSpPr>
              <p:nvPr/>
            </p:nvSpPr>
            <p:spPr bwMode="auto">
              <a:xfrm>
                <a:off x="1389" y="2405"/>
                <a:ext cx="36" cy="58"/>
              </a:xfrm>
              <a:custGeom>
                <a:avLst/>
                <a:gdLst>
                  <a:gd name="T0" fmla="*/ 9 w 18"/>
                  <a:gd name="T1" fmla="*/ 5 h 29"/>
                  <a:gd name="T2" fmla="*/ 18 w 18"/>
                  <a:gd name="T3" fmla="*/ 0 h 29"/>
                  <a:gd name="T4" fmla="*/ 18 w 18"/>
                  <a:gd name="T5" fmla="*/ 0 h 29"/>
                  <a:gd name="T6" fmla="*/ 12 w 18"/>
                  <a:gd name="T7" fmla="*/ 14 h 29"/>
                  <a:gd name="T8" fmla="*/ 9 w 18"/>
                  <a:gd name="T9" fmla="*/ 29 h 29"/>
                  <a:gd name="T10" fmla="*/ 6 w 18"/>
                  <a:gd name="T11" fmla="*/ 14 h 29"/>
                  <a:gd name="T12" fmla="*/ 0 w 18"/>
                  <a:gd name="T13" fmla="*/ 0 h 29"/>
                  <a:gd name="T14" fmla="*/ 1 w 18"/>
                  <a:gd name="T15" fmla="*/ 0 h 29"/>
                  <a:gd name="T16" fmla="*/ 9 w 18"/>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5"/>
                    </a:moveTo>
                    <a:cubicBezTo>
                      <a:pt x="18" y="0"/>
                      <a:pt x="18" y="0"/>
                      <a:pt x="18" y="0"/>
                    </a:cubicBezTo>
                    <a:cubicBezTo>
                      <a:pt x="18" y="0"/>
                      <a:pt x="18" y="0"/>
                      <a:pt x="18" y="0"/>
                    </a:cubicBezTo>
                    <a:cubicBezTo>
                      <a:pt x="12" y="14"/>
                      <a:pt x="12" y="14"/>
                      <a:pt x="12" y="14"/>
                    </a:cubicBezTo>
                    <a:cubicBezTo>
                      <a:pt x="11" y="19"/>
                      <a:pt x="10" y="24"/>
                      <a:pt x="9" y="29"/>
                    </a:cubicBezTo>
                    <a:cubicBezTo>
                      <a:pt x="8" y="24"/>
                      <a:pt x="7" y="19"/>
                      <a:pt x="6" y="14"/>
                    </a:cubicBezTo>
                    <a:cubicBezTo>
                      <a:pt x="0" y="0"/>
                      <a:pt x="0" y="0"/>
                      <a:pt x="0" y="0"/>
                    </a:cubicBezTo>
                    <a:cubicBezTo>
                      <a:pt x="1" y="0"/>
                      <a:pt x="1" y="0"/>
                      <a:pt x="1"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27" name="Rectangle 147">
                <a:extLst>
                  <a:ext uri="{FF2B5EF4-FFF2-40B4-BE49-F238E27FC236}">
                    <a16:creationId xmlns:a16="http://schemas.microsoft.com/office/drawing/2014/main" id="{40CD00EB-4813-4EB4-D6B3-D7C9127AC434}"/>
                  </a:ext>
                </a:extLst>
              </p:cNvPr>
              <p:cNvSpPr>
                <a:spLocks noChangeArrowheads="1"/>
              </p:cNvSpPr>
              <p:nvPr/>
            </p:nvSpPr>
            <p:spPr bwMode="auto">
              <a:xfrm>
                <a:off x="1362" y="2469"/>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a:t>
                </a:r>
                <a:endParaRPr lang="en-US" altLang="es-ES" sz="4000"/>
              </a:p>
            </p:txBody>
          </p:sp>
          <p:sp>
            <p:nvSpPr>
              <p:cNvPr id="865428" name="Rectangle 148">
                <a:extLst>
                  <a:ext uri="{FF2B5EF4-FFF2-40B4-BE49-F238E27FC236}">
                    <a16:creationId xmlns:a16="http://schemas.microsoft.com/office/drawing/2014/main" id="{761F5327-A7C8-32C8-9A06-6EF13295A2E6}"/>
                  </a:ext>
                </a:extLst>
              </p:cNvPr>
              <p:cNvSpPr>
                <a:spLocks noChangeArrowheads="1"/>
              </p:cNvSpPr>
              <p:nvPr/>
            </p:nvSpPr>
            <p:spPr bwMode="auto">
              <a:xfrm>
                <a:off x="1373" y="256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65429" name="Freeform 149">
                <a:extLst>
                  <a:ext uri="{FF2B5EF4-FFF2-40B4-BE49-F238E27FC236}">
                    <a16:creationId xmlns:a16="http://schemas.microsoft.com/office/drawing/2014/main" id="{A33E6C30-EF12-468C-EB31-34863E4185C2}"/>
                  </a:ext>
                </a:extLst>
              </p:cNvPr>
              <p:cNvSpPr>
                <a:spLocks/>
              </p:cNvSpPr>
              <p:nvPr/>
            </p:nvSpPr>
            <p:spPr bwMode="auto">
              <a:xfrm>
                <a:off x="901" y="1689"/>
                <a:ext cx="1570" cy="236"/>
              </a:xfrm>
              <a:custGeom>
                <a:avLst/>
                <a:gdLst>
                  <a:gd name="T0" fmla="*/ 146 w 1570"/>
                  <a:gd name="T1" fmla="*/ 0 h 236"/>
                  <a:gd name="T2" fmla="*/ 1570 w 1570"/>
                  <a:gd name="T3" fmla="*/ 0 h 236"/>
                  <a:gd name="T4" fmla="*/ 1570 w 1570"/>
                  <a:gd name="T5" fmla="*/ 236 h 236"/>
                  <a:gd name="T6" fmla="*/ 0 w 1570"/>
                  <a:gd name="T7" fmla="*/ 236 h 236"/>
                  <a:gd name="T8" fmla="*/ 0 w 1570"/>
                  <a:gd name="T9" fmla="*/ 0 h 236"/>
                  <a:gd name="T10" fmla="*/ 146 w 1570"/>
                  <a:gd name="T11" fmla="*/ 0 h 236"/>
                </a:gdLst>
                <a:ahLst/>
                <a:cxnLst>
                  <a:cxn ang="0">
                    <a:pos x="T0" y="T1"/>
                  </a:cxn>
                  <a:cxn ang="0">
                    <a:pos x="T2" y="T3"/>
                  </a:cxn>
                  <a:cxn ang="0">
                    <a:pos x="T4" y="T5"/>
                  </a:cxn>
                  <a:cxn ang="0">
                    <a:pos x="T6" y="T7"/>
                  </a:cxn>
                  <a:cxn ang="0">
                    <a:pos x="T8" y="T9"/>
                  </a:cxn>
                  <a:cxn ang="0">
                    <a:pos x="T10" y="T11"/>
                  </a:cxn>
                </a:cxnLst>
                <a:rect l="0" t="0" r="r" b="b"/>
                <a:pathLst>
                  <a:path w="1570" h="236">
                    <a:moveTo>
                      <a:pt x="146" y="0"/>
                    </a:moveTo>
                    <a:lnTo>
                      <a:pt x="1570" y="0"/>
                    </a:lnTo>
                    <a:lnTo>
                      <a:pt x="1570" y="236"/>
                    </a:lnTo>
                    <a:lnTo>
                      <a:pt x="0" y="236"/>
                    </a:lnTo>
                    <a:lnTo>
                      <a:pt x="0" y="0"/>
                    </a:lnTo>
                    <a:lnTo>
                      <a:pt x="146" y="0"/>
                    </a:lnTo>
                    <a:close/>
                  </a:path>
                </a:pathLst>
              </a:custGeom>
              <a:solidFill>
                <a:srgbClr val="FFFFFF"/>
              </a:solidFill>
              <a:ln w="19050" cap="flat">
                <a:solidFill>
                  <a:srgbClr val="000000"/>
                </a:solidFill>
                <a:prstDash val="solid"/>
                <a:miter lim="800000"/>
                <a:headEnd/>
                <a:tailEnd/>
              </a:ln>
            </p:spPr>
            <p:txBody>
              <a:bodyPr/>
              <a:lstStyle/>
              <a:p>
                <a:endParaRPr lang="es-ES"/>
              </a:p>
            </p:txBody>
          </p:sp>
          <p:sp>
            <p:nvSpPr>
              <p:cNvPr id="865430" name="Rectangle 150">
                <a:extLst>
                  <a:ext uri="{FF2B5EF4-FFF2-40B4-BE49-F238E27FC236}">
                    <a16:creationId xmlns:a16="http://schemas.microsoft.com/office/drawing/2014/main" id="{036E0A88-7BA1-8BB1-21A8-CE4A046B909D}"/>
                  </a:ext>
                </a:extLst>
              </p:cNvPr>
              <p:cNvSpPr>
                <a:spLocks noChangeArrowheads="1"/>
              </p:cNvSpPr>
              <p:nvPr/>
            </p:nvSpPr>
            <p:spPr bwMode="auto">
              <a:xfrm>
                <a:off x="1277" y="1744"/>
                <a:ext cx="94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 decoder</a:t>
                </a:r>
                <a:endParaRPr lang="en-US" altLang="es-ES" sz="4000"/>
              </a:p>
            </p:txBody>
          </p:sp>
          <p:sp>
            <p:nvSpPr>
              <p:cNvPr id="865431" name="Rectangle 151">
                <a:extLst>
                  <a:ext uri="{FF2B5EF4-FFF2-40B4-BE49-F238E27FC236}">
                    <a16:creationId xmlns:a16="http://schemas.microsoft.com/office/drawing/2014/main" id="{95577F23-1B2F-30C8-944E-B2D07AB787D0}"/>
                  </a:ext>
                </a:extLst>
              </p:cNvPr>
              <p:cNvSpPr>
                <a:spLocks noChangeArrowheads="1"/>
              </p:cNvSpPr>
              <p:nvPr/>
            </p:nvSpPr>
            <p:spPr bwMode="auto">
              <a:xfrm>
                <a:off x="2257" y="246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J</a:t>
                </a:r>
                <a:endParaRPr lang="en-US" altLang="es-ES" sz="4000"/>
              </a:p>
            </p:txBody>
          </p:sp>
          <p:sp>
            <p:nvSpPr>
              <p:cNvPr id="865432" name="Rectangle 152">
                <a:extLst>
                  <a:ext uri="{FF2B5EF4-FFF2-40B4-BE49-F238E27FC236}">
                    <a16:creationId xmlns:a16="http://schemas.microsoft.com/office/drawing/2014/main" id="{EF7D40F8-A4B4-66AF-AF8E-15BCCA9E8567}"/>
                  </a:ext>
                </a:extLst>
              </p:cNvPr>
              <p:cNvSpPr>
                <a:spLocks noChangeArrowheads="1"/>
              </p:cNvSpPr>
              <p:nvPr/>
            </p:nvSpPr>
            <p:spPr bwMode="auto">
              <a:xfrm>
                <a:off x="2244" y="256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65433" name="Rectangle 153">
                <a:extLst>
                  <a:ext uri="{FF2B5EF4-FFF2-40B4-BE49-F238E27FC236}">
                    <a16:creationId xmlns:a16="http://schemas.microsoft.com/office/drawing/2014/main" id="{D5889437-3B0E-4BF2-A55C-63D6E4436294}"/>
                  </a:ext>
                </a:extLst>
              </p:cNvPr>
              <p:cNvSpPr>
                <a:spLocks noChangeArrowheads="1"/>
              </p:cNvSpPr>
              <p:nvPr/>
            </p:nvSpPr>
            <p:spPr bwMode="auto">
              <a:xfrm>
                <a:off x="1725" y="197"/>
                <a:ext cx="362" cy="128"/>
              </a:xfrm>
              <a:prstGeom prst="rect">
                <a:avLst/>
              </a:prstGeom>
              <a:solidFill>
                <a:srgbClr val="FFFFFF"/>
              </a:solidFill>
              <a:ln w="19050">
                <a:solidFill>
                  <a:srgbClr val="000000"/>
                </a:solidFill>
                <a:miter lim="800000"/>
                <a:headEnd/>
                <a:tailEnd/>
              </a:ln>
            </p:spPr>
            <p:txBody>
              <a:bodyPr/>
              <a:lstStyle/>
              <a:p>
                <a:endParaRPr lang="es-ES"/>
              </a:p>
            </p:txBody>
          </p:sp>
          <p:sp>
            <p:nvSpPr>
              <p:cNvPr id="865434" name="Rectangle 154">
                <a:extLst>
                  <a:ext uri="{FF2B5EF4-FFF2-40B4-BE49-F238E27FC236}">
                    <a16:creationId xmlns:a16="http://schemas.microsoft.com/office/drawing/2014/main" id="{74DCA2CC-720D-9206-BAE1-44FEEB7EF431}"/>
                  </a:ext>
                </a:extLst>
              </p:cNvPr>
              <p:cNvSpPr>
                <a:spLocks noChangeArrowheads="1"/>
              </p:cNvSpPr>
              <p:nvPr/>
            </p:nvSpPr>
            <p:spPr bwMode="auto">
              <a:xfrm>
                <a:off x="1753" y="202"/>
                <a:ext cx="34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Extend</a:t>
                </a:r>
                <a:endParaRPr lang="en-US" altLang="es-ES" sz="4000"/>
              </a:p>
            </p:txBody>
          </p:sp>
          <p:sp>
            <p:nvSpPr>
              <p:cNvPr id="865435" name="Line 155">
                <a:extLst>
                  <a:ext uri="{FF2B5EF4-FFF2-40B4-BE49-F238E27FC236}">
                    <a16:creationId xmlns:a16="http://schemas.microsoft.com/office/drawing/2014/main" id="{790FFA5B-8B28-447B-95B9-3936F831FD4E}"/>
                  </a:ext>
                </a:extLst>
              </p:cNvPr>
              <p:cNvSpPr>
                <a:spLocks noChangeShapeType="1"/>
              </p:cNvSpPr>
              <p:nvPr/>
            </p:nvSpPr>
            <p:spPr bwMode="auto">
              <a:xfrm flipH="1">
                <a:off x="2133" y="1925"/>
                <a:ext cx="2" cy="49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436" name="Freeform 156">
                <a:extLst>
                  <a:ext uri="{FF2B5EF4-FFF2-40B4-BE49-F238E27FC236}">
                    <a16:creationId xmlns:a16="http://schemas.microsoft.com/office/drawing/2014/main" id="{2E0F05B3-76E7-05BD-6A59-CCCAF5D1F641}"/>
                  </a:ext>
                </a:extLst>
              </p:cNvPr>
              <p:cNvSpPr>
                <a:spLocks/>
              </p:cNvSpPr>
              <p:nvPr/>
            </p:nvSpPr>
            <p:spPr bwMode="auto">
              <a:xfrm>
                <a:off x="2115" y="2405"/>
                <a:ext cx="36" cy="58"/>
              </a:xfrm>
              <a:custGeom>
                <a:avLst/>
                <a:gdLst>
                  <a:gd name="T0" fmla="*/ 9 w 18"/>
                  <a:gd name="T1" fmla="*/ 5 h 29"/>
                  <a:gd name="T2" fmla="*/ 18 w 18"/>
                  <a:gd name="T3" fmla="*/ 0 h 29"/>
                  <a:gd name="T4" fmla="*/ 18 w 18"/>
                  <a:gd name="T5" fmla="*/ 0 h 29"/>
                  <a:gd name="T6" fmla="*/ 12 w 18"/>
                  <a:gd name="T7" fmla="*/ 14 h 29"/>
                  <a:gd name="T8" fmla="*/ 9 w 18"/>
                  <a:gd name="T9" fmla="*/ 29 h 29"/>
                  <a:gd name="T10" fmla="*/ 6 w 18"/>
                  <a:gd name="T11" fmla="*/ 14 h 29"/>
                  <a:gd name="T12" fmla="*/ 0 w 18"/>
                  <a:gd name="T13" fmla="*/ 0 h 29"/>
                  <a:gd name="T14" fmla="*/ 0 w 18"/>
                  <a:gd name="T15" fmla="*/ 0 h 29"/>
                  <a:gd name="T16" fmla="*/ 9 w 18"/>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5"/>
                    </a:moveTo>
                    <a:cubicBezTo>
                      <a:pt x="18" y="0"/>
                      <a:pt x="18" y="0"/>
                      <a:pt x="18" y="0"/>
                    </a:cubicBezTo>
                    <a:cubicBezTo>
                      <a:pt x="18" y="0"/>
                      <a:pt x="18" y="0"/>
                      <a:pt x="18" y="0"/>
                    </a:cubicBezTo>
                    <a:cubicBezTo>
                      <a:pt x="12" y="14"/>
                      <a:pt x="12" y="14"/>
                      <a:pt x="12" y="14"/>
                    </a:cubicBezTo>
                    <a:cubicBezTo>
                      <a:pt x="11" y="19"/>
                      <a:pt x="10" y="24"/>
                      <a:pt x="9" y="29"/>
                    </a:cubicBezTo>
                    <a:cubicBezTo>
                      <a:pt x="8" y="24"/>
                      <a:pt x="7" y="19"/>
                      <a:pt x="6" y="14"/>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37" name="Rectangle 157">
                <a:extLst>
                  <a:ext uri="{FF2B5EF4-FFF2-40B4-BE49-F238E27FC236}">
                    <a16:creationId xmlns:a16="http://schemas.microsoft.com/office/drawing/2014/main" id="{D399B581-5D0C-C411-86E4-55E9494A7FCD}"/>
                  </a:ext>
                </a:extLst>
              </p:cNvPr>
              <p:cNvSpPr>
                <a:spLocks noChangeArrowheads="1"/>
              </p:cNvSpPr>
              <p:nvPr/>
            </p:nvSpPr>
            <p:spPr bwMode="auto">
              <a:xfrm>
                <a:off x="2101" y="2561"/>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L</a:t>
                </a:r>
                <a:endParaRPr lang="en-US" altLang="es-ES" sz="4000"/>
              </a:p>
            </p:txBody>
          </p:sp>
          <p:sp>
            <p:nvSpPr>
              <p:cNvPr id="865438" name="Rectangle 158">
                <a:extLst>
                  <a:ext uri="{FF2B5EF4-FFF2-40B4-BE49-F238E27FC236}">
                    <a16:creationId xmlns:a16="http://schemas.microsoft.com/office/drawing/2014/main" id="{B9FA0F80-2501-CE5A-57CE-BFF51569C086}"/>
                  </a:ext>
                </a:extLst>
              </p:cNvPr>
              <p:cNvSpPr>
                <a:spLocks noChangeArrowheads="1"/>
              </p:cNvSpPr>
              <p:nvPr/>
            </p:nvSpPr>
            <p:spPr bwMode="auto">
              <a:xfrm>
                <a:off x="2104" y="2469"/>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a:t>
                </a:r>
                <a:endParaRPr lang="en-US" altLang="es-ES" sz="4000"/>
              </a:p>
            </p:txBody>
          </p:sp>
          <p:sp>
            <p:nvSpPr>
              <p:cNvPr id="865439" name="Line 159">
                <a:extLst>
                  <a:ext uri="{FF2B5EF4-FFF2-40B4-BE49-F238E27FC236}">
                    <a16:creationId xmlns:a16="http://schemas.microsoft.com/office/drawing/2014/main" id="{8D270247-EA3E-0BB3-61DE-2DD7F3A1C95B}"/>
                  </a:ext>
                </a:extLst>
              </p:cNvPr>
              <p:cNvSpPr>
                <a:spLocks noChangeShapeType="1"/>
              </p:cNvSpPr>
              <p:nvPr/>
            </p:nvSpPr>
            <p:spPr bwMode="auto">
              <a:xfrm>
                <a:off x="2423"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440" name="Freeform 160">
                <a:extLst>
                  <a:ext uri="{FF2B5EF4-FFF2-40B4-BE49-F238E27FC236}">
                    <a16:creationId xmlns:a16="http://schemas.microsoft.com/office/drawing/2014/main" id="{F683C829-1F12-8DB8-0131-C0205D02DB73}"/>
                  </a:ext>
                </a:extLst>
              </p:cNvPr>
              <p:cNvSpPr>
                <a:spLocks/>
              </p:cNvSpPr>
              <p:nvPr/>
            </p:nvSpPr>
            <p:spPr bwMode="auto">
              <a:xfrm>
                <a:off x="2403" y="2399"/>
                <a:ext cx="40" cy="64"/>
              </a:xfrm>
              <a:custGeom>
                <a:avLst/>
                <a:gdLst>
                  <a:gd name="T0" fmla="*/ 10 w 20"/>
                  <a:gd name="T1" fmla="*/ 6 h 32"/>
                  <a:gd name="T2" fmla="*/ 20 w 20"/>
                  <a:gd name="T3" fmla="*/ 0 h 32"/>
                  <a:gd name="T4" fmla="*/ 20 w 20"/>
                  <a:gd name="T5" fmla="*/ 0 h 32"/>
                  <a:gd name="T6" fmla="*/ 14 w 20"/>
                  <a:gd name="T7" fmla="*/ 16 h 32"/>
                  <a:gd name="T8" fmla="*/ 10 w 20"/>
                  <a:gd name="T9" fmla="*/ 32 h 32"/>
                  <a:gd name="T10" fmla="*/ 7 w 20"/>
                  <a:gd name="T11" fmla="*/ 16 h 32"/>
                  <a:gd name="T12" fmla="*/ 0 w 20"/>
                  <a:gd name="T13" fmla="*/ 0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20" y="0"/>
                      <a:pt x="20" y="0"/>
                      <a:pt x="20" y="0"/>
                    </a:cubicBezTo>
                    <a:cubicBezTo>
                      <a:pt x="20" y="0"/>
                      <a:pt x="20" y="0"/>
                      <a:pt x="20" y="0"/>
                    </a:cubicBezTo>
                    <a:cubicBezTo>
                      <a:pt x="14" y="16"/>
                      <a:pt x="14" y="16"/>
                      <a:pt x="14" y="16"/>
                    </a:cubicBezTo>
                    <a:cubicBezTo>
                      <a:pt x="12" y="21"/>
                      <a:pt x="11" y="27"/>
                      <a:pt x="10" y="32"/>
                    </a:cubicBezTo>
                    <a:cubicBezTo>
                      <a:pt x="9" y="27"/>
                      <a:pt x="8" y="21"/>
                      <a:pt x="7" y="16"/>
                    </a:cubicBezTo>
                    <a:cubicBezTo>
                      <a:pt x="0" y="0"/>
                      <a:pt x="0" y="0"/>
                      <a:pt x="0" y="0"/>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41" name="Rectangle 161">
                <a:extLst>
                  <a:ext uri="{FF2B5EF4-FFF2-40B4-BE49-F238E27FC236}">
                    <a16:creationId xmlns:a16="http://schemas.microsoft.com/office/drawing/2014/main" id="{D1F99AD2-7E1F-2A9D-56E6-5A8AAE2DC348}"/>
                  </a:ext>
                </a:extLst>
              </p:cNvPr>
              <p:cNvSpPr>
                <a:spLocks noChangeArrowheads="1"/>
              </p:cNvSpPr>
              <p:nvPr/>
            </p:nvSpPr>
            <p:spPr bwMode="auto">
              <a:xfrm>
                <a:off x="2389" y="2469"/>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65442" name="Rectangle 162">
                <a:extLst>
                  <a:ext uri="{FF2B5EF4-FFF2-40B4-BE49-F238E27FC236}">
                    <a16:creationId xmlns:a16="http://schemas.microsoft.com/office/drawing/2014/main" id="{FDF04022-52AC-CFA6-5635-9B6654CBC3DF}"/>
                  </a:ext>
                </a:extLst>
              </p:cNvPr>
              <p:cNvSpPr>
                <a:spLocks noChangeArrowheads="1"/>
              </p:cNvSpPr>
              <p:nvPr/>
            </p:nvSpPr>
            <p:spPr bwMode="auto">
              <a:xfrm>
                <a:off x="2389" y="2561"/>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a:t>
                </a:r>
                <a:endParaRPr lang="en-US" altLang="es-ES" sz="4000"/>
              </a:p>
            </p:txBody>
          </p:sp>
          <p:sp>
            <p:nvSpPr>
              <p:cNvPr id="865443" name="Rectangle 163">
                <a:extLst>
                  <a:ext uri="{FF2B5EF4-FFF2-40B4-BE49-F238E27FC236}">
                    <a16:creationId xmlns:a16="http://schemas.microsoft.com/office/drawing/2014/main" id="{2DD88988-C929-E6BC-2BCE-1D73BF30234B}"/>
                  </a:ext>
                </a:extLst>
              </p:cNvPr>
              <p:cNvSpPr>
                <a:spLocks noChangeArrowheads="1"/>
              </p:cNvSpPr>
              <p:nvPr/>
            </p:nvSpPr>
            <p:spPr bwMode="auto">
              <a:xfrm>
                <a:off x="931" y="253"/>
                <a:ext cx="368" cy="416"/>
              </a:xfrm>
              <a:prstGeom prst="rect">
                <a:avLst/>
              </a:prstGeom>
              <a:solidFill>
                <a:srgbClr val="FFFFFF"/>
              </a:solidFill>
              <a:ln w="19050">
                <a:solidFill>
                  <a:srgbClr val="000000"/>
                </a:solidFill>
                <a:miter lim="800000"/>
                <a:headEnd/>
                <a:tailEnd/>
              </a:ln>
            </p:spPr>
            <p:txBody>
              <a:bodyPr/>
              <a:lstStyle/>
              <a:p>
                <a:endParaRPr lang="es-ES"/>
              </a:p>
            </p:txBody>
          </p:sp>
          <p:sp>
            <p:nvSpPr>
              <p:cNvPr id="865444" name="Rectangle 164">
                <a:extLst>
                  <a:ext uri="{FF2B5EF4-FFF2-40B4-BE49-F238E27FC236}">
                    <a16:creationId xmlns:a16="http://schemas.microsoft.com/office/drawing/2014/main" id="{2E7B9C56-B1DE-FDDC-D733-4F906E561C75}"/>
                  </a:ext>
                </a:extLst>
              </p:cNvPr>
              <p:cNvSpPr>
                <a:spLocks noChangeArrowheads="1"/>
              </p:cNvSpPr>
              <p:nvPr/>
            </p:nvSpPr>
            <p:spPr bwMode="auto">
              <a:xfrm>
                <a:off x="944" y="355"/>
                <a:ext cx="3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Branch</a:t>
                </a:r>
                <a:endParaRPr lang="en-US" altLang="es-ES" sz="4000"/>
              </a:p>
            </p:txBody>
          </p:sp>
          <p:sp>
            <p:nvSpPr>
              <p:cNvPr id="865445" name="Rectangle 165">
                <a:extLst>
                  <a:ext uri="{FF2B5EF4-FFF2-40B4-BE49-F238E27FC236}">
                    <a16:creationId xmlns:a16="http://schemas.microsoft.com/office/drawing/2014/main" id="{6457972C-CD5D-6174-4F77-E80581D161CC}"/>
                  </a:ext>
                </a:extLst>
              </p:cNvPr>
              <p:cNvSpPr>
                <a:spLocks noChangeArrowheads="1"/>
              </p:cNvSpPr>
              <p:nvPr/>
            </p:nvSpPr>
            <p:spPr bwMode="auto">
              <a:xfrm>
                <a:off x="933" y="463"/>
                <a:ext cx="3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Control</a:t>
                </a:r>
                <a:endParaRPr lang="en-US" altLang="es-ES" sz="4000"/>
              </a:p>
            </p:txBody>
          </p:sp>
          <p:sp>
            <p:nvSpPr>
              <p:cNvPr id="865446" name="Line 166">
                <a:extLst>
                  <a:ext uri="{FF2B5EF4-FFF2-40B4-BE49-F238E27FC236}">
                    <a16:creationId xmlns:a16="http://schemas.microsoft.com/office/drawing/2014/main" id="{1A3F5928-3C89-6F35-E306-C0686297E451}"/>
                  </a:ext>
                </a:extLst>
              </p:cNvPr>
              <p:cNvSpPr>
                <a:spLocks noChangeShapeType="1"/>
              </p:cNvSpPr>
              <p:nvPr/>
            </p:nvSpPr>
            <p:spPr bwMode="auto">
              <a:xfrm>
                <a:off x="833" y="311"/>
                <a:ext cx="5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447" name="Freeform 167">
                <a:extLst>
                  <a:ext uri="{FF2B5EF4-FFF2-40B4-BE49-F238E27FC236}">
                    <a16:creationId xmlns:a16="http://schemas.microsoft.com/office/drawing/2014/main" id="{6102F282-1A77-E082-3478-900FAE9FC17E}"/>
                  </a:ext>
                </a:extLst>
              </p:cNvPr>
              <p:cNvSpPr>
                <a:spLocks/>
              </p:cNvSpPr>
              <p:nvPr/>
            </p:nvSpPr>
            <p:spPr bwMode="auto">
              <a:xfrm>
                <a:off x="873" y="293"/>
                <a:ext cx="58" cy="36"/>
              </a:xfrm>
              <a:custGeom>
                <a:avLst/>
                <a:gdLst>
                  <a:gd name="T0" fmla="*/ 6 w 29"/>
                  <a:gd name="T1" fmla="*/ 9 h 18"/>
                  <a:gd name="T2" fmla="*/ 0 w 29"/>
                  <a:gd name="T3" fmla="*/ 0 h 18"/>
                  <a:gd name="T4" fmla="*/ 1 w 29"/>
                  <a:gd name="T5" fmla="*/ 0 h 18"/>
                  <a:gd name="T6" fmla="*/ 15 w 29"/>
                  <a:gd name="T7" fmla="*/ 6 h 18"/>
                  <a:gd name="T8" fmla="*/ 29 w 29"/>
                  <a:gd name="T9" fmla="*/ 9 h 18"/>
                  <a:gd name="T10" fmla="*/ 15 w 29"/>
                  <a:gd name="T11" fmla="*/ 12 h 18"/>
                  <a:gd name="T12" fmla="*/ 1 w 29"/>
                  <a:gd name="T13" fmla="*/ 18 h 18"/>
                  <a:gd name="T14" fmla="*/ 0 w 29"/>
                  <a:gd name="T15" fmla="*/ 18 h 18"/>
                  <a:gd name="T16" fmla="*/ 6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6" y="9"/>
                    </a:moveTo>
                    <a:cubicBezTo>
                      <a:pt x="0" y="0"/>
                      <a:pt x="0" y="0"/>
                      <a:pt x="0" y="0"/>
                    </a:cubicBezTo>
                    <a:cubicBezTo>
                      <a:pt x="1" y="0"/>
                      <a:pt x="1" y="0"/>
                      <a:pt x="1" y="0"/>
                    </a:cubicBezTo>
                    <a:cubicBezTo>
                      <a:pt x="15" y="6"/>
                      <a:pt x="15" y="6"/>
                      <a:pt x="15" y="6"/>
                    </a:cubicBezTo>
                    <a:cubicBezTo>
                      <a:pt x="20" y="7"/>
                      <a:pt x="24" y="8"/>
                      <a:pt x="29" y="9"/>
                    </a:cubicBezTo>
                    <a:cubicBezTo>
                      <a:pt x="24" y="10"/>
                      <a:pt x="20" y="11"/>
                      <a:pt x="15" y="12"/>
                    </a:cubicBezTo>
                    <a:cubicBezTo>
                      <a:pt x="1" y="18"/>
                      <a:pt x="1" y="18"/>
                      <a:pt x="1" y="18"/>
                    </a:cubicBezTo>
                    <a:cubicBezTo>
                      <a:pt x="0" y="18"/>
                      <a:pt x="0" y="18"/>
                      <a:pt x="0" y="18"/>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48" name="Line 168">
                <a:extLst>
                  <a:ext uri="{FF2B5EF4-FFF2-40B4-BE49-F238E27FC236}">
                    <a16:creationId xmlns:a16="http://schemas.microsoft.com/office/drawing/2014/main" id="{97B8F8E5-5A78-ED7E-F7A5-F98554BA3CA0}"/>
                  </a:ext>
                </a:extLst>
              </p:cNvPr>
              <p:cNvSpPr>
                <a:spLocks noChangeShapeType="1"/>
              </p:cNvSpPr>
              <p:nvPr/>
            </p:nvSpPr>
            <p:spPr bwMode="auto">
              <a:xfrm>
                <a:off x="833" y="517"/>
                <a:ext cx="5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449" name="Freeform 169">
                <a:extLst>
                  <a:ext uri="{FF2B5EF4-FFF2-40B4-BE49-F238E27FC236}">
                    <a16:creationId xmlns:a16="http://schemas.microsoft.com/office/drawing/2014/main" id="{947E8D0E-FE08-68F8-F2A4-17416F3AED25}"/>
                  </a:ext>
                </a:extLst>
              </p:cNvPr>
              <p:cNvSpPr>
                <a:spLocks/>
              </p:cNvSpPr>
              <p:nvPr/>
            </p:nvSpPr>
            <p:spPr bwMode="auto">
              <a:xfrm>
                <a:off x="873" y="499"/>
                <a:ext cx="58" cy="34"/>
              </a:xfrm>
              <a:custGeom>
                <a:avLst/>
                <a:gdLst>
                  <a:gd name="T0" fmla="*/ 6 w 29"/>
                  <a:gd name="T1" fmla="*/ 9 h 17"/>
                  <a:gd name="T2" fmla="*/ 0 w 29"/>
                  <a:gd name="T3" fmla="*/ 0 h 17"/>
                  <a:gd name="T4" fmla="*/ 1 w 29"/>
                  <a:gd name="T5" fmla="*/ 0 h 17"/>
                  <a:gd name="T6" fmla="*/ 15 w 29"/>
                  <a:gd name="T7" fmla="*/ 5 h 17"/>
                  <a:gd name="T8" fmla="*/ 29 w 29"/>
                  <a:gd name="T9" fmla="*/ 9 h 17"/>
                  <a:gd name="T10" fmla="*/ 15 w 29"/>
                  <a:gd name="T11" fmla="*/ 12 h 17"/>
                  <a:gd name="T12" fmla="*/ 1 w 29"/>
                  <a:gd name="T13" fmla="*/ 17 h 17"/>
                  <a:gd name="T14" fmla="*/ 0 w 29"/>
                  <a:gd name="T15" fmla="*/ 17 h 17"/>
                  <a:gd name="T16" fmla="*/ 6 w 29"/>
                  <a:gd name="T17"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6" y="9"/>
                    </a:moveTo>
                    <a:cubicBezTo>
                      <a:pt x="0" y="0"/>
                      <a:pt x="0" y="0"/>
                      <a:pt x="0" y="0"/>
                    </a:cubicBezTo>
                    <a:cubicBezTo>
                      <a:pt x="1" y="0"/>
                      <a:pt x="1" y="0"/>
                      <a:pt x="1" y="0"/>
                    </a:cubicBezTo>
                    <a:cubicBezTo>
                      <a:pt x="15" y="5"/>
                      <a:pt x="15" y="5"/>
                      <a:pt x="15" y="5"/>
                    </a:cubicBezTo>
                    <a:cubicBezTo>
                      <a:pt x="20" y="6"/>
                      <a:pt x="24" y="7"/>
                      <a:pt x="29" y="9"/>
                    </a:cubicBezTo>
                    <a:cubicBezTo>
                      <a:pt x="24" y="10"/>
                      <a:pt x="20" y="11"/>
                      <a:pt x="15" y="12"/>
                    </a:cubicBezTo>
                    <a:cubicBezTo>
                      <a:pt x="1" y="17"/>
                      <a:pt x="1" y="17"/>
                      <a:pt x="1" y="17"/>
                    </a:cubicBezTo>
                    <a:cubicBezTo>
                      <a:pt x="0" y="17"/>
                      <a:pt x="0" y="17"/>
                      <a:pt x="0" y="17"/>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50" name="Line 170">
                <a:extLst>
                  <a:ext uri="{FF2B5EF4-FFF2-40B4-BE49-F238E27FC236}">
                    <a16:creationId xmlns:a16="http://schemas.microsoft.com/office/drawing/2014/main" id="{38B5E239-5A37-50CC-8613-764770211503}"/>
                  </a:ext>
                </a:extLst>
              </p:cNvPr>
              <p:cNvSpPr>
                <a:spLocks noChangeShapeType="1"/>
              </p:cNvSpPr>
              <p:nvPr/>
            </p:nvSpPr>
            <p:spPr bwMode="auto">
              <a:xfrm>
                <a:off x="833" y="411"/>
                <a:ext cx="5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451" name="Freeform 171">
                <a:extLst>
                  <a:ext uri="{FF2B5EF4-FFF2-40B4-BE49-F238E27FC236}">
                    <a16:creationId xmlns:a16="http://schemas.microsoft.com/office/drawing/2014/main" id="{3F811CED-600B-97CB-A5D5-161B869DF47D}"/>
                  </a:ext>
                </a:extLst>
              </p:cNvPr>
              <p:cNvSpPr>
                <a:spLocks/>
              </p:cNvSpPr>
              <p:nvPr/>
            </p:nvSpPr>
            <p:spPr bwMode="auto">
              <a:xfrm>
                <a:off x="873" y="393"/>
                <a:ext cx="58" cy="36"/>
              </a:xfrm>
              <a:custGeom>
                <a:avLst/>
                <a:gdLst>
                  <a:gd name="T0" fmla="*/ 6 w 29"/>
                  <a:gd name="T1" fmla="*/ 9 h 18"/>
                  <a:gd name="T2" fmla="*/ 0 w 29"/>
                  <a:gd name="T3" fmla="*/ 0 h 18"/>
                  <a:gd name="T4" fmla="*/ 1 w 29"/>
                  <a:gd name="T5" fmla="*/ 0 h 18"/>
                  <a:gd name="T6" fmla="*/ 15 w 29"/>
                  <a:gd name="T7" fmla="*/ 6 h 18"/>
                  <a:gd name="T8" fmla="*/ 29 w 29"/>
                  <a:gd name="T9" fmla="*/ 9 h 18"/>
                  <a:gd name="T10" fmla="*/ 15 w 29"/>
                  <a:gd name="T11" fmla="*/ 12 h 18"/>
                  <a:gd name="T12" fmla="*/ 1 w 29"/>
                  <a:gd name="T13" fmla="*/ 18 h 18"/>
                  <a:gd name="T14" fmla="*/ 0 w 29"/>
                  <a:gd name="T15" fmla="*/ 18 h 18"/>
                  <a:gd name="T16" fmla="*/ 6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6" y="9"/>
                    </a:moveTo>
                    <a:cubicBezTo>
                      <a:pt x="0" y="0"/>
                      <a:pt x="0" y="0"/>
                      <a:pt x="0" y="0"/>
                    </a:cubicBezTo>
                    <a:cubicBezTo>
                      <a:pt x="1" y="0"/>
                      <a:pt x="1" y="0"/>
                      <a:pt x="1" y="0"/>
                    </a:cubicBezTo>
                    <a:cubicBezTo>
                      <a:pt x="15" y="6"/>
                      <a:pt x="15" y="6"/>
                      <a:pt x="15" y="6"/>
                    </a:cubicBezTo>
                    <a:cubicBezTo>
                      <a:pt x="20" y="7"/>
                      <a:pt x="24" y="8"/>
                      <a:pt x="29" y="9"/>
                    </a:cubicBezTo>
                    <a:cubicBezTo>
                      <a:pt x="24" y="10"/>
                      <a:pt x="20" y="11"/>
                      <a:pt x="15" y="12"/>
                    </a:cubicBezTo>
                    <a:cubicBezTo>
                      <a:pt x="1" y="18"/>
                      <a:pt x="1" y="18"/>
                      <a:pt x="1" y="18"/>
                    </a:cubicBezTo>
                    <a:cubicBezTo>
                      <a:pt x="0" y="18"/>
                      <a:pt x="0" y="18"/>
                      <a:pt x="0" y="18"/>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52" name="Line 172">
                <a:extLst>
                  <a:ext uri="{FF2B5EF4-FFF2-40B4-BE49-F238E27FC236}">
                    <a16:creationId xmlns:a16="http://schemas.microsoft.com/office/drawing/2014/main" id="{770FA349-2604-5A39-CB94-7BD92836FF2A}"/>
                  </a:ext>
                </a:extLst>
              </p:cNvPr>
              <p:cNvSpPr>
                <a:spLocks noChangeShapeType="1"/>
              </p:cNvSpPr>
              <p:nvPr/>
            </p:nvSpPr>
            <p:spPr bwMode="auto">
              <a:xfrm>
                <a:off x="833" y="611"/>
                <a:ext cx="5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453" name="Freeform 173">
                <a:extLst>
                  <a:ext uri="{FF2B5EF4-FFF2-40B4-BE49-F238E27FC236}">
                    <a16:creationId xmlns:a16="http://schemas.microsoft.com/office/drawing/2014/main" id="{BF235BC8-836B-D1F9-C9F7-8E944AB74679}"/>
                  </a:ext>
                </a:extLst>
              </p:cNvPr>
              <p:cNvSpPr>
                <a:spLocks/>
              </p:cNvSpPr>
              <p:nvPr/>
            </p:nvSpPr>
            <p:spPr bwMode="auto">
              <a:xfrm>
                <a:off x="873" y="593"/>
                <a:ext cx="58" cy="36"/>
              </a:xfrm>
              <a:custGeom>
                <a:avLst/>
                <a:gdLst>
                  <a:gd name="T0" fmla="*/ 6 w 29"/>
                  <a:gd name="T1" fmla="*/ 9 h 18"/>
                  <a:gd name="T2" fmla="*/ 0 w 29"/>
                  <a:gd name="T3" fmla="*/ 1 h 18"/>
                  <a:gd name="T4" fmla="*/ 1 w 29"/>
                  <a:gd name="T5" fmla="*/ 0 h 18"/>
                  <a:gd name="T6" fmla="*/ 15 w 29"/>
                  <a:gd name="T7" fmla="*/ 6 h 18"/>
                  <a:gd name="T8" fmla="*/ 29 w 29"/>
                  <a:gd name="T9" fmla="*/ 9 h 18"/>
                  <a:gd name="T10" fmla="*/ 15 w 29"/>
                  <a:gd name="T11" fmla="*/ 12 h 18"/>
                  <a:gd name="T12" fmla="*/ 1 w 29"/>
                  <a:gd name="T13" fmla="*/ 18 h 18"/>
                  <a:gd name="T14" fmla="*/ 0 w 29"/>
                  <a:gd name="T15" fmla="*/ 18 h 18"/>
                  <a:gd name="T16" fmla="*/ 6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6" y="9"/>
                    </a:moveTo>
                    <a:cubicBezTo>
                      <a:pt x="0" y="1"/>
                      <a:pt x="0" y="1"/>
                      <a:pt x="0" y="1"/>
                    </a:cubicBezTo>
                    <a:cubicBezTo>
                      <a:pt x="1" y="0"/>
                      <a:pt x="1" y="0"/>
                      <a:pt x="1" y="0"/>
                    </a:cubicBezTo>
                    <a:cubicBezTo>
                      <a:pt x="15" y="6"/>
                      <a:pt x="15" y="6"/>
                      <a:pt x="15" y="6"/>
                    </a:cubicBezTo>
                    <a:cubicBezTo>
                      <a:pt x="20" y="7"/>
                      <a:pt x="24" y="8"/>
                      <a:pt x="29" y="9"/>
                    </a:cubicBezTo>
                    <a:cubicBezTo>
                      <a:pt x="24" y="10"/>
                      <a:pt x="20" y="11"/>
                      <a:pt x="15" y="12"/>
                    </a:cubicBezTo>
                    <a:cubicBezTo>
                      <a:pt x="1" y="18"/>
                      <a:pt x="1" y="18"/>
                      <a:pt x="1" y="18"/>
                    </a:cubicBezTo>
                    <a:cubicBezTo>
                      <a:pt x="0" y="18"/>
                      <a:pt x="0" y="18"/>
                      <a:pt x="0" y="18"/>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54" name="Rectangle 174">
                <a:extLst>
                  <a:ext uri="{FF2B5EF4-FFF2-40B4-BE49-F238E27FC236}">
                    <a16:creationId xmlns:a16="http://schemas.microsoft.com/office/drawing/2014/main" id="{4446CB40-CB82-3D23-0AEB-4B6C51E378AE}"/>
                  </a:ext>
                </a:extLst>
              </p:cNvPr>
              <p:cNvSpPr>
                <a:spLocks noChangeArrowheads="1"/>
              </p:cNvSpPr>
              <p:nvPr/>
            </p:nvSpPr>
            <p:spPr bwMode="auto">
              <a:xfrm>
                <a:off x="733" y="24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V</a:t>
                </a:r>
                <a:endParaRPr lang="en-US" altLang="es-ES" sz="4000"/>
              </a:p>
            </p:txBody>
          </p:sp>
          <p:sp>
            <p:nvSpPr>
              <p:cNvPr id="865455" name="Rectangle 175">
                <a:extLst>
                  <a:ext uri="{FF2B5EF4-FFF2-40B4-BE49-F238E27FC236}">
                    <a16:creationId xmlns:a16="http://schemas.microsoft.com/office/drawing/2014/main" id="{DD64A1C8-E8BF-23C8-1760-6F77FFB9E98A}"/>
                  </a:ext>
                </a:extLst>
              </p:cNvPr>
              <p:cNvSpPr>
                <a:spLocks noChangeArrowheads="1"/>
              </p:cNvSpPr>
              <p:nvPr/>
            </p:nvSpPr>
            <p:spPr bwMode="auto">
              <a:xfrm>
                <a:off x="738" y="34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a:t>
                </a:r>
                <a:endParaRPr lang="en-US" altLang="es-ES" sz="4000"/>
              </a:p>
            </p:txBody>
          </p:sp>
          <p:sp>
            <p:nvSpPr>
              <p:cNvPr id="865456" name="Rectangle 176">
                <a:extLst>
                  <a:ext uri="{FF2B5EF4-FFF2-40B4-BE49-F238E27FC236}">
                    <a16:creationId xmlns:a16="http://schemas.microsoft.com/office/drawing/2014/main" id="{85DF0D40-DE20-0E2C-E371-7EF16B47688D}"/>
                  </a:ext>
                </a:extLst>
              </p:cNvPr>
              <p:cNvSpPr>
                <a:spLocks noChangeArrowheads="1"/>
              </p:cNvSpPr>
              <p:nvPr/>
            </p:nvSpPr>
            <p:spPr bwMode="auto">
              <a:xfrm>
                <a:off x="734" y="45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N</a:t>
                </a:r>
                <a:endParaRPr lang="en-US" altLang="es-ES" sz="4000"/>
              </a:p>
            </p:txBody>
          </p:sp>
          <p:sp>
            <p:nvSpPr>
              <p:cNvPr id="865457" name="Rectangle 177">
                <a:extLst>
                  <a:ext uri="{FF2B5EF4-FFF2-40B4-BE49-F238E27FC236}">
                    <a16:creationId xmlns:a16="http://schemas.microsoft.com/office/drawing/2014/main" id="{388F3A7A-AC4E-DD5D-4EC4-A6380CD9A8E2}"/>
                  </a:ext>
                </a:extLst>
              </p:cNvPr>
              <p:cNvSpPr>
                <a:spLocks noChangeArrowheads="1"/>
              </p:cNvSpPr>
              <p:nvPr/>
            </p:nvSpPr>
            <p:spPr bwMode="auto">
              <a:xfrm>
                <a:off x="739" y="54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Z</a:t>
                </a:r>
                <a:endParaRPr lang="en-US" altLang="es-ES" sz="4000"/>
              </a:p>
            </p:txBody>
          </p:sp>
          <p:sp>
            <p:nvSpPr>
              <p:cNvPr id="865458" name="Line 178">
                <a:extLst>
                  <a:ext uri="{FF2B5EF4-FFF2-40B4-BE49-F238E27FC236}">
                    <a16:creationId xmlns:a16="http://schemas.microsoft.com/office/drawing/2014/main" id="{2F856361-F097-1C96-11F9-0CB53D937088}"/>
                  </a:ext>
                </a:extLst>
              </p:cNvPr>
              <p:cNvSpPr>
                <a:spLocks noChangeShapeType="1"/>
              </p:cNvSpPr>
              <p:nvPr/>
            </p:nvSpPr>
            <p:spPr bwMode="auto">
              <a:xfrm flipV="1">
                <a:off x="989" y="711"/>
                <a:ext cx="1" cy="9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459" name="Freeform 179">
                <a:extLst>
                  <a:ext uri="{FF2B5EF4-FFF2-40B4-BE49-F238E27FC236}">
                    <a16:creationId xmlns:a16="http://schemas.microsoft.com/office/drawing/2014/main" id="{776DABD7-68EB-8474-F279-07F8E289EFB7}"/>
                  </a:ext>
                </a:extLst>
              </p:cNvPr>
              <p:cNvSpPr>
                <a:spLocks/>
              </p:cNvSpPr>
              <p:nvPr/>
            </p:nvSpPr>
            <p:spPr bwMode="auto">
              <a:xfrm>
                <a:off x="971" y="669"/>
                <a:ext cx="36" cy="58"/>
              </a:xfrm>
              <a:custGeom>
                <a:avLst/>
                <a:gdLst>
                  <a:gd name="T0" fmla="*/ 9 w 18"/>
                  <a:gd name="T1" fmla="*/ 24 h 29"/>
                  <a:gd name="T2" fmla="*/ 1 w 18"/>
                  <a:gd name="T3" fmla="*/ 29 h 29"/>
                  <a:gd name="T4" fmla="*/ 0 w 18"/>
                  <a:gd name="T5" fmla="*/ 28 h 29"/>
                  <a:gd name="T6" fmla="*/ 6 w 18"/>
                  <a:gd name="T7" fmla="*/ 14 h 29"/>
                  <a:gd name="T8" fmla="*/ 9 w 18"/>
                  <a:gd name="T9" fmla="*/ 0 h 29"/>
                  <a:gd name="T10" fmla="*/ 12 w 18"/>
                  <a:gd name="T11" fmla="*/ 14 h 29"/>
                  <a:gd name="T12" fmla="*/ 18 w 18"/>
                  <a:gd name="T13" fmla="*/ 28 h 29"/>
                  <a:gd name="T14" fmla="*/ 18 w 18"/>
                  <a:gd name="T15" fmla="*/ 29 h 29"/>
                  <a:gd name="T16" fmla="*/ 9 w 18"/>
                  <a:gd name="T17" fmla="*/ 2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24"/>
                    </a:moveTo>
                    <a:cubicBezTo>
                      <a:pt x="1" y="29"/>
                      <a:pt x="1" y="29"/>
                      <a:pt x="1" y="29"/>
                    </a:cubicBezTo>
                    <a:cubicBezTo>
                      <a:pt x="0" y="28"/>
                      <a:pt x="0" y="28"/>
                      <a:pt x="0" y="28"/>
                    </a:cubicBezTo>
                    <a:cubicBezTo>
                      <a:pt x="6" y="14"/>
                      <a:pt x="6" y="14"/>
                      <a:pt x="6" y="14"/>
                    </a:cubicBezTo>
                    <a:cubicBezTo>
                      <a:pt x="7" y="10"/>
                      <a:pt x="8" y="5"/>
                      <a:pt x="9" y="0"/>
                    </a:cubicBezTo>
                    <a:cubicBezTo>
                      <a:pt x="10" y="5"/>
                      <a:pt x="11" y="10"/>
                      <a:pt x="12" y="14"/>
                    </a:cubicBezTo>
                    <a:cubicBezTo>
                      <a:pt x="18" y="28"/>
                      <a:pt x="18" y="28"/>
                      <a:pt x="18" y="28"/>
                    </a:cubicBezTo>
                    <a:cubicBezTo>
                      <a:pt x="18" y="29"/>
                      <a:pt x="18" y="29"/>
                      <a:pt x="18" y="29"/>
                    </a:cubicBezTo>
                    <a:lnTo>
                      <a:pt x="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60" name="Line 180">
                <a:extLst>
                  <a:ext uri="{FF2B5EF4-FFF2-40B4-BE49-F238E27FC236}">
                    <a16:creationId xmlns:a16="http://schemas.microsoft.com/office/drawing/2014/main" id="{89BEC40A-5285-F595-40BB-021D7B85B6BD}"/>
                  </a:ext>
                </a:extLst>
              </p:cNvPr>
              <p:cNvSpPr>
                <a:spLocks noChangeShapeType="1"/>
              </p:cNvSpPr>
              <p:nvPr/>
            </p:nvSpPr>
            <p:spPr bwMode="auto">
              <a:xfrm flipV="1">
                <a:off x="1085" y="711"/>
                <a:ext cx="1" cy="9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461" name="Freeform 181">
                <a:extLst>
                  <a:ext uri="{FF2B5EF4-FFF2-40B4-BE49-F238E27FC236}">
                    <a16:creationId xmlns:a16="http://schemas.microsoft.com/office/drawing/2014/main" id="{8663639A-6C43-70A9-3CB1-40F3BA50FC45}"/>
                  </a:ext>
                </a:extLst>
              </p:cNvPr>
              <p:cNvSpPr>
                <a:spLocks/>
              </p:cNvSpPr>
              <p:nvPr/>
            </p:nvSpPr>
            <p:spPr bwMode="auto">
              <a:xfrm>
                <a:off x="1067" y="669"/>
                <a:ext cx="36" cy="58"/>
              </a:xfrm>
              <a:custGeom>
                <a:avLst/>
                <a:gdLst>
                  <a:gd name="T0" fmla="*/ 9 w 18"/>
                  <a:gd name="T1" fmla="*/ 24 h 29"/>
                  <a:gd name="T2" fmla="*/ 0 w 18"/>
                  <a:gd name="T3" fmla="*/ 29 h 29"/>
                  <a:gd name="T4" fmla="*/ 0 w 18"/>
                  <a:gd name="T5" fmla="*/ 29 h 29"/>
                  <a:gd name="T6" fmla="*/ 6 w 18"/>
                  <a:gd name="T7" fmla="*/ 15 h 29"/>
                  <a:gd name="T8" fmla="*/ 9 w 18"/>
                  <a:gd name="T9" fmla="*/ 0 h 29"/>
                  <a:gd name="T10" fmla="*/ 12 w 18"/>
                  <a:gd name="T11" fmla="*/ 15 h 29"/>
                  <a:gd name="T12" fmla="*/ 18 w 18"/>
                  <a:gd name="T13" fmla="*/ 29 h 29"/>
                  <a:gd name="T14" fmla="*/ 17 w 18"/>
                  <a:gd name="T15" fmla="*/ 29 h 29"/>
                  <a:gd name="T16" fmla="*/ 9 w 18"/>
                  <a:gd name="T17" fmla="*/ 2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24"/>
                    </a:moveTo>
                    <a:cubicBezTo>
                      <a:pt x="0" y="29"/>
                      <a:pt x="0" y="29"/>
                      <a:pt x="0" y="29"/>
                    </a:cubicBezTo>
                    <a:cubicBezTo>
                      <a:pt x="0" y="29"/>
                      <a:pt x="0" y="29"/>
                      <a:pt x="0" y="29"/>
                    </a:cubicBezTo>
                    <a:cubicBezTo>
                      <a:pt x="6" y="15"/>
                      <a:pt x="6" y="15"/>
                      <a:pt x="6" y="15"/>
                    </a:cubicBezTo>
                    <a:cubicBezTo>
                      <a:pt x="7" y="10"/>
                      <a:pt x="8" y="5"/>
                      <a:pt x="9" y="0"/>
                    </a:cubicBezTo>
                    <a:cubicBezTo>
                      <a:pt x="10" y="5"/>
                      <a:pt x="11" y="10"/>
                      <a:pt x="12" y="15"/>
                    </a:cubicBezTo>
                    <a:cubicBezTo>
                      <a:pt x="18" y="29"/>
                      <a:pt x="18" y="29"/>
                      <a:pt x="18" y="29"/>
                    </a:cubicBezTo>
                    <a:cubicBezTo>
                      <a:pt x="17" y="29"/>
                      <a:pt x="17" y="29"/>
                      <a:pt x="17" y="29"/>
                    </a:cubicBezTo>
                    <a:lnTo>
                      <a:pt x="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62" name="Line 182">
                <a:extLst>
                  <a:ext uri="{FF2B5EF4-FFF2-40B4-BE49-F238E27FC236}">
                    <a16:creationId xmlns:a16="http://schemas.microsoft.com/office/drawing/2014/main" id="{81E9477B-70CE-4033-4C85-4F4775692533}"/>
                  </a:ext>
                </a:extLst>
              </p:cNvPr>
              <p:cNvSpPr>
                <a:spLocks noChangeShapeType="1"/>
              </p:cNvSpPr>
              <p:nvPr/>
            </p:nvSpPr>
            <p:spPr bwMode="auto">
              <a:xfrm flipV="1">
                <a:off x="1179" y="715"/>
                <a:ext cx="1" cy="8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5463" name="Freeform 183">
                <a:extLst>
                  <a:ext uri="{FF2B5EF4-FFF2-40B4-BE49-F238E27FC236}">
                    <a16:creationId xmlns:a16="http://schemas.microsoft.com/office/drawing/2014/main" id="{175C17A8-75BE-C894-4D95-7EC38D177644}"/>
                  </a:ext>
                </a:extLst>
              </p:cNvPr>
              <p:cNvSpPr>
                <a:spLocks/>
              </p:cNvSpPr>
              <p:nvPr/>
            </p:nvSpPr>
            <p:spPr bwMode="auto">
              <a:xfrm>
                <a:off x="1161" y="669"/>
                <a:ext cx="38" cy="64"/>
              </a:xfrm>
              <a:custGeom>
                <a:avLst/>
                <a:gdLst>
                  <a:gd name="T0" fmla="*/ 9 w 19"/>
                  <a:gd name="T1" fmla="*/ 26 h 32"/>
                  <a:gd name="T2" fmla="*/ 0 w 19"/>
                  <a:gd name="T3" fmla="*/ 32 h 32"/>
                  <a:gd name="T4" fmla="*/ 0 w 19"/>
                  <a:gd name="T5" fmla="*/ 31 h 32"/>
                  <a:gd name="T6" fmla="*/ 6 w 19"/>
                  <a:gd name="T7" fmla="*/ 16 h 32"/>
                  <a:gd name="T8" fmla="*/ 9 w 19"/>
                  <a:gd name="T9" fmla="*/ 0 h 32"/>
                  <a:gd name="T10" fmla="*/ 13 w 19"/>
                  <a:gd name="T11" fmla="*/ 16 h 32"/>
                  <a:gd name="T12" fmla="*/ 19 w 19"/>
                  <a:gd name="T13" fmla="*/ 31 h 32"/>
                  <a:gd name="T14" fmla="*/ 19 w 19"/>
                  <a:gd name="T15" fmla="*/ 32 h 32"/>
                  <a:gd name="T16" fmla="*/ 9 w 19"/>
                  <a:gd name="T1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26"/>
                    </a:moveTo>
                    <a:cubicBezTo>
                      <a:pt x="0" y="32"/>
                      <a:pt x="0" y="32"/>
                      <a:pt x="0" y="32"/>
                    </a:cubicBezTo>
                    <a:cubicBezTo>
                      <a:pt x="0" y="31"/>
                      <a:pt x="0" y="31"/>
                      <a:pt x="0" y="31"/>
                    </a:cubicBezTo>
                    <a:cubicBezTo>
                      <a:pt x="6" y="16"/>
                      <a:pt x="6" y="16"/>
                      <a:pt x="6" y="16"/>
                    </a:cubicBezTo>
                    <a:cubicBezTo>
                      <a:pt x="7" y="11"/>
                      <a:pt x="8" y="5"/>
                      <a:pt x="9" y="0"/>
                    </a:cubicBezTo>
                    <a:cubicBezTo>
                      <a:pt x="11" y="5"/>
                      <a:pt x="12" y="11"/>
                      <a:pt x="13" y="16"/>
                    </a:cubicBezTo>
                    <a:cubicBezTo>
                      <a:pt x="19" y="31"/>
                      <a:pt x="19" y="31"/>
                      <a:pt x="19" y="31"/>
                    </a:cubicBezTo>
                    <a:cubicBezTo>
                      <a:pt x="19" y="32"/>
                      <a:pt x="19" y="32"/>
                      <a:pt x="19" y="32"/>
                    </a:cubicBezTo>
                    <a:lnTo>
                      <a:pt x="9"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5464" name="Rectangle 184">
                <a:extLst>
                  <a:ext uri="{FF2B5EF4-FFF2-40B4-BE49-F238E27FC236}">
                    <a16:creationId xmlns:a16="http://schemas.microsoft.com/office/drawing/2014/main" id="{E9A1F31A-D538-43D6-DCB1-66F67E23E9FF}"/>
                  </a:ext>
                </a:extLst>
              </p:cNvPr>
              <p:cNvSpPr>
                <a:spLocks noChangeArrowheads="1"/>
              </p:cNvSpPr>
              <p:nvPr/>
            </p:nvSpPr>
            <p:spPr bwMode="auto">
              <a:xfrm>
                <a:off x="1063" y="80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J</a:t>
                </a:r>
                <a:endParaRPr lang="en-US" altLang="es-ES" sz="4000"/>
              </a:p>
            </p:txBody>
          </p:sp>
          <p:sp>
            <p:nvSpPr>
              <p:cNvPr id="865465" name="Rectangle 185">
                <a:extLst>
                  <a:ext uri="{FF2B5EF4-FFF2-40B4-BE49-F238E27FC236}">
                    <a16:creationId xmlns:a16="http://schemas.microsoft.com/office/drawing/2014/main" id="{9881155E-5FF8-DD67-D1D6-5FA1C38C8686}"/>
                  </a:ext>
                </a:extLst>
              </p:cNvPr>
              <p:cNvSpPr>
                <a:spLocks noChangeArrowheads="1"/>
              </p:cNvSpPr>
              <p:nvPr/>
            </p:nvSpPr>
            <p:spPr bwMode="auto">
              <a:xfrm>
                <a:off x="1050" y="89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65466" name="Rectangle 186">
                <a:extLst>
                  <a:ext uri="{FF2B5EF4-FFF2-40B4-BE49-F238E27FC236}">
                    <a16:creationId xmlns:a16="http://schemas.microsoft.com/office/drawing/2014/main" id="{E817FE2D-48D9-6962-AD9D-CB51C96A6424}"/>
                  </a:ext>
                </a:extLst>
              </p:cNvPr>
              <p:cNvSpPr>
                <a:spLocks noChangeArrowheads="1"/>
              </p:cNvSpPr>
              <p:nvPr/>
            </p:nvSpPr>
            <p:spPr bwMode="auto">
              <a:xfrm>
                <a:off x="957" y="89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L</a:t>
                </a:r>
                <a:endParaRPr lang="en-US" altLang="es-ES" sz="4000"/>
              </a:p>
            </p:txBody>
          </p:sp>
          <p:sp>
            <p:nvSpPr>
              <p:cNvPr id="865467" name="Rectangle 187">
                <a:extLst>
                  <a:ext uri="{FF2B5EF4-FFF2-40B4-BE49-F238E27FC236}">
                    <a16:creationId xmlns:a16="http://schemas.microsoft.com/office/drawing/2014/main" id="{0C6F84AC-55E9-16FC-18F1-1FCB710F033E}"/>
                  </a:ext>
                </a:extLst>
              </p:cNvPr>
              <p:cNvSpPr>
                <a:spLocks noChangeArrowheads="1"/>
              </p:cNvSpPr>
              <p:nvPr/>
            </p:nvSpPr>
            <p:spPr bwMode="auto">
              <a:xfrm>
                <a:off x="960" y="809"/>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a:t>
                </a:r>
                <a:endParaRPr lang="en-US" altLang="es-ES" sz="4000"/>
              </a:p>
            </p:txBody>
          </p:sp>
          <p:sp>
            <p:nvSpPr>
              <p:cNvPr id="865468" name="Rectangle 188">
                <a:extLst>
                  <a:ext uri="{FF2B5EF4-FFF2-40B4-BE49-F238E27FC236}">
                    <a16:creationId xmlns:a16="http://schemas.microsoft.com/office/drawing/2014/main" id="{01341CE6-244F-EA8D-52BD-B4ACA9E402CA}"/>
                  </a:ext>
                </a:extLst>
              </p:cNvPr>
              <p:cNvSpPr>
                <a:spLocks noChangeArrowheads="1"/>
              </p:cNvSpPr>
              <p:nvPr/>
            </p:nvSpPr>
            <p:spPr bwMode="auto">
              <a:xfrm>
                <a:off x="1145" y="80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65469" name="Rectangle 189">
                <a:extLst>
                  <a:ext uri="{FF2B5EF4-FFF2-40B4-BE49-F238E27FC236}">
                    <a16:creationId xmlns:a16="http://schemas.microsoft.com/office/drawing/2014/main" id="{2DD326B4-BB45-7998-AB3D-774B97CF31B5}"/>
                  </a:ext>
                </a:extLst>
              </p:cNvPr>
              <p:cNvSpPr>
                <a:spLocks noChangeArrowheads="1"/>
              </p:cNvSpPr>
              <p:nvPr/>
            </p:nvSpPr>
            <p:spPr bwMode="auto">
              <a:xfrm>
                <a:off x="1145" y="89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a:t>
                </a:r>
                <a:endParaRPr lang="en-US" altLang="es-ES" sz="4000"/>
              </a:p>
            </p:txBody>
          </p:sp>
          <p:sp>
            <p:nvSpPr>
              <p:cNvPr id="865470" name="Rectangle 190">
                <a:extLst>
                  <a:ext uri="{FF2B5EF4-FFF2-40B4-BE49-F238E27FC236}">
                    <a16:creationId xmlns:a16="http://schemas.microsoft.com/office/drawing/2014/main" id="{776301B4-1F4F-A203-AABF-3BCDB464647E}"/>
                  </a:ext>
                </a:extLst>
              </p:cNvPr>
              <p:cNvSpPr>
                <a:spLocks noChangeArrowheads="1"/>
              </p:cNvSpPr>
              <p:nvPr/>
            </p:nvSpPr>
            <p:spPr bwMode="auto">
              <a:xfrm>
                <a:off x="2104" y="144"/>
                <a:ext cx="80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IR(8:6) || IR(2:0)</a:t>
                </a:r>
                <a:endParaRPr lang="en-US" altLang="es-ES" sz="4000"/>
              </a:p>
            </p:txBody>
          </p:sp>
          <p:sp>
            <p:nvSpPr>
              <p:cNvPr id="865471" name="Rectangle 191">
                <a:extLst>
                  <a:ext uri="{FF2B5EF4-FFF2-40B4-BE49-F238E27FC236}">
                    <a16:creationId xmlns:a16="http://schemas.microsoft.com/office/drawing/2014/main" id="{40E3900D-2D84-2D32-923B-70365A5447A8}"/>
                  </a:ext>
                </a:extLst>
              </p:cNvPr>
              <p:cNvSpPr>
                <a:spLocks noChangeArrowheads="1"/>
              </p:cNvSpPr>
              <p:nvPr/>
            </p:nvSpPr>
            <p:spPr bwMode="auto">
              <a:xfrm>
                <a:off x="1413" y="397"/>
                <a:ext cx="524" cy="134"/>
              </a:xfrm>
              <a:prstGeom prst="rect">
                <a:avLst/>
              </a:prstGeom>
              <a:solidFill>
                <a:srgbClr val="CCECF4"/>
              </a:solidFill>
              <a:ln w="19050">
                <a:solidFill>
                  <a:srgbClr val="00A0C6"/>
                </a:solidFill>
                <a:miter lim="800000"/>
                <a:headEnd/>
                <a:tailEnd/>
              </a:ln>
            </p:spPr>
            <p:txBody>
              <a:bodyPr/>
              <a:lstStyle/>
              <a:p>
                <a:endParaRPr lang="es-ES"/>
              </a:p>
            </p:txBody>
          </p:sp>
          <p:sp>
            <p:nvSpPr>
              <p:cNvPr id="865472" name="Rectangle 192">
                <a:extLst>
                  <a:ext uri="{FF2B5EF4-FFF2-40B4-BE49-F238E27FC236}">
                    <a16:creationId xmlns:a16="http://schemas.microsoft.com/office/drawing/2014/main" id="{404ADA64-2694-CC16-56F7-DDAB26DF4C18}"/>
                  </a:ext>
                </a:extLst>
              </p:cNvPr>
              <p:cNvSpPr>
                <a:spLocks noChangeArrowheads="1"/>
              </p:cNvSpPr>
              <p:nvPr/>
            </p:nvSpPr>
            <p:spPr bwMode="auto">
              <a:xfrm>
                <a:off x="1611" y="400"/>
                <a:ext cx="14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PC</a:t>
                </a:r>
                <a:endParaRPr lang="en-US" altLang="es-ES" sz="4000"/>
              </a:p>
            </p:txBody>
          </p:sp>
          <p:sp>
            <p:nvSpPr>
              <p:cNvPr id="865473" name="Rectangle 193">
                <a:extLst>
                  <a:ext uri="{FF2B5EF4-FFF2-40B4-BE49-F238E27FC236}">
                    <a16:creationId xmlns:a16="http://schemas.microsoft.com/office/drawing/2014/main" id="{D68B2F92-D293-3B38-0B8F-D05413492C0C}"/>
                  </a:ext>
                </a:extLst>
              </p:cNvPr>
              <p:cNvSpPr>
                <a:spLocks noChangeArrowheads="1"/>
              </p:cNvSpPr>
              <p:nvPr/>
            </p:nvSpPr>
            <p:spPr bwMode="auto">
              <a:xfrm>
                <a:off x="1910" y="2713"/>
                <a:ext cx="5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A0C6"/>
                    </a:solidFill>
                  </a:rPr>
                  <a:t>CONTROL</a:t>
                </a:r>
                <a:endParaRPr lang="en-US" altLang="es-ES" sz="4000"/>
              </a:p>
            </p:txBody>
          </p:sp>
          <p:sp>
            <p:nvSpPr>
              <p:cNvPr id="865474" name="Oval 194">
                <a:extLst>
                  <a:ext uri="{FF2B5EF4-FFF2-40B4-BE49-F238E27FC236}">
                    <a16:creationId xmlns:a16="http://schemas.microsoft.com/office/drawing/2014/main" id="{4FEBE1B2-27A9-88C2-3BC1-92C17917F2D6}"/>
                  </a:ext>
                </a:extLst>
              </p:cNvPr>
              <p:cNvSpPr>
                <a:spLocks noChangeArrowheads="1"/>
              </p:cNvSpPr>
              <p:nvPr/>
            </p:nvSpPr>
            <p:spPr bwMode="auto">
              <a:xfrm>
                <a:off x="3341" y="2187"/>
                <a:ext cx="36" cy="3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grpSp>
        <p:sp>
          <p:nvSpPr>
            <p:cNvPr id="865475" name="Text Box 195">
              <a:extLst>
                <a:ext uri="{FF2B5EF4-FFF2-40B4-BE49-F238E27FC236}">
                  <a16:creationId xmlns:a16="http://schemas.microsoft.com/office/drawing/2014/main" id="{947466B7-97AE-C8C8-80C4-1483D44897D5}"/>
                </a:ext>
              </a:extLst>
            </p:cNvPr>
            <p:cNvSpPr txBox="1">
              <a:spLocks noChangeArrowheads="1"/>
            </p:cNvSpPr>
            <p:nvPr/>
          </p:nvSpPr>
          <p:spPr bwMode="auto">
            <a:xfrm>
              <a:off x="2518" y="386"/>
              <a:ext cx="28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2400" u="none" baseline="0"/>
                <a:t>Control Inputs and Paths for </a:t>
              </a:r>
              <a:r>
                <a:rPr lang="en-US" altLang="es-ES" sz="2400" u="none" baseline="0">
                  <a:solidFill>
                    <a:schemeClr val="accent2"/>
                  </a:solidFill>
                </a:rPr>
                <a:t>ADI</a:t>
              </a:r>
            </a:p>
          </p:txBody>
        </p:sp>
        <p:sp>
          <p:nvSpPr>
            <p:cNvPr id="865477" name="Text Box 197">
              <a:extLst>
                <a:ext uri="{FF2B5EF4-FFF2-40B4-BE49-F238E27FC236}">
                  <a16:creationId xmlns:a16="http://schemas.microsoft.com/office/drawing/2014/main" id="{89394B69-6C85-B6DD-E823-7133086D93C5}"/>
                </a:ext>
              </a:extLst>
            </p:cNvPr>
            <p:cNvSpPr txBox="1">
              <a:spLocks noChangeArrowheads="1"/>
            </p:cNvSpPr>
            <p:nvPr/>
          </p:nvSpPr>
          <p:spPr bwMode="auto">
            <a:xfrm>
              <a:off x="718" y="263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65478" name="Text Box 198">
              <a:extLst>
                <a:ext uri="{FF2B5EF4-FFF2-40B4-BE49-F238E27FC236}">
                  <a16:creationId xmlns:a16="http://schemas.microsoft.com/office/drawing/2014/main" id="{E4AFB2F0-668B-C0B2-A531-6BA18A6F9885}"/>
                </a:ext>
              </a:extLst>
            </p:cNvPr>
            <p:cNvSpPr txBox="1">
              <a:spLocks noChangeArrowheads="1"/>
            </p:cNvSpPr>
            <p:nvPr/>
          </p:nvSpPr>
          <p:spPr bwMode="auto">
            <a:xfrm>
              <a:off x="1158" y="26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65479" name="Text Box 199">
              <a:extLst>
                <a:ext uri="{FF2B5EF4-FFF2-40B4-BE49-F238E27FC236}">
                  <a16:creationId xmlns:a16="http://schemas.microsoft.com/office/drawing/2014/main" id="{144E7E9D-3500-FB3D-17C6-69239DD82461}"/>
                </a:ext>
              </a:extLst>
            </p:cNvPr>
            <p:cNvSpPr txBox="1">
              <a:spLocks noChangeArrowheads="1"/>
            </p:cNvSpPr>
            <p:nvPr/>
          </p:nvSpPr>
          <p:spPr bwMode="auto">
            <a:xfrm rot="-5400000">
              <a:off x="702" y="2784"/>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0 0 1 0</a:t>
              </a:r>
            </a:p>
          </p:txBody>
        </p:sp>
        <p:sp>
          <p:nvSpPr>
            <p:cNvPr id="865480" name="Text Box 200">
              <a:extLst>
                <a:ext uri="{FF2B5EF4-FFF2-40B4-BE49-F238E27FC236}">
                  <a16:creationId xmlns:a16="http://schemas.microsoft.com/office/drawing/2014/main" id="{E298AF17-6C72-53E3-7387-C4BED09808A8}"/>
                </a:ext>
              </a:extLst>
            </p:cNvPr>
            <p:cNvSpPr txBox="1">
              <a:spLocks noChangeArrowheads="1"/>
            </p:cNvSpPr>
            <p:nvPr/>
          </p:nvSpPr>
          <p:spPr bwMode="auto">
            <a:xfrm>
              <a:off x="1004" y="262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5481" name="Text Box 201">
              <a:extLst>
                <a:ext uri="{FF2B5EF4-FFF2-40B4-BE49-F238E27FC236}">
                  <a16:creationId xmlns:a16="http://schemas.microsoft.com/office/drawing/2014/main" id="{681B8DA9-F111-2A30-6203-420E802CF241}"/>
                </a:ext>
              </a:extLst>
            </p:cNvPr>
            <p:cNvSpPr txBox="1">
              <a:spLocks noChangeArrowheads="1"/>
            </p:cNvSpPr>
            <p:nvPr/>
          </p:nvSpPr>
          <p:spPr bwMode="auto">
            <a:xfrm>
              <a:off x="1448" y="26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5482" name="Text Box 202">
              <a:extLst>
                <a:ext uri="{FF2B5EF4-FFF2-40B4-BE49-F238E27FC236}">
                  <a16:creationId xmlns:a16="http://schemas.microsoft.com/office/drawing/2014/main" id="{A2D2864C-1BF4-10F6-096E-AEB94E94B4D6}"/>
                </a:ext>
              </a:extLst>
            </p:cNvPr>
            <p:cNvSpPr txBox="1">
              <a:spLocks noChangeArrowheads="1"/>
            </p:cNvSpPr>
            <p:nvPr/>
          </p:nvSpPr>
          <p:spPr bwMode="auto">
            <a:xfrm>
              <a:off x="1316" y="26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5483" name="Text Box 203">
              <a:extLst>
                <a:ext uri="{FF2B5EF4-FFF2-40B4-BE49-F238E27FC236}">
                  <a16:creationId xmlns:a16="http://schemas.microsoft.com/office/drawing/2014/main" id="{4270D928-180D-FC9B-525A-AC6A0E8BB01D}"/>
                </a:ext>
              </a:extLst>
            </p:cNvPr>
            <p:cNvSpPr txBox="1">
              <a:spLocks noChangeArrowheads="1"/>
            </p:cNvSpPr>
            <p:nvPr/>
          </p:nvSpPr>
          <p:spPr bwMode="auto">
            <a:xfrm>
              <a:off x="1590" y="263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5484" name="Text Box 204">
              <a:extLst>
                <a:ext uri="{FF2B5EF4-FFF2-40B4-BE49-F238E27FC236}">
                  <a16:creationId xmlns:a16="http://schemas.microsoft.com/office/drawing/2014/main" id="{3EF15685-B610-0220-05A5-3AE4D32306BC}"/>
                </a:ext>
              </a:extLst>
            </p:cNvPr>
            <p:cNvSpPr txBox="1">
              <a:spLocks noChangeArrowheads="1"/>
            </p:cNvSpPr>
            <p:nvPr/>
          </p:nvSpPr>
          <p:spPr bwMode="auto">
            <a:xfrm>
              <a:off x="1742" y="262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5486" name="Text Box 206">
              <a:extLst>
                <a:ext uri="{FF2B5EF4-FFF2-40B4-BE49-F238E27FC236}">
                  <a16:creationId xmlns:a16="http://schemas.microsoft.com/office/drawing/2014/main" id="{BD2840A1-0F3A-1824-55FF-E4FAB3762DCA}"/>
                </a:ext>
              </a:extLst>
            </p:cNvPr>
            <p:cNvSpPr txBox="1">
              <a:spLocks noChangeArrowheads="1"/>
            </p:cNvSpPr>
            <p:nvPr/>
          </p:nvSpPr>
          <p:spPr bwMode="auto">
            <a:xfrm>
              <a:off x="2110" y="2488"/>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0 0 1 0</a:t>
              </a:r>
            </a:p>
          </p:txBody>
        </p:sp>
        <p:sp>
          <p:nvSpPr>
            <p:cNvPr id="865487" name="Text Box 207">
              <a:extLst>
                <a:ext uri="{FF2B5EF4-FFF2-40B4-BE49-F238E27FC236}">
                  <a16:creationId xmlns:a16="http://schemas.microsoft.com/office/drawing/2014/main" id="{0F44E703-87A0-1228-6857-642A6DA7F204}"/>
                </a:ext>
              </a:extLst>
            </p:cNvPr>
            <p:cNvSpPr txBox="1">
              <a:spLocks noChangeArrowheads="1"/>
            </p:cNvSpPr>
            <p:nvPr/>
          </p:nvSpPr>
          <p:spPr bwMode="auto">
            <a:xfrm>
              <a:off x="3486" y="182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65488" name="Text Box 208">
              <a:extLst>
                <a:ext uri="{FF2B5EF4-FFF2-40B4-BE49-F238E27FC236}">
                  <a16:creationId xmlns:a16="http://schemas.microsoft.com/office/drawing/2014/main" id="{894F6ECF-74E3-B37D-0F0D-706241C19D50}"/>
                </a:ext>
              </a:extLst>
            </p:cNvPr>
            <p:cNvSpPr txBox="1">
              <a:spLocks noChangeArrowheads="1"/>
            </p:cNvSpPr>
            <p:nvPr/>
          </p:nvSpPr>
          <p:spPr bwMode="auto">
            <a:xfrm>
              <a:off x="2444" y="385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5489" name="Text Box 209">
              <a:extLst>
                <a:ext uri="{FF2B5EF4-FFF2-40B4-BE49-F238E27FC236}">
                  <a16:creationId xmlns:a16="http://schemas.microsoft.com/office/drawing/2014/main" id="{932AF778-5AFD-A0EF-E8A5-6A3414F1505C}"/>
                </a:ext>
              </a:extLst>
            </p:cNvPr>
            <p:cNvSpPr txBox="1">
              <a:spLocks noChangeArrowheads="1"/>
            </p:cNvSpPr>
            <p:nvPr/>
          </p:nvSpPr>
          <p:spPr bwMode="auto">
            <a:xfrm>
              <a:off x="2246" y="86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65490" name="Text Box 210">
              <a:extLst>
                <a:ext uri="{FF2B5EF4-FFF2-40B4-BE49-F238E27FC236}">
                  <a16:creationId xmlns:a16="http://schemas.microsoft.com/office/drawing/2014/main" id="{F6699F68-9D13-8E72-C87B-4FC82FD2BA22}"/>
                </a:ext>
              </a:extLst>
            </p:cNvPr>
            <p:cNvSpPr txBox="1">
              <a:spLocks noChangeArrowheads="1"/>
            </p:cNvSpPr>
            <p:nvPr/>
          </p:nvSpPr>
          <p:spPr bwMode="auto">
            <a:xfrm>
              <a:off x="3934" y="218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5491" name="Text Box 211">
              <a:extLst>
                <a:ext uri="{FF2B5EF4-FFF2-40B4-BE49-F238E27FC236}">
                  <a16:creationId xmlns:a16="http://schemas.microsoft.com/office/drawing/2014/main" id="{DDCE729A-6F63-D7C3-90FD-C33FE6601785}"/>
                </a:ext>
              </a:extLst>
            </p:cNvPr>
            <p:cNvSpPr txBox="1">
              <a:spLocks noChangeArrowheads="1"/>
            </p:cNvSpPr>
            <p:nvPr/>
          </p:nvSpPr>
          <p:spPr bwMode="auto">
            <a:xfrm>
              <a:off x="288" y="95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5492" name="Text Box 212">
              <a:extLst>
                <a:ext uri="{FF2B5EF4-FFF2-40B4-BE49-F238E27FC236}">
                  <a16:creationId xmlns:a16="http://schemas.microsoft.com/office/drawing/2014/main" id="{E4B1B5B9-91F5-2CA2-C36D-610A51F80C9E}"/>
                </a:ext>
              </a:extLst>
            </p:cNvPr>
            <p:cNvSpPr txBox="1">
              <a:spLocks noChangeArrowheads="1"/>
            </p:cNvSpPr>
            <p:nvPr/>
          </p:nvSpPr>
          <p:spPr bwMode="auto">
            <a:xfrm>
              <a:off x="382" y="95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5493" name="Text Box 213">
              <a:extLst>
                <a:ext uri="{FF2B5EF4-FFF2-40B4-BE49-F238E27FC236}">
                  <a16:creationId xmlns:a16="http://schemas.microsoft.com/office/drawing/2014/main" id="{5737DBD5-F2E0-8FC5-6D87-1EE9F6B6A5A4}"/>
                </a:ext>
              </a:extLst>
            </p:cNvPr>
            <p:cNvSpPr txBox="1">
              <a:spLocks noChangeArrowheads="1"/>
            </p:cNvSpPr>
            <p:nvPr/>
          </p:nvSpPr>
          <p:spPr bwMode="auto">
            <a:xfrm>
              <a:off x="494" y="95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5494" name="Text Box 214">
              <a:extLst>
                <a:ext uri="{FF2B5EF4-FFF2-40B4-BE49-F238E27FC236}">
                  <a16:creationId xmlns:a16="http://schemas.microsoft.com/office/drawing/2014/main" id="{80A60E08-9D7C-05D8-59ED-2858C58C3F07}"/>
                </a:ext>
              </a:extLst>
            </p:cNvPr>
            <p:cNvSpPr txBox="1">
              <a:spLocks noChangeArrowheads="1"/>
            </p:cNvSpPr>
            <p:nvPr/>
          </p:nvSpPr>
          <p:spPr bwMode="auto">
            <a:xfrm>
              <a:off x="2910" y="2580"/>
              <a:ext cx="28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u="none" baseline="0">
                  <a:solidFill>
                    <a:schemeClr val="accent2"/>
                  </a:solidFill>
                </a:rPr>
                <a:t>+</a:t>
              </a:r>
            </a:p>
          </p:txBody>
        </p:sp>
        <p:sp>
          <p:nvSpPr>
            <p:cNvPr id="865504" name="Freeform 224">
              <a:extLst>
                <a:ext uri="{FF2B5EF4-FFF2-40B4-BE49-F238E27FC236}">
                  <a16:creationId xmlns:a16="http://schemas.microsoft.com/office/drawing/2014/main" id="{E5AAF9C4-D625-6D5B-B060-22771C4D5129}"/>
                </a:ext>
              </a:extLst>
            </p:cNvPr>
            <p:cNvSpPr>
              <a:spLocks/>
            </p:cNvSpPr>
            <p:nvPr/>
          </p:nvSpPr>
          <p:spPr bwMode="auto">
            <a:xfrm>
              <a:off x="1012" y="1304"/>
              <a:ext cx="2301" cy="1432"/>
            </a:xfrm>
            <a:custGeom>
              <a:avLst/>
              <a:gdLst>
                <a:gd name="T0" fmla="*/ 60 w 2301"/>
                <a:gd name="T1" fmla="*/ 0 h 1432"/>
                <a:gd name="T2" fmla="*/ 60 w 2301"/>
                <a:gd name="T3" fmla="*/ 208 h 1432"/>
                <a:gd name="T4" fmla="*/ 140 w 2301"/>
                <a:gd name="T5" fmla="*/ 264 h 1432"/>
                <a:gd name="T6" fmla="*/ 900 w 2301"/>
                <a:gd name="T7" fmla="*/ 264 h 1432"/>
                <a:gd name="T8" fmla="*/ 1796 w 2301"/>
                <a:gd name="T9" fmla="*/ 264 h 1432"/>
                <a:gd name="T10" fmla="*/ 1884 w 2301"/>
                <a:gd name="T11" fmla="*/ 336 h 1432"/>
                <a:gd name="T12" fmla="*/ 1884 w 2301"/>
                <a:gd name="T13" fmla="*/ 512 h 1432"/>
                <a:gd name="T14" fmla="*/ 1948 w 2301"/>
                <a:gd name="T15" fmla="*/ 728 h 1432"/>
                <a:gd name="T16" fmla="*/ 1948 w 2301"/>
                <a:gd name="T17" fmla="*/ 1008 h 1432"/>
                <a:gd name="T18" fmla="*/ 2020 w 2301"/>
                <a:gd name="T19" fmla="*/ 1088 h 1432"/>
                <a:gd name="T20" fmla="*/ 2204 w 2301"/>
                <a:gd name="T21" fmla="*/ 1088 h 1432"/>
                <a:gd name="T22" fmla="*/ 2268 w 2301"/>
                <a:gd name="T23" fmla="*/ 1152 h 1432"/>
                <a:gd name="T24" fmla="*/ 2276 w 2301"/>
                <a:gd name="T25" fmla="*/ 1280 h 1432"/>
                <a:gd name="T26" fmla="*/ 2116 w 2301"/>
                <a:gd name="T27" fmla="*/ 1432 h 1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01" h="1432">
                  <a:moveTo>
                    <a:pt x="60" y="0"/>
                  </a:moveTo>
                  <a:cubicBezTo>
                    <a:pt x="54" y="82"/>
                    <a:pt x="47" y="164"/>
                    <a:pt x="60" y="208"/>
                  </a:cubicBezTo>
                  <a:cubicBezTo>
                    <a:pt x="73" y="252"/>
                    <a:pt x="0" y="255"/>
                    <a:pt x="140" y="264"/>
                  </a:cubicBezTo>
                  <a:cubicBezTo>
                    <a:pt x="280" y="273"/>
                    <a:pt x="624" y="264"/>
                    <a:pt x="900" y="264"/>
                  </a:cubicBezTo>
                  <a:cubicBezTo>
                    <a:pt x="1176" y="264"/>
                    <a:pt x="1632" y="252"/>
                    <a:pt x="1796" y="264"/>
                  </a:cubicBezTo>
                  <a:cubicBezTo>
                    <a:pt x="1960" y="276"/>
                    <a:pt x="1869" y="295"/>
                    <a:pt x="1884" y="336"/>
                  </a:cubicBezTo>
                  <a:cubicBezTo>
                    <a:pt x="1899" y="377"/>
                    <a:pt x="1873" y="447"/>
                    <a:pt x="1884" y="512"/>
                  </a:cubicBezTo>
                  <a:cubicBezTo>
                    <a:pt x="1895" y="577"/>
                    <a:pt x="1937" y="645"/>
                    <a:pt x="1948" y="728"/>
                  </a:cubicBezTo>
                  <a:cubicBezTo>
                    <a:pt x="1959" y="811"/>
                    <a:pt x="1936" y="948"/>
                    <a:pt x="1948" y="1008"/>
                  </a:cubicBezTo>
                  <a:cubicBezTo>
                    <a:pt x="1960" y="1068"/>
                    <a:pt x="1977" y="1075"/>
                    <a:pt x="2020" y="1088"/>
                  </a:cubicBezTo>
                  <a:cubicBezTo>
                    <a:pt x="2063" y="1101"/>
                    <a:pt x="2163" y="1077"/>
                    <a:pt x="2204" y="1088"/>
                  </a:cubicBezTo>
                  <a:cubicBezTo>
                    <a:pt x="2245" y="1099"/>
                    <a:pt x="2256" y="1120"/>
                    <a:pt x="2268" y="1152"/>
                  </a:cubicBezTo>
                  <a:cubicBezTo>
                    <a:pt x="2280" y="1184"/>
                    <a:pt x="2301" y="1233"/>
                    <a:pt x="2276" y="1280"/>
                  </a:cubicBezTo>
                  <a:cubicBezTo>
                    <a:pt x="2251" y="1327"/>
                    <a:pt x="2183" y="1379"/>
                    <a:pt x="2116" y="1432"/>
                  </a:cubicBezTo>
                </a:path>
              </a:pathLst>
            </a:custGeom>
            <a:noFill/>
            <a:ln w="38100"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65505" name="Freeform 225">
              <a:extLst>
                <a:ext uri="{FF2B5EF4-FFF2-40B4-BE49-F238E27FC236}">
                  <a16:creationId xmlns:a16="http://schemas.microsoft.com/office/drawing/2014/main" id="{B77F2E80-E05B-6570-6A94-3B16D6643612}"/>
                </a:ext>
              </a:extLst>
            </p:cNvPr>
            <p:cNvSpPr>
              <a:spLocks/>
            </p:cNvSpPr>
            <p:nvPr/>
          </p:nvSpPr>
          <p:spPr bwMode="auto">
            <a:xfrm>
              <a:off x="2744" y="1440"/>
              <a:ext cx="200" cy="1312"/>
            </a:xfrm>
            <a:custGeom>
              <a:avLst/>
              <a:gdLst>
                <a:gd name="T0" fmla="*/ 8 w 200"/>
                <a:gd name="T1" fmla="*/ 0 h 1312"/>
                <a:gd name="T2" fmla="*/ 8 w 200"/>
                <a:gd name="T3" fmla="*/ 656 h 1312"/>
                <a:gd name="T4" fmla="*/ 16 w 200"/>
                <a:gd name="T5" fmla="*/ 1144 h 1312"/>
                <a:gd name="T6" fmla="*/ 104 w 200"/>
                <a:gd name="T7" fmla="*/ 1264 h 1312"/>
                <a:gd name="T8" fmla="*/ 200 w 200"/>
                <a:gd name="T9" fmla="*/ 1312 h 1312"/>
              </a:gdLst>
              <a:ahLst/>
              <a:cxnLst>
                <a:cxn ang="0">
                  <a:pos x="T0" y="T1"/>
                </a:cxn>
                <a:cxn ang="0">
                  <a:pos x="T2" y="T3"/>
                </a:cxn>
                <a:cxn ang="0">
                  <a:pos x="T4" y="T5"/>
                </a:cxn>
                <a:cxn ang="0">
                  <a:pos x="T6" y="T7"/>
                </a:cxn>
                <a:cxn ang="0">
                  <a:pos x="T8" y="T9"/>
                </a:cxn>
              </a:cxnLst>
              <a:rect l="0" t="0" r="r" b="b"/>
              <a:pathLst>
                <a:path w="200" h="1312">
                  <a:moveTo>
                    <a:pt x="8" y="0"/>
                  </a:moveTo>
                  <a:cubicBezTo>
                    <a:pt x="8" y="109"/>
                    <a:pt x="7" y="465"/>
                    <a:pt x="8" y="656"/>
                  </a:cubicBezTo>
                  <a:cubicBezTo>
                    <a:pt x="9" y="847"/>
                    <a:pt x="0" y="1043"/>
                    <a:pt x="16" y="1144"/>
                  </a:cubicBezTo>
                  <a:cubicBezTo>
                    <a:pt x="31" y="1247"/>
                    <a:pt x="73" y="1236"/>
                    <a:pt x="104" y="1264"/>
                  </a:cubicBezTo>
                  <a:cubicBezTo>
                    <a:pt x="135" y="1292"/>
                    <a:pt x="180" y="1302"/>
                    <a:pt x="200" y="1312"/>
                  </a:cubicBezTo>
                </a:path>
              </a:pathLst>
            </a:custGeom>
            <a:noFill/>
            <a:ln w="38100"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65506" name="Freeform 226">
              <a:extLst>
                <a:ext uri="{FF2B5EF4-FFF2-40B4-BE49-F238E27FC236}">
                  <a16:creationId xmlns:a16="http://schemas.microsoft.com/office/drawing/2014/main" id="{972FC2D9-BE6E-AE76-F443-F560974DE2D0}"/>
                </a:ext>
              </a:extLst>
            </p:cNvPr>
            <p:cNvSpPr>
              <a:spLocks/>
            </p:cNvSpPr>
            <p:nvPr/>
          </p:nvSpPr>
          <p:spPr bwMode="auto">
            <a:xfrm>
              <a:off x="2236" y="856"/>
              <a:ext cx="877" cy="3308"/>
            </a:xfrm>
            <a:custGeom>
              <a:avLst/>
              <a:gdLst>
                <a:gd name="T0" fmla="*/ 796 w 877"/>
                <a:gd name="T1" fmla="*/ 2080 h 3308"/>
                <a:gd name="T2" fmla="*/ 780 w 877"/>
                <a:gd name="T3" fmla="*/ 2984 h 3308"/>
                <a:gd name="T4" fmla="*/ 852 w 877"/>
                <a:gd name="T5" fmla="*/ 3208 h 3308"/>
                <a:gd name="T6" fmla="*/ 756 w 877"/>
                <a:gd name="T7" fmla="*/ 3264 h 3308"/>
                <a:gd name="T8" fmla="*/ 124 w 877"/>
                <a:gd name="T9" fmla="*/ 3280 h 3308"/>
                <a:gd name="T10" fmla="*/ 12 w 877"/>
                <a:gd name="T11" fmla="*/ 3096 h 3308"/>
                <a:gd name="T12" fmla="*/ 20 w 877"/>
                <a:gd name="T13" fmla="*/ 152 h 3308"/>
                <a:gd name="T14" fmla="*/ 172 w 877"/>
                <a:gd name="T15" fmla="*/ 48 h 3308"/>
                <a:gd name="T16" fmla="*/ 516 w 877"/>
                <a:gd name="T17" fmla="*/ 48 h 3308"/>
                <a:gd name="T18" fmla="*/ 660 w 877"/>
                <a:gd name="T19" fmla="*/ 80 h 3308"/>
                <a:gd name="T20" fmla="*/ 660 w 877"/>
                <a:gd name="T21" fmla="*/ 360 h 3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7" h="3308">
                  <a:moveTo>
                    <a:pt x="796" y="2080"/>
                  </a:moveTo>
                  <a:cubicBezTo>
                    <a:pt x="783" y="2438"/>
                    <a:pt x="771" y="2796"/>
                    <a:pt x="780" y="2984"/>
                  </a:cubicBezTo>
                  <a:cubicBezTo>
                    <a:pt x="789" y="3172"/>
                    <a:pt x="856" y="3161"/>
                    <a:pt x="852" y="3208"/>
                  </a:cubicBezTo>
                  <a:cubicBezTo>
                    <a:pt x="848" y="3255"/>
                    <a:pt x="877" y="3252"/>
                    <a:pt x="756" y="3264"/>
                  </a:cubicBezTo>
                  <a:cubicBezTo>
                    <a:pt x="635" y="3276"/>
                    <a:pt x="248" y="3308"/>
                    <a:pt x="124" y="3280"/>
                  </a:cubicBezTo>
                  <a:cubicBezTo>
                    <a:pt x="0" y="3252"/>
                    <a:pt x="4" y="3256"/>
                    <a:pt x="12" y="3096"/>
                  </a:cubicBezTo>
                  <a:cubicBezTo>
                    <a:pt x="20" y="2936"/>
                    <a:pt x="28" y="304"/>
                    <a:pt x="20" y="152"/>
                  </a:cubicBezTo>
                  <a:cubicBezTo>
                    <a:pt x="12" y="0"/>
                    <a:pt x="90" y="65"/>
                    <a:pt x="172" y="48"/>
                  </a:cubicBezTo>
                  <a:cubicBezTo>
                    <a:pt x="254" y="31"/>
                    <a:pt x="435" y="43"/>
                    <a:pt x="516" y="48"/>
                  </a:cubicBezTo>
                  <a:cubicBezTo>
                    <a:pt x="597" y="53"/>
                    <a:pt x="636" y="28"/>
                    <a:pt x="660" y="80"/>
                  </a:cubicBezTo>
                  <a:cubicBezTo>
                    <a:pt x="684" y="132"/>
                    <a:pt x="672" y="246"/>
                    <a:pt x="660" y="360"/>
                  </a:cubicBezTo>
                </a:path>
              </a:pathLst>
            </a:custGeom>
            <a:noFill/>
            <a:ln w="38100"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65507" name="Text Box 227">
              <a:extLst>
                <a:ext uri="{FF2B5EF4-FFF2-40B4-BE49-F238E27FC236}">
                  <a16:creationId xmlns:a16="http://schemas.microsoft.com/office/drawing/2014/main" id="{B5140EB6-E9AC-26E8-DC5B-01EA29A71DC2}"/>
                </a:ext>
              </a:extLst>
            </p:cNvPr>
            <p:cNvSpPr txBox="1">
              <a:spLocks noChangeArrowheads="1"/>
            </p:cNvSpPr>
            <p:nvPr/>
          </p:nvSpPr>
          <p:spPr bwMode="auto">
            <a:xfrm>
              <a:off x="4366" y="2176"/>
              <a:ext cx="6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No Write</a:t>
              </a:r>
            </a:p>
          </p:txBody>
        </p:sp>
        <p:sp>
          <p:nvSpPr>
            <p:cNvPr id="865508" name="Line 228">
              <a:extLst>
                <a:ext uri="{FF2B5EF4-FFF2-40B4-BE49-F238E27FC236}">
                  <a16:creationId xmlns:a16="http://schemas.microsoft.com/office/drawing/2014/main" id="{3D6DF0DB-6E50-104E-009F-52E344AC16A2}"/>
                </a:ext>
              </a:extLst>
            </p:cNvPr>
            <p:cNvSpPr>
              <a:spLocks noChangeShapeType="1"/>
            </p:cNvSpPr>
            <p:nvPr/>
          </p:nvSpPr>
          <p:spPr bwMode="auto">
            <a:xfrm flipV="1">
              <a:off x="4080" y="2288"/>
              <a:ext cx="312" cy="8"/>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65510" name="Text Box 230">
              <a:extLst>
                <a:ext uri="{FF2B5EF4-FFF2-40B4-BE49-F238E27FC236}">
                  <a16:creationId xmlns:a16="http://schemas.microsoft.com/office/drawing/2014/main" id="{6034281D-CE4B-88A5-EC3F-97E139B7B94B}"/>
                </a:ext>
              </a:extLst>
            </p:cNvPr>
            <p:cNvSpPr txBox="1">
              <a:spLocks noChangeArrowheads="1"/>
            </p:cNvSpPr>
            <p:nvPr/>
          </p:nvSpPr>
          <p:spPr bwMode="auto">
            <a:xfrm>
              <a:off x="286" y="1248"/>
              <a:ext cx="79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Increment </a:t>
              </a:r>
              <a:br>
                <a:rPr lang="en-US" altLang="es-ES" sz="1800" u="none" baseline="0">
                  <a:solidFill>
                    <a:schemeClr val="accent2"/>
                  </a:solidFill>
                </a:rPr>
              </a:br>
              <a:r>
                <a:rPr lang="en-US" altLang="es-ES" sz="1800" u="none" baseline="0">
                  <a:solidFill>
                    <a:schemeClr val="accent2"/>
                  </a:solidFill>
                </a:rPr>
                <a:t>PC</a:t>
              </a:r>
            </a:p>
          </p:txBody>
        </p:sp>
        <p:sp>
          <p:nvSpPr>
            <p:cNvPr id="865511" name="Line 231">
              <a:extLst>
                <a:ext uri="{FF2B5EF4-FFF2-40B4-BE49-F238E27FC236}">
                  <a16:creationId xmlns:a16="http://schemas.microsoft.com/office/drawing/2014/main" id="{B95873B0-243F-EED3-1700-F8AA9583F447}"/>
                </a:ext>
              </a:extLst>
            </p:cNvPr>
            <p:cNvSpPr>
              <a:spLocks noChangeShapeType="1"/>
            </p:cNvSpPr>
            <p:nvPr/>
          </p:nvSpPr>
          <p:spPr bwMode="auto">
            <a:xfrm>
              <a:off x="372" y="1152"/>
              <a:ext cx="3" cy="138"/>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293164EE-DBD8-B9ED-6395-318453CF33E2}"/>
              </a:ext>
            </a:extLst>
          </p:cNvPr>
          <p:cNvSpPr>
            <a:spLocks noGrp="1"/>
          </p:cNvSpPr>
          <p:nvPr>
            <p:ph type="sldNum" sz="quarter" idx="10"/>
          </p:nvPr>
        </p:nvSpPr>
        <p:spPr/>
        <p:txBody>
          <a:bodyPr/>
          <a:lstStyle/>
          <a:p>
            <a:r>
              <a:rPr lang="en-US" altLang="es-ES"/>
              <a:t>Chapter 9  Part 2   </a:t>
            </a:r>
            <a:fld id="{A72B3CF5-E627-498A-B0B5-297C2A7B6350}" type="slidenum">
              <a:rPr lang="en-US" altLang="es-ES"/>
              <a:pPr/>
              <a:t>27</a:t>
            </a:fld>
            <a:endParaRPr lang="en-US" altLang="es-ES"/>
          </a:p>
        </p:txBody>
      </p:sp>
      <p:sp>
        <p:nvSpPr>
          <p:cNvPr id="872450" name="Rectangle 2">
            <a:extLst>
              <a:ext uri="{FF2B5EF4-FFF2-40B4-BE49-F238E27FC236}">
                <a16:creationId xmlns:a16="http://schemas.microsoft.com/office/drawing/2014/main" id="{7EE72E03-178A-B483-9EAF-10930FA7FDE9}"/>
              </a:ext>
            </a:extLst>
          </p:cNvPr>
          <p:cNvSpPr>
            <a:spLocks noGrp="1" noChangeArrowheads="1"/>
          </p:cNvSpPr>
          <p:nvPr>
            <p:ph type="title"/>
          </p:nvPr>
        </p:nvSpPr>
        <p:spPr/>
        <p:txBody>
          <a:bodyPr/>
          <a:lstStyle/>
          <a:p>
            <a:r>
              <a:rPr lang="en-US" altLang="es-ES"/>
              <a:t>Decoding for </a:t>
            </a:r>
            <a:r>
              <a:rPr lang="en-US" altLang="es-ES">
                <a:solidFill>
                  <a:schemeClr val="accent2"/>
                </a:solidFill>
              </a:rPr>
              <a:t>LD</a:t>
            </a:r>
          </a:p>
        </p:txBody>
      </p:sp>
      <p:grpSp>
        <p:nvGrpSpPr>
          <p:cNvPr id="872565" name="Group 117">
            <a:extLst>
              <a:ext uri="{FF2B5EF4-FFF2-40B4-BE49-F238E27FC236}">
                <a16:creationId xmlns:a16="http://schemas.microsoft.com/office/drawing/2014/main" id="{71F68E0F-9C6E-7CFC-414D-AE1BDFB1B042}"/>
              </a:ext>
            </a:extLst>
          </p:cNvPr>
          <p:cNvGrpSpPr>
            <a:grpSpLocks/>
          </p:cNvGrpSpPr>
          <p:nvPr/>
        </p:nvGrpSpPr>
        <p:grpSpPr bwMode="auto">
          <a:xfrm>
            <a:off x="2144713" y="1425575"/>
            <a:ext cx="4973637" cy="4910138"/>
            <a:chOff x="1351" y="898"/>
            <a:chExt cx="3133" cy="3093"/>
          </a:xfrm>
        </p:grpSpPr>
        <p:grpSp>
          <p:nvGrpSpPr>
            <p:cNvPr id="872451" name="Group 3">
              <a:extLst>
                <a:ext uri="{FF2B5EF4-FFF2-40B4-BE49-F238E27FC236}">
                  <a16:creationId xmlns:a16="http://schemas.microsoft.com/office/drawing/2014/main" id="{84172AFF-D186-49AA-7BAE-405E23B979FB}"/>
                </a:ext>
              </a:extLst>
            </p:cNvPr>
            <p:cNvGrpSpPr>
              <a:grpSpLocks/>
            </p:cNvGrpSpPr>
            <p:nvPr/>
          </p:nvGrpSpPr>
          <p:grpSpPr bwMode="auto">
            <a:xfrm>
              <a:off x="1351" y="898"/>
              <a:ext cx="3133" cy="3093"/>
              <a:chOff x="1767" y="1202"/>
              <a:chExt cx="3133" cy="3093"/>
            </a:xfrm>
          </p:grpSpPr>
          <p:sp>
            <p:nvSpPr>
              <p:cNvPr id="872452" name="Line 4">
                <a:extLst>
                  <a:ext uri="{FF2B5EF4-FFF2-40B4-BE49-F238E27FC236}">
                    <a16:creationId xmlns:a16="http://schemas.microsoft.com/office/drawing/2014/main" id="{9F07E4E4-2A94-11B4-D6B0-660E3E775439}"/>
                  </a:ext>
                </a:extLst>
              </p:cNvPr>
              <p:cNvSpPr>
                <a:spLocks noChangeShapeType="1"/>
              </p:cNvSpPr>
              <p:nvPr/>
            </p:nvSpPr>
            <p:spPr bwMode="auto">
              <a:xfrm>
                <a:off x="3141" y="1316"/>
                <a:ext cx="1" cy="343"/>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53" name="Line 5">
                <a:extLst>
                  <a:ext uri="{FF2B5EF4-FFF2-40B4-BE49-F238E27FC236}">
                    <a16:creationId xmlns:a16="http://schemas.microsoft.com/office/drawing/2014/main" id="{9722BEE2-60A3-E092-B99B-28662879AC41}"/>
                  </a:ext>
                </a:extLst>
              </p:cNvPr>
              <p:cNvSpPr>
                <a:spLocks noChangeShapeType="1"/>
              </p:cNvSpPr>
              <p:nvPr/>
            </p:nvSpPr>
            <p:spPr bwMode="auto">
              <a:xfrm>
                <a:off x="3585" y="1316"/>
                <a:ext cx="1" cy="343"/>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54" name="Line 6">
                <a:extLst>
                  <a:ext uri="{FF2B5EF4-FFF2-40B4-BE49-F238E27FC236}">
                    <a16:creationId xmlns:a16="http://schemas.microsoft.com/office/drawing/2014/main" id="{F0FEA52E-577F-3C34-4E2E-6D65E0EDDD29}"/>
                  </a:ext>
                </a:extLst>
              </p:cNvPr>
              <p:cNvSpPr>
                <a:spLocks noChangeShapeType="1"/>
              </p:cNvSpPr>
              <p:nvPr/>
            </p:nvSpPr>
            <p:spPr bwMode="auto">
              <a:xfrm>
                <a:off x="4028" y="1316"/>
                <a:ext cx="1" cy="343"/>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55" name="Freeform 7">
                <a:extLst>
                  <a:ext uri="{FF2B5EF4-FFF2-40B4-BE49-F238E27FC236}">
                    <a16:creationId xmlns:a16="http://schemas.microsoft.com/office/drawing/2014/main" id="{641FCB24-6AAC-841D-11C2-56F6C6F803BC}"/>
                  </a:ext>
                </a:extLst>
              </p:cNvPr>
              <p:cNvSpPr>
                <a:spLocks/>
              </p:cNvSpPr>
              <p:nvPr/>
            </p:nvSpPr>
            <p:spPr bwMode="auto">
              <a:xfrm>
                <a:off x="2750" y="1659"/>
                <a:ext cx="1498" cy="2022"/>
              </a:xfrm>
              <a:custGeom>
                <a:avLst/>
                <a:gdLst>
                  <a:gd name="T0" fmla="*/ 1483 w 1483"/>
                  <a:gd name="T1" fmla="*/ 0 h 1969"/>
                  <a:gd name="T2" fmla="*/ 1483 w 1483"/>
                  <a:gd name="T3" fmla="*/ 366 h 1969"/>
                  <a:gd name="T4" fmla="*/ 0 w 1483"/>
                  <a:gd name="T5" fmla="*/ 366 h 1969"/>
                  <a:gd name="T6" fmla="*/ 0 w 1483"/>
                  <a:gd name="T7" fmla="*/ 1969 h 1969"/>
                </a:gdLst>
                <a:ahLst/>
                <a:cxnLst>
                  <a:cxn ang="0">
                    <a:pos x="T0" y="T1"/>
                  </a:cxn>
                  <a:cxn ang="0">
                    <a:pos x="T2" y="T3"/>
                  </a:cxn>
                  <a:cxn ang="0">
                    <a:pos x="T4" y="T5"/>
                  </a:cxn>
                  <a:cxn ang="0">
                    <a:pos x="T6" y="T7"/>
                  </a:cxn>
                </a:cxnLst>
                <a:rect l="0" t="0" r="r" b="b"/>
                <a:pathLst>
                  <a:path w="1483" h="1969">
                    <a:moveTo>
                      <a:pt x="1483" y="0"/>
                    </a:moveTo>
                    <a:lnTo>
                      <a:pt x="1483" y="366"/>
                    </a:lnTo>
                    <a:lnTo>
                      <a:pt x="0" y="366"/>
                    </a:lnTo>
                    <a:lnTo>
                      <a:pt x="0" y="196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456" name="Freeform 8">
                <a:extLst>
                  <a:ext uri="{FF2B5EF4-FFF2-40B4-BE49-F238E27FC236}">
                    <a16:creationId xmlns:a16="http://schemas.microsoft.com/office/drawing/2014/main" id="{3FB72DF6-A5EB-D06B-B345-7100E74ADD6F}"/>
                  </a:ext>
                </a:extLst>
              </p:cNvPr>
              <p:cNvSpPr>
                <a:spLocks/>
              </p:cNvSpPr>
              <p:nvPr/>
            </p:nvSpPr>
            <p:spPr bwMode="auto">
              <a:xfrm>
                <a:off x="2369" y="1659"/>
                <a:ext cx="1435" cy="2022"/>
              </a:xfrm>
              <a:custGeom>
                <a:avLst/>
                <a:gdLst>
                  <a:gd name="T0" fmla="*/ 1420 w 1420"/>
                  <a:gd name="T1" fmla="*/ 0 h 1969"/>
                  <a:gd name="T2" fmla="*/ 1420 w 1420"/>
                  <a:gd name="T3" fmla="*/ 274 h 1969"/>
                  <a:gd name="T4" fmla="*/ 0 w 1420"/>
                  <a:gd name="T5" fmla="*/ 272 h 1969"/>
                  <a:gd name="T6" fmla="*/ 0 w 1420"/>
                  <a:gd name="T7" fmla="*/ 1969 h 1969"/>
                </a:gdLst>
                <a:ahLst/>
                <a:cxnLst>
                  <a:cxn ang="0">
                    <a:pos x="T0" y="T1"/>
                  </a:cxn>
                  <a:cxn ang="0">
                    <a:pos x="T2" y="T3"/>
                  </a:cxn>
                  <a:cxn ang="0">
                    <a:pos x="T4" y="T5"/>
                  </a:cxn>
                  <a:cxn ang="0">
                    <a:pos x="T6" y="T7"/>
                  </a:cxn>
                </a:cxnLst>
                <a:rect l="0" t="0" r="r" b="b"/>
                <a:pathLst>
                  <a:path w="1420" h="1969">
                    <a:moveTo>
                      <a:pt x="1420" y="0"/>
                    </a:moveTo>
                    <a:lnTo>
                      <a:pt x="1420" y="274"/>
                    </a:lnTo>
                    <a:lnTo>
                      <a:pt x="0" y="272"/>
                    </a:lnTo>
                    <a:lnTo>
                      <a:pt x="0" y="196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457" name="Freeform 9">
                <a:extLst>
                  <a:ext uri="{FF2B5EF4-FFF2-40B4-BE49-F238E27FC236}">
                    <a16:creationId xmlns:a16="http://schemas.microsoft.com/office/drawing/2014/main" id="{1C24EB54-6063-1D9C-9431-C42CDFF23DF0}"/>
                  </a:ext>
                </a:extLst>
              </p:cNvPr>
              <p:cNvSpPr>
                <a:spLocks/>
              </p:cNvSpPr>
              <p:nvPr/>
            </p:nvSpPr>
            <p:spPr bwMode="auto">
              <a:xfrm>
                <a:off x="1956" y="1659"/>
                <a:ext cx="1405" cy="2022"/>
              </a:xfrm>
              <a:custGeom>
                <a:avLst/>
                <a:gdLst>
                  <a:gd name="T0" fmla="*/ 1391 w 1391"/>
                  <a:gd name="T1" fmla="*/ 0 h 1969"/>
                  <a:gd name="T2" fmla="*/ 1391 w 1391"/>
                  <a:gd name="T3" fmla="*/ 172 h 1969"/>
                  <a:gd name="T4" fmla="*/ 0 w 1391"/>
                  <a:gd name="T5" fmla="*/ 172 h 1969"/>
                  <a:gd name="T6" fmla="*/ 0 w 1391"/>
                  <a:gd name="T7" fmla="*/ 1969 h 1969"/>
                </a:gdLst>
                <a:ahLst/>
                <a:cxnLst>
                  <a:cxn ang="0">
                    <a:pos x="T0" y="T1"/>
                  </a:cxn>
                  <a:cxn ang="0">
                    <a:pos x="T2" y="T3"/>
                  </a:cxn>
                  <a:cxn ang="0">
                    <a:pos x="T4" y="T5"/>
                  </a:cxn>
                  <a:cxn ang="0">
                    <a:pos x="T6" y="T7"/>
                  </a:cxn>
                </a:cxnLst>
                <a:rect l="0" t="0" r="r" b="b"/>
                <a:pathLst>
                  <a:path w="1391" h="1969">
                    <a:moveTo>
                      <a:pt x="1391" y="0"/>
                    </a:moveTo>
                    <a:lnTo>
                      <a:pt x="1391" y="172"/>
                    </a:lnTo>
                    <a:lnTo>
                      <a:pt x="0" y="172"/>
                    </a:lnTo>
                    <a:lnTo>
                      <a:pt x="0" y="196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458" name="Line 10">
                <a:extLst>
                  <a:ext uri="{FF2B5EF4-FFF2-40B4-BE49-F238E27FC236}">
                    <a16:creationId xmlns:a16="http://schemas.microsoft.com/office/drawing/2014/main" id="{BC46943C-B732-40C1-DF95-99BE54B2DC08}"/>
                  </a:ext>
                </a:extLst>
              </p:cNvPr>
              <p:cNvSpPr>
                <a:spLocks noChangeShapeType="1"/>
              </p:cNvSpPr>
              <p:nvPr/>
            </p:nvSpPr>
            <p:spPr bwMode="auto">
              <a:xfrm>
                <a:off x="2144"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59" name="Line 11">
                <a:extLst>
                  <a:ext uri="{FF2B5EF4-FFF2-40B4-BE49-F238E27FC236}">
                    <a16:creationId xmlns:a16="http://schemas.microsoft.com/office/drawing/2014/main" id="{768AF8C7-6610-F765-2BCE-D4459187065D}"/>
                  </a:ext>
                </a:extLst>
              </p:cNvPr>
              <p:cNvSpPr>
                <a:spLocks noChangeShapeType="1"/>
              </p:cNvSpPr>
              <p:nvPr/>
            </p:nvSpPr>
            <p:spPr bwMode="auto">
              <a:xfrm>
                <a:off x="2540"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60" name="Line 12">
                <a:extLst>
                  <a:ext uri="{FF2B5EF4-FFF2-40B4-BE49-F238E27FC236}">
                    <a16:creationId xmlns:a16="http://schemas.microsoft.com/office/drawing/2014/main" id="{F0E0678B-F7A9-FD8C-A2FC-21F705A95169}"/>
                  </a:ext>
                </a:extLst>
              </p:cNvPr>
              <p:cNvSpPr>
                <a:spLocks noChangeShapeType="1"/>
              </p:cNvSpPr>
              <p:nvPr/>
            </p:nvSpPr>
            <p:spPr bwMode="auto">
              <a:xfrm>
                <a:off x="2936"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61" name="Line 13">
                <a:extLst>
                  <a:ext uri="{FF2B5EF4-FFF2-40B4-BE49-F238E27FC236}">
                    <a16:creationId xmlns:a16="http://schemas.microsoft.com/office/drawing/2014/main" id="{4D6EE5B5-E0C1-53B6-6F44-F85A7993821D}"/>
                  </a:ext>
                </a:extLst>
              </p:cNvPr>
              <p:cNvSpPr>
                <a:spLocks noChangeShapeType="1"/>
              </p:cNvSpPr>
              <p:nvPr/>
            </p:nvSpPr>
            <p:spPr bwMode="auto">
              <a:xfrm>
                <a:off x="3127"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62" name="Line 14">
                <a:extLst>
                  <a:ext uri="{FF2B5EF4-FFF2-40B4-BE49-F238E27FC236}">
                    <a16:creationId xmlns:a16="http://schemas.microsoft.com/office/drawing/2014/main" id="{ABE923E3-D4C8-9035-5D9D-8DE104626DB0}"/>
                  </a:ext>
                </a:extLst>
              </p:cNvPr>
              <p:cNvSpPr>
                <a:spLocks noChangeShapeType="1"/>
              </p:cNvSpPr>
              <p:nvPr/>
            </p:nvSpPr>
            <p:spPr bwMode="auto">
              <a:xfrm>
                <a:off x="3584"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63" name="Line 15">
                <a:extLst>
                  <a:ext uri="{FF2B5EF4-FFF2-40B4-BE49-F238E27FC236}">
                    <a16:creationId xmlns:a16="http://schemas.microsoft.com/office/drawing/2014/main" id="{73B10243-1D3E-F3DE-021A-1F29BDDFCED4}"/>
                  </a:ext>
                </a:extLst>
              </p:cNvPr>
              <p:cNvSpPr>
                <a:spLocks noChangeShapeType="1"/>
              </p:cNvSpPr>
              <p:nvPr/>
            </p:nvSpPr>
            <p:spPr bwMode="auto">
              <a:xfrm>
                <a:off x="3804"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64" name="Line 16">
                <a:extLst>
                  <a:ext uri="{FF2B5EF4-FFF2-40B4-BE49-F238E27FC236}">
                    <a16:creationId xmlns:a16="http://schemas.microsoft.com/office/drawing/2014/main" id="{9CD744C6-7C78-A6A4-F356-03744974E4F2}"/>
                  </a:ext>
                </a:extLst>
              </p:cNvPr>
              <p:cNvSpPr>
                <a:spLocks noChangeShapeType="1"/>
              </p:cNvSpPr>
              <p:nvPr/>
            </p:nvSpPr>
            <p:spPr bwMode="auto">
              <a:xfrm>
                <a:off x="4023"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65" name="Line 17">
                <a:extLst>
                  <a:ext uri="{FF2B5EF4-FFF2-40B4-BE49-F238E27FC236}">
                    <a16:creationId xmlns:a16="http://schemas.microsoft.com/office/drawing/2014/main" id="{6301FEFA-5DEF-8942-1F73-25632AAA7CFE}"/>
                  </a:ext>
                </a:extLst>
              </p:cNvPr>
              <p:cNvSpPr>
                <a:spLocks noChangeShapeType="1"/>
              </p:cNvSpPr>
              <p:nvPr/>
            </p:nvSpPr>
            <p:spPr bwMode="auto">
              <a:xfrm>
                <a:off x="4242"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66" name="Line 18">
                <a:extLst>
                  <a:ext uri="{FF2B5EF4-FFF2-40B4-BE49-F238E27FC236}">
                    <a16:creationId xmlns:a16="http://schemas.microsoft.com/office/drawing/2014/main" id="{6F98A8B5-F9B9-04AB-9201-AF1AFAB1F201}"/>
                  </a:ext>
                </a:extLst>
              </p:cNvPr>
              <p:cNvSpPr>
                <a:spLocks noChangeShapeType="1"/>
              </p:cNvSpPr>
              <p:nvPr/>
            </p:nvSpPr>
            <p:spPr bwMode="auto">
              <a:xfrm>
                <a:off x="4463"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67" name="Line 19">
                <a:extLst>
                  <a:ext uri="{FF2B5EF4-FFF2-40B4-BE49-F238E27FC236}">
                    <a16:creationId xmlns:a16="http://schemas.microsoft.com/office/drawing/2014/main" id="{CC2BC1CE-93CD-4D89-F98E-DC3D923667AB}"/>
                  </a:ext>
                </a:extLst>
              </p:cNvPr>
              <p:cNvSpPr>
                <a:spLocks noChangeShapeType="1"/>
              </p:cNvSpPr>
              <p:nvPr/>
            </p:nvSpPr>
            <p:spPr bwMode="auto">
              <a:xfrm>
                <a:off x="4682"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68" name="Freeform 20">
                <a:extLst>
                  <a:ext uri="{FF2B5EF4-FFF2-40B4-BE49-F238E27FC236}">
                    <a16:creationId xmlns:a16="http://schemas.microsoft.com/office/drawing/2014/main" id="{1246F9E0-6C8A-B4CB-0E94-25D6D399A6E3}"/>
                  </a:ext>
                </a:extLst>
              </p:cNvPr>
              <p:cNvSpPr>
                <a:spLocks/>
              </p:cNvSpPr>
              <p:nvPr/>
            </p:nvSpPr>
            <p:spPr bwMode="auto">
              <a:xfrm>
                <a:off x="2430" y="1659"/>
                <a:ext cx="2141" cy="2022"/>
              </a:xfrm>
              <a:custGeom>
                <a:avLst/>
                <a:gdLst>
                  <a:gd name="T0" fmla="*/ 0 w 2119"/>
                  <a:gd name="T1" fmla="*/ 0 h 1969"/>
                  <a:gd name="T2" fmla="*/ 0 w 2119"/>
                  <a:gd name="T3" fmla="*/ 746 h 1969"/>
                  <a:gd name="T4" fmla="*/ 2119 w 2119"/>
                  <a:gd name="T5" fmla="*/ 746 h 1969"/>
                  <a:gd name="T6" fmla="*/ 2119 w 2119"/>
                  <a:gd name="T7" fmla="*/ 1969 h 1969"/>
                </a:gdLst>
                <a:ahLst/>
                <a:cxnLst>
                  <a:cxn ang="0">
                    <a:pos x="T0" y="T1"/>
                  </a:cxn>
                  <a:cxn ang="0">
                    <a:pos x="T2" y="T3"/>
                  </a:cxn>
                  <a:cxn ang="0">
                    <a:pos x="T4" y="T5"/>
                  </a:cxn>
                  <a:cxn ang="0">
                    <a:pos x="T6" y="T7"/>
                  </a:cxn>
                </a:cxnLst>
                <a:rect l="0" t="0" r="r" b="b"/>
                <a:pathLst>
                  <a:path w="2119" h="1969">
                    <a:moveTo>
                      <a:pt x="0" y="0"/>
                    </a:moveTo>
                    <a:lnTo>
                      <a:pt x="0" y="746"/>
                    </a:lnTo>
                    <a:lnTo>
                      <a:pt x="2119" y="746"/>
                    </a:lnTo>
                    <a:lnTo>
                      <a:pt x="2119"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469" name="Freeform 21">
                <a:extLst>
                  <a:ext uri="{FF2B5EF4-FFF2-40B4-BE49-F238E27FC236}">
                    <a16:creationId xmlns:a16="http://schemas.microsoft.com/office/drawing/2014/main" id="{464A5B4A-ED3A-E780-1FAC-8439F6A1E4B7}"/>
                  </a:ext>
                </a:extLst>
              </p:cNvPr>
              <p:cNvSpPr>
                <a:spLocks/>
              </p:cNvSpPr>
              <p:nvPr/>
            </p:nvSpPr>
            <p:spPr bwMode="auto">
              <a:xfrm>
                <a:off x="2578" y="1659"/>
                <a:ext cx="633" cy="2022"/>
              </a:xfrm>
              <a:custGeom>
                <a:avLst/>
                <a:gdLst>
                  <a:gd name="T0" fmla="*/ 0 w 626"/>
                  <a:gd name="T1" fmla="*/ 0 h 1969"/>
                  <a:gd name="T2" fmla="*/ 0 w 626"/>
                  <a:gd name="T3" fmla="*/ 653 h 1969"/>
                  <a:gd name="T4" fmla="*/ 626 w 626"/>
                  <a:gd name="T5" fmla="*/ 653 h 1969"/>
                  <a:gd name="T6" fmla="*/ 626 w 626"/>
                  <a:gd name="T7" fmla="*/ 1969 h 1969"/>
                </a:gdLst>
                <a:ahLst/>
                <a:cxnLst>
                  <a:cxn ang="0">
                    <a:pos x="T0" y="T1"/>
                  </a:cxn>
                  <a:cxn ang="0">
                    <a:pos x="T2" y="T3"/>
                  </a:cxn>
                  <a:cxn ang="0">
                    <a:pos x="T4" y="T5"/>
                  </a:cxn>
                  <a:cxn ang="0">
                    <a:pos x="T6" y="T7"/>
                  </a:cxn>
                </a:cxnLst>
                <a:rect l="0" t="0" r="r" b="b"/>
                <a:pathLst>
                  <a:path w="626" h="1969">
                    <a:moveTo>
                      <a:pt x="0" y="0"/>
                    </a:moveTo>
                    <a:lnTo>
                      <a:pt x="0" y="653"/>
                    </a:lnTo>
                    <a:lnTo>
                      <a:pt x="626" y="653"/>
                    </a:lnTo>
                    <a:lnTo>
                      <a:pt x="626"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470" name="Freeform 22">
                <a:extLst>
                  <a:ext uri="{FF2B5EF4-FFF2-40B4-BE49-F238E27FC236}">
                    <a16:creationId xmlns:a16="http://schemas.microsoft.com/office/drawing/2014/main" id="{FAA3840F-07D3-433E-8759-754B50DAB145}"/>
                  </a:ext>
                </a:extLst>
              </p:cNvPr>
              <p:cNvSpPr>
                <a:spLocks/>
              </p:cNvSpPr>
              <p:nvPr/>
            </p:nvSpPr>
            <p:spPr bwMode="auto">
              <a:xfrm>
                <a:off x="2740" y="1659"/>
                <a:ext cx="557" cy="2022"/>
              </a:xfrm>
              <a:custGeom>
                <a:avLst/>
                <a:gdLst>
                  <a:gd name="T0" fmla="*/ 0 w 551"/>
                  <a:gd name="T1" fmla="*/ 0 h 1969"/>
                  <a:gd name="T2" fmla="*/ 0 w 551"/>
                  <a:gd name="T3" fmla="*/ 91 h 1969"/>
                  <a:gd name="T4" fmla="*/ 71 w 551"/>
                  <a:gd name="T5" fmla="*/ 91 h 1969"/>
                  <a:gd name="T6" fmla="*/ 71 w 551"/>
                  <a:gd name="T7" fmla="*/ 566 h 1969"/>
                  <a:gd name="T8" fmla="*/ 551 w 551"/>
                  <a:gd name="T9" fmla="*/ 566 h 1969"/>
                  <a:gd name="T10" fmla="*/ 551 w 551"/>
                  <a:gd name="T11" fmla="*/ 1969 h 1969"/>
                </a:gdLst>
                <a:ahLst/>
                <a:cxnLst>
                  <a:cxn ang="0">
                    <a:pos x="T0" y="T1"/>
                  </a:cxn>
                  <a:cxn ang="0">
                    <a:pos x="T2" y="T3"/>
                  </a:cxn>
                  <a:cxn ang="0">
                    <a:pos x="T4" y="T5"/>
                  </a:cxn>
                  <a:cxn ang="0">
                    <a:pos x="T6" y="T7"/>
                  </a:cxn>
                  <a:cxn ang="0">
                    <a:pos x="T8" y="T9"/>
                  </a:cxn>
                  <a:cxn ang="0">
                    <a:pos x="T10" y="T11"/>
                  </a:cxn>
                </a:cxnLst>
                <a:rect l="0" t="0" r="r" b="b"/>
                <a:pathLst>
                  <a:path w="551" h="1969">
                    <a:moveTo>
                      <a:pt x="0" y="0"/>
                    </a:moveTo>
                    <a:lnTo>
                      <a:pt x="0" y="91"/>
                    </a:lnTo>
                    <a:lnTo>
                      <a:pt x="71" y="91"/>
                    </a:lnTo>
                    <a:lnTo>
                      <a:pt x="71" y="566"/>
                    </a:lnTo>
                    <a:lnTo>
                      <a:pt x="551" y="566"/>
                    </a:lnTo>
                    <a:lnTo>
                      <a:pt x="551"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471" name="Freeform 23">
                <a:extLst>
                  <a:ext uri="{FF2B5EF4-FFF2-40B4-BE49-F238E27FC236}">
                    <a16:creationId xmlns:a16="http://schemas.microsoft.com/office/drawing/2014/main" id="{938E251E-278C-8D90-5973-54C4DB3427AF}"/>
                  </a:ext>
                </a:extLst>
              </p:cNvPr>
              <p:cNvSpPr>
                <a:spLocks/>
              </p:cNvSpPr>
              <p:nvPr/>
            </p:nvSpPr>
            <p:spPr bwMode="auto">
              <a:xfrm>
                <a:off x="2921" y="1659"/>
                <a:ext cx="456" cy="2022"/>
              </a:xfrm>
              <a:custGeom>
                <a:avLst/>
                <a:gdLst>
                  <a:gd name="T0" fmla="*/ 0 w 452"/>
                  <a:gd name="T1" fmla="*/ 0 h 1969"/>
                  <a:gd name="T2" fmla="*/ 0 w 452"/>
                  <a:gd name="T3" fmla="*/ 493 h 1969"/>
                  <a:gd name="T4" fmla="*/ 452 w 452"/>
                  <a:gd name="T5" fmla="*/ 493 h 1969"/>
                  <a:gd name="T6" fmla="*/ 452 w 452"/>
                  <a:gd name="T7" fmla="*/ 1969 h 1969"/>
                </a:gdLst>
                <a:ahLst/>
                <a:cxnLst>
                  <a:cxn ang="0">
                    <a:pos x="T0" y="T1"/>
                  </a:cxn>
                  <a:cxn ang="0">
                    <a:pos x="T2" y="T3"/>
                  </a:cxn>
                  <a:cxn ang="0">
                    <a:pos x="T4" y="T5"/>
                  </a:cxn>
                  <a:cxn ang="0">
                    <a:pos x="T6" y="T7"/>
                  </a:cxn>
                </a:cxnLst>
                <a:rect l="0" t="0" r="r" b="b"/>
                <a:pathLst>
                  <a:path w="452" h="1969">
                    <a:moveTo>
                      <a:pt x="0" y="0"/>
                    </a:moveTo>
                    <a:lnTo>
                      <a:pt x="0" y="493"/>
                    </a:lnTo>
                    <a:lnTo>
                      <a:pt x="452" y="493"/>
                    </a:lnTo>
                    <a:lnTo>
                      <a:pt x="452"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472" name="Freeform 24">
                <a:extLst>
                  <a:ext uri="{FF2B5EF4-FFF2-40B4-BE49-F238E27FC236}">
                    <a16:creationId xmlns:a16="http://schemas.microsoft.com/office/drawing/2014/main" id="{89CBA55B-5C3C-089C-FFC3-859F46FB6E95}"/>
                  </a:ext>
                </a:extLst>
              </p:cNvPr>
              <p:cNvSpPr>
                <a:spLocks/>
              </p:cNvSpPr>
              <p:nvPr/>
            </p:nvSpPr>
            <p:spPr bwMode="auto">
              <a:xfrm>
                <a:off x="3046" y="1659"/>
                <a:ext cx="1746" cy="2018"/>
              </a:xfrm>
              <a:custGeom>
                <a:avLst/>
                <a:gdLst>
                  <a:gd name="T0" fmla="*/ 0 w 1728"/>
                  <a:gd name="T1" fmla="*/ 0 h 1966"/>
                  <a:gd name="T2" fmla="*/ 0 w 1728"/>
                  <a:gd name="T3" fmla="*/ 418 h 1966"/>
                  <a:gd name="T4" fmla="*/ 1728 w 1728"/>
                  <a:gd name="T5" fmla="*/ 418 h 1966"/>
                  <a:gd name="T6" fmla="*/ 1728 w 1728"/>
                  <a:gd name="T7" fmla="*/ 1966 h 1966"/>
                </a:gdLst>
                <a:ahLst/>
                <a:cxnLst>
                  <a:cxn ang="0">
                    <a:pos x="T0" y="T1"/>
                  </a:cxn>
                  <a:cxn ang="0">
                    <a:pos x="T2" y="T3"/>
                  </a:cxn>
                  <a:cxn ang="0">
                    <a:pos x="T4" y="T5"/>
                  </a:cxn>
                  <a:cxn ang="0">
                    <a:pos x="T6" y="T7"/>
                  </a:cxn>
                </a:cxnLst>
                <a:rect l="0" t="0" r="r" b="b"/>
                <a:pathLst>
                  <a:path w="1728" h="1966">
                    <a:moveTo>
                      <a:pt x="0" y="0"/>
                    </a:moveTo>
                    <a:lnTo>
                      <a:pt x="0" y="418"/>
                    </a:lnTo>
                    <a:lnTo>
                      <a:pt x="1728" y="418"/>
                    </a:lnTo>
                    <a:lnTo>
                      <a:pt x="1728" y="1966"/>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473" name="Line 25">
                <a:extLst>
                  <a:ext uri="{FF2B5EF4-FFF2-40B4-BE49-F238E27FC236}">
                    <a16:creationId xmlns:a16="http://schemas.microsoft.com/office/drawing/2014/main" id="{FEF7FFF3-7728-38FE-B296-74D4962707BE}"/>
                  </a:ext>
                </a:extLst>
              </p:cNvPr>
              <p:cNvSpPr>
                <a:spLocks noChangeShapeType="1"/>
              </p:cNvSpPr>
              <p:nvPr/>
            </p:nvSpPr>
            <p:spPr bwMode="auto">
              <a:xfrm>
                <a:off x="3445" y="2088"/>
                <a:ext cx="1" cy="11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74" name="Freeform 26">
                <a:extLst>
                  <a:ext uri="{FF2B5EF4-FFF2-40B4-BE49-F238E27FC236}">
                    <a16:creationId xmlns:a16="http://schemas.microsoft.com/office/drawing/2014/main" id="{E987835E-AA7C-6DD5-7B23-6BA57A09BC88}"/>
                  </a:ext>
                </a:extLst>
              </p:cNvPr>
              <p:cNvSpPr>
                <a:spLocks/>
              </p:cNvSpPr>
              <p:nvPr/>
            </p:nvSpPr>
            <p:spPr bwMode="auto">
              <a:xfrm>
                <a:off x="3560" y="2343"/>
                <a:ext cx="1123" cy="1338"/>
              </a:xfrm>
              <a:custGeom>
                <a:avLst/>
                <a:gdLst>
                  <a:gd name="T0" fmla="*/ 0 w 1111"/>
                  <a:gd name="T1" fmla="*/ 848 h 1303"/>
                  <a:gd name="T2" fmla="*/ 0 w 1111"/>
                  <a:gd name="T3" fmla="*/ 0 h 1303"/>
                  <a:gd name="T4" fmla="*/ 1111 w 1111"/>
                  <a:gd name="T5" fmla="*/ 0 h 1303"/>
                  <a:gd name="T6" fmla="*/ 1111 w 1111"/>
                  <a:gd name="T7" fmla="*/ 1149 h 1303"/>
                  <a:gd name="T8" fmla="*/ 784 w 1111"/>
                  <a:gd name="T9" fmla="*/ 1149 h 1303"/>
                  <a:gd name="T10" fmla="*/ 784 w 1111"/>
                  <a:gd name="T11" fmla="*/ 1303 h 1303"/>
                </a:gdLst>
                <a:ahLst/>
                <a:cxnLst>
                  <a:cxn ang="0">
                    <a:pos x="T0" y="T1"/>
                  </a:cxn>
                  <a:cxn ang="0">
                    <a:pos x="T2" y="T3"/>
                  </a:cxn>
                  <a:cxn ang="0">
                    <a:pos x="T4" y="T5"/>
                  </a:cxn>
                  <a:cxn ang="0">
                    <a:pos x="T6" y="T7"/>
                  </a:cxn>
                  <a:cxn ang="0">
                    <a:pos x="T8" y="T9"/>
                  </a:cxn>
                  <a:cxn ang="0">
                    <a:pos x="T10" y="T11"/>
                  </a:cxn>
                </a:cxnLst>
                <a:rect l="0" t="0" r="r" b="b"/>
                <a:pathLst>
                  <a:path w="1111" h="1303">
                    <a:moveTo>
                      <a:pt x="0" y="848"/>
                    </a:moveTo>
                    <a:lnTo>
                      <a:pt x="0" y="0"/>
                    </a:lnTo>
                    <a:lnTo>
                      <a:pt x="1111" y="0"/>
                    </a:lnTo>
                    <a:lnTo>
                      <a:pt x="1111" y="1149"/>
                    </a:lnTo>
                    <a:lnTo>
                      <a:pt x="784" y="1149"/>
                    </a:lnTo>
                    <a:lnTo>
                      <a:pt x="784" y="1303"/>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475" name="Line 27">
                <a:extLst>
                  <a:ext uri="{FF2B5EF4-FFF2-40B4-BE49-F238E27FC236}">
                    <a16:creationId xmlns:a16="http://schemas.microsoft.com/office/drawing/2014/main" id="{225ED0A1-591B-D9E1-D409-EA4569E8ED75}"/>
                  </a:ext>
                </a:extLst>
              </p:cNvPr>
              <p:cNvSpPr>
                <a:spLocks noChangeShapeType="1"/>
              </p:cNvSpPr>
              <p:nvPr/>
            </p:nvSpPr>
            <p:spPr bwMode="auto">
              <a:xfrm flipV="1">
                <a:off x="4133" y="3428"/>
                <a:ext cx="1" cy="253"/>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76" name="Line 28">
                <a:extLst>
                  <a:ext uri="{FF2B5EF4-FFF2-40B4-BE49-F238E27FC236}">
                    <a16:creationId xmlns:a16="http://schemas.microsoft.com/office/drawing/2014/main" id="{AC6CBFBC-3AFE-D3C1-BADD-4A9DBAA3478B}"/>
                  </a:ext>
                </a:extLst>
              </p:cNvPr>
              <p:cNvSpPr>
                <a:spLocks noChangeShapeType="1"/>
              </p:cNvSpPr>
              <p:nvPr/>
            </p:nvSpPr>
            <p:spPr bwMode="auto">
              <a:xfrm flipV="1">
                <a:off x="3501" y="3428"/>
                <a:ext cx="1" cy="253"/>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77" name="Line 29">
                <a:extLst>
                  <a:ext uri="{FF2B5EF4-FFF2-40B4-BE49-F238E27FC236}">
                    <a16:creationId xmlns:a16="http://schemas.microsoft.com/office/drawing/2014/main" id="{9BF6DEB1-82D4-4C30-C325-2E68E2C79FAC}"/>
                  </a:ext>
                </a:extLst>
              </p:cNvPr>
              <p:cNvSpPr>
                <a:spLocks noChangeShapeType="1"/>
              </p:cNvSpPr>
              <p:nvPr/>
            </p:nvSpPr>
            <p:spPr bwMode="auto">
              <a:xfrm>
                <a:off x="3913" y="2510"/>
                <a:ext cx="1" cy="117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78" name="Line 30">
                <a:extLst>
                  <a:ext uri="{FF2B5EF4-FFF2-40B4-BE49-F238E27FC236}">
                    <a16:creationId xmlns:a16="http://schemas.microsoft.com/office/drawing/2014/main" id="{A5592288-C500-E774-1819-2FF9F1386BC0}"/>
                  </a:ext>
                </a:extLst>
              </p:cNvPr>
              <p:cNvSpPr>
                <a:spLocks noChangeShapeType="1"/>
              </p:cNvSpPr>
              <p:nvPr/>
            </p:nvSpPr>
            <p:spPr bwMode="auto">
              <a:xfrm>
                <a:off x="3008" y="2591"/>
                <a:ext cx="1" cy="109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79" name="Line 31">
                <a:extLst>
                  <a:ext uri="{FF2B5EF4-FFF2-40B4-BE49-F238E27FC236}">
                    <a16:creationId xmlns:a16="http://schemas.microsoft.com/office/drawing/2014/main" id="{6D4EBC59-594C-C6C8-01A3-AB1888E616E8}"/>
                  </a:ext>
                </a:extLst>
              </p:cNvPr>
              <p:cNvSpPr>
                <a:spLocks noChangeShapeType="1"/>
              </p:cNvSpPr>
              <p:nvPr/>
            </p:nvSpPr>
            <p:spPr bwMode="auto">
              <a:xfrm>
                <a:off x="3694" y="2425"/>
                <a:ext cx="1" cy="1256"/>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80" name="Freeform 32">
                <a:extLst>
                  <a:ext uri="{FF2B5EF4-FFF2-40B4-BE49-F238E27FC236}">
                    <a16:creationId xmlns:a16="http://schemas.microsoft.com/office/drawing/2014/main" id="{C7AC33A3-344D-1118-E0B8-79BBC40FD5A9}"/>
                  </a:ext>
                </a:extLst>
              </p:cNvPr>
              <p:cNvSpPr>
                <a:spLocks/>
              </p:cNvSpPr>
              <p:nvPr/>
            </p:nvSpPr>
            <p:spPr bwMode="auto">
              <a:xfrm>
                <a:off x="3479" y="2699"/>
                <a:ext cx="159" cy="126"/>
              </a:xfrm>
              <a:custGeom>
                <a:avLst/>
                <a:gdLst>
                  <a:gd name="T0" fmla="*/ 157 w 157"/>
                  <a:gd name="T1" fmla="*/ 0 h 123"/>
                  <a:gd name="T2" fmla="*/ 0 w 157"/>
                  <a:gd name="T3" fmla="*/ 0 h 123"/>
                  <a:gd name="T4" fmla="*/ 80 w 157"/>
                  <a:gd name="T5" fmla="*/ 123 h 123"/>
                  <a:gd name="T6" fmla="*/ 157 w 157"/>
                  <a:gd name="T7" fmla="*/ 0 h 123"/>
                  <a:gd name="T8" fmla="*/ 157 w 157"/>
                  <a:gd name="T9" fmla="*/ 0 h 123"/>
                </a:gdLst>
                <a:ahLst/>
                <a:cxnLst>
                  <a:cxn ang="0">
                    <a:pos x="T0" y="T1"/>
                  </a:cxn>
                  <a:cxn ang="0">
                    <a:pos x="T2" y="T3"/>
                  </a:cxn>
                  <a:cxn ang="0">
                    <a:pos x="T4" y="T5"/>
                  </a:cxn>
                  <a:cxn ang="0">
                    <a:pos x="T6" y="T7"/>
                  </a:cxn>
                  <a:cxn ang="0">
                    <a:pos x="T8" y="T9"/>
                  </a:cxn>
                </a:cxnLst>
                <a:rect l="0" t="0" r="r" b="b"/>
                <a:pathLst>
                  <a:path w="157" h="123">
                    <a:moveTo>
                      <a:pt x="157" y="0"/>
                    </a:moveTo>
                    <a:lnTo>
                      <a:pt x="0" y="0"/>
                    </a:lnTo>
                    <a:lnTo>
                      <a:pt x="80" y="123"/>
                    </a:lnTo>
                    <a:lnTo>
                      <a:pt x="157" y="0"/>
                    </a:lnTo>
                    <a:lnTo>
                      <a:pt x="157" y="0"/>
                    </a:ln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72481" name="Freeform 33">
                <a:extLst>
                  <a:ext uri="{FF2B5EF4-FFF2-40B4-BE49-F238E27FC236}">
                    <a16:creationId xmlns:a16="http://schemas.microsoft.com/office/drawing/2014/main" id="{B44C5B36-ADAE-4911-843A-8CBB0F263BAA}"/>
                  </a:ext>
                </a:extLst>
              </p:cNvPr>
              <p:cNvSpPr>
                <a:spLocks/>
              </p:cNvSpPr>
              <p:nvPr/>
            </p:nvSpPr>
            <p:spPr bwMode="auto">
              <a:xfrm>
                <a:off x="3832" y="2699"/>
                <a:ext cx="159" cy="126"/>
              </a:xfrm>
              <a:custGeom>
                <a:avLst/>
                <a:gdLst>
                  <a:gd name="T0" fmla="*/ 157 w 157"/>
                  <a:gd name="T1" fmla="*/ 0 h 123"/>
                  <a:gd name="T2" fmla="*/ 0 w 157"/>
                  <a:gd name="T3" fmla="*/ 0 h 123"/>
                  <a:gd name="T4" fmla="*/ 80 w 157"/>
                  <a:gd name="T5" fmla="*/ 123 h 123"/>
                  <a:gd name="T6" fmla="*/ 157 w 157"/>
                  <a:gd name="T7" fmla="*/ 0 h 123"/>
                  <a:gd name="T8" fmla="*/ 157 w 157"/>
                  <a:gd name="T9" fmla="*/ 0 h 123"/>
                </a:gdLst>
                <a:ahLst/>
                <a:cxnLst>
                  <a:cxn ang="0">
                    <a:pos x="T0" y="T1"/>
                  </a:cxn>
                  <a:cxn ang="0">
                    <a:pos x="T2" y="T3"/>
                  </a:cxn>
                  <a:cxn ang="0">
                    <a:pos x="T4" y="T5"/>
                  </a:cxn>
                  <a:cxn ang="0">
                    <a:pos x="T6" y="T7"/>
                  </a:cxn>
                  <a:cxn ang="0">
                    <a:pos x="T8" y="T9"/>
                  </a:cxn>
                </a:cxnLst>
                <a:rect l="0" t="0" r="r" b="b"/>
                <a:pathLst>
                  <a:path w="157" h="123">
                    <a:moveTo>
                      <a:pt x="157" y="0"/>
                    </a:moveTo>
                    <a:lnTo>
                      <a:pt x="0" y="0"/>
                    </a:lnTo>
                    <a:lnTo>
                      <a:pt x="80" y="123"/>
                    </a:lnTo>
                    <a:lnTo>
                      <a:pt x="157" y="0"/>
                    </a:lnTo>
                    <a:lnTo>
                      <a:pt x="157" y="0"/>
                    </a:ln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72482" name="Freeform 34">
                <a:extLst>
                  <a:ext uri="{FF2B5EF4-FFF2-40B4-BE49-F238E27FC236}">
                    <a16:creationId xmlns:a16="http://schemas.microsoft.com/office/drawing/2014/main" id="{F64CC420-9F2C-214C-6C51-32787C561B14}"/>
                  </a:ext>
                </a:extLst>
              </p:cNvPr>
              <p:cNvSpPr>
                <a:spLocks/>
              </p:cNvSpPr>
              <p:nvPr/>
            </p:nvSpPr>
            <p:spPr bwMode="auto">
              <a:xfrm>
                <a:off x="2102" y="1659"/>
                <a:ext cx="2309" cy="1554"/>
              </a:xfrm>
              <a:custGeom>
                <a:avLst/>
                <a:gdLst>
                  <a:gd name="T0" fmla="*/ 0 w 2285"/>
                  <a:gd name="T1" fmla="*/ 0 h 1514"/>
                  <a:gd name="T2" fmla="*/ 0 w 2285"/>
                  <a:gd name="T3" fmla="*/ 908 h 1514"/>
                  <a:gd name="T4" fmla="*/ 2285 w 2285"/>
                  <a:gd name="T5" fmla="*/ 908 h 1514"/>
                  <a:gd name="T6" fmla="*/ 2285 w 2285"/>
                  <a:gd name="T7" fmla="*/ 1514 h 1514"/>
                </a:gdLst>
                <a:ahLst/>
                <a:cxnLst>
                  <a:cxn ang="0">
                    <a:pos x="T0" y="T1"/>
                  </a:cxn>
                  <a:cxn ang="0">
                    <a:pos x="T2" y="T3"/>
                  </a:cxn>
                  <a:cxn ang="0">
                    <a:pos x="T4" y="T5"/>
                  </a:cxn>
                  <a:cxn ang="0">
                    <a:pos x="T6" y="T7"/>
                  </a:cxn>
                </a:cxnLst>
                <a:rect l="0" t="0" r="r" b="b"/>
                <a:pathLst>
                  <a:path w="2285" h="1514">
                    <a:moveTo>
                      <a:pt x="0" y="0"/>
                    </a:moveTo>
                    <a:lnTo>
                      <a:pt x="0" y="908"/>
                    </a:lnTo>
                    <a:lnTo>
                      <a:pt x="2285" y="908"/>
                    </a:lnTo>
                    <a:lnTo>
                      <a:pt x="2285" y="1514"/>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483" name="Freeform 35">
                <a:extLst>
                  <a:ext uri="{FF2B5EF4-FFF2-40B4-BE49-F238E27FC236}">
                    <a16:creationId xmlns:a16="http://schemas.microsoft.com/office/drawing/2014/main" id="{6B6B2732-1072-F16E-84F1-5781733AA5EF}"/>
                  </a:ext>
                </a:extLst>
              </p:cNvPr>
              <p:cNvSpPr>
                <a:spLocks/>
              </p:cNvSpPr>
              <p:nvPr/>
            </p:nvSpPr>
            <p:spPr bwMode="auto">
              <a:xfrm>
                <a:off x="4266" y="3213"/>
                <a:ext cx="174" cy="215"/>
              </a:xfrm>
              <a:custGeom>
                <a:avLst/>
                <a:gdLst>
                  <a:gd name="T0" fmla="*/ 113 w 113"/>
                  <a:gd name="T1" fmla="*/ 0 h 136"/>
                  <a:gd name="T2" fmla="*/ 0 w 113"/>
                  <a:gd name="T3" fmla="*/ 0 h 136"/>
                  <a:gd name="T4" fmla="*/ 0 w 113"/>
                  <a:gd name="T5" fmla="*/ 79 h 136"/>
                  <a:gd name="T6" fmla="*/ 56 w 113"/>
                  <a:gd name="T7" fmla="*/ 136 h 136"/>
                  <a:gd name="T8" fmla="*/ 113 w 113"/>
                  <a:gd name="T9" fmla="*/ 80 h 136"/>
                  <a:gd name="T10" fmla="*/ 113 w 113"/>
                  <a:gd name="T11" fmla="*/ 0 h 136"/>
                </a:gdLst>
                <a:ahLst/>
                <a:cxnLst>
                  <a:cxn ang="0">
                    <a:pos x="T0" y="T1"/>
                  </a:cxn>
                  <a:cxn ang="0">
                    <a:pos x="T2" y="T3"/>
                  </a:cxn>
                  <a:cxn ang="0">
                    <a:pos x="T4" y="T5"/>
                  </a:cxn>
                  <a:cxn ang="0">
                    <a:pos x="T6" y="T7"/>
                  </a:cxn>
                  <a:cxn ang="0">
                    <a:pos x="T8" y="T9"/>
                  </a:cxn>
                  <a:cxn ang="0">
                    <a:pos x="T10" y="T11"/>
                  </a:cxn>
                </a:cxnLst>
                <a:rect l="0" t="0" r="r" b="b"/>
                <a:pathLst>
                  <a:path w="113" h="136">
                    <a:moveTo>
                      <a:pt x="113" y="0"/>
                    </a:moveTo>
                    <a:cubicBezTo>
                      <a:pt x="0" y="0"/>
                      <a:pt x="0" y="0"/>
                      <a:pt x="0" y="0"/>
                    </a:cubicBezTo>
                    <a:cubicBezTo>
                      <a:pt x="0" y="79"/>
                      <a:pt x="0" y="79"/>
                      <a:pt x="0" y="79"/>
                    </a:cubicBezTo>
                    <a:cubicBezTo>
                      <a:pt x="0" y="110"/>
                      <a:pt x="25" y="136"/>
                      <a:pt x="56" y="136"/>
                    </a:cubicBezTo>
                    <a:cubicBezTo>
                      <a:pt x="87" y="136"/>
                      <a:pt x="113" y="111"/>
                      <a:pt x="113" y="80"/>
                    </a:cubicBezTo>
                    <a:cubicBezTo>
                      <a:pt x="113" y="0"/>
                      <a:pt x="113" y="0"/>
                      <a:pt x="113" y="0"/>
                    </a:cubicBez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72484" name="Freeform 36">
                <a:extLst>
                  <a:ext uri="{FF2B5EF4-FFF2-40B4-BE49-F238E27FC236}">
                    <a16:creationId xmlns:a16="http://schemas.microsoft.com/office/drawing/2014/main" id="{E782DBA5-9258-4862-6DAA-03819FFB4EBA}"/>
                  </a:ext>
                </a:extLst>
              </p:cNvPr>
              <p:cNvSpPr>
                <a:spLocks/>
              </p:cNvSpPr>
              <p:nvPr/>
            </p:nvSpPr>
            <p:spPr bwMode="auto">
              <a:xfrm>
                <a:off x="4076" y="3043"/>
                <a:ext cx="220" cy="170"/>
              </a:xfrm>
              <a:custGeom>
                <a:avLst/>
                <a:gdLst>
                  <a:gd name="T0" fmla="*/ 0 w 218"/>
                  <a:gd name="T1" fmla="*/ 0 h 166"/>
                  <a:gd name="T2" fmla="*/ 218 w 218"/>
                  <a:gd name="T3" fmla="*/ 0 h 166"/>
                  <a:gd name="T4" fmla="*/ 218 w 218"/>
                  <a:gd name="T5" fmla="*/ 166 h 166"/>
                </a:gdLst>
                <a:ahLst/>
                <a:cxnLst>
                  <a:cxn ang="0">
                    <a:pos x="T0" y="T1"/>
                  </a:cxn>
                  <a:cxn ang="0">
                    <a:pos x="T2" y="T3"/>
                  </a:cxn>
                  <a:cxn ang="0">
                    <a:pos x="T4" y="T5"/>
                  </a:cxn>
                </a:cxnLst>
                <a:rect l="0" t="0" r="r" b="b"/>
                <a:pathLst>
                  <a:path w="218" h="166">
                    <a:moveTo>
                      <a:pt x="0" y="0"/>
                    </a:moveTo>
                    <a:lnTo>
                      <a:pt x="218" y="0"/>
                    </a:lnTo>
                    <a:lnTo>
                      <a:pt x="218" y="166"/>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485" name="Freeform 37">
                <a:extLst>
                  <a:ext uri="{FF2B5EF4-FFF2-40B4-BE49-F238E27FC236}">
                    <a16:creationId xmlns:a16="http://schemas.microsoft.com/office/drawing/2014/main" id="{FF3903A5-A805-0F0C-4776-903A6B1F5AA5}"/>
                  </a:ext>
                </a:extLst>
              </p:cNvPr>
              <p:cNvSpPr>
                <a:spLocks/>
              </p:cNvSpPr>
              <p:nvPr/>
            </p:nvSpPr>
            <p:spPr bwMode="auto">
              <a:xfrm>
                <a:off x="2268" y="1659"/>
                <a:ext cx="1808" cy="1554"/>
              </a:xfrm>
              <a:custGeom>
                <a:avLst/>
                <a:gdLst>
                  <a:gd name="T0" fmla="*/ 0 w 1789"/>
                  <a:gd name="T1" fmla="*/ 0 h 1514"/>
                  <a:gd name="T2" fmla="*/ 0 w 1789"/>
                  <a:gd name="T3" fmla="*/ 829 h 1514"/>
                  <a:gd name="T4" fmla="*/ 1789 w 1789"/>
                  <a:gd name="T5" fmla="*/ 829 h 1514"/>
                  <a:gd name="T6" fmla="*/ 1789 w 1789"/>
                  <a:gd name="T7" fmla="*/ 1514 h 1514"/>
                </a:gdLst>
                <a:ahLst/>
                <a:cxnLst>
                  <a:cxn ang="0">
                    <a:pos x="T0" y="T1"/>
                  </a:cxn>
                  <a:cxn ang="0">
                    <a:pos x="T2" y="T3"/>
                  </a:cxn>
                  <a:cxn ang="0">
                    <a:pos x="T4" y="T5"/>
                  </a:cxn>
                  <a:cxn ang="0">
                    <a:pos x="T6" y="T7"/>
                  </a:cxn>
                </a:cxnLst>
                <a:rect l="0" t="0" r="r" b="b"/>
                <a:pathLst>
                  <a:path w="1789" h="1514">
                    <a:moveTo>
                      <a:pt x="0" y="0"/>
                    </a:moveTo>
                    <a:lnTo>
                      <a:pt x="0" y="829"/>
                    </a:lnTo>
                    <a:lnTo>
                      <a:pt x="1789" y="829"/>
                    </a:lnTo>
                    <a:lnTo>
                      <a:pt x="1789" y="1514"/>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486" name="Freeform 38">
                <a:extLst>
                  <a:ext uri="{FF2B5EF4-FFF2-40B4-BE49-F238E27FC236}">
                    <a16:creationId xmlns:a16="http://schemas.microsoft.com/office/drawing/2014/main" id="{879EB0DA-3BB1-C22B-22F9-9387A6EE3AEE}"/>
                  </a:ext>
                </a:extLst>
              </p:cNvPr>
              <p:cNvSpPr>
                <a:spLocks/>
              </p:cNvSpPr>
              <p:nvPr/>
            </p:nvSpPr>
            <p:spPr bwMode="auto">
              <a:xfrm>
                <a:off x="4044" y="3213"/>
                <a:ext cx="178" cy="215"/>
              </a:xfrm>
              <a:custGeom>
                <a:avLst/>
                <a:gdLst>
                  <a:gd name="T0" fmla="*/ 114 w 114"/>
                  <a:gd name="T1" fmla="*/ 0 h 136"/>
                  <a:gd name="T2" fmla="*/ 0 w 114"/>
                  <a:gd name="T3" fmla="*/ 0 h 136"/>
                  <a:gd name="T4" fmla="*/ 1 w 114"/>
                  <a:gd name="T5" fmla="*/ 79 h 136"/>
                  <a:gd name="T6" fmla="*/ 57 w 114"/>
                  <a:gd name="T7" fmla="*/ 136 h 136"/>
                  <a:gd name="T8" fmla="*/ 114 w 114"/>
                  <a:gd name="T9" fmla="*/ 80 h 136"/>
                  <a:gd name="T10" fmla="*/ 114 w 114"/>
                  <a:gd name="T11" fmla="*/ 0 h 136"/>
                </a:gdLst>
                <a:ahLst/>
                <a:cxnLst>
                  <a:cxn ang="0">
                    <a:pos x="T0" y="T1"/>
                  </a:cxn>
                  <a:cxn ang="0">
                    <a:pos x="T2" y="T3"/>
                  </a:cxn>
                  <a:cxn ang="0">
                    <a:pos x="T4" y="T5"/>
                  </a:cxn>
                  <a:cxn ang="0">
                    <a:pos x="T6" y="T7"/>
                  </a:cxn>
                  <a:cxn ang="0">
                    <a:pos x="T8" y="T9"/>
                  </a:cxn>
                  <a:cxn ang="0">
                    <a:pos x="T10" y="T11"/>
                  </a:cxn>
                </a:cxnLst>
                <a:rect l="0" t="0" r="r" b="b"/>
                <a:pathLst>
                  <a:path w="114" h="136">
                    <a:moveTo>
                      <a:pt x="114" y="0"/>
                    </a:moveTo>
                    <a:cubicBezTo>
                      <a:pt x="0" y="0"/>
                      <a:pt x="0" y="0"/>
                      <a:pt x="0" y="0"/>
                    </a:cubicBezTo>
                    <a:cubicBezTo>
                      <a:pt x="1" y="79"/>
                      <a:pt x="1" y="79"/>
                      <a:pt x="1" y="79"/>
                    </a:cubicBezTo>
                    <a:cubicBezTo>
                      <a:pt x="1" y="110"/>
                      <a:pt x="26" y="136"/>
                      <a:pt x="57" y="136"/>
                    </a:cubicBezTo>
                    <a:cubicBezTo>
                      <a:pt x="88" y="136"/>
                      <a:pt x="113" y="111"/>
                      <a:pt x="114" y="80"/>
                    </a:cubicBezTo>
                    <a:cubicBezTo>
                      <a:pt x="114" y="0"/>
                      <a:pt x="114" y="0"/>
                      <a:pt x="114" y="0"/>
                    </a:cubicBez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72487" name="Freeform 39">
                <a:extLst>
                  <a:ext uri="{FF2B5EF4-FFF2-40B4-BE49-F238E27FC236}">
                    <a16:creationId xmlns:a16="http://schemas.microsoft.com/office/drawing/2014/main" id="{737255A8-CF89-1580-6A29-D70C128FE27F}"/>
                  </a:ext>
                </a:extLst>
              </p:cNvPr>
              <p:cNvSpPr>
                <a:spLocks/>
              </p:cNvSpPr>
              <p:nvPr/>
            </p:nvSpPr>
            <p:spPr bwMode="auto">
              <a:xfrm>
                <a:off x="4191" y="2591"/>
                <a:ext cx="1" cy="622"/>
              </a:xfrm>
              <a:custGeom>
                <a:avLst/>
                <a:gdLst>
                  <a:gd name="T0" fmla="*/ 0 h 606"/>
                  <a:gd name="T1" fmla="*/ 606 h 606"/>
                  <a:gd name="T2" fmla="*/ 0 h 606"/>
                </a:gdLst>
                <a:ahLst/>
                <a:cxnLst>
                  <a:cxn ang="0">
                    <a:pos x="0" y="T0"/>
                  </a:cxn>
                  <a:cxn ang="0">
                    <a:pos x="0" y="T1"/>
                  </a:cxn>
                  <a:cxn ang="0">
                    <a:pos x="0" y="T2"/>
                  </a:cxn>
                </a:cxnLst>
                <a:rect l="0" t="0" r="r" b="b"/>
                <a:pathLst>
                  <a:path h="606">
                    <a:moveTo>
                      <a:pt x="0" y="0"/>
                    </a:moveTo>
                    <a:lnTo>
                      <a:pt x="0" y="606"/>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2488" name="Line 40">
                <a:extLst>
                  <a:ext uri="{FF2B5EF4-FFF2-40B4-BE49-F238E27FC236}">
                    <a16:creationId xmlns:a16="http://schemas.microsoft.com/office/drawing/2014/main" id="{3F7838AF-B6C9-682B-7F8E-B3F3DB4754F6}"/>
                  </a:ext>
                </a:extLst>
              </p:cNvPr>
              <p:cNvSpPr>
                <a:spLocks noChangeShapeType="1"/>
              </p:cNvSpPr>
              <p:nvPr/>
            </p:nvSpPr>
            <p:spPr bwMode="auto">
              <a:xfrm>
                <a:off x="4191" y="2591"/>
                <a:ext cx="1" cy="622"/>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89" name="Freeform 41">
                <a:extLst>
                  <a:ext uri="{FF2B5EF4-FFF2-40B4-BE49-F238E27FC236}">
                    <a16:creationId xmlns:a16="http://schemas.microsoft.com/office/drawing/2014/main" id="{602272FB-E2C8-8A97-61DB-E5ED30B5DF21}"/>
                  </a:ext>
                </a:extLst>
              </p:cNvPr>
              <p:cNvSpPr>
                <a:spLocks/>
              </p:cNvSpPr>
              <p:nvPr/>
            </p:nvSpPr>
            <p:spPr bwMode="auto">
              <a:xfrm>
                <a:off x="3414" y="3213"/>
                <a:ext cx="178" cy="215"/>
              </a:xfrm>
              <a:custGeom>
                <a:avLst/>
                <a:gdLst>
                  <a:gd name="T0" fmla="*/ 114 w 114"/>
                  <a:gd name="T1" fmla="*/ 0 h 136"/>
                  <a:gd name="T2" fmla="*/ 0 w 114"/>
                  <a:gd name="T3" fmla="*/ 0 h 136"/>
                  <a:gd name="T4" fmla="*/ 0 w 114"/>
                  <a:gd name="T5" fmla="*/ 79 h 136"/>
                  <a:gd name="T6" fmla="*/ 56 w 114"/>
                  <a:gd name="T7" fmla="*/ 136 h 136"/>
                  <a:gd name="T8" fmla="*/ 114 w 114"/>
                  <a:gd name="T9" fmla="*/ 80 h 136"/>
                  <a:gd name="T10" fmla="*/ 114 w 114"/>
                  <a:gd name="T11" fmla="*/ 0 h 136"/>
                </a:gdLst>
                <a:ahLst/>
                <a:cxnLst>
                  <a:cxn ang="0">
                    <a:pos x="T0" y="T1"/>
                  </a:cxn>
                  <a:cxn ang="0">
                    <a:pos x="T2" y="T3"/>
                  </a:cxn>
                  <a:cxn ang="0">
                    <a:pos x="T4" y="T5"/>
                  </a:cxn>
                  <a:cxn ang="0">
                    <a:pos x="T6" y="T7"/>
                  </a:cxn>
                  <a:cxn ang="0">
                    <a:pos x="T8" y="T9"/>
                  </a:cxn>
                  <a:cxn ang="0">
                    <a:pos x="T10" y="T11"/>
                  </a:cxn>
                </a:cxnLst>
                <a:rect l="0" t="0" r="r" b="b"/>
                <a:pathLst>
                  <a:path w="114" h="136">
                    <a:moveTo>
                      <a:pt x="114" y="0"/>
                    </a:moveTo>
                    <a:cubicBezTo>
                      <a:pt x="0" y="0"/>
                      <a:pt x="0" y="0"/>
                      <a:pt x="0" y="0"/>
                    </a:cubicBezTo>
                    <a:cubicBezTo>
                      <a:pt x="0" y="79"/>
                      <a:pt x="0" y="79"/>
                      <a:pt x="0" y="79"/>
                    </a:cubicBezTo>
                    <a:cubicBezTo>
                      <a:pt x="0" y="110"/>
                      <a:pt x="25" y="136"/>
                      <a:pt x="56" y="136"/>
                    </a:cubicBezTo>
                    <a:cubicBezTo>
                      <a:pt x="88" y="136"/>
                      <a:pt x="113" y="111"/>
                      <a:pt x="114" y="80"/>
                    </a:cubicBezTo>
                    <a:cubicBezTo>
                      <a:pt x="114" y="0"/>
                      <a:pt x="114" y="0"/>
                      <a:pt x="114" y="0"/>
                    </a:cubicBez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72490" name="Line 42">
                <a:extLst>
                  <a:ext uri="{FF2B5EF4-FFF2-40B4-BE49-F238E27FC236}">
                    <a16:creationId xmlns:a16="http://schemas.microsoft.com/office/drawing/2014/main" id="{83565DBE-7B44-7CCB-1CE8-1886A15DFB42}"/>
                  </a:ext>
                </a:extLst>
              </p:cNvPr>
              <p:cNvSpPr>
                <a:spLocks noChangeShapeType="1"/>
              </p:cNvSpPr>
              <p:nvPr/>
            </p:nvSpPr>
            <p:spPr bwMode="auto">
              <a:xfrm flipV="1">
                <a:off x="4352" y="3428"/>
                <a:ext cx="1" cy="94"/>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2491" name="Oval 43">
                <a:extLst>
                  <a:ext uri="{FF2B5EF4-FFF2-40B4-BE49-F238E27FC236}">
                    <a16:creationId xmlns:a16="http://schemas.microsoft.com/office/drawing/2014/main" id="{40CA08D3-9B83-0E95-C648-BE07A54DBFBE}"/>
                  </a:ext>
                </a:extLst>
              </p:cNvPr>
              <p:cNvSpPr>
                <a:spLocks noChangeArrowheads="1"/>
              </p:cNvSpPr>
              <p:nvPr/>
            </p:nvSpPr>
            <p:spPr bwMode="auto">
              <a:xfrm>
                <a:off x="3888" y="2823"/>
                <a:ext cx="51" cy="53"/>
              </a:xfrm>
              <a:prstGeom prst="ellipse">
                <a:avLst/>
              </a:prstGeom>
              <a:solidFill>
                <a:srgbClr val="FFFFFF"/>
              </a:solidFill>
              <a:ln w="15875">
                <a:solidFill>
                  <a:srgbClr val="000000"/>
                </a:solidFill>
                <a:miter lim="800000"/>
                <a:headEnd/>
                <a:tailEnd/>
              </a:ln>
            </p:spPr>
            <p:txBody>
              <a:bodyPr/>
              <a:lstStyle/>
              <a:p>
                <a:endParaRPr lang="es-ES"/>
              </a:p>
            </p:txBody>
          </p:sp>
          <p:sp>
            <p:nvSpPr>
              <p:cNvPr id="872492" name="Oval 44">
                <a:extLst>
                  <a:ext uri="{FF2B5EF4-FFF2-40B4-BE49-F238E27FC236}">
                    <a16:creationId xmlns:a16="http://schemas.microsoft.com/office/drawing/2014/main" id="{881406BB-A463-42D6-F9E1-365D1CFA80FA}"/>
                  </a:ext>
                </a:extLst>
              </p:cNvPr>
              <p:cNvSpPr>
                <a:spLocks noChangeArrowheads="1"/>
              </p:cNvSpPr>
              <p:nvPr/>
            </p:nvSpPr>
            <p:spPr bwMode="auto">
              <a:xfrm>
                <a:off x="3535" y="2823"/>
                <a:ext cx="52" cy="53"/>
              </a:xfrm>
              <a:prstGeom prst="ellipse">
                <a:avLst/>
              </a:prstGeom>
              <a:solidFill>
                <a:srgbClr val="FFFFFF"/>
              </a:solidFill>
              <a:ln w="15875">
                <a:solidFill>
                  <a:srgbClr val="000000"/>
                </a:solidFill>
                <a:miter lim="800000"/>
                <a:headEnd/>
                <a:tailEnd/>
              </a:ln>
            </p:spPr>
            <p:txBody>
              <a:bodyPr/>
              <a:lstStyle/>
              <a:p>
                <a:endParaRPr lang="es-ES"/>
              </a:p>
            </p:txBody>
          </p:sp>
          <p:sp>
            <p:nvSpPr>
              <p:cNvPr id="872493" name="Oval 45">
                <a:extLst>
                  <a:ext uri="{FF2B5EF4-FFF2-40B4-BE49-F238E27FC236}">
                    <a16:creationId xmlns:a16="http://schemas.microsoft.com/office/drawing/2014/main" id="{119BD399-BABD-67C5-B735-C1A03D16842B}"/>
                  </a:ext>
                </a:extLst>
              </p:cNvPr>
              <p:cNvSpPr>
                <a:spLocks noChangeArrowheads="1"/>
              </p:cNvSpPr>
              <p:nvPr/>
            </p:nvSpPr>
            <p:spPr bwMode="auto">
              <a:xfrm>
                <a:off x="4336" y="3507"/>
                <a:ext cx="32" cy="3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2494" name="Oval 46">
                <a:extLst>
                  <a:ext uri="{FF2B5EF4-FFF2-40B4-BE49-F238E27FC236}">
                    <a16:creationId xmlns:a16="http://schemas.microsoft.com/office/drawing/2014/main" id="{948F179E-5665-46A7-1713-64D76A3AA52B}"/>
                  </a:ext>
                </a:extLst>
              </p:cNvPr>
              <p:cNvSpPr>
                <a:spLocks noChangeArrowheads="1"/>
              </p:cNvSpPr>
              <p:nvPr/>
            </p:nvSpPr>
            <p:spPr bwMode="auto">
              <a:xfrm>
                <a:off x="4176" y="2576"/>
                <a:ext cx="30" cy="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2495" name="Oval 47">
                <a:extLst>
                  <a:ext uri="{FF2B5EF4-FFF2-40B4-BE49-F238E27FC236}">
                    <a16:creationId xmlns:a16="http://schemas.microsoft.com/office/drawing/2014/main" id="{622D1409-905E-8553-70E2-6EEFD3266E10}"/>
                  </a:ext>
                </a:extLst>
              </p:cNvPr>
              <p:cNvSpPr>
                <a:spLocks noChangeArrowheads="1"/>
              </p:cNvSpPr>
              <p:nvPr/>
            </p:nvSpPr>
            <p:spPr bwMode="auto">
              <a:xfrm>
                <a:off x="3897" y="2494"/>
                <a:ext cx="31" cy="3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2496" name="Oval 48">
                <a:extLst>
                  <a:ext uri="{FF2B5EF4-FFF2-40B4-BE49-F238E27FC236}">
                    <a16:creationId xmlns:a16="http://schemas.microsoft.com/office/drawing/2014/main" id="{F391E75F-7AF0-D995-4F71-7B3D6EF191B2}"/>
                  </a:ext>
                </a:extLst>
              </p:cNvPr>
              <p:cNvSpPr>
                <a:spLocks noChangeArrowheads="1"/>
              </p:cNvSpPr>
              <p:nvPr/>
            </p:nvSpPr>
            <p:spPr bwMode="auto">
              <a:xfrm>
                <a:off x="3679" y="2408"/>
                <a:ext cx="30" cy="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2497" name="Oval 49">
                <a:extLst>
                  <a:ext uri="{FF2B5EF4-FFF2-40B4-BE49-F238E27FC236}">
                    <a16:creationId xmlns:a16="http://schemas.microsoft.com/office/drawing/2014/main" id="{0698A5BE-7468-5E81-2E24-57190B278B3F}"/>
                  </a:ext>
                </a:extLst>
              </p:cNvPr>
              <p:cNvSpPr>
                <a:spLocks noChangeArrowheads="1"/>
              </p:cNvSpPr>
              <p:nvPr/>
            </p:nvSpPr>
            <p:spPr bwMode="auto">
              <a:xfrm>
                <a:off x="3430" y="2073"/>
                <a:ext cx="31" cy="3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2498" name="Oval 50">
                <a:extLst>
                  <a:ext uri="{FF2B5EF4-FFF2-40B4-BE49-F238E27FC236}">
                    <a16:creationId xmlns:a16="http://schemas.microsoft.com/office/drawing/2014/main" id="{F14570D8-F33A-3697-A590-2290E4C1483C}"/>
                  </a:ext>
                </a:extLst>
              </p:cNvPr>
              <p:cNvSpPr>
                <a:spLocks noChangeArrowheads="1"/>
              </p:cNvSpPr>
              <p:nvPr/>
            </p:nvSpPr>
            <p:spPr bwMode="auto">
              <a:xfrm>
                <a:off x="2992" y="2576"/>
                <a:ext cx="31" cy="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2499" name="Oval 51">
                <a:extLst>
                  <a:ext uri="{FF2B5EF4-FFF2-40B4-BE49-F238E27FC236}">
                    <a16:creationId xmlns:a16="http://schemas.microsoft.com/office/drawing/2014/main" id="{4146A738-195F-DCC7-F2F2-913BE337438F}"/>
                  </a:ext>
                </a:extLst>
              </p:cNvPr>
              <p:cNvSpPr>
                <a:spLocks noChangeArrowheads="1"/>
              </p:cNvSpPr>
              <p:nvPr/>
            </p:nvSpPr>
            <p:spPr bwMode="auto">
              <a:xfrm>
                <a:off x="4060" y="3028"/>
                <a:ext cx="32" cy="3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2500" name="Freeform 52">
                <a:extLst>
                  <a:ext uri="{FF2B5EF4-FFF2-40B4-BE49-F238E27FC236}">
                    <a16:creationId xmlns:a16="http://schemas.microsoft.com/office/drawing/2014/main" id="{8CFF8B9E-9E38-09BC-9F4F-CA7D6C4350B5}"/>
                  </a:ext>
                </a:extLst>
              </p:cNvPr>
              <p:cNvSpPr>
                <a:spLocks/>
              </p:cNvSpPr>
              <p:nvPr/>
            </p:nvSpPr>
            <p:spPr bwMode="auto">
              <a:xfrm>
                <a:off x="4110" y="2699"/>
                <a:ext cx="159" cy="126"/>
              </a:xfrm>
              <a:custGeom>
                <a:avLst/>
                <a:gdLst>
                  <a:gd name="T0" fmla="*/ 157 w 157"/>
                  <a:gd name="T1" fmla="*/ 0 h 123"/>
                  <a:gd name="T2" fmla="*/ 0 w 157"/>
                  <a:gd name="T3" fmla="*/ 0 h 123"/>
                  <a:gd name="T4" fmla="*/ 80 w 157"/>
                  <a:gd name="T5" fmla="*/ 123 h 123"/>
                  <a:gd name="T6" fmla="*/ 157 w 157"/>
                  <a:gd name="T7" fmla="*/ 0 h 123"/>
                  <a:gd name="T8" fmla="*/ 157 w 157"/>
                  <a:gd name="T9" fmla="*/ 0 h 123"/>
                </a:gdLst>
                <a:ahLst/>
                <a:cxnLst>
                  <a:cxn ang="0">
                    <a:pos x="T0" y="T1"/>
                  </a:cxn>
                  <a:cxn ang="0">
                    <a:pos x="T2" y="T3"/>
                  </a:cxn>
                  <a:cxn ang="0">
                    <a:pos x="T4" y="T5"/>
                  </a:cxn>
                  <a:cxn ang="0">
                    <a:pos x="T6" y="T7"/>
                  </a:cxn>
                  <a:cxn ang="0">
                    <a:pos x="T8" y="T9"/>
                  </a:cxn>
                </a:cxnLst>
                <a:rect l="0" t="0" r="r" b="b"/>
                <a:pathLst>
                  <a:path w="157" h="123">
                    <a:moveTo>
                      <a:pt x="157" y="0"/>
                    </a:moveTo>
                    <a:lnTo>
                      <a:pt x="0" y="0"/>
                    </a:lnTo>
                    <a:lnTo>
                      <a:pt x="80" y="123"/>
                    </a:lnTo>
                    <a:lnTo>
                      <a:pt x="157" y="0"/>
                    </a:lnTo>
                    <a:lnTo>
                      <a:pt x="157" y="0"/>
                    </a:ln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72501" name="Oval 53">
                <a:extLst>
                  <a:ext uri="{FF2B5EF4-FFF2-40B4-BE49-F238E27FC236}">
                    <a16:creationId xmlns:a16="http://schemas.microsoft.com/office/drawing/2014/main" id="{A6358D64-DCE5-7310-2AA9-1C050095563E}"/>
                  </a:ext>
                </a:extLst>
              </p:cNvPr>
              <p:cNvSpPr>
                <a:spLocks noChangeArrowheads="1"/>
              </p:cNvSpPr>
              <p:nvPr/>
            </p:nvSpPr>
            <p:spPr bwMode="auto">
              <a:xfrm>
                <a:off x="4165" y="2823"/>
                <a:ext cx="52" cy="53"/>
              </a:xfrm>
              <a:prstGeom prst="ellipse">
                <a:avLst/>
              </a:prstGeom>
              <a:solidFill>
                <a:srgbClr val="FFFFFF"/>
              </a:solidFill>
              <a:ln w="15875">
                <a:solidFill>
                  <a:srgbClr val="000000"/>
                </a:solidFill>
                <a:miter lim="800000"/>
                <a:headEnd/>
                <a:tailEnd/>
              </a:ln>
            </p:spPr>
            <p:txBody>
              <a:bodyPr/>
              <a:lstStyle/>
              <a:p>
                <a:endParaRPr lang="es-ES"/>
              </a:p>
            </p:txBody>
          </p:sp>
          <p:sp>
            <p:nvSpPr>
              <p:cNvPr id="872502" name="Rectangle 54">
                <a:extLst>
                  <a:ext uri="{FF2B5EF4-FFF2-40B4-BE49-F238E27FC236}">
                    <a16:creationId xmlns:a16="http://schemas.microsoft.com/office/drawing/2014/main" id="{C5F50ED3-420D-187C-DA98-CD5E731493CD}"/>
                  </a:ext>
                </a:extLst>
              </p:cNvPr>
              <p:cNvSpPr>
                <a:spLocks noChangeArrowheads="1"/>
              </p:cNvSpPr>
              <p:nvPr/>
            </p:nvSpPr>
            <p:spPr bwMode="auto">
              <a:xfrm>
                <a:off x="1856"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19</a:t>
                </a:r>
                <a:endParaRPr lang="en-US" altLang="es-ES" sz="4400"/>
              </a:p>
            </p:txBody>
          </p:sp>
          <p:sp>
            <p:nvSpPr>
              <p:cNvPr id="872503" name="Rectangle 55">
                <a:extLst>
                  <a:ext uri="{FF2B5EF4-FFF2-40B4-BE49-F238E27FC236}">
                    <a16:creationId xmlns:a16="http://schemas.microsoft.com/office/drawing/2014/main" id="{F810718F-A020-C8F1-AF8F-C2F77CBC11C4}"/>
                  </a:ext>
                </a:extLst>
              </p:cNvPr>
              <p:cNvSpPr>
                <a:spLocks noChangeArrowheads="1"/>
              </p:cNvSpPr>
              <p:nvPr/>
            </p:nvSpPr>
            <p:spPr bwMode="auto">
              <a:xfrm>
                <a:off x="1938"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2504" name="Rectangle 56">
                <a:extLst>
                  <a:ext uri="{FF2B5EF4-FFF2-40B4-BE49-F238E27FC236}">
                    <a16:creationId xmlns:a16="http://schemas.microsoft.com/office/drawing/2014/main" id="{7BA43B90-35E8-1698-C189-A592C98E0E9B}"/>
                  </a:ext>
                </a:extLst>
              </p:cNvPr>
              <p:cNvSpPr>
                <a:spLocks noChangeArrowheads="1"/>
              </p:cNvSpPr>
              <p:nvPr/>
            </p:nvSpPr>
            <p:spPr bwMode="auto">
              <a:xfrm>
                <a:off x="1979"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17</a:t>
                </a:r>
                <a:endParaRPr lang="en-US" altLang="es-ES" sz="4400"/>
              </a:p>
            </p:txBody>
          </p:sp>
          <p:sp>
            <p:nvSpPr>
              <p:cNvPr id="872505" name="Rectangle 57">
                <a:extLst>
                  <a:ext uri="{FF2B5EF4-FFF2-40B4-BE49-F238E27FC236}">
                    <a16:creationId xmlns:a16="http://schemas.microsoft.com/office/drawing/2014/main" id="{FEB399E0-1CB3-9E63-5ED0-73C0C27EDFCB}"/>
                  </a:ext>
                </a:extLst>
              </p:cNvPr>
              <p:cNvSpPr>
                <a:spLocks noChangeArrowheads="1"/>
              </p:cNvSpPr>
              <p:nvPr/>
            </p:nvSpPr>
            <p:spPr bwMode="auto">
              <a:xfrm>
                <a:off x="1893" y="3967"/>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a:t>
                </a:r>
                <a:endParaRPr lang="en-US" altLang="es-ES" sz="4400"/>
              </a:p>
            </p:txBody>
          </p:sp>
          <p:sp>
            <p:nvSpPr>
              <p:cNvPr id="872506" name="Rectangle 58">
                <a:extLst>
                  <a:ext uri="{FF2B5EF4-FFF2-40B4-BE49-F238E27FC236}">
                    <a16:creationId xmlns:a16="http://schemas.microsoft.com/office/drawing/2014/main" id="{69850AB3-C75F-7F38-203F-E6D2A58C8198}"/>
                  </a:ext>
                </a:extLst>
              </p:cNvPr>
              <p:cNvSpPr>
                <a:spLocks noChangeArrowheads="1"/>
              </p:cNvSpPr>
              <p:nvPr/>
            </p:nvSpPr>
            <p:spPr bwMode="auto">
              <a:xfrm>
                <a:off x="2243" y="369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16</a:t>
                </a:r>
                <a:endParaRPr lang="en-US" altLang="es-ES" sz="4400"/>
              </a:p>
            </p:txBody>
          </p:sp>
          <p:sp>
            <p:nvSpPr>
              <p:cNvPr id="872507" name="Rectangle 59">
                <a:extLst>
                  <a:ext uri="{FF2B5EF4-FFF2-40B4-BE49-F238E27FC236}">
                    <a16:creationId xmlns:a16="http://schemas.microsoft.com/office/drawing/2014/main" id="{0AE86A8E-3039-AA78-0EEB-A977E5DB3F8A}"/>
                  </a:ext>
                </a:extLst>
              </p:cNvPr>
              <p:cNvSpPr>
                <a:spLocks noChangeArrowheads="1"/>
              </p:cNvSpPr>
              <p:nvPr/>
            </p:nvSpPr>
            <p:spPr bwMode="auto">
              <a:xfrm>
                <a:off x="2326" y="3698"/>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2508" name="Rectangle 60">
                <a:extLst>
                  <a:ext uri="{FF2B5EF4-FFF2-40B4-BE49-F238E27FC236}">
                    <a16:creationId xmlns:a16="http://schemas.microsoft.com/office/drawing/2014/main" id="{8D61894F-C345-B71A-2B7F-D9655CAFAF11}"/>
                  </a:ext>
                </a:extLst>
              </p:cNvPr>
              <p:cNvSpPr>
                <a:spLocks noChangeArrowheads="1"/>
              </p:cNvSpPr>
              <p:nvPr/>
            </p:nvSpPr>
            <p:spPr bwMode="auto">
              <a:xfrm>
                <a:off x="2366" y="369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14</a:t>
                </a:r>
                <a:endParaRPr lang="en-US" altLang="es-ES" sz="4400"/>
              </a:p>
            </p:txBody>
          </p:sp>
          <p:sp>
            <p:nvSpPr>
              <p:cNvPr id="872509" name="Rectangle 61">
                <a:extLst>
                  <a:ext uri="{FF2B5EF4-FFF2-40B4-BE49-F238E27FC236}">
                    <a16:creationId xmlns:a16="http://schemas.microsoft.com/office/drawing/2014/main" id="{106A417B-6690-C42B-001D-968D57EEF8D3}"/>
                  </a:ext>
                </a:extLst>
              </p:cNvPr>
              <p:cNvSpPr>
                <a:spLocks noChangeArrowheads="1"/>
              </p:cNvSpPr>
              <p:nvPr/>
            </p:nvSpPr>
            <p:spPr bwMode="auto">
              <a:xfrm>
                <a:off x="2277" y="3966"/>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a:t>
                </a:r>
                <a:endParaRPr lang="en-US" altLang="es-ES" sz="4400"/>
              </a:p>
            </p:txBody>
          </p:sp>
          <p:sp>
            <p:nvSpPr>
              <p:cNvPr id="872510" name="Rectangle 62">
                <a:extLst>
                  <a:ext uri="{FF2B5EF4-FFF2-40B4-BE49-F238E27FC236}">
                    <a16:creationId xmlns:a16="http://schemas.microsoft.com/office/drawing/2014/main" id="{E154EEB1-8CF7-5FC7-D335-88D3C7920A89}"/>
                  </a:ext>
                </a:extLst>
              </p:cNvPr>
              <p:cNvSpPr>
                <a:spLocks noChangeArrowheads="1"/>
              </p:cNvSpPr>
              <p:nvPr/>
            </p:nvSpPr>
            <p:spPr bwMode="auto">
              <a:xfrm>
                <a:off x="2642"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13</a:t>
                </a:r>
                <a:endParaRPr lang="en-US" altLang="es-ES" sz="4400"/>
              </a:p>
            </p:txBody>
          </p:sp>
          <p:sp>
            <p:nvSpPr>
              <p:cNvPr id="872511" name="Rectangle 63">
                <a:extLst>
                  <a:ext uri="{FF2B5EF4-FFF2-40B4-BE49-F238E27FC236}">
                    <a16:creationId xmlns:a16="http://schemas.microsoft.com/office/drawing/2014/main" id="{CF6ABA63-C55C-8C96-D9FD-4D5428441F9D}"/>
                  </a:ext>
                </a:extLst>
              </p:cNvPr>
              <p:cNvSpPr>
                <a:spLocks noChangeArrowheads="1"/>
              </p:cNvSpPr>
              <p:nvPr/>
            </p:nvSpPr>
            <p:spPr bwMode="auto">
              <a:xfrm>
                <a:off x="2724"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2512" name="Rectangle 64">
                <a:extLst>
                  <a:ext uri="{FF2B5EF4-FFF2-40B4-BE49-F238E27FC236}">
                    <a16:creationId xmlns:a16="http://schemas.microsoft.com/office/drawing/2014/main" id="{21629DFA-AFD7-8755-F586-797205BE997B}"/>
                  </a:ext>
                </a:extLst>
              </p:cNvPr>
              <p:cNvSpPr>
                <a:spLocks noChangeArrowheads="1"/>
              </p:cNvSpPr>
              <p:nvPr/>
            </p:nvSpPr>
            <p:spPr bwMode="auto">
              <a:xfrm>
                <a:off x="2765"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11</a:t>
                </a:r>
                <a:endParaRPr lang="en-US" altLang="es-ES" sz="4400"/>
              </a:p>
            </p:txBody>
          </p:sp>
          <p:sp>
            <p:nvSpPr>
              <p:cNvPr id="872513" name="Rectangle 65">
                <a:extLst>
                  <a:ext uri="{FF2B5EF4-FFF2-40B4-BE49-F238E27FC236}">
                    <a16:creationId xmlns:a16="http://schemas.microsoft.com/office/drawing/2014/main" id="{4100E14B-EC46-9598-DE41-907AC811C900}"/>
                  </a:ext>
                </a:extLst>
              </p:cNvPr>
              <p:cNvSpPr>
                <a:spLocks noChangeArrowheads="1"/>
              </p:cNvSpPr>
              <p:nvPr/>
            </p:nvSpPr>
            <p:spPr bwMode="auto">
              <a:xfrm>
                <a:off x="2682" y="3967"/>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a:t>
                </a:r>
                <a:endParaRPr lang="en-US" altLang="es-ES" sz="4400"/>
              </a:p>
            </p:txBody>
          </p:sp>
          <p:sp>
            <p:nvSpPr>
              <p:cNvPr id="872514" name="Rectangle 66">
                <a:extLst>
                  <a:ext uri="{FF2B5EF4-FFF2-40B4-BE49-F238E27FC236}">
                    <a16:creationId xmlns:a16="http://schemas.microsoft.com/office/drawing/2014/main" id="{2DA4E915-9F30-C797-983A-4628F1958CEF}"/>
                  </a:ext>
                </a:extLst>
              </p:cNvPr>
              <p:cNvSpPr>
                <a:spLocks noChangeArrowheads="1"/>
              </p:cNvSpPr>
              <p:nvPr/>
            </p:nvSpPr>
            <p:spPr bwMode="auto">
              <a:xfrm>
                <a:off x="2988"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10</a:t>
                </a:r>
                <a:endParaRPr lang="en-US" altLang="es-ES" sz="4400"/>
              </a:p>
            </p:txBody>
          </p:sp>
          <p:sp>
            <p:nvSpPr>
              <p:cNvPr id="872515" name="Rectangle 67">
                <a:extLst>
                  <a:ext uri="{FF2B5EF4-FFF2-40B4-BE49-F238E27FC236}">
                    <a16:creationId xmlns:a16="http://schemas.microsoft.com/office/drawing/2014/main" id="{4BDD284C-28DF-2CA6-64E5-4284B7355509}"/>
                  </a:ext>
                </a:extLst>
              </p:cNvPr>
              <p:cNvSpPr>
                <a:spLocks noChangeArrowheads="1"/>
              </p:cNvSpPr>
              <p:nvPr/>
            </p:nvSpPr>
            <p:spPr bwMode="auto">
              <a:xfrm>
                <a:off x="2961" y="3967"/>
                <a:ext cx="1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MB</a:t>
                </a:r>
                <a:endParaRPr lang="en-US" altLang="es-ES" sz="4400"/>
              </a:p>
            </p:txBody>
          </p:sp>
          <p:sp>
            <p:nvSpPr>
              <p:cNvPr id="872516" name="Rectangle 68">
                <a:extLst>
                  <a:ext uri="{FF2B5EF4-FFF2-40B4-BE49-F238E27FC236}">
                    <a16:creationId xmlns:a16="http://schemas.microsoft.com/office/drawing/2014/main" id="{615F0CDC-F9BB-02CA-80F5-DD6ED58BF1C6}"/>
                  </a:ext>
                </a:extLst>
              </p:cNvPr>
              <p:cNvSpPr>
                <a:spLocks noChangeArrowheads="1"/>
              </p:cNvSpPr>
              <p:nvPr/>
            </p:nvSpPr>
            <p:spPr bwMode="auto">
              <a:xfrm>
                <a:off x="3309"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9</a:t>
                </a:r>
                <a:endParaRPr lang="en-US" altLang="es-ES" sz="4400"/>
              </a:p>
            </p:txBody>
          </p:sp>
          <p:sp>
            <p:nvSpPr>
              <p:cNvPr id="872517" name="Rectangle 69">
                <a:extLst>
                  <a:ext uri="{FF2B5EF4-FFF2-40B4-BE49-F238E27FC236}">
                    <a16:creationId xmlns:a16="http://schemas.microsoft.com/office/drawing/2014/main" id="{F2509616-BA30-E764-0763-830BF2B04C82}"/>
                  </a:ext>
                </a:extLst>
              </p:cNvPr>
              <p:cNvSpPr>
                <a:spLocks noChangeArrowheads="1"/>
              </p:cNvSpPr>
              <p:nvPr/>
            </p:nvSpPr>
            <p:spPr bwMode="auto">
              <a:xfrm>
                <a:off x="3349"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2518" name="Rectangle 70">
                <a:extLst>
                  <a:ext uri="{FF2B5EF4-FFF2-40B4-BE49-F238E27FC236}">
                    <a16:creationId xmlns:a16="http://schemas.microsoft.com/office/drawing/2014/main" id="{42A4BC4B-D57A-A14C-6BE8-2444E93FBA76}"/>
                  </a:ext>
                </a:extLst>
              </p:cNvPr>
              <p:cNvSpPr>
                <a:spLocks noChangeArrowheads="1"/>
              </p:cNvSpPr>
              <p:nvPr/>
            </p:nvSpPr>
            <p:spPr bwMode="auto">
              <a:xfrm>
                <a:off x="3391"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6</a:t>
                </a:r>
                <a:endParaRPr lang="en-US" altLang="es-ES" sz="4400"/>
              </a:p>
            </p:txBody>
          </p:sp>
          <p:sp>
            <p:nvSpPr>
              <p:cNvPr id="872519" name="Rectangle 71">
                <a:extLst>
                  <a:ext uri="{FF2B5EF4-FFF2-40B4-BE49-F238E27FC236}">
                    <a16:creationId xmlns:a16="http://schemas.microsoft.com/office/drawing/2014/main" id="{F37A75A7-B7AA-2FE4-1957-074F530A5134}"/>
                  </a:ext>
                </a:extLst>
              </p:cNvPr>
              <p:cNvSpPr>
                <a:spLocks noChangeArrowheads="1"/>
              </p:cNvSpPr>
              <p:nvPr/>
            </p:nvSpPr>
            <p:spPr bwMode="auto">
              <a:xfrm>
                <a:off x="3322" y="3967"/>
                <a:ext cx="1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FS</a:t>
                </a:r>
                <a:endParaRPr lang="en-US" altLang="es-ES" sz="4400"/>
              </a:p>
            </p:txBody>
          </p:sp>
          <p:sp>
            <p:nvSpPr>
              <p:cNvPr id="872520" name="Rectangle 72">
                <a:extLst>
                  <a:ext uri="{FF2B5EF4-FFF2-40B4-BE49-F238E27FC236}">
                    <a16:creationId xmlns:a16="http://schemas.microsoft.com/office/drawing/2014/main" id="{016FE31D-A95D-5005-A9D2-28113A058ED6}"/>
                  </a:ext>
                </a:extLst>
              </p:cNvPr>
              <p:cNvSpPr>
                <a:spLocks noChangeArrowheads="1"/>
              </p:cNvSpPr>
              <p:nvPr/>
            </p:nvSpPr>
            <p:spPr bwMode="auto">
              <a:xfrm>
                <a:off x="3673"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5</a:t>
                </a:r>
                <a:endParaRPr lang="en-US" altLang="es-ES" sz="4400"/>
              </a:p>
            </p:txBody>
          </p:sp>
          <p:sp>
            <p:nvSpPr>
              <p:cNvPr id="872521" name="Rectangle 73">
                <a:extLst>
                  <a:ext uri="{FF2B5EF4-FFF2-40B4-BE49-F238E27FC236}">
                    <a16:creationId xmlns:a16="http://schemas.microsoft.com/office/drawing/2014/main" id="{D8137700-4DBA-2DA8-AB5B-6597A2FB6FBC}"/>
                  </a:ext>
                </a:extLst>
              </p:cNvPr>
              <p:cNvSpPr>
                <a:spLocks noChangeArrowheads="1"/>
              </p:cNvSpPr>
              <p:nvPr/>
            </p:nvSpPr>
            <p:spPr bwMode="auto">
              <a:xfrm>
                <a:off x="3621" y="3967"/>
                <a:ext cx="1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MD</a:t>
                </a:r>
                <a:endParaRPr lang="en-US" altLang="es-ES" sz="4400"/>
              </a:p>
            </p:txBody>
          </p:sp>
          <p:sp>
            <p:nvSpPr>
              <p:cNvPr id="872522" name="Rectangle 74">
                <a:extLst>
                  <a:ext uri="{FF2B5EF4-FFF2-40B4-BE49-F238E27FC236}">
                    <a16:creationId xmlns:a16="http://schemas.microsoft.com/office/drawing/2014/main" id="{B2868990-0719-1A7B-F8BD-C3DBC54C41CC}"/>
                  </a:ext>
                </a:extLst>
              </p:cNvPr>
              <p:cNvSpPr>
                <a:spLocks noChangeArrowheads="1"/>
              </p:cNvSpPr>
              <p:nvPr/>
            </p:nvSpPr>
            <p:spPr bwMode="auto">
              <a:xfrm>
                <a:off x="3896"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4</a:t>
                </a:r>
                <a:endParaRPr lang="en-US" altLang="es-ES" sz="4400"/>
              </a:p>
            </p:txBody>
          </p:sp>
          <p:sp>
            <p:nvSpPr>
              <p:cNvPr id="872523" name="Rectangle 75">
                <a:extLst>
                  <a:ext uri="{FF2B5EF4-FFF2-40B4-BE49-F238E27FC236}">
                    <a16:creationId xmlns:a16="http://schemas.microsoft.com/office/drawing/2014/main" id="{7ED8C392-930B-E9CC-6890-B1A4EC828268}"/>
                  </a:ext>
                </a:extLst>
              </p:cNvPr>
              <p:cNvSpPr>
                <a:spLocks noChangeArrowheads="1"/>
              </p:cNvSpPr>
              <p:nvPr/>
            </p:nvSpPr>
            <p:spPr bwMode="auto">
              <a:xfrm>
                <a:off x="3846" y="3967"/>
                <a:ext cx="1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RW</a:t>
                </a:r>
                <a:endParaRPr lang="en-US" altLang="es-ES" sz="4400"/>
              </a:p>
            </p:txBody>
          </p:sp>
          <p:sp>
            <p:nvSpPr>
              <p:cNvPr id="872524" name="Rectangle 76">
                <a:extLst>
                  <a:ext uri="{FF2B5EF4-FFF2-40B4-BE49-F238E27FC236}">
                    <a16:creationId xmlns:a16="http://schemas.microsoft.com/office/drawing/2014/main" id="{D3568C8F-82ED-7A75-8310-895C96F63175}"/>
                  </a:ext>
                </a:extLst>
              </p:cNvPr>
              <p:cNvSpPr>
                <a:spLocks noChangeArrowheads="1"/>
              </p:cNvSpPr>
              <p:nvPr/>
            </p:nvSpPr>
            <p:spPr bwMode="auto">
              <a:xfrm>
                <a:off x="4112"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3</a:t>
                </a:r>
                <a:endParaRPr lang="en-US" altLang="es-ES" sz="4400"/>
              </a:p>
            </p:txBody>
          </p:sp>
          <p:sp>
            <p:nvSpPr>
              <p:cNvPr id="872525" name="Rectangle 77">
                <a:extLst>
                  <a:ext uri="{FF2B5EF4-FFF2-40B4-BE49-F238E27FC236}">
                    <a16:creationId xmlns:a16="http://schemas.microsoft.com/office/drawing/2014/main" id="{B16EF8BB-225F-44FD-77DC-7EB6495CF52C}"/>
                  </a:ext>
                </a:extLst>
              </p:cNvPr>
              <p:cNvSpPr>
                <a:spLocks noChangeArrowheads="1"/>
              </p:cNvSpPr>
              <p:nvPr/>
            </p:nvSpPr>
            <p:spPr bwMode="auto">
              <a:xfrm>
                <a:off x="4053" y="3967"/>
                <a:ext cx="21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MW</a:t>
                </a:r>
                <a:endParaRPr lang="en-US" altLang="es-ES" sz="4400"/>
              </a:p>
            </p:txBody>
          </p:sp>
          <p:sp>
            <p:nvSpPr>
              <p:cNvPr id="872526" name="Rectangle 78">
                <a:extLst>
                  <a:ext uri="{FF2B5EF4-FFF2-40B4-BE49-F238E27FC236}">
                    <a16:creationId xmlns:a16="http://schemas.microsoft.com/office/drawing/2014/main" id="{C3585CF0-EA63-5DE4-5C83-C02119B004F5}"/>
                  </a:ext>
                </a:extLst>
              </p:cNvPr>
              <p:cNvSpPr>
                <a:spLocks noChangeArrowheads="1"/>
              </p:cNvSpPr>
              <p:nvPr/>
            </p:nvSpPr>
            <p:spPr bwMode="auto">
              <a:xfrm>
                <a:off x="4326"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2</a:t>
                </a:r>
                <a:endParaRPr lang="en-US" altLang="es-ES" sz="4400"/>
              </a:p>
            </p:txBody>
          </p:sp>
          <p:sp>
            <p:nvSpPr>
              <p:cNvPr id="872527" name="Rectangle 79">
                <a:extLst>
                  <a:ext uri="{FF2B5EF4-FFF2-40B4-BE49-F238E27FC236}">
                    <a16:creationId xmlns:a16="http://schemas.microsoft.com/office/drawing/2014/main" id="{53C2E21C-81EE-F697-951A-D012C10DDB81}"/>
                  </a:ext>
                </a:extLst>
              </p:cNvPr>
              <p:cNvSpPr>
                <a:spLocks noChangeArrowheads="1"/>
              </p:cNvSpPr>
              <p:nvPr/>
            </p:nvSpPr>
            <p:spPr bwMode="auto">
              <a:xfrm>
                <a:off x="4295" y="3967"/>
                <a:ext cx="14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PL</a:t>
                </a:r>
                <a:endParaRPr lang="en-US" altLang="es-ES" sz="4400"/>
              </a:p>
            </p:txBody>
          </p:sp>
          <p:sp>
            <p:nvSpPr>
              <p:cNvPr id="872528" name="Rectangle 80">
                <a:extLst>
                  <a:ext uri="{FF2B5EF4-FFF2-40B4-BE49-F238E27FC236}">
                    <a16:creationId xmlns:a16="http://schemas.microsoft.com/office/drawing/2014/main" id="{E150FAF3-0613-B1DD-78D7-5C4DF0A90E80}"/>
                  </a:ext>
                </a:extLst>
              </p:cNvPr>
              <p:cNvSpPr>
                <a:spLocks noChangeArrowheads="1"/>
              </p:cNvSpPr>
              <p:nvPr/>
            </p:nvSpPr>
            <p:spPr bwMode="auto">
              <a:xfrm>
                <a:off x="4550"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a:t>
                </a:r>
                <a:endParaRPr lang="en-US" altLang="es-ES" sz="4400"/>
              </a:p>
            </p:txBody>
          </p:sp>
          <p:sp>
            <p:nvSpPr>
              <p:cNvPr id="872529" name="Rectangle 81">
                <a:extLst>
                  <a:ext uri="{FF2B5EF4-FFF2-40B4-BE49-F238E27FC236}">
                    <a16:creationId xmlns:a16="http://schemas.microsoft.com/office/drawing/2014/main" id="{6A920472-33CB-B1A8-299C-5E203D243747}"/>
                  </a:ext>
                </a:extLst>
              </p:cNvPr>
              <p:cNvSpPr>
                <a:spLocks noChangeArrowheads="1"/>
              </p:cNvSpPr>
              <p:nvPr/>
            </p:nvSpPr>
            <p:spPr bwMode="auto">
              <a:xfrm>
                <a:off x="4523" y="3967"/>
                <a:ext cx="1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JB</a:t>
                </a:r>
                <a:endParaRPr lang="en-US" altLang="es-ES" sz="4400"/>
              </a:p>
            </p:txBody>
          </p:sp>
          <p:sp>
            <p:nvSpPr>
              <p:cNvPr id="872530" name="Rectangle 82">
                <a:extLst>
                  <a:ext uri="{FF2B5EF4-FFF2-40B4-BE49-F238E27FC236}">
                    <a16:creationId xmlns:a16="http://schemas.microsoft.com/office/drawing/2014/main" id="{997AD029-4EB4-5646-A1C0-F38E886D8B4A}"/>
                  </a:ext>
                </a:extLst>
              </p:cNvPr>
              <p:cNvSpPr>
                <a:spLocks noChangeArrowheads="1"/>
              </p:cNvSpPr>
              <p:nvPr/>
            </p:nvSpPr>
            <p:spPr bwMode="auto">
              <a:xfrm>
                <a:off x="4774"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400"/>
              </a:p>
            </p:txBody>
          </p:sp>
          <p:sp>
            <p:nvSpPr>
              <p:cNvPr id="872531" name="Rectangle 83">
                <a:extLst>
                  <a:ext uri="{FF2B5EF4-FFF2-40B4-BE49-F238E27FC236}">
                    <a16:creationId xmlns:a16="http://schemas.microsoft.com/office/drawing/2014/main" id="{CB517251-ABA1-D3D4-47EA-585E3E686203}"/>
                  </a:ext>
                </a:extLst>
              </p:cNvPr>
              <p:cNvSpPr>
                <a:spLocks noChangeArrowheads="1"/>
              </p:cNvSpPr>
              <p:nvPr/>
            </p:nvSpPr>
            <p:spPr bwMode="auto">
              <a:xfrm>
                <a:off x="4734" y="3967"/>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BC</a:t>
                </a:r>
                <a:endParaRPr lang="en-US" altLang="es-ES" sz="4400"/>
              </a:p>
            </p:txBody>
          </p:sp>
          <p:sp>
            <p:nvSpPr>
              <p:cNvPr id="872532" name="Rectangle 84">
                <a:extLst>
                  <a:ext uri="{FF2B5EF4-FFF2-40B4-BE49-F238E27FC236}">
                    <a16:creationId xmlns:a16="http://schemas.microsoft.com/office/drawing/2014/main" id="{C2FC7CAF-4DF3-C63F-0BE3-503DE2E911F6}"/>
                  </a:ext>
                </a:extLst>
              </p:cNvPr>
              <p:cNvSpPr>
                <a:spLocks noChangeArrowheads="1"/>
              </p:cNvSpPr>
              <p:nvPr/>
            </p:nvSpPr>
            <p:spPr bwMode="auto">
              <a:xfrm>
                <a:off x="3013" y="1202"/>
                <a:ext cx="5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a:t>
                </a:r>
                <a:endParaRPr lang="en-US" altLang="es-ES" sz="4400"/>
              </a:p>
            </p:txBody>
          </p:sp>
          <p:sp>
            <p:nvSpPr>
              <p:cNvPr id="872533" name="Freeform 85">
                <a:extLst>
                  <a:ext uri="{FF2B5EF4-FFF2-40B4-BE49-F238E27FC236}">
                    <a16:creationId xmlns:a16="http://schemas.microsoft.com/office/drawing/2014/main" id="{EBA1DA6F-4AFD-7C7B-2444-6C6B4D950311}"/>
                  </a:ext>
                </a:extLst>
              </p:cNvPr>
              <p:cNvSpPr>
                <a:spLocks/>
              </p:cNvSpPr>
              <p:nvPr/>
            </p:nvSpPr>
            <p:spPr bwMode="auto">
              <a:xfrm>
                <a:off x="1945" y="1316"/>
                <a:ext cx="2526" cy="343"/>
              </a:xfrm>
              <a:custGeom>
                <a:avLst/>
                <a:gdLst>
                  <a:gd name="T0" fmla="*/ 1172 w 2500"/>
                  <a:gd name="T1" fmla="*/ 334 h 334"/>
                  <a:gd name="T2" fmla="*/ 0 w 2500"/>
                  <a:gd name="T3" fmla="*/ 334 h 334"/>
                  <a:gd name="T4" fmla="*/ 0 w 2500"/>
                  <a:gd name="T5" fmla="*/ 0 h 334"/>
                  <a:gd name="T6" fmla="*/ 1172 w 2500"/>
                  <a:gd name="T7" fmla="*/ 0 h 334"/>
                  <a:gd name="T8" fmla="*/ 2500 w 2500"/>
                  <a:gd name="T9" fmla="*/ 0 h 334"/>
                  <a:gd name="T10" fmla="*/ 2500 w 2500"/>
                  <a:gd name="T11" fmla="*/ 334 h 334"/>
                  <a:gd name="T12" fmla="*/ 1172 w 2500"/>
                  <a:gd name="T13" fmla="*/ 334 h 334"/>
                </a:gdLst>
                <a:ahLst/>
                <a:cxnLst>
                  <a:cxn ang="0">
                    <a:pos x="T0" y="T1"/>
                  </a:cxn>
                  <a:cxn ang="0">
                    <a:pos x="T2" y="T3"/>
                  </a:cxn>
                  <a:cxn ang="0">
                    <a:pos x="T4" y="T5"/>
                  </a:cxn>
                  <a:cxn ang="0">
                    <a:pos x="T6" y="T7"/>
                  </a:cxn>
                  <a:cxn ang="0">
                    <a:pos x="T8" y="T9"/>
                  </a:cxn>
                  <a:cxn ang="0">
                    <a:pos x="T10" y="T11"/>
                  </a:cxn>
                  <a:cxn ang="0">
                    <a:pos x="T12" y="T13"/>
                  </a:cxn>
                </a:cxnLst>
                <a:rect l="0" t="0" r="r" b="b"/>
                <a:pathLst>
                  <a:path w="2500" h="334">
                    <a:moveTo>
                      <a:pt x="1172" y="334"/>
                    </a:moveTo>
                    <a:lnTo>
                      <a:pt x="0" y="334"/>
                    </a:lnTo>
                    <a:lnTo>
                      <a:pt x="0" y="0"/>
                    </a:lnTo>
                    <a:lnTo>
                      <a:pt x="1172" y="0"/>
                    </a:lnTo>
                    <a:lnTo>
                      <a:pt x="2500" y="0"/>
                    </a:lnTo>
                    <a:lnTo>
                      <a:pt x="2500" y="334"/>
                    </a:lnTo>
                    <a:lnTo>
                      <a:pt x="1172" y="334"/>
                    </a:lnTo>
                    <a:close/>
                  </a:path>
                </a:pathLst>
              </a:custGeom>
              <a:noFill/>
              <a:ln w="15875" cap="flat">
                <a:solidFill>
                  <a:srgbClr val="00A0C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534" name="Rectangle 86">
                <a:extLst>
                  <a:ext uri="{FF2B5EF4-FFF2-40B4-BE49-F238E27FC236}">
                    <a16:creationId xmlns:a16="http://schemas.microsoft.com/office/drawing/2014/main" id="{3E7E64BC-EE22-EC53-4515-316573632732}"/>
                  </a:ext>
                </a:extLst>
              </p:cNvPr>
              <p:cNvSpPr>
                <a:spLocks noChangeArrowheads="1"/>
              </p:cNvSpPr>
              <p:nvPr/>
            </p:nvSpPr>
            <p:spPr bwMode="auto">
              <a:xfrm>
                <a:off x="2424" y="1392"/>
                <a:ext cx="3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Opcode</a:t>
                </a:r>
                <a:endParaRPr lang="en-US" altLang="es-ES" sz="4400"/>
              </a:p>
            </p:txBody>
          </p:sp>
          <p:sp>
            <p:nvSpPr>
              <p:cNvPr id="872535" name="Rectangle 87">
                <a:extLst>
                  <a:ext uri="{FF2B5EF4-FFF2-40B4-BE49-F238E27FC236}">
                    <a16:creationId xmlns:a16="http://schemas.microsoft.com/office/drawing/2014/main" id="{39DC16AE-C3C8-0FA7-78BA-ACC205FB622D}"/>
                  </a:ext>
                </a:extLst>
              </p:cNvPr>
              <p:cNvSpPr>
                <a:spLocks noChangeArrowheads="1"/>
              </p:cNvSpPr>
              <p:nvPr/>
            </p:nvSpPr>
            <p:spPr bwMode="auto">
              <a:xfrm>
                <a:off x="3297" y="1395"/>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DR</a:t>
                </a:r>
                <a:endParaRPr lang="en-US" altLang="es-ES" sz="4400"/>
              </a:p>
            </p:txBody>
          </p:sp>
          <p:sp>
            <p:nvSpPr>
              <p:cNvPr id="872536" name="Rectangle 88">
                <a:extLst>
                  <a:ext uri="{FF2B5EF4-FFF2-40B4-BE49-F238E27FC236}">
                    <a16:creationId xmlns:a16="http://schemas.microsoft.com/office/drawing/2014/main" id="{70FB6814-11C6-AD63-C132-A0DFFB8BABBE}"/>
                  </a:ext>
                </a:extLst>
              </p:cNvPr>
              <p:cNvSpPr>
                <a:spLocks noChangeArrowheads="1"/>
              </p:cNvSpPr>
              <p:nvPr/>
            </p:nvSpPr>
            <p:spPr bwMode="auto">
              <a:xfrm>
                <a:off x="3747" y="1395"/>
                <a:ext cx="14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SA</a:t>
                </a:r>
                <a:endParaRPr lang="en-US" altLang="es-ES" sz="4400"/>
              </a:p>
            </p:txBody>
          </p:sp>
          <p:sp>
            <p:nvSpPr>
              <p:cNvPr id="872537" name="Rectangle 89">
                <a:extLst>
                  <a:ext uri="{FF2B5EF4-FFF2-40B4-BE49-F238E27FC236}">
                    <a16:creationId xmlns:a16="http://schemas.microsoft.com/office/drawing/2014/main" id="{FB1DB0B7-3371-44B8-6AF0-DA1BEC58A0EF}"/>
                  </a:ext>
                </a:extLst>
              </p:cNvPr>
              <p:cNvSpPr>
                <a:spLocks noChangeArrowheads="1"/>
              </p:cNvSpPr>
              <p:nvPr/>
            </p:nvSpPr>
            <p:spPr bwMode="auto">
              <a:xfrm>
                <a:off x="4197" y="1395"/>
                <a:ext cx="1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SB</a:t>
                </a:r>
                <a:endParaRPr lang="en-US" altLang="es-ES" sz="4400"/>
              </a:p>
            </p:txBody>
          </p:sp>
          <p:sp>
            <p:nvSpPr>
              <p:cNvPr id="872538" name="Rectangle 90">
                <a:extLst>
                  <a:ext uri="{FF2B5EF4-FFF2-40B4-BE49-F238E27FC236}">
                    <a16:creationId xmlns:a16="http://schemas.microsoft.com/office/drawing/2014/main" id="{258806A6-2820-2AEE-E36E-6629278855E9}"/>
                  </a:ext>
                </a:extLst>
              </p:cNvPr>
              <p:cNvSpPr>
                <a:spLocks noChangeArrowheads="1"/>
              </p:cNvSpPr>
              <p:nvPr/>
            </p:nvSpPr>
            <p:spPr bwMode="auto">
              <a:xfrm>
                <a:off x="3094" y="4161"/>
                <a:ext cx="65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Control word</a:t>
                </a:r>
                <a:endParaRPr lang="en-US" altLang="es-ES" sz="4400"/>
              </a:p>
            </p:txBody>
          </p:sp>
          <p:sp>
            <p:nvSpPr>
              <p:cNvPr id="872539" name="Rectangle 91">
                <a:extLst>
                  <a:ext uri="{FF2B5EF4-FFF2-40B4-BE49-F238E27FC236}">
                    <a16:creationId xmlns:a16="http://schemas.microsoft.com/office/drawing/2014/main" id="{23C352E1-1FEB-3632-595B-0A1583683435}"/>
                  </a:ext>
                </a:extLst>
              </p:cNvPr>
              <p:cNvSpPr>
                <a:spLocks noChangeArrowheads="1"/>
              </p:cNvSpPr>
              <p:nvPr/>
            </p:nvSpPr>
            <p:spPr bwMode="auto">
              <a:xfrm>
                <a:off x="1767" y="3681"/>
                <a:ext cx="3133" cy="460"/>
              </a:xfrm>
              <a:prstGeom prst="rect">
                <a:avLst/>
              </a:prstGeom>
              <a:noFill/>
              <a:ln w="15875">
                <a:solidFill>
                  <a:srgbClr val="00A0C6"/>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540" name="Rectangle 92">
                <a:extLst>
                  <a:ext uri="{FF2B5EF4-FFF2-40B4-BE49-F238E27FC236}">
                    <a16:creationId xmlns:a16="http://schemas.microsoft.com/office/drawing/2014/main" id="{553DEC13-09E1-9A53-DF48-C1B352F4D9B8}"/>
                  </a:ext>
                </a:extLst>
              </p:cNvPr>
              <p:cNvSpPr>
                <a:spLocks noChangeArrowheads="1"/>
              </p:cNvSpPr>
              <p:nvPr/>
            </p:nvSpPr>
            <p:spPr bwMode="auto">
              <a:xfrm>
                <a:off x="2062"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15</a:t>
                </a:r>
                <a:endParaRPr lang="en-US" altLang="es-ES" sz="4400"/>
              </a:p>
            </p:txBody>
          </p:sp>
          <p:sp>
            <p:nvSpPr>
              <p:cNvPr id="872541" name="Rectangle 93">
                <a:extLst>
                  <a:ext uri="{FF2B5EF4-FFF2-40B4-BE49-F238E27FC236}">
                    <a16:creationId xmlns:a16="http://schemas.microsoft.com/office/drawing/2014/main" id="{854FA4A2-A22B-F2EE-D218-7C5C7FFA29B1}"/>
                  </a:ext>
                </a:extLst>
              </p:cNvPr>
              <p:cNvSpPr>
                <a:spLocks noChangeArrowheads="1"/>
              </p:cNvSpPr>
              <p:nvPr/>
            </p:nvSpPr>
            <p:spPr bwMode="auto">
              <a:xfrm>
                <a:off x="2219"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14</a:t>
                </a:r>
                <a:endParaRPr lang="en-US" altLang="es-ES" sz="4400"/>
              </a:p>
            </p:txBody>
          </p:sp>
          <p:sp>
            <p:nvSpPr>
              <p:cNvPr id="872542" name="Rectangle 94">
                <a:extLst>
                  <a:ext uri="{FF2B5EF4-FFF2-40B4-BE49-F238E27FC236}">
                    <a16:creationId xmlns:a16="http://schemas.microsoft.com/office/drawing/2014/main" id="{926DA82B-AD5E-72BB-BAE7-8D02CFF7E5D3}"/>
                  </a:ext>
                </a:extLst>
              </p:cNvPr>
              <p:cNvSpPr>
                <a:spLocks noChangeArrowheads="1"/>
              </p:cNvSpPr>
              <p:nvPr/>
            </p:nvSpPr>
            <p:spPr bwMode="auto">
              <a:xfrm>
                <a:off x="2376"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13</a:t>
                </a:r>
                <a:endParaRPr lang="en-US" altLang="es-ES" sz="4400"/>
              </a:p>
            </p:txBody>
          </p:sp>
          <p:sp>
            <p:nvSpPr>
              <p:cNvPr id="872543" name="Rectangle 95">
                <a:extLst>
                  <a:ext uri="{FF2B5EF4-FFF2-40B4-BE49-F238E27FC236}">
                    <a16:creationId xmlns:a16="http://schemas.microsoft.com/office/drawing/2014/main" id="{51BBF242-F43A-DCEB-88B3-D0D94E481B54}"/>
                  </a:ext>
                </a:extLst>
              </p:cNvPr>
              <p:cNvSpPr>
                <a:spLocks noChangeArrowheads="1"/>
              </p:cNvSpPr>
              <p:nvPr/>
            </p:nvSpPr>
            <p:spPr bwMode="auto">
              <a:xfrm>
                <a:off x="2534"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12</a:t>
                </a:r>
                <a:endParaRPr lang="en-US" altLang="es-ES" sz="4400"/>
              </a:p>
            </p:txBody>
          </p:sp>
          <p:sp>
            <p:nvSpPr>
              <p:cNvPr id="872544" name="Rectangle 96">
                <a:extLst>
                  <a:ext uri="{FF2B5EF4-FFF2-40B4-BE49-F238E27FC236}">
                    <a16:creationId xmlns:a16="http://schemas.microsoft.com/office/drawing/2014/main" id="{89B2283A-1AF2-CD00-B035-F64E05F77493}"/>
                  </a:ext>
                </a:extLst>
              </p:cNvPr>
              <p:cNvSpPr>
                <a:spLocks noChangeArrowheads="1"/>
              </p:cNvSpPr>
              <p:nvPr/>
            </p:nvSpPr>
            <p:spPr bwMode="auto">
              <a:xfrm>
                <a:off x="2690"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11</a:t>
                </a:r>
                <a:endParaRPr lang="en-US" altLang="es-ES" sz="4400"/>
              </a:p>
            </p:txBody>
          </p:sp>
          <p:sp>
            <p:nvSpPr>
              <p:cNvPr id="872545" name="Rectangle 97">
                <a:extLst>
                  <a:ext uri="{FF2B5EF4-FFF2-40B4-BE49-F238E27FC236}">
                    <a16:creationId xmlns:a16="http://schemas.microsoft.com/office/drawing/2014/main" id="{AF6822C0-CB13-8665-6B33-DA69DED8B832}"/>
                  </a:ext>
                </a:extLst>
              </p:cNvPr>
              <p:cNvSpPr>
                <a:spLocks noChangeArrowheads="1"/>
              </p:cNvSpPr>
              <p:nvPr/>
            </p:nvSpPr>
            <p:spPr bwMode="auto">
              <a:xfrm>
                <a:off x="2848"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10</a:t>
                </a:r>
                <a:endParaRPr lang="en-US" altLang="es-ES" sz="4400"/>
              </a:p>
            </p:txBody>
          </p:sp>
          <p:sp>
            <p:nvSpPr>
              <p:cNvPr id="872546" name="Rectangle 98">
                <a:extLst>
                  <a:ext uri="{FF2B5EF4-FFF2-40B4-BE49-F238E27FC236}">
                    <a16:creationId xmlns:a16="http://schemas.microsoft.com/office/drawing/2014/main" id="{504E956A-B421-A74C-31FF-9B3AC9E1CA70}"/>
                  </a:ext>
                </a:extLst>
              </p:cNvPr>
              <p:cNvSpPr>
                <a:spLocks noChangeArrowheads="1"/>
              </p:cNvSpPr>
              <p:nvPr/>
            </p:nvSpPr>
            <p:spPr bwMode="auto">
              <a:xfrm>
                <a:off x="3026" y="154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9</a:t>
                </a:r>
                <a:endParaRPr lang="en-US" altLang="es-ES" sz="4400"/>
              </a:p>
            </p:txBody>
          </p:sp>
          <p:sp>
            <p:nvSpPr>
              <p:cNvPr id="872547" name="Rectangle 99">
                <a:extLst>
                  <a:ext uri="{FF2B5EF4-FFF2-40B4-BE49-F238E27FC236}">
                    <a16:creationId xmlns:a16="http://schemas.microsoft.com/office/drawing/2014/main" id="{DA6ED834-4685-2960-AB2C-F07FBD5B01FE}"/>
                  </a:ext>
                </a:extLst>
              </p:cNvPr>
              <p:cNvSpPr>
                <a:spLocks noChangeArrowheads="1"/>
              </p:cNvSpPr>
              <p:nvPr/>
            </p:nvSpPr>
            <p:spPr bwMode="auto">
              <a:xfrm>
                <a:off x="3300"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8</a:t>
                </a:r>
                <a:endParaRPr lang="en-US" altLang="es-ES" sz="4400"/>
              </a:p>
            </p:txBody>
          </p:sp>
          <p:sp>
            <p:nvSpPr>
              <p:cNvPr id="872548" name="Rectangle 100">
                <a:extLst>
                  <a:ext uri="{FF2B5EF4-FFF2-40B4-BE49-F238E27FC236}">
                    <a16:creationId xmlns:a16="http://schemas.microsoft.com/office/drawing/2014/main" id="{155D78B1-95DE-DC34-25E8-4CE6BCE9B2AB}"/>
                  </a:ext>
                </a:extLst>
              </p:cNvPr>
              <p:cNvSpPr>
                <a:spLocks noChangeArrowheads="1"/>
              </p:cNvSpPr>
              <p:nvPr/>
            </p:nvSpPr>
            <p:spPr bwMode="auto">
              <a:xfrm>
                <a:off x="3341"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2549" name="Rectangle 101">
                <a:extLst>
                  <a:ext uri="{FF2B5EF4-FFF2-40B4-BE49-F238E27FC236}">
                    <a16:creationId xmlns:a16="http://schemas.microsoft.com/office/drawing/2014/main" id="{E8013519-0C19-56E4-EE10-3C7607382657}"/>
                  </a:ext>
                </a:extLst>
              </p:cNvPr>
              <p:cNvSpPr>
                <a:spLocks noChangeArrowheads="1"/>
              </p:cNvSpPr>
              <p:nvPr/>
            </p:nvSpPr>
            <p:spPr bwMode="auto">
              <a:xfrm>
                <a:off x="3381"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6</a:t>
                </a:r>
                <a:endParaRPr lang="en-US" altLang="es-ES" sz="4400"/>
              </a:p>
            </p:txBody>
          </p:sp>
          <p:sp>
            <p:nvSpPr>
              <p:cNvPr id="872550" name="Rectangle 102">
                <a:extLst>
                  <a:ext uri="{FF2B5EF4-FFF2-40B4-BE49-F238E27FC236}">
                    <a16:creationId xmlns:a16="http://schemas.microsoft.com/office/drawing/2014/main" id="{D385F721-4BED-2570-1E0D-D393E8A82B6B}"/>
                  </a:ext>
                </a:extLst>
              </p:cNvPr>
              <p:cNvSpPr>
                <a:spLocks noChangeArrowheads="1"/>
              </p:cNvSpPr>
              <p:nvPr/>
            </p:nvSpPr>
            <p:spPr bwMode="auto">
              <a:xfrm>
                <a:off x="3743" y="15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5</a:t>
                </a:r>
                <a:endParaRPr lang="en-US" altLang="es-ES" sz="4400"/>
              </a:p>
            </p:txBody>
          </p:sp>
          <p:sp>
            <p:nvSpPr>
              <p:cNvPr id="872551" name="Rectangle 103">
                <a:extLst>
                  <a:ext uri="{FF2B5EF4-FFF2-40B4-BE49-F238E27FC236}">
                    <a16:creationId xmlns:a16="http://schemas.microsoft.com/office/drawing/2014/main" id="{D5EFE4A7-B5DB-79CA-2562-A1FFF011BED3}"/>
                  </a:ext>
                </a:extLst>
              </p:cNvPr>
              <p:cNvSpPr>
                <a:spLocks noChangeArrowheads="1"/>
              </p:cNvSpPr>
              <p:nvPr/>
            </p:nvSpPr>
            <p:spPr bwMode="auto">
              <a:xfrm>
                <a:off x="3784" y="15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2552" name="Rectangle 104">
                <a:extLst>
                  <a:ext uri="{FF2B5EF4-FFF2-40B4-BE49-F238E27FC236}">
                    <a16:creationId xmlns:a16="http://schemas.microsoft.com/office/drawing/2014/main" id="{FDE8E419-A0C4-0ADB-0206-98E19F631612}"/>
                  </a:ext>
                </a:extLst>
              </p:cNvPr>
              <p:cNvSpPr>
                <a:spLocks noChangeArrowheads="1"/>
              </p:cNvSpPr>
              <p:nvPr/>
            </p:nvSpPr>
            <p:spPr bwMode="auto">
              <a:xfrm>
                <a:off x="3825" y="15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3</a:t>
                </a:r>
                <a:endParaRPr lang="en-US" altLang="es-ES" sz="4400"/>
              </a:p>
            </p:txBody>
          </p:sp>
          <p:sp>
            <p:nvSpPr>
              <p:cNvPr id="872553" name="Rectangle 105">
                <a:extLst>
                  <a:ext uri="{FF2B5EF4-FFF2-40B4-BE49-F238E27FC236}">
                    <a16:creationId xmlns:a16="http://schemas.microsoft.com/office/drawing/2014/main" id="{CEB0DA0F-DE9A-8716-3AE4-04F3A1D7FFF2}"/>
                  </a:ext>
                </a:extLst>
              </p:cNvPr>
              <p:cNvSpPr>
                <a:spLocks noChangeArrowheads="1"/>
              </p:cNvSpPr>
              <p:nvPr/>
            </p:nvSpPr>
            <p:spPr bwMode="auto">
              <a:xfrm>
                <a:off x="4186"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2</a:t>
                </a:r>
                <a:endParaRPr lang="en-US" altLang="es-ES" sz="4400"/>
              </a:p>
            </p:txBody>
          </p:sp>
          <p:sp>
            <p:nvSpPr>
              <p:cNvPr id="872554" name="Rectangle 106">
                <a:extLst>
                  <a:ext uri="{FF2B5EF4-FFF2-40B4-BE49-F238E27FC236}">
                    <a16:creationId xmlns:a16="http://schemas.microsoft.com/office/drawing/2014/main" id="{7405F080-02E4-D674-4659-6686107E1DBD}"/>
                  </a:ext>
                </a:extLst>
              </p:cNvPr>
              <p:cNvSpPr>
                <a:spLocks noChangeArrowheads="1"/>
              </p:cNvSpPr>
              <p:nvPr/>
            </p:nvSpPr>
            <p:spPr bwMode="auto">
              <a:xfrm>
                <a:off x="4227"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2555" name="Rectangle 107">
                <a:extLst>
                  <a:ext uri="{FF2B5EF4-FFF2-40B4-BE49-F238E27FC236}">
                    <a16:creationId xmlns:a16="http://schemas.microsoft.com/office/drawing/2014/main" id="{4930B5CD-FB10-4BF9-C137-5D145426DDC6}"/>
                  </a:ext>
                </a:extLst>
              </p:cNvPr>
              <p:cNvSpPr>
                <a:spLocks noChangeArrowheads="1"/>
              </p:cNvSpPr>
              <p:nvPr/>
            </p:nvSpPr>
            <p:spPr bwMode="auto">
              <a:xfrm>
                <a:off x="4268"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400"/>
              </a:p>
            </p:txBody>
          </p:sp>
        </p:grpSp>
        <p:sp>
          <p:nvSpPr>
            <p:cNvPr id="872556" name="Text Box 108">
              <a:extLst>
                <a:ext uri="{FF2B5EF4-FFF2-40B4-BE49-F238E27FC236}">
                  <a16:creationId xmlns:a16="http://schemas.microsoft.com/office/drawing/2014/main" id="{33DE746F-3E14-7BB3-7C4C-0BEB7AD9BAB9}"/>
                </a:ext>
              </a:extLst>
            </p:cNvPr>
            <p:cNvSpPr txBox="1">
              <a:spLocks noChangeArrowheads="1"/>
            </p:cNvSpPr>
            <p:nvPr/>
          </p:nvSpPr>
          <p:spPr bwMode="auto">
            <a:xfrm>
              <a:off x="1602" y="956"/>
              <a:ext cx="11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0  0  1   0   0  0  0</a:t>
              </a:r>
            </a:p>
          </p:txBody>
        </p:sp>
        <p:sp>
          <p:nvSpPr>
            <p:cNvPr id="872557" name="Text Box 109">
              <a:extLst>
                <a:ext uri="{FF2B5EF4-FFF2-40B4-BE49-F238E27FC236}">
                  <a16:creationId xmlns:a16="http://schemas.microsoft.com/office/drawing/2014/main" id="{114C044C-0338-D32A-8C99-77A49089B20B}"/>
                </a:ext>
              </a:extLst>
            </p:cNvPr>
            <p:cNvSpPr txBox="1">
              <a:spLocks noChangeArrowheads="1"/>
            </p:cNvSpPr>
            <p:nvPr/>
          </p:nvSpPr>
          <p:spPr bwMode="auto">
            <a:xfrm>
              <a:off x="2526" y="348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2558" name="Text Box 110">
              <a:extLst>
                <a:ext uri="{FF2B5EF4-FFF2-40B4-BE49-F238E27FC236}">
                  <a16:creationId xmlns:a16="http://schemas.microsoft.com/office/drawing/2014/main" id="{707C107E-F26A-847B-288D-402D035B8054}"/>
                </a:ext>
              </a:extLst>
            </p:cNvPr>
            <p:cNvSpPr txBox="1">
              <a:spLocks noChangeArrowheads="1"/>
            </p:cNvSpPr>
            <p:nvPr/>
          </p:nvSpPr>
          <p:spPr bwMode="auto">
            <a:xfrm>
              <a:off x="3414" y="347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72559" name="Text Box 111">
              <a:extLst>
                <a:ext uri="{FF2B5EF4-FFF2-40B4-BE49-F238E27FC236}">
                  <a16:creationId xmlns:a16="http://schemas.microsoft.com/office/drawing/2014/main" id="{90D595F2-AD23-BB07-8743-AD03172ACDF7}"/>
                </a:ext>
              </a:extLst>
            </p:cNvPr>
            <p:cNvSpPr txBox="1">
              <a:spLocks noChangeArrowheads="1"/>
            </p:cNvSpPr>
            <p:nvPr/>
          </p:nvSpPr>
          <p:spPr bwMode="auto">
            <a:xfrm>
              <a:off x="2694" y="3488"/>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0 0 0 0</a:t>
              </a:r>
            </a:p>
          </p:txBody>
        </p:sp>
        <p:sp>
          <p:nvSpPr>
            <p:cNvPr id="872560" name="Text Box 112">
              <a:extLst>
                <a:ext uri="{FF2B5EF4-FFF2-40B4-BE49-F238E27FC236}">
                  <a16:creationId xmlns:a16="http://schemas.microsoft.com/office/drawing/2014/main" id="{4A4CEE0C-3987-2742-4A29-0CCFC886C342}"/>
                </a:ext>
              </a:extLst>
            </p:cNvPr>
            <p:cNvSpPr txBox="1">
              <a:spLocks noChangeArrowheads="1"/>
            </p:cNvSpPr>
            <p:nvPr/>
          </p:nvSpPr>
          <p:spPr bwMode="auto">
            <a:xfrm>
              <a:off x="3180" y="348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72561" name="Text Box 113">
              <a:extLst>
                <a:ext uri="{FF2B5EF4-FFF2-40B4-BE49-F238E27FC236}">
                  <a16:creationId xmlns:a16="http://schemas.microsoft.com/office/drawing/2014/main" id="{4C9370A7-7E96-ABC1-AB3F-702A058A4660}"/>
                </a:ext>
              </a:extLst>
            </p:cNvPr>
            <p:cNvSpPr txBox="1">
              <a:spLocks noChangeArrowheads="1"/>
            </p:cNvSpPr>
            <p:nvPr/>
          </p:nvSpPr>
          <p:spPr bwMode="auto">
            <a:xfrm>
              <a:off x="3840" y="347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2562" name="Text Box 114">
              <a:extLst>
                <a:ext uri="{FF2B5EF4-FFF2-40B4-BE49-F238E27FC236}">
                  <a16:creationId xmlns:a16="http://schemas.microsoft.com/office/drawing/2014/main" id="{2D5724FB-C826-5615-D0E9-9A757D3340DB}"/>
                </a:ext>
              </a:extLst>
            </p:cNvPr>
            <p:cNvSpPr txBox="1">
              <a:spLocks noChangeArrowheads="1"/>
            </p:cNvSpPr>
            <p:nvPr/>
          </p:nvSpPr>
          <p:spPr bwMode="auto">
            <a:xfrm>
              <a:off x="3636" y="347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2563" name="Text Box 115">
              <a:extLst>
                <a:ext uri="{FF2B5EF4-FFF2-40B4-BE49-F238E27FC236}">
                  <a16:creationId xmlns:a16="http://schemas.microsoft.com/office/drawing/2014/main" id="{EC8F4BFA-FD04-65BF-FBEF-D74BDD10050B}"/>
                </a:ext>
              </a:extLst>
            </p:cNvPr>
            <p:cNvSpPr txBox="1">
              <a:spLocks noChangeArrowheads="1"/>
            </p:cNvSpPr>
            <p:nvPr/>
          </p:nvSpPr>
          <p:spPr bwMode="auto">
            <a:xfrm>
              <a:off x="4062" y="347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72564" name="Text Box 116">
              <a:extLst>
                <a:ext uri="{FF2B5EF4-FFF2-40B4-BE49-F238E27FC236}">
                  <a16:creationId xmlns:a16="http://schemas.microsoft.com/office/drawing/2014/main" id="{4532C43F-68F0-B23B-7026-0966EC529860}"/>
                </a:ext>
              </a:extLst>
            </p:cNvPr>
            <p:cNvSpPr txBox="1">
              <a:spLocks noChangeArrowheads="1"/>
            </p:cNvSpPr>
            <p:nvPr/>
          </p:nvSpPr>
          <p:spPr bwMode="auto">
            <a:xfrm>
              <a:off x="4278" y="347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91CD10B-4529-9382-7631-85F28C18DF2A}"/>
              </a:ext>
            </a:extLst>
          </p:cNvPr>
          <p:cNvSpPr>
            <a:spLocks noGrp="1"/>
          </p:cNvSpPr>
          <p:nvPr>
            <p:ph type="sldNum" sz="quarter" idx="10"/>
          </p:nvPr>
        </p:nvSpPr>
        <p:spPr/>
        <p:txBody>
          <a:bodyPr/>
          <a:lstStyle/>
          <a:p>
            <a:r>
              <a:rPr lang="en-US" altLang="es-ES"/>
              <a:t>Chapter 9  Part 2   </a:t>
            </a:r>
            <a:fld id="{DC5268F9-19EC-4958-A8AE-F282207B396E}" type="slidenum">
              <a:rPr lang="en-US" altLang="es-ES"/>
              <a:pPr/>
              <a:t>28</a:t>
            </a:fld>
            <a:endParaRPr lang="en-US" altLang="es-ES"/>
          </a:p>
        </p:txBody>
      </p:sp>
      <p:grpSp>
        <p:nvGrpSpPr>
          <p:cNvPr id="871644" name="Group 220">
            <a:extLst>
              <a:ext uri="{FF2B5EF4-FFF2-40B4-BE49-F238E27FC236}">
                <a16:creationId xmlns:a16="http://schemas.microsoft.com/office/drawing/2014/main" id="{043FC687-39E0-13C5-31AF-3BED5CA39061}"/>
              </a:ext>
            </a:extLst>
          </p:cNvPr>
          <p:cNvGrpSpPr>
            <a:grpSpLocks/>
          </p:cNvGrpSpPr>
          <p:nvPr/>
        </p:nvGrpSpPr>
        <p:grpSpPr bwMode="auto">
          <a:xfrm>
            <a:off x="201613" y="100013"/>
            <a:ext cx="8361362" cy="6661150"/>
            <a:chOff x="127" y="63"/>
            <a:chExt cx="5267" cy="4196"/>
          </a:xfrm>
        </p:grpSpPr>
        <p:grpSp>
          <p:nvGrpSpPr>
            <p:cNvPr id="871426" name="Group 2">
              <a:extLst>
                <a:ext uri="{FF2B5EF4-FFF2-40B4-BE49-F238E27FC236}">
                  <a16:creationId xmlns:a16="http://schemas.microsoft.com/office/drawing/2014/main" id="{71195384-2F41-D83A-2EBF-40547AC5AE34}"/>
                </a:ext>
              </a:extLst>
            </p:cNvPr>
            <p:cNvGrpSpPr>
              <a:grpSpLocks/>
            </p:cNvGrpSpPr>
            <p:nvPr/>
          </p:nvGrpSpPr>
          <p:grpSpPr bwMode="auto">
            <a:xfrm>
              <a:off x="127" y="63"/>
              <a:ext cx="4339" cy="4196"/>
              <a:chOff x="727" y="63"/>
              <a:chExt cx="4339" cy="4196"/>
            </a:xfrm>
          </p:grpSpPr>
          <p:sp>
            <p:nvSpPr>
              <p:cNvPr id="871427" name="Rectangle 3">
                <a:extLst>
                  <a:ext uri="{FF2B5EF4-FFF2-40B4-BE49-F238E27FC236}">
                    <a16:creationId xmlns:a16="http://schemas.microsoft.com/office/drawing/2014/main" id="{AD473A33-AF27-DC5E-8745-65FB01B0CA9D}"/>
                  </a:ext>
                </a:extLst>
              </p:cNvPr>
              <p:cNvSpPr>
                <a:spLocks noChangeArrowheads="1"/>
              </p:cNvSpPr>
              <p:nvPr/>
            </p:nvSpPr>
            <p:spPr bwMode="auto">
              <a:xfrm>
                <a:off x="727" y="65"/>
                <a:ext cx="1774" cy="2774"/>
              </a:xfrm>
              <a:prstGeom prst="rect">
                <a:avLst/>
              </a:prstGeom>
              <a:solidFill>
                <a:srgbClr val="E5F5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71428" name="Freeform 4">
                <a:extLst>
                  <a:ext uri="{FF2B5EF4-FFF2-40B4-BE49-F238E27FC236}">
                    <a16:creationId xmlns:a16="http://schemas.microsoft.com/office/drawing/2014/main" id="{AF520600-2D61-5ED4-0D5A-7D3230F9283A}"/>
                  </a:ext>
                </a:extLst>
              </p:cNvPr>
              <p:cNvSpPr>
                <a:spLocks/>
              </p:cNvSpPr>
              <p:nvPr/>
            </p:nvSpPr>
            <p:spPr bwMode="auto">
              <a:xfrm>
                <a:off x="2501" y="63"/>
                <a:ext cx="1642" cy="4188"/>
              </a:xfrm>
              <a:custGeom>
                <a:avLst/>
                <a:gdLst>
                  <a:gd name="T0" fmla="*/ 0 w 1642"/>
                  <a:gd name="T1" fmla="*/ 2 h 4188"/>
                  <a:gd name="T2" fmla="*/ 1642 w 1642"/>
                  <a:gd name="T3" fmla="*/ 0 h 4188"/>
                  <a:gd name="T4" fmla="*/ 1642 w 1642"/>
                  <a:gd name="T5" fmla="*/ 4188 h 4188"/>
                  <a:gd name="T6" fmla="*/ 0 w 1642"/>
                  <a:gd name="T7" fmla="*/ 4188 h 4188"/>
                  <a:gd name="T8" fmla="*/ 0 w 1642"/>
                  <a:gd name="T9" fmla="*/ 276 h 4188"/>
                  <a:gd name="T10" fmla="*/ 0 w 1642"/>
                  <a:gd name="T11" fmla="*/ 2 h 4188"/>
                </a:gdLst>
                <a:ahLst/>
                <a:cxnLst>
                  <a:cxn ang="0">
                    <a:pos x="T0" y="T1"/>
                  </a:cxn>
                  <a:cxn ang="0">
                    <a:pos x="T2" y="T3"/>
                  </a:cxn>
                  <a:cxn ang="0">
                    <a:pos x="T4" y="T5"/>
                  </a:cxn>
                  <a:cxn ang="0">
                    <a:pos x="T6" y="T7"/>
                  </a:cxn>
                  <a:cxn ang="0">
                    <a:pos x="T8" y="T9"/>
                  </a:cxn>
                  <a:cxn ang="0">
                    <a:pos x="T10" y="T11"/>
                  </a:cxn>
                </a:cxnLst>
                <a:rect l="0" t="0" r="r" b="b"/>
                <a:pathLst>
                  <a:path w="1642" h="4188">
                    <a:moveTo>
                      <a:pt x="0" y="2"/>
                    </a:moveTo>
                    <a:lnTo>
                      <a:pt x="1642" y="0"/>
                    </a:lnTo>
                    <a:lnTo>
                      <a:pt x="1642" y="4188"/>
                    </a:lnTo>
                    <a:lnTo>
                      <a:pt x="0" y="4188"/>
                    </a:lnTo>
                    <a:lnTo>
                      <a:pt x="0" y="276"/>
                    </a:lnTo>
                    <a:lnTo>
                      <a:pt x="0" y="2"/>
                    </a:lnTo>
                    <a:close/>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29" name="Line 5">
                <a:extLst>
                  <a:ext uri="{FF2B5EF4-FFF2-40B4-BE49-F238E27FC236}">
                    <a16:creationId xmlns:a16="http://schemas.microsoft.com/office/drawing/2014/main" id="{1C4FF2EF-EC46-0E78-90A3-1CCB5A926CC8}"/>
                  </a:ext>
                </a:extLst>
              </p:cNvPr>
              <p:cNvSpPr>
                <a:spLocks noChangeShapeType="1"/>
              </p:cNvSpPr>
              <p:nvPr/>
            </p:nvSpPr>
            <p:spPr bwMode="auto">
              <a:xfrm>
                <a:off x="3607" y="1433"/>
                <a:ext cx="1" cy="334"/>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30" name="Freeform 6">
                <a:extLst>
                  <a:ext uri="{FF2B5EF4-FFF2-40B4-BE49-F238E27FC236}">
                    <a16:creationId xmlns:a16="http://schemas.microsoft.com/office/drawing/2014/main" id="{D5ACFF7D-5FE6-768F-E69D-4421575D19E8}"/>
                  </a:ext>
                </a:extLst>
              </p:cNvPr>
              <p:cNvSpPr>
                <a:spLocks/>
              </p:cNvSpPr>
              <p:nvPr/>
            </p:nvSpPr>
            <p:spPr bwMode="auto">
              <a:xfrm>
                <a:off x="3589" y="1751"/>
                <a:ext cx="38" cy="62"/>
              </a:xfrm>
              <a:custGeom>
                <a:avLst/>
                <a:gdLst>
                  <a:gd name="T0" fmla="*/ 9 w 19"/>
                  <a:gd name="T1" fmla="*/ 5 h 31"/>
                  <a:gd name="T2" fmla="*/ 19 w 19"/>
                  <a:gd name="T3" fmla="*/ 0 h 31"/>
                  <a:gd name="T4" fmla="*/ 19 w 19"/>
                  <a:gd name="T5" fmla="*/ 0 h 31"/>
                  <a:gd name="T6" fmla="*/ 13 w 19"/>
                  <a:gd name="T7" fmla="*/ 15 h 31"/>
                  <a:gd name="T8" fmla="*/ 9 w 19"/>
                  <a:gd name="T9" fmla="*/ 31 h 31"/>
                  <a:gd name="T10" fmla="*/ 6 w 19"/>
                  <a:gd name="T11" fmla="*/ 15 h 31"/>
                  <a:gd name="T12" fmla="*/ 0 w 19"/>
                  <a:gd name="T13" fmla="*/ 0 h 31"/>
                  <a:gd name="T14" fmla="*/ 0 w 19"/>
                  <a:gd name="T15" fmla="*/ 0 h 31"/>
                  <a:gd name="T16" fmla="*/ 9 w 19"/>
                  <a:gd name="T17"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1">
                    <a:moveTo>
                      <a:pt x="9" y="5"/>
                    </a:moveTo>
                    <a:cubicBezTo>
                      <a:pt x="19" y="0"/>
                      <a:pt x="19" y="0"/>
                      <a:pt x="19" y="0"/>
                    </a:cubicBezTo>
                    <a:cubicBezTo>
                      <a:pt x="19" y="0"/>
                      <a:pt x="19" y="0"/>
                      <a:pt x="19" y="0"/>
                    </a:cubicBezTo>
                    <a:cubicBezTo>
                      <a:pt x="13" y="15"/>
                      <a:pt x="13" y="15"/>
                      <a:pt x="13" y="15"/>
                    </a:cubicBezTo>
                    <a:cubicBezTo>
                      <a:pt x="12" y="21"/>
                      <a:pt x="11" y="26"/>
                      <a:pt x="9" y="31"/>
                    </a:cubicBezTo>
                    <a:cubicBezTo>
                      <a:pt x="8" y="26"/>
                      <a:pt x="7" y="21"/>
                      <a:pt x="6" y="15"/>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31" name="Freeform 7">
                <a:extLst>
                  <a:ext uri="{FF2B5EF4-FFF2-40B4-BE49-F238E27FC236}">
                    <a16:creationId xmlns:a16="http://schemas.microsoft.com/office/drawing/2014/main" id="{1E19B4D5-7893-72B2-4C6E-882E04FEC92D}"/>
                  </a:ext>
                </a:extLst>
              </p:cNvPr>
              <p:cNvSpPr>
                <a:spLocks/>
              </p:cNvSpPr>
              <p:nvPr/>
            </p:nvSpPr>
            <p:spPr bwMode="auto">
              <a:xfrm>
                <a:off x="2737" y="1561"/>
                <a:ext cx="756" cy="206"/>
              </a:xfrm>
              <a:custGeom>
                <a:avLst/>
                <a:gdLst>
                  <a:gd name="T0" fmla="*/ 0 w 756"/>
                  <a:gd name="T1" fmla="*/ 0 h 206"/>
                  <a:gd name="T2" fmla="*/ 756 w 756"/>
                  <a:gd name="T3" fmla="*/ 0 h 206"/>
                  <a:gd name="T4" fmla="*/ 756 w 756"/>
                  <a:gd name="T5" fmla="*/ 206 h 206"/>
                </a:gdLst>
                <a:ahLst/>
                <a:cxnLst>
                  <a:cxn ang="0">
                    <a:pos x="T0" y="T1"/>
                  </a:cxn>
                  <a:cxn ang="0">
                    <a:pos x="T2" y="T3"/>
                  </a:cxn>
                  <a:cxn ang="0">
                    <a:pos x="T4" y="T5"/>
                  </a:cxn>
                </a:cxnLst>
                <a:rect l="0" t="0" r="r" b="b"/>
                <a:pathLst>
                  <a:path w="756" h="206">
                    <a:moveTo>
                      <a:pt x="0" y="0"/>
                    </a:moveTo>
                    <a:lnTo>
                      <a:pt x="756" y="0"/>
                    </a:lnTo>
                    <a:lnTo>
                      <a:pt x="756" y="206"/>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1432" name="Freeform 8">
                <a:extLst>
                  <a:ext uri="{FF2B5EF4-FFF2-40B4-BE49-F238E27FC236}">
                    <a16:creationId xmlns:a16="http://schemas.microsoft.com/office/drawing/2014/main" id="{7A518DB8-7ADD-4F12-FB89-FFC809946EA3}"/>
                  </a:ext>
                </a:extLst>
              </p:cNvPr>
              <p:cNvSpPr>
                <a:spLocks/>
              </p:cNvSpPr>
              <p:nvPr/>
            </p:nvSpPr>
            <p:spPr bwMode="auto">
              <a:xfrm>
                <a:off x="3475" y="1751"/>
                <a:ext cx="38" cy="62"/>
              </a:xfrm>
              <a:custGeom>
                <a:avLst/>
                <a:gdLst>
                  <a:gd name="T0" fmla="*/ 9 w 19"/>
                  <a:gd name="T1" fmla="*/ 5 h 31"/>
                  <a:gd name="T2" fmla="*/ 19 w 19"/>
                  <a:gd name="T3" fmla="*/ 0 h 31"/>
                  <a:gd name="T4" fmla="*/ 19 w 19"/>
                  <a:gd name="T5" fmla="*/ 0 h 31"/>
                  <a:gd name="T6" fmla="*/ 13 w 19"/>
                  <a:gd name="T7" fmla="*/ 15 h 31"/>
                  <a:gd name="T8" fmla="*/ 9 w 19"/>
                  <a:gd name="T9" fmla="*/ 31 h 31"/>
                  <a:gd name="T10" fmla="*/ 6 w 19"/>
                  <a:gd name="T11" fmla="*/ 15 h 31"/>
                  <a:gd name="T12" fmla="*/ 0 w 19"/>
                  <a:gd name="T13" fmla="*/ 0 h 31"/>
                  <a:gd name="T14" fmla="*/ 0 w 19"/>
                  <a:gd name="T15" fmla="*/ 0 h 31"/>
                  <a:gd name="T16" fmla="*/ 9 w 19"/>
                  <a:gd name="T17"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1">
                    <a:moveTo>
                      <a:pt x="9" y="5"/>
                    </a:moveTo>
                    <a:cubicBezTo>
                      <a:pt x="19" y="0"/>
                      <a:pt x="19" y="0"/>
                      <a:pt x="19" y="0"/>
                    </a:cubicBezTo>
                    <a:cubicBezTo>
                      <a:pt x="19" y="0"/>
                      <a:pt x="19" y="0"/>
                      <a:pt x="19" y="0"/>
                    </a:cubicBezTo>
                    <a:cubicBezTo>
                      <a:pt x="13" y="15"/>
                      <a:pt x="13" y="15"/>
                      <a:pt x="13" y="15"/>
                    </a:cubicBezTo>
                    <a:cubicBezTo>
                      <a:pt x="12" y="21"/>
                      <a:pt x="10" y="26"/>
                      <a:pt x="9" y="31"/>
                    </a:cubicBezTo>
                    <a:cubicBezTo>
                      <a:pt x="8" y="26"/>
                      <a:pt x="7" y="21"/>
                      <a:pt x="6" y="15"/>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33" name="Line 9">
                <a:extLst>
                  <a:ext uri="{FF2B5EF4-FFF2-40B4-BE49-F238E27FC236}">
                    <a16:creationId xmlns:a16="http://schemas.microsoft.com/office/drawing/2014/main" id="{CA28E356-1336-EC8C-2195-7790F04A93EA}"/>
                  </a:ext>
                </a:extLst>
              </p:cNvPr>
              <p:cNvSpPr>
                <a:spLocks noChangeShapeType="1"/>
              </p:cNvSpPr>
              <p:nvPr/>
            </p:nvSpPr>
            <p:spPr bwMode="auto">
              <a:xfrm>
                <a:off x="3359" y="1433"/>
                <a:ext cx="1" cy="111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34" name="Freeform 10">
                <a:extLst>
                  <a:ext uri="{FF2B5EF4-FFF2-40B4-BE49-F238E27FC236}">
                    <a16:creationId xmlns:a16="http://schemas.microsoft.com/office/drawing/2014/main" id="{6615CE0D-0141-CCE3-2A23-6FD2A7EDB24A}"/>
                  </a:ext>
                </a:extLst>
              </p:cNvPr>
              <p:cNvSpPr>
                <a:spLocks/>
              </p:cNvSpPr>
              <p:nvPr/>
            </p:nvSpPr>
            <p:spPr bwMode="auto">
              <a:xfrm>
                <a:off x="3341" y="2527"/>
                <a:ext cx="38" cy="64"/>
              </a:xfrm>
              <a:custGeom>
                <a:avLst/>
                <a:gdLst>
                  <a:gd name="T0" fmla="*/ 9 w 19"/>
                  <a:gd name="T1" fmla="*/ 6 h 32"/>
                  <a:gd name="T2" fmla="*/ 19 w 19"/>
                  <a:gd name="T3" fmla="*/ 0 h 32"/>
                  <a:gd name="T4" fmla="*/ 19 w 19"/>
                  <a:gd name="T5" fmla="*/ 1 h 32"/>
                  <a:gd name="T6" fmla="*/ 13 w 19"/>
                  <a:gd name="T7" fmla="*/ 16 h 32"/>
                  <a:gd name="T8" fmla="*/ 9 w 19"/>
                  <a:gd name="T9" fmla="*/ 32 h 32"/>
                  <a:gd name="T10" fmla="*/ 6 w 19"/>
                  <a:gd name="T11" fmla="*/ 16 h 32"/>
                  <a:gd name="T12" fmla="*/ 0 w 19"/>
                  <a:gd name="T13" fmla="*/ 1 h 32"/>
                  <a:gd name="T14" fmla="*/ 0 w 19"/>
                  <a:gd name="T15" fmla="*/ 0 h 32"/>
                  <a:gd name="T16" fmla="*/ 9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6"/>
                    </a:moveTo>
                    <a:cubicBezTo>
                      <a:pt x="19" y="0"/>
                      <a:pt x="19" y="0"/>
                      <a:pt x="19" y="0"/>
                    </a:cubicBezTo>
                    <a:cubicBezTo>
                      <a:pt x="19" y="1"/>
                      <a:pt x="19" y="1"/>
                      <a:pt x="19" y="1"/>
                    </a:cubicBezTo>
                    <a:cubicBezTo>
                      <a:pt x="13" y="16"/>
                      <a:pt x="13" y="16"/>
                      <a:pt x="13" y="16"/>
                    </a:cubicBezTo>
                    <a:cubicBezTo>
                      <a:pt x="12" y="21"/>
                      <a:pt x="11" y="27"/>
                      <a:pt x="9" y="32"/>
                    </a:cubicBezTo>
                    <a:cubicBezTo>
                      <a:pt x="8" y="27"/>
                      <a:pt x="7" y="21"/>
                      <a:pt x="6" y="16"/>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35" name="Freeform 11">
                <a:extLst>
                  <a:ext uri="{FF2B5EF4-FFF2-40B4-BE49-F238E27FC236}">
                    <a16:creationId xmlns:a16="http://schemas.microsoft.com/office/drawing/2014/main" id="{83CF0E0C-FE82-10C5-BBFD-8A493E9F1102}"/>
                  </a:ext>
                </a:extLst>
              </p:cNvPr>
              <p:cNvSpPr>
                <a:spLocks/>
              </p:cNvSpPr>
              <p:nvPr/>
            </p:nvSpPr>
            <p:spPr bwMode="auto">
              <a:xfrm>
                <a:off x="2856" y="903"/>
                <a:ext cx="823" cy="3228"/>
              </a:xfrm>
              <a:custGeom>
                <a:avLst/>
                <a:gdLst>
                  <a:gd name="T0" fmla="*/ 823 w 823"/>
                  <a:gd name="T1" fmla="*/ 3158 h 3228"/>
                  <a:gd name="T2" fmla="*/ 823 w 823"/>
                  <a:gd name="T3" fmla="*/ 3224 h 3228"/>
                  <a:gd name="T4" fmla="*/ 0 w 823"/>
                  <a:gd name="T5" fmla="*/ 3228 h 3228"/>
                  <a:gd name="T6" fmla="*/ 0 w 823"/>
                  <a:gd name="T7" fmla="*/ 0 h 3228"/>
                  <a:gd name="T8" fmla="*/ 637 w 823"/>
                  <a:gd name="T9" fmla="*/ 0 h 3228"/>
                  <a:gd name="T10" fmla="*/ 637 w 823"/>
                  <a:gd name="T11" fmla="*/ 94 h 3228"/>
                </a:gdLst>
                <a:ahLst/>
                <a:cxnLst>
                  <a:cxn ang="0">
                    <a:pos x="T0" y="T1"/>
                  </a:cxn>
                  <a:cxn ang="0">
                    <a:pos x="T2" y="T3"/>
                  </a:cxn>
                  <a:cxn ang="0">
                    <a:pos x="T4" y="T5"/>
                  </a:cxn>
                  <a:cxn ang="0">
                    <a:pos x="T6" y="T7"/>
                  </a:cxn>
                  <a:cxn ang="0">
                    <a:pos x="T8" y="T9"/>
                  </a:cxn>
                  <a:cxn ang="0">
                    <a:pos x="T10" y="T11"/>
                  </a:cxn>
                </a:cxnLst>
                <a:rect l="0" t="0" r="r" b="b"/>
                <a:pathLst>
                  <a:path w="823" h="3228">
                    <a:moveTo>
                      <a:pt x="823" y="3158"/>
                    </a:moveTo>
                    <a:lnTo>
                      <a:pt x="823" y="3224"/>
                    </a:lnTo>
                    <a:lnTo>
                      <a:pt x="0" y="3228"/>
                    </a:lnTo>
                    <a:lnTo>
                      <a:pt x="0" y="0"/>
                    </a:lnTo>
                    <a:lnTo>
                      <a:pt x="637" y="0"/>
                    </a:lnTo>
                    <a:lnTo>
                      <a:pt x="637" y="94"/>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1436" name="Freeform 12">
                <a:extLst>
                  <a:ext uri="{FF2B5EF4-FFF2-40B4-BE49-F238E27FC236}">
                    <a16:creationId xmlns:a16="http://schemas.microsoft.com/office/drawing/2014/main" id="{007402E1-5103-37CF-5B0D-3958D2E9D09D}"/>
                  </a:ext>
                </a:extLst>
              </p:cNvPr>
              <p:cNvSpPr>
                <a:spLocks/>
              </p:cNvSpPr>
              <p:nvPr/>
            </p:nvSpPr>
            <p:spPr bwMode="auto">
              <a:xfrm>
                <a:off x="3475" y="979"/>
                <a:ext cx="38" cy="64"/>
              </a:xfrm>
              <a:custGeom>
                <a:avLst/>
                <a:gdLst>
                  <a:gd name="T0" fmla="*/ 9 w 19"/>
                  <a:gd name="T1" fmla="*/ 6 h 32"/>
                  <a:gd name="T2" fmla="*/ 19 w 19"/>
                  <a:gd name="T3" fmla="*/ 0 h 32"/>
                  <a:gd name="T4" fmla="*/ 19 w 19"/>
                  <a:gd name="T5" fmla="*/ 1 h 32"/>
                  <a:gd name="T6" fmla="*/ 13 w 19"/>
                  <a:gd name="T7" fmla="*/ 16 h 32"/>
                  <a:gd name="T8" fmla="*/ 9 w 19"/>
                  <a:gd name="T9" fmla="*/ 32 h 32"/>
                  <a:gd name="T10" fmla="*/ 6 w 19"/>
                  <a:gd name="T11" fmla="*/ 16 h 32"/>
                  <a:gd name="T12" fmla="*/ 0 w 19"/>
                  <a:gd name="T13" fmla="*/ 1 h 32"/>
                  <a:gd name="T14" fmla="*/ 0 w 19"/>
                  <a:gd name="T15" fmla="*/ 0 h 32"/>
                  <a:gd name="T16" fmla="*/ 9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6"/>
                    </a:moveTo>
                    <a:cubicBezTo>
                      <a:pt x="19" y="0"/>
                      <a:pt x="19" y="0"/>
                      <a:pt x="19" y="0"/>
                    </a:cubicBezTo>
                    <a:cubicBezTo>
                      <a:pt x="19" y="1"/>
                      <a:pt x="19" y="1"/>
                      <a:pt x="19" y="1"/>
                    </a:cubicBezTo>
                    <a:cubicBezTo>
                      <a:pt x="13" y="16"/>
                      <a:pt x="13" y="16"/>
                      <a:pt x="13" y="16"/>
                    </a:cubicBezTo>
                    <a:cubicBezTo>
                      <a:pt x="12" y="22"/>
                      <a:pt x="10" y="27"/>
                      <a:pt x="9" y="32"/>
                    </a:cubicBezTo>
                    <a:cubicBezTo>
                      <a:pt x="8" y="27"/>
                      <a:pt x="7" y="22"/>
                      <a:pt x="6" y="16"/>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37" name="Freeform 13">
                <a:extLst>
                  <a:ext uri="{FF2B5EF4-FFF2-40B4-BE49-F238E27FC236}">
                    <a16:creationId xmlns:a16="http://schemas.microsoft.com/office/drawing/2014/main" id="{BD5EAD4D-26AC-13A1-615D-5C65C083E015}"/>
                  </a:ext>
                </a:extLst>
              </p:cNvPr>
              <p:cNvSpPr>
                <a:spLocks/>
              </p:cNvSpPr>
              <p:nvPr/>
            </p:nvSpPr>
            <p:spPr bwMode="auto">
              <a:xfrm>
                <a:off x="3555" y="2009"/>
                <a:ext cx="878" cy="536"/>
              </a:xfrm>
              <a:custGeom>
                <a:avLst/>
                <a:gdLst>
                  <a:gd name="T0" fmla="*/ 0 w 878"/>
                  <a:gd name="T1" fmla="*/ 0 h 536"/>
                  <a:gd name="T2" fmla="*/ 0 w 878"/>
                  <a:gd name="T3" fmla="*/ 386 h 536"/>
                  <a:gd name="T4" fmla="*/ 878 w 878"/>
                  <a:gd name="T5" fmla="*/ 386 h 536"/>
                  <a:gd name="T6" fmla="*/ 878 w 878"/>
                  <a:gd name="T7" fmla="*/ 536 h 536"/>
                </a:gdLst>
                <a:ahLst/>
                <a:cxnLst>
                  <a:cxn ang="0">
                    <a:pos x="T0" y="T1"/>
                  </a:cxn>
                  <a:cxn ang="0">
                    <a:pos x="T2" y="T3"/>
                  </a:cxn>
                  <a:cxn ang="0">
                    <a:pos x="T4" y="T5"/>
                  </a:cxn>
                  <a:cxn ang="0">
                    <a:pos x="T6" y="T7"/>
                  </a:cxn>
                </a:cxnLst>
                <a:rect l="0" t="0" r="r" b="b"/>
                <a:pathLst>
                  <a:path w="878" h="536">
                    <a:moveTo>
                      <a:pt x="0" y="0"/>
                    </a:moveTo>
                    <a:lnTo>
                      <a:pt x="0" y="386"/>
                    </a:lnTo>
                    <a:lnTo>
                      <a:pt x="878" y="386"/>
                    </a:lnTo>
                    <a:lnTo>
                      <a:pt x="878" y="536"/>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1438" name="Freeform 14">
                <a:extLst>
                  <a:ext uri="{FF2B5EF4-FFF2-40B4-BE49-F238E27FC236}">
                    <a16:creationId xmlns:a16="http://schemas.microsoft.com/office/drawing/2014/main" id="{C3E782D1-4D6A-0C49-A6CA-F2F4F9339AE9}"/>
                  </a:ext>
                </a:extLst>
              </p:cNvPr>
              <p:cNvSpPr>
                <a:spLocks/>
              </p:cNvSpPr>
              <p:nvPr/>
            </p:nvSpPr>
            <p:spPr bwMode="auto">
              <a:xfrm>
                <a:off x="4413" y="2527"/>
                <a:ext cx="40" cy="64"/>
              </a:xfrm>
              <a:custGeom>
                <a:avLst/>
                <a:gdLst>
                  <a:gd name="T0" fmla="*/ 10 w 20"/>
                  <a:gd name="T1" fmla="*/ 6 h 32"/>
                  <a:gd name="T2" fmla="*/ 19 w 20"/>
                  <a:gd name="T3" fmla="*/ 0 h 32"/>
                  <a:gd name="T4" fmla="*/ 20 w 20"/>
                  <a:gd name="T5" fmla="*/ 1 h 32"/>
                  <a:gd name="T6" fmla="*/ 14 w 20"/>
                  <a:gd name="T7" fmla="*/ 16 h 32"/>
                  <a:gd name="T8" fmla="*/ 10 w 20"/>
                  <a:gd name="T9" fmla="*/ 32 h 32"/>
                  <a:gd name="T10" fmla="*/ 7 w 20"/>
                  <a:gd name="T11" fmla="*/ 16 h 32"/>
                  <a:gd name="T12" fmla="*/ 0 w 20"/>
                  <a:gd name="T13" fmla="*/ 1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19" y="0"/>
                      <a:pt x="19" y="0"/>
                      <a:pt x="19" y="0"/>
                    </a:cubicBezTo>
                    <a:cubicBezTo>
                      <a:pt x="20" y="1"/>
                      <a:pt x="20" y="1"/>
                      <a:pt x="20" y="1"/>
                    </a:cubicBezTo>
                    <a:cubicBezTo>
                      <a:pt x="14" y="16"/>
                      <a:pt x="14" y="16"/>
                      <a:pt x="14" y="16"/>
                    </a:cubicBezTo>
                    <a:cubicBezTo>
                      <a:pt x="12" y="21"/>
                      <a:pt x="11" y="27"/>
                      <a:pt x="10" y="32"/>
                    </a:cubicBezTo>
                    <a:cubicBezTo>
                      <a:pt x="9" y="27"/>
                      <a:pt x="8" y="21"/>
                      <a:pt x="7" y="16"/>
                    </a:cubicBezTo>
                    <a:cubicBezTo>
                      <a:pt x="0" y="1"/>
                      <a:pt x="0" y="1"/>
                      <a:pt x="0" y="1"/>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39" name="Freeform 15">
                <a:extLst>
                  <a:ext uri="{FF2B5EF4-FFF2-40B4-BE49-F238E27FC236}">
                    <a16:creationId xmlns:a16="http://schemas.microsoft.com/office/drawing/2014/main" id="{9655CD3B-F6B3-8CEB-E71C-D94F292321EB}"/>
                  </a:ext>
                </a:extLst>
              </p:cNvPr>
              <p:cNvSpPr>
                <a:spLocks/>
              </p:cNvSpPr>
              <p:nvPr/>
            </p:nvSpPr>
            <p:spPr bwMode="auto">
              <a:xfrm>
                <a:off x="1581" y="135"/>
                <a:ext cx="3252" cy="2410"/>
              </a:xfrm>
              <a:custGeom>
                <a:avLst/>
                <a:gdLst>
                  <a:gd name="T0" fmla="*/ 3252 w 3252"/>
                  <a:gd name="T1" fmla="*/ 2410 h 2410"/>
                  <a:gd name="T2" fmla="*/ 3252 w 3252"/>
                  <a:gd name="T3" fmla="*/ 2070 h 2410"/>
                  <a:gd name="T4" fmla="*/ 1778 w 3252"/>
                  <a:gd name="T5" fmla="*/ 2070 h 2410"/>
                  <a:gd name="T6" fmla="*/ 1234 w 3252"/>
                  <a:gd name="T7" fmla="*/ 2070 h 2410"/>
                  <a:gd name="T8" fmla="*/ 1234 w 3252"/>
                  <a:gd name="T9" fmla="*/ 0 h 2410"/>
                  <a:gd name="T10" fmla="*/ 0 w 3252"/>
                  <a:gd name="T11" fmla="*/ 0 h 2410"/>
                  <a:gd name="T12" fmla="*/ 0 w 3252"/>
                  <a:gd name="T13" fmla="*/ 214 h 2410"/>
                </a:gdLst>
                <a:ahLst/>
                <a:cxnLst>
                  <a:cxn ang="0">
                    <a:pos x="T0" y="T1"/>
                  </a:cxn>
                  <a:cxn ang="0">
                    <a:pos x="T2" y="T3"/>
                  </a:cxn>
                  <a:cxn ang="0">
                    <a:pos x="T4" y="T5"/>
                  </a:cxn>
                  <a:cxn ang="0">
                    <a:pos x="T6" y="T7"/>
                  </a:cxn>
                  <a:cxn ang="0">
                    <a:pos x="T8" y="T9"/>
                  </a:cxn>
                  <a:cxn ang="0">
                    <a:pos x="T10" y="T11"/>
                  </a:cxn>
                  <a:cxn ang="0">
                    <a:pos x="T12" y="T13"/>
                  </a:cxn>
                </a:cxnLst>
                <a:rect l="0" t="0" r="r" b="b"/>
                <a:pathLst>
                  <a:path w="3252" h="2410">
                    <a:moveTo>
                      <a:pt x="3252" y="2410"/>
                    </a:moveTo>
                    <a:lnTo>
                      <a:pt x="3252" y="2070"/>
                    </a:lnTo>
                    <a:lnTo>
                      <a:pt x="1778" y="2070"/>
                    </a:lnTo>
                    <a:lnTo>
                      <a:pt x="1234" y="2070"/>
                    </a:lnTo>
                    <a:lnTo>
                      <a:pt x="1234" y="0"/>
                    </a:lnTo>
                    <a:lnTo>
                      <a:pt x="0" y="0"/>
                    </a:lnTo>
                    <a:lnTo>
                      <a:pt x="0" y="214"/>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1440" name="Freeform 16">
                <a:extLst>
                  <a:ext uri="{FF2B5EF4-FFF2-40B4-BE49-F238E27FC236}">
                    <a16:creationId xmlns:a16="http://schemas.microsoft.com/office/drawing/2014/main" id="{33AEBB96-4A90-9861-BA7B-33B30389D930}"/>
                  </a:ext>
                </a:extLst>
              </p:cNvPr>
              <p:cNvSpPr>
                <a:spLocks/>
              </p:cNvSpPr>
              <p:nvPr/>
            </p:nvSpPr>
            <p:spPr bwMode="auto">
              <a:xfrm>
                <a:off x="4815" y="2527"/>
                <a:ext cx="38" cy="64"/>
              </a:xfrm>
              <a:custGeom>
                <a:avLst/>
                <a:gdLst>
                  <a:gd name="T0" fmla="*/ 9 w 19"/>
                  <a:gd name="T1" fmla="*/ 6 h 32"/>
                  <a:gd name="T2" fmla="*/ 19 w 19"/>
                  <a:gd name="T3" fmla="*/ 0 h 32"/>
                  <a:gd name="T4" fmla="*/ 19 w 19"/>
                  <a:gd name="T5" fmla="*/ 1 h 32"/>
                  <a:gd name="T6" fmla="*/ 13 w 19"/>
                  <a:gd name="T7" fmla="*/ 16 h 32"/>
                  <a:gd name="T8" fmla="*/ 9 w 19"/>
                  <a:gd name="T9" fmla="*/ 32 h 32"/>
                  <a:gd name="T10" fmla="*/ 6 w 19"/>
                  <a:gd name="T11" fmla="*/ 16 h 32"/>
                  <a:gd name="T12" fmla="*/ 0 w 19"/>
                  <a:gd name="T13" fmla="*/ 1 h 32"/>
                  <a:gd name="T14" fmla="*/ 0 w 19"/>
                  <a:gd name="T15" fmla="*/ 0 h 32"/>
                  <a:gd name="T16" fmla="*/ 9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6"/>
                    </a:moveTo>
                    <a:cubicBezTo>
                      <a:pt x="19" y="0"/>
                      <a:pt x="19" y="0"/>
                      <a:pt x="19" y="0"/>
                    </a:cubicBezTo>
                    <a:cubicBezTo>
                      <a:pt x="19" y="1"/>
                      <a:pt x="19" y="1"/>
                      <a:pt x="19" y="1"/>
                    </a:cubicBezTo>
                    <a:cubicBezTo>
                      <a:pt x="13" y="16"/>
                      <a:pt x="13" y="16"/>
                      <a:pt x="13" y="16"/>
                    </a:cubicBezTo>
                    <a:cubicBezTo>
                      <a:pt x="12" y="21"/>
                      <a:pt x="11" y="27"/>
                      <a:pt x="9" y="32"/>
                    </a:cubicBezTo>
                    <a:cubicBezTo>
                      <a:pt x="8" y="27"/>
                      <a:pt x="7" y="21"/>
                      <a:pt x="6" y="16"/>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41" name="Freeform 17">
                <a:extLst>
                  <a:ext uri="{FF2B5EF4-FFF2-40B4-BE49-F238E27FC236}">
                    <a16:creationId xmlns:a16="http://schemas.microsoft.com/office/drawing/2014/main" id="{EC4EFCE0-DDC9-8D77-2311-84F237C09FD2}"/>
                  </a:ext>
                </a:extLst>
              </p:cNvPr>
              <p:cNvSpPr>
                <a:spLocks/>
              </p:cNvSpPr>
              <p:nvPr/>
            </p:nvSpPr>
            <p:spPr bwMode="auto">
              <a:xfrm>
                <a:off x="1561" y="333"/>
                <a:ext cx="40" cy="64"/>
              </a:xfrm>
              <a:custGeom>
                <a:avLst/>
                <a:gdLst>
                  <a:gd name="T0" fmla="*/ 10 w 20"/>
                  <a:gd name="T1" fmla="*/ 6 h 32"/>
                  <a:gd name="T2" fmla="*/ 20 w 20"/>
                  <a:gd name="T3" fmla="*/ 0 h 32"/>
                  <a:gd name="T4" fmla="*/ 20 w 20"/>
                  <a:gd name="T5" fmla="*/ 0 h 32"/>
                  <a:gd name="T6" fmla="*/ 14 w 20"/>
                  <a:gd name="T7" fmla="*/ 16 h 32"/>
                  <a:gd name="T8" fmla="*/ 10 w 20"/>
                  <a:gd name="T9" fmla="*/ 32 h 32"/>
                  <a:gd name="T10" fmla="*/ 7 w 20"/>
                  <a:gd name="T11" fmla="*/ 16 h 32"/>
                  <a:gd name="T12" fmla="*/ 0 w 20"/>
                  <a:gd name="T13" fmla="*/ 0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20" y="0"/>
                      <a:pt x="20" y="0"/>
                      <a:pt x="20" y="0"/>
                    </a:cubicBezTo>
                    <a:cubicBezTo>
                      <a:pt x="20" y="0"/>
                      <a:pt x="20" y="0"/>
                      <a:pt x="20" y="0"/>
                    </a:cubicBezTo>
                    <a:cubicBezTo>
                      <a:pt x="14" y="16"/>
                      <a:pt x="14" y="16"/>
                      <a:pt x="14" y="16"/>
                    </a:cubicBezTo>
                    <a:cubicBezTo>
                      <a:pt x="13" y="21"/>
                      <a:pt x="11" y="27"/>
                      <a:pt x="10" y="32"/>
                    </a:cubicBezTo>
                    <a:cubicBezTo>
                      <a:pt x="9" y="27"/>
                      <a:pt x="8" y="21"/>
                      <a:pt x="7" y="16"/>
                    </a:cubicBezTo>
                    <a:cubicBezTo>
                      <a:pt x="0" y="0"/>
                      <a:pt x="0" y="0"/>
                      <a:pt x="0" y="0"/>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42" name="Line 18">
                <a:extLst>
                  <a:ext uri="{FF2B5EF4-FFF2-40B4-BE49-F238E27FC236}">
                    <a16:creationId xmlns:a16="http://schemas.microsoft.com/office/drawing/2014/main" id="{FC5BE3A8-9F4F-3001-CFB4-BD7FE46B3612}"/>
                  </a:ext>
                </a:extLst>
              </p:cNvPr>
              <p:cNvSpPr>
                <a:spLocks noChangeShapeType="1"/>
              </p:cNvSpPr>
              <p:nvPr/>
            </p:nvSpPr>
            <p:spPr bwMode="auto">
              <a:xfrm>
                <a:off x="3879" y="2395"/>
                <a:ext cx="1" cy="15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43" name="Freeform 19">
                <a:extLst>
                  <a:ext uri="{FF2B5EF4-FFF2-40B4-BE49-F238E27FC236}">
                    <a16:creationId xmlns:a16="http://schemas.microsoft.com/office/drawing/2014/main" id="{05C4B900-C01F-9C1A-7105-814DDA2322A7}"/>
                  </a:ext>
                </a:extLst>
              </p:cNvPr>
              <p:cNvSpPr>
                <a:spLocks/>
              </p:cNvSpPr>
              <p:nvPr/>
            </p:nvSpPr>
            <p:spPr bwMode="auto">
              <a:xfrm>
                <a:off x="3861" y="2527"/>
                <a:ext cx="38" cy="64"/>
              </a:xfrm>
              <a:custGeom>
                <a:avLst/>
                <a:gdLst>
                  <a:gd name="T0" fmla="*/ 9 w 19"/>
                  <a:gd name="T1" fmla="*/ 6 h 32"/>
                  <a:gd name="T2" fmla="*/ 19 w 19"/>
                  <a:gd name="T3" fmla="*/ 0 h 32"/>
                  <a:gd name="T4" fmla="*/ 19 w 19"/>
                  <a:gd name="T5" fmla="*/ 1 h 32"/>
                  <a:gd name="T6" fmla="*/ 13 w 19"/>
                  <a:gd name="T7" fmla="*/ 16 h 32"/>
                  <a:gd name="T8" fmla="*/ 9 w 19"/>
                  <a:gd name="T9" fmla="*/ 32 h 32"/>
                  <a:gd name="T10" fmla="*/ 6 w 19"/>
                  <a:gd name="T11" fmla="*/ 16 h 32"/>
                  <a:gd name="T12" fmla="*/ 0 w 19"/>
                  <a:gd name="T13" fmla="*/ 1 h 32"/>
                  <a:gd name="T14" fmla="*/ 0 w 19"/>
                  <a:gd name="T15" fmla="*/ 0 h 32"/>
                  <a:gd name="T16" fmla="*/ 9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6"/>
                    </a:moveTo>
                    <a:cubicBezTo>
                      <a:pt x="19" y="0"/>
                      <a:pt x="19" y="0"/>
                      <a:pt x="19" y="0"/>
                    </a:cubicBezTo>
                    <a:cubicBezTo>
                      <a:pt x="19" y="1"/>
                      <a:pt x="19" y="1"/>
                      <a:pt x="19" y="1"/>
                    </a:cubicBezTo>
                    <a:cubicBezTo>
                      <a:pt x="13" y="16"/>
                      <a:pt x="13" y="16"/>
                      <a:pt x="13" y="16"/>
                    </a:cubicBezTo>
                    <a:cubicBezTo>
                      <a:pt x="12" y="21"/>
                      <a:pt x="11" y="27"/>
                      <a:pt x="9" y="32"/>
                    </a:cubicBezTo>
                    <a:cubicBezTo>
                      <a:pt x="8" y="27"/>
                      <a:pt x="7" y="21"/>
                      <a:pt x="6" y="16"/>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44" name="Line 20">
                <a:extLst>
                  <a:ext uri="{FF2B5EF4-FFF2-40B4-BE49-F238E27FC236}">
                    <a16:creationId xmlns:a16="http://schemas.microsoft.com/office/drawing/2014/main" id="{B14479DF-DE61-D972-AA59-0B9DB09EFBDE}"/>
                  </a:ext>
                </a:extLst>
              </p:cNvPr>
              <p:cNvSpPr>
                <a:spLocks noChangeShapeType="1"/>
              </p:cNvSpPr>
              <p:nvPr/>
            </p:nvSpPr>
            <p:spPr bwMode="auto">
              <a:xfrm>
                <a:off x="3617" y="3363"/>
                <a:ext cx="1" cy="43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45" name="Freeform 21">
                <a:extLst>
                  <a:ext uri="{FF2B5EF4-FFF2-40B4-BE49-F238E27FC236}">
                    <a16:creationId xmlns:a16="http://schemas.microsoft.com/office/drawing/2014/main" id="{91CE4C78-BF59-D67C-9AF5-4AD102E0EE53}"/>
                  </a:ext>
                </a:extLst>
              </p:cNvPr>
              <p:cNvSpPr>
                <a:spLocks/>
              </p:cNvSpPr>
              <p:nvPr/>
            </p:nvSpPr>
            <p:spPr bwMode="auto">
              <a:xfrm>
                <a:off x="3599" y="3779"/>
                <a:ext cx="38" cy="64"/>
              </a:xfrm>
              <a:custGeom>
                <a:avLst/>
                <a:gdLst>
                  <a:gd name="T0" fmla="*/ 9 w 19"/>
                  <a:gd name="T1" fmla="*/ 5 h 32"/>
                  <a:gd name="T2" fmla="*/ 19 w 19"/>
                  <a:gd name="T3" fmla="*/ 0 h 32"/>
                  <a:gd name="T4" fmla="*/ 19 w 19"/>
                  <a:gd name="T5" fmla="*/ 0 h 32"/>
                  <a:gd name="T6" fmla="*/ 13 w 19"/>
                  <a:gd name="T7" fmla="*/ 15 h 32"/>
                  <a:gd name="T8" fmla="*/ 9 w 19"/>
                  <a:gd name="T9" fmla="*/ 32 h 32"/>
                  <a:gd name="T10" fmla="*/ 6 w 19"/>
                  <a:gd name="T11" fmla="*/ 15 h 32"/>
                  <a:gd name="T12" fmla="*/ 0 w 19"/>
                  <a:gd name="T13" fmla="*/ 0 h 32"/>
                  <a:gd name="T14" fmla="*/ 0 w 19"/>
                  <a:gd name="T15" fmla="*/ 0 h 32"/>
                  <a:gd name="T16" fmla="*/ 9 w 19"/>
                  <a:gd name="T17"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5"/>
                    </a:moveTo>
                    <a:cubicBezTo>
                      <a:pt x="19" y="0"/>
                      <a:pt x="19" y="0"/>
                      <a:pt x="19" y="0"/>
                    </a:cubicBezTo>
                    <a:cubicBezTo>
                      <a:pt x="19" y="0"/>
                      <a:pt x="19" y="0"/>
                      <a:pt x="19" y="0"/>
                    </a:cubicBezTo>
                    <a:cubicBezTo>
                      <a:pt x="13" y="15"/>
                      <a:pt x="13" y="15"/>
                      <a:pt x="13" y="15"/>
                    </a:cubicBezTo>
                    <a:cubicBezTo>
                      <a:pt x="12" y="21"/>
                      <a:pt x="10" y="26"/>
                      <a:pt x="9" y="32"/>
                    </a:cubicBezTo>
                    <a:cubicBezTo>
                      <a:pt x="8" y="26"/>
                      <a:pt x="7" y="21"/>
                      <a:pt x="6" y="15"/>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46" name="Freeform 22">
                <a:extLst>
                  <a:ext uri="{FF2B5EF4-FFF2-40B4-BE49-F238E27FC236}">
                    <a16:creationId xmlns:a16="http://schemas.microsoft.com/office/drawing/2014/main" id="{6C8B04B3-66AF-542F-37CC-801DD0DF3A59}"/>
                  </a:ext>
                </a:extLst>
              </p:cNvPr>
              <p:cNvSpPr>
                <a:spLocks/>
              </p:cNvSpPr>
              <p:nvPr/>
            </p:nvSpPr>
            <p:spPr bwMode="auto">
              <a:xfrm>
                <a:off x="3727" y="3231"/>
                <a:ext cx="930" cy="564"/>
              </a:xfrm>
              <a:custGeom>
                <a:avLst/>
                <a:gdLst>
                  <a:gd name="T0" fmla="*/ 930 w 930"/>
                  <a:gd name="T1" fmla="*/ 0 h 564"/>
                  <a:gd name="T2" fmla="*/ 930 w 930"/>
                  <a:gd name="T3" fmla="*/ 386 h 564"/>
                  <a:gd name="T4" fmla="*/ 0 w 930"/>
                  <a:gd name="T5" fmla="*/ 386 h 564"/>
                  <a:gd name="T6" fmla="*/ 0 w 930"/>
                  <a:gd name="T7" fmla="*/ 564 h 564"/>
                </a:gdLst>
                <a:ahLst/>
                <a:cxnLst>
                  <a:cxn ang="0">
                    <a:pos x="T0" y="T1"/>
                  </a:cxn>
                  <a:cxn ang="0">
                    <a:pos x="T2" y="T3"/>
                  </a:cxn>
                  <a:cxn ang="0">
                    <a:pos x="T4" y="T5"/>
                  </a:cxn>
                  <a:cxn ang="0">
                    <a:pos x="T6" y="T7"/>
                  </a:cxn>
                </a:cxnLst>
                <a:rect l="0" t="0" r="r" b="b"/>
                <a:pathLst>
                  <a:path w="930" h="564">
                    <a:moveTo>
                      <a:pt x="930" y="0"/>
                    </a:moveTo>
                    <a:lnTo>
                      <a:pt x="930" y="386"/>
                    </a:lnTo>
                    <a:lnTo>
                      <a:pt x="0" y="386"/>
                    </a:lnTo>
                    <a:lnTo>
                      <a:pt x="0" y="564"/>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1447" name="Freeform 23">
                <a:extLst>
                  <a:ext uri="{FF2B5EF4-FFF2-40B4-BE49-F238E27FC236}">
                    <a16:creationId xmlns:a16="http://schemas.microsoft.com/office/drawing/2014/main" id="{BE3ADB4F-A07F-9D15-30A4-9508AF4AA4A2}"/>
                  </a:ext>
                </a:extLst>
              </p:cNvPr>
              <p:cNvSpPr>
                <a:spLocks/>
              </p:cNvSpPr>
              <p:nvPr/>
            </p:nvSpPr>
            <p:spPr bwMode="auto">
              <a:xfrm>
                <a:off x="3707" y="3779"/>
                <a:ext cx="40" cy="64"/>
              </a:xfrm>
              <a:custGeom>
                <a:avLst/>
                <a:gdLst>
                  <a:gd name="T0" fmla="*/ 10 w 20"/>
                  <a:gd name="T1" fmla="*/ 5 h 32"/>
                  <a:gd name="T2" fmla="*/ 20 w 20"/>
                  <a:gd name="T3" fmla="*/ 0 h 32"/>
                  <a:gd name="T4" fmla="*/ 20 w 20"/>
                  <a:gd name="T5" fmla="*/ 0 h 32"/>
                  <a:gd name="T6" fmla="*/ 14 w 20"/>
                  <a:gd name="T7" fmla="*/ 15 h 32"/>
                  <a:gd name="T8" fmla="*/ 10 w 20"/>
                  <a:gd name="T9" fmla="*/ 32 h 32"/>
                  <a:gd name="T10" fmla="*/ 7 w 20"/>
                  <a:gd name="T11" fmla="*/ 15 h 32"/>
                  <a:gd name="T12" fmla="*/ 0 w 20"/>
                  <a:gd name="T13" fmla="*/ 0 h 32"/>
                  <a:gd name="T14" fmla="*/ 1 w 20"/>
                  <a:gd name="T15" fmla="*/ 0 h 32"/>
                  <a:gd name="T16" fmla="*/ 10 w 20"/>
                  <a:gd name="T17"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5"/>
                    </a:moveTo>
                    <a:cubicBezTo>
                      <a:pt x="20" y="0"/>
                      <a:pt x="20" y="0"/>
                      <a:pt x="20" y="0"/>
                    </a:cubicBezTo>
                    <a:cubicBezTo>
                      <a:pt x="20" y="0"/>
                      <a:pt x="20" y="0"/>
                      <a:pt x="20" y="0"/>
                    </a:cubicBezTo>
                    <a:cubicBezTo>
                      <a:pt x="14" y="15"/>
                      <a:pt x="14" y="15"/>
                      <a:pt x="14" y="15"/>
                    </a:cubicBezTo>
                    <a:cubicBezTo>
                      <a:pt x="12" y="21"/>
                      <a:pt x="11" y="26"/>
                      <a:pt x="10" y="32"/>
                    </a:cubicBezTo>
                    <a:cubicBezTo>
                      <a:pt x="9" y="26"/>
                      <a:pt x="8" y="21"/>
                      <a:pt x="7" y="15"/>
                    </a:cubicBezTo>
                    <a:cubicBezTo>
                      <a:pt x="0" y="0"/>
                      <a:pt x="0" y="0"/>
                      <a:pt x="0" y="0"/>
                    </a:cubicBezTo>
                    <a:cubicBezTo>
                      <a:pt x="1" y="0"/>
                      <a:pt x="1" y="0"/>
                      <a:pt x="1" y="0"/>
                    </a:cubicBez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48" name="Line 24">
                <a:extLst>
                  <a:ext uri="{FF2B5EF4-FFF2-40B4-BE49-F238E27FC236}">
                    <a16:creationId xmlns:a16="http://schemas.microsoft.com/office/drawing/2014/main" id="{7C042177-375C-0A9E-2CFB-995EC6E47F7B}"/>
                  </a:ext>
                </a:extLst>
              </p:cNvPr>
              <p:cNvSpPr>
                <a:spLocks noChangeShapeType="1"/>
              </p:cNvSpPr>
              <p:nvPr/>
            </p:nvSpPr>
            <p:spPr bwMode="auto">
              <a:xfrm>
                <a:off x="4633" y="2457"/>
                <a:ext cx="1" cy="9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49" name="Freeform 25">
                <a:extLst>
                  <a:ext uri="{FF2B5EF4-FFF2-40B4-BE49-F238E27FC236}">
                    <a16:creationId xmlns:a16="http://schemas.microsoft.com/office/drawing/2014/main" id="{1500D3AC-B35E-4AF7-A981-7B5EE31B9B3E}"/>
                  </a:ext>
                </a:extLst>
              </p:cNvPr>
              <p:cNvSpPr>
                <a:spLocks/>
              </p:cNvSpPr>
              <p:nvPr/>
            </p:nvSpPr>
            <p:spPr bwMode="auto">
              <a:xfrm>
                <a:off x="4615" y="2533"/>
                <a:ext cx="34" cy="58"/>
              </a:xfrm>
              <a:custGeom>
                <a:avLst/>
                <a:gdLst>
                  <a:gd name="T0" fmla="*/ 9 w 17"/>
                  <a:gd name="T1" fmla="*/ 5 h 29"/>
                  <a:gd name="T2" fmla="*/ 17 w 17"/>
                  <a:gd name="T3" fmla="*/ 0 h 29"/>
                  <a:gd name="T4" fmla="*/ 17 w 17"/>
                  <a:gd name="T5" fmla="*/ 0 h 29"/>
                  <a:gd name="T6" fmla="*/ 12 w 17"/>
                  <a:gd name="T7" fmla="*/ 14 h 29"/>
                  <a:gd name="T8" fmla="*/ 9 w 17"/>
                  <a:gd name="T9" fmla="*/ 29 h 29"/>
                  <a:gd name="T10" fmla="*/ 5 w 17"/>
                  <a:gd name="T11" fmla="*/ 14 h 29"/>
                  <a:gd name="T12" fmla="*/ 0 w 17"/>
                  <a:gd name="T13" fmla="*/ 0 h 29"/>
                  <a:gd name="T14" fmla="*/ 0 w 17"/>
                  <a:gd name="T15" fmla="*/ 0 h 29"/>
                  <a:gd name="T16" fmla="*/ 9 w 1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9">
                    <a:moveTo>
                      <a:pt x="9" y="5"/>
                    </a:moveTo>
                    <a:cubicBezTo>
                      <a:pt x="17" y="0"/>
                      <a:pt x="17" y="0"/>
                      <a:pt x="17" y="0"/>
                    </a:cubicBezTo>
                    <a:cubicBezTo>
                      <a:pt x="17" y="0"/>
                      <a:pt x="17" y="0"/>
                      <a:pt x="17" y="0"/>
                    </a:cubicBezTo>
                    <a:cubicBezTo>
                      <a:pt x="12" y="14"/>
                      <a:pt x="12" y="14"/>
                      <a:pt x="12" y="14"/>
                    </a:cubicBezTo>
                    <a:cubicBezTo>
                      <a:pt x="11" y="19"/>
                      <a:pt x="10" y="24"/>
                      <a:pt x="9" y="29"/>
                    </a:cubicBezTo>
                    <a:cubicBezTo>
                      <a:pt x="8" y="24"/>
                      <a:pt x="6" y="19"/>
                      <a:pt x="5" y="14"/>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50" name="Rectangle 26">
                <a:extLst>
                  <a:ext uri="{FF2B5EF4-FFF2-40B4-BE49-F238E27FC236}">
                    <a16:creationId xmlns:a16="http://schemas.microsoft.com/office/drawing/2014/main" id="{FCCA54CD-1F20-56E5-5DB8-5B0272CD98FD}"/>
                  </a:ext>
                </a:extLst>
              </p:cNvPr>
              <p:cNvSpPr>
                <a:spLocks noChangeArrowheads="1"/>
              </p:cNvSpPr>
              <p:nvPr/>
            </p:nvSpPr>
            <p:spPr bwMode="auto">
              <a:xfrm>
                <a:off x="3096" y="2212"/>
                <a:ext cx="29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Bus A</a:t>
                </a:r>
                <a:endParaRPr lang="en-US" altLang="es-ES" sz="4000"/>
              </a:p>
            </p:txBody>
          </p:sp>
          <p:sp>
            <p:nvSpPr>
              <p:cNvPr id="871451" name="Rectangle 27">
                <a:extLst>
                  <a:ext uri="{FF2B5EF4-FFF2-40B4-BE49-F238E27FC236}">
                    <a16:creationId xmlns:a16="http://schemas.microsoft.com/office/drawing/2014/main" id="{76596964-443A-E5CD-89A0-2C4F7042E833}"/>
                  </a:ext>
                </a:extLst>
              </p:cNvPr>
              <p:cNvSpPr>
                <a:spLocks noChangeArrowheads="1"/>
              </p:cNvSpPr>
              <p:nvPr/>
            </p:nvSpPr>
            <p:spPr bwMode="auto">
              <a:xfrm>
                <a:off x="3585" y="2212"/>
                <a:ext cx="2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Bus B</a:t>
                </a:r>
                <a:endParaRPr lang="en-US" altLang="es-ES" sz="4000"/>
              </a:p>
            </p:txBody>
          </p:sp>
          <p:sp>
            <p:nvSpPr>
              <p:cNvPr id="871452" name="Rectangle 28">
                <a:extLst>
                  <a:ext uri="{FF2B5EF4-FFF2-40B4-BE49-F238E27FC236}">
                    <a16:creationId xmlns:a16="http://schemas.microsoft.com/office/drawing/2014/main" id="{3C188E85-CB5E-5904-600C-870A039ABB97}"/>
                  </a:ext>
                </a:extLst>
              </p:cNvPr>
              <p:cNvSpPr>
                <a:spLocks noChangeArrowheads="1"/>
              </p:cNvSpPr>
              <p:nvPr/>
            </p:nvSpPr>
            <p:spPr bwMode="auto">
              <a:xfrm>
                <a:off x="4140" y="2081"/>
                <a:ext cx="57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Address out</a:t>
                </a:r>
                <a:endParaRPr lang="en-US" altLang="es-ES" sz="4000"/>
              </a:p>
            </p:txBody>
          </p:sp>
          <p:sp>
            <p:nvSpPr>
              <p:cNvPr id="871453" name="Rectangle 29">
                <a:extLst>
                  <a:ext uri="{FF2B5EF4-FFF2-40B4-BE49-F238E27FC236}">
                    <a16:creationId xmlns:a16="http://schemas.microsoft.com/office/drawing/2014/main" id="{3D425866-EC2A-7705-D4AA-321948AD6E42}"/>
                  </a:ext>
                </a:extLst>
              </p:cNvPr>
              <p:cNvSpPr>
                <a:spLocks noChangeArrowheads="1"/>
              </p:cNvSpPr>
              <p:nvPr/>
            </p:nvSpPr>
            <p:spPr bwMode="auto">
              <a:xfrm>
                <a:off x="4098" y="2277"/>
                <a:ext cx="41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 out</a:t>
                </a:r>
                <a:endParaRPr lang="en-US" altLang="es-ES" sz="4000"/>
              </a:p>
            </p:txBody>
          </p:sp>
          <p:sp>
            <p:nvSpPr>
              <p:cNvPr id="871454" name="Rectangle 30">
                <a:extLst>
                  <a:ext uri="{FF2B5EF4-FFF2-40B4-BE49-F238E27FC236}">
                    <a16:creationId xmlns:a16="http://schemas.microsoft.com/office/drawing/2014/main" id="{E85C5A18-B297-2820-0741-7BBCC979A67A}"/>
                  </a:ext>
                </a:extLst>
              </p:cNvPr>
              <p:cNvSpPr>
                <a:spLocks noChangeArrowheads="1"/>
              </p:cNvSpPr>
              <p:nvPr/>
            </p:nvSpPr>
            <p:spPr bwMode="auto">
              <a:xfrm>
                <a:off x="4539" y="2347"/>
                <a:ext cx="21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MW</a:t>
                </a:r>
                <a:endParaRPr lang="en-US" altLang="es-ES" sz="4000"/>
              </a:p>
            </p:txBody>
          </p:sp>
          <p:sp>
            <p:nvSpPr>
              <p:cNvPr id="871455" name="Rectangle 31">
                <a:extLst>
                  <a:ext uri="{FF2B5EF4-FFF2-40B4-BE49-F238E27FC236}">
                    <a16:creationId xmlns:a16="http://schemas.microsoft.com/office/drawing/2014/main" id="{0A6B4C87-B522-4978-5C92-1031718BE6DC}"/>
                  </a:ext>
                </a:extLst>
              </p:cNvPr>
              <p:cNvSpPr>
                <a:spLocks noChangeArrowheads="1"/>
              </p:cNvSpPr>
              <p:nvPr/>
            </p:nvSpPr>
            <p:spPr bwMode="auto">
              <a:xfrm>
                <a:off x="4171" y="3490"/>
                <a:ext cx="35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 in</a:t>
                </a:r>
                <a:endParaRPr lang="en-US" altLang="es-ES" sz="4000"/>
              </a:p>
            </p:txBody>
          </p:sp>
          <p:sp>
            <p:nvSpPr>
              <p:cNvPr id="871456" name="Freeform 32">
                <a:extLst>
                  <a:ext uri="{FF2B5EF4-FFF2-40B4-BE49-F238E27FC236}">
                    <a16:creationId xmlns:a16="http://schemas.microsoft.com/office/drawing/2014/main" id="{04BD38C7-AB81-5C7B-6D99-14968C84D708}"/>
                  </a:ext>
                </a:extLst>
              </p:cNvPr>
              <p:cNvSpPr>
                <a:spLocks/>
              </p:cNvSpPr>
              <p:nvPr/>
            </p:nvSpPr>
            <p:spPr bwMode="auto">
              <a:xfrm>
                <a:off x="3427" y="1813"/>
                <a:ext cx="374" cy="224"/>
              </a:xfrm>
              <a:custGeom>
                <a:avLst/>
                <a:gdLst>
                  <a:gd name="T0" fmla="*/ 0 w 374"/>
                  <a:gd name="T1" fmla="*/ 0 h 224"/>
                  <a:gd name="T2" fmla="*/ 374 w 374"/>
                  <a:gd name="T3" fmla="*/ 0 h 224"/>
                  <a:gd name="T4" fmla="*/ 374 w 374"/>
                  <a:gd name="T5" fmla="*/ 224 h 224"/>
                  <a:gd name="T6" fmla="*/ 0 w 374"/>
                  <a:gd name="T7" fmla="*/ 224 h 224"/>
                  <a:gd name="T8" fmla="*/ 0 w 374"/>
                  <a:gd name="T9" fmla="*/ 0 h 224"/>
                  <a:gd name="T10" fmla="*/ 0 w 374"/>
                  <a:gd name="T11" fmla="*/ 0 h 224"/>
                </a:gdLst>
                <a:ahLst/>
                <a:cxnLst>
                  <a:cxn ang="0">
                    <a:pos x="T0" y="T1"/>
                  </a:cxn>
                  <a:cxn ang="0">
                    <a:pos x="T2" y="T3"/>
                  </a:cxn>
                  <a:cxn ang="0">
                    <a:pos x="T4" y="T5"/>
                  </a:cxn>
                  <a:cxn ang="0">
                    <a:pos x="T6" y="T7"/>
                  </a:cxn>
                  <a:cxn ang="0">
                    <a:pos x="T8" y="T9"/>
                  </a:cxn>
                  <a:cxn ang="0">
                    <a:pos x="T10" y="T11"/>
                  </a:cxn>
                </a:cxnLst>
                <a:rect l="0" t="0" r="r" b="b"/>
                <a:pathLst>
                  <a:path w="374" h="224">
                    <a:moveTo>
                      <a:pt x="0" y="0"/>
                    </a:moveTo>
                    <a:lnTo>
                      <a:pt x="374" y="0"/>
                    </a:lnTo>
                    <a:lnTo>
                      <a:pt x="374" y="224"/>
                    </a:lnTo>
                    <a:lnTo>
                      <a:pt x="0" y="224"/>
                    </a:lnTo>
                    <a:lnTo>
                      <a:pt x="0" y="0"/>
                    </a:lnTo>
                    <a:lnTo>
                      <a:pt x="0" y="0"/>
                    </a:lnTo>
                    <a:close/>
                  </a:path>
                </a:pathLst>
              </a:custGeom>
              <a:solidFill>
                <a:srgbClr val="FFFFFF"/>
              </a:solidFill>
              <a:ln w="19050" cap="flat">
                <a:solidFill>
                  <a:srgbClr val="000000"/>
                </a:solidFill>
                <a:prstDash val="solid"/>
                <a:miter lim="800000"/>
                <a:headEnd/>
                <a:tailEnd/>
              </a:ln>
            </p:spPr>
            <p:txBody>
              <a:bodyPr/>
              <a:lstStyle/>
              <a:p>
                <a:endParaRPr lang="es-ES"/>
              </a:p>
            </p:txBody>
          </p:sp>
          <p:sp>
            <p:nvSpPr>
              <p:cNvPr id="871457" name="Rectangle 33">
                <a:extLst>
                  <a:ext uri="{FF2B5EF4-FFF2-40B4-BE49-F238E27FC236}">
                    <a16:creationId xmlns:a16="http://schemas.microsoft.com/office/drawing/2014/main" id="{49A3B95F-33A6-D17B-818E-07B4E951B061}"/>
                  </a:ext>
                </a:extLst>
              </p:cNvPr>
              <p:cNvSpPr>
                <a:spLocks noChangeArrowheads="1"/>
              </p:cNvSpPr>
              <p:nvPr/>
            </p:nvSpPr>
            <p:spPr bwMode="auto">
              <a:xfrm>
                <a:off x="3443" y="1924"/>
                <a:ext cx="37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MUX B</a:t>
                </a:r>
                <a:endParaRPr lang="en-US" altLang="es-ES" sz="4000"/>
              </a:p>
            </p:txBody>
          </p:sp>
          <p:sp>
            <p:nvSpPr>
              <p:cNvPr id="871458" name="Rectangle 34">
                <a:extLst>
                  <a:ext uri="{FF2B5EF4-FFF2-40B4-BE49-F238E27FC236}">
                    <a16:creationId xmlns:a16="http://schemas.microsoft.com/office/drawing/2014/main" id="{7BE3D91D-59EF-82BA-6071-F43510FC32A7}"/>
                  </a:ext>
                </a:extLst>
              </p:cNvPr>
              <p:cNvSpPr>
                <a:spLocks noChangeArrowheads="1"/>
              </p:cNvSpPr>
              <p:nvPr/>
            </p:nvSpPr>
            <p:spPr bwMode="auto">
              <a:xfrm>
                <a:off x="3474" y="181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a:t>
                </a:r>
                <a:endParaRPr lang="en-US" altLang="es-ES" sz="4000"/>
              </a:p>
            </p:txBody>
          </p:sp>
          <p:sp>
            <p:nvSpPr>
              <p:cNvPr id="871459" name="Rectangle 35">
                <a:extLst>
                  <a:ext uri="{FF2B5EF4-FFF2-40B4-BE49-F238E27FC236}">
                    <a16:creationId xmlns:a16="http://schemas.microsoft.com/office/drawing/2014/main" id="{5BDAF38C-28AD-0405-CEDC-DA60A45B40EE}"/>
                  </a:ext>
                </a:extLst>
              </p:cNvPr>
              <p:cNvSpPr>
                <a:spLocks noChangeArrowheads="1"/>
              </p:cNvSpPr>
              <p:nvPr/>
            </p:nvSpPr>
            <p:spPr bwMode="auto">
              <a:xfrm>
                <a:off x="3589" y="181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000"/>
              </a:p>
            </p:txBody>
          </p:sp>
          <p:sp>
            <p:nvSpPr>
              <p:cNvPr id="871460" name="Freeform 36">
                <a:extLst>
                  <a:ext uri="{FF2B5EF4-FFF2-40B4-BE49-F238E27FC236}">
                    <a16:creationId xmlns:a16="http://schemas.microsoft.com/office/drawing/2014/main" id="{0CDEFCAB-DB73-F3F6-896B-16319326CDAF}"/>
                  </a:ext>
                </a:extLst>
              </p:cNvPr>
              <p:cNvSpPr>
                <a:spLocks/>
              </p:cNvSpPr>
              <p:nvPr/>
            </p:nvSpPr>
            <p:spPr bwMode="auto">
              <a:xfrm>
                <a:off x="3507" y="3843"/>
                <a:ext cx="396" cy="222"/>
              </a:xfrm>
              <a:custGeom>
                <a:avLst/>
                <a:gdLst>
                  <a:gd name="T0" fmla="*/ 0 w 396"/>
                  <a:gd name="T1" fmla="*/ 0 h 222"/>
                  <a:gd name="T2" fmla="*/ 396 w 396"/>
                  <a:gd name="T3" fmla="*/ 0 h 222"/>
                  <a:gd name="T4" fmla="*/ 396 w 396"/>
                  <a:gd name="T5" fmla="*/ 222 h 222"/>
                  <a:gd name="T6" fmla="*/ 0 w 396"/>
                  <a:gd name="T7" fmla="*/ 222 h 222"/>
                  <a:gd name="T8" fmla="*/ 0 w 396"/>
                  <a:gd name="T9" fmla="*/ 26 h 222"/>
                  <a:gd name="T10" fmla="*/ 0 w 396"/>
                  <a:gd name="T11" fmla="*/ 0 h 222"/>
                </a:gdLst>
                <a:ahLst/>
                <a:cxnLst>
                  <a:cxn ang="0">
                    <a:pos x="T0" y="T1"/>
                  </a:cxn>
                  <a:cxn ang="0">
                    <a:pos x="T2" y="T3"/>
                  </a:cxn>
                  <a:cxn ang="0">
                    <a:pos x="T4" y="T5"/>
                  </a:cxn>
                  <a:cxn ang="0">
                    <a:pos x="T6" y="T7"/>
                  </a:cxn>
                  <a:cxn ang="0">
                    <a:pos x="T8" y="T9"/>
                  </a:cxn>
                  <a:cxn ang="0">
                    <a:pos x="T10" y="T11"/>
                  </a:cxn>
                </a:cxnLst>
                <a:rect l="0" t="0" r="r" b="b"/>
                <a:pathLst>
                  <a:path w="396" h="222">
                    <a:moveTo>
                      <a:pt x="0" y="0"/>
                    </a:moveTo>
                    <a:lnTo>
                      <a:pt x="396" y="0"/>
                    </a:lnTo>
                    <a:lnTo>
                      <a:pt x="396" y="222"/>
                    </a:lnTo>
                    <a:lnTo>
                      <a:pt x="0" y="222"/>
                    </a:lnTo>
                    <a:lnTo>
                      <a:pt x="0" y="26"/>
                    </a:lnTo>
                    <a:lnTo>
                      <a:pt x="0" y="0"/>
                    </a:lnTo>
                    <a:close/>
                  </a:path>
                </a:pathLst>
              </a:custGeom>
              <a:solidFill>
                <a:srgbClr val="FFFFFF"/>
              </a:solidFill>
              <a:ln w="19050" cap="flat">
                <a:solidFill>
                  <a:srgbClr val="000000"/>
                </a:solidFill>
                <a:prstDash val="solid"/>
                <a:miter lim="800000"/>
                <a:headEnd/>
                <a:tailEnd/>
              </a:ln>
            </p:spPr>
            <p:txBody>
              <a:bodyPr/>
              <a:lstStyle/>
              <a:p>
                <a:endParaRPr lang="es-ES"/>
              </a:p>
            </p:txBody>
          </p:sp>
          <p:sp>
            <p:nvSpPr>
              <p:cNvPr id="871461" name="Rectangle 37">
                <a:extLst>
                  <a:ext uri="{FF2B5EF4-FFF2-40B4-BE49-F238E27FC236}">
                    <a16:creationId xmlns:a16="http://schemas.microsoft.com/office/drawing/2014/main" id="{609F9D35-1A79-8769-3F48-DF7F9334EC3A}"/>
                  </a:ext>
                </a:extLst>
              </p:cNvPr>
              <p:cNvSpPr>
                <a:spLocks noChangeArrowheads="1"/>
              </p:cNvSpPr>
              <p:nvPr/>
            </p:nvSpPr>
            <p:spPr bwMode="auto">
              <a:xfrm>
                <a:off x="3531" y="3949"/>
                <a:ext cx="37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MUX D</a:t>
                </a:r>
                <a:endParaRPr lang="en-US" altLang="es-ES" sz="4000"/>
              </a:p>
            </p:txBody>
          </p:sp>
          <p:sp>
            <p:nvSpPr>
              <p:cNvPr id="871462" name="Rectangle 38">
                <a:extLst>
                  <a:ext uri="{FF2B5EF4-FFF2-40B4-BE49-F238E27FC236}">
                    <a16:creationId xmlns:a16="http://schemas.microsoft.com/office/drawing/2014/main" id="{770764DE-BD34-31EB-9EAB-80A20F3014B8}"/>
                  </a:ext>
                </a:extLst>
              </p:cNvPr>
              <p:cNvSpPr>
                <a:spLocks noChangeArrowheads="1"/>
              </p:cNvSpPr>
              <p:nvPr/>
            </p:nvSpPr>
            <p:spPr bwMode="auto">
              <a:xfrm>
                <a:off x="3598" y="38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000"/>
              </a:p>
            </p:txBody>
          </p:sp>
          <p:sp>
            <p:nvSpPr>
              <p:cNvPr id="871463" name="Rectangle 39">
                <a:extLst>
                  <a:ext uri="{FF2B5EF4-FFF2-40B4-BE49-F238E27FC236}">
                    <a16:creationId xmlns:a16="http://schemas.microsoft.com/office/drawing/2014/main" id="{5BA2C050-B947-A04C-4CFF-BE20768E0E1A}"/>
                  </a:ext>
                </a:extLst>
              </p:cNvPr>
              <p:cNvSpPr>
                <a:spLocks noChangeArrowheads="1"/>
              </p:cNvSpPr>
              <p:nvPr/>
            </p:nvSpPr>
            <p:spPr bwMode="auto">
              <a:xfrm>
                <a:off x="3708" y="38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a:t>
                </a:r>
                <a:endParaRPr lang="en-US" altLang="es-ES" sz="4000"/>
              </a:p>
            </p:txBody>
          </p:sp>
          <p:sp>
            <p:nvSpPr>
              <p:cNvPr id="871464" name="Line 40">
                <a:extLst>
                  <a:ext uri="{FF2B5EF4-FFF2-40B4-BE49-F238E27FC236}">
                    <a16:creationId xmlns:a16="http://schemas.microsoft.com/office/drawing/2014/main" id="{51D95F09-8C12-5091-818B-72BBCEF2362C}"/>
                  </a:ext>
                </a:extLst>
              </p:cNvPr>
              <p:cNvSpPr>
                <a:spLocks noChangeShapeType="1"/>
              </p:cNvSpPr>
              <p:nvPr/>
            </p:nvSpPr>
            <p:spPr bwMode="auto">
              <a:xfrm>
                <a:off x="3119" y="1107"/>
                <a:ext cx="88"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65" name="Freeform 41">
                <a:extLst>
                  <a:ext uri="{FF2B5EF4-FFF2-40B4-BE49-F238E27FC236}">
                    <a16:creationId xmlns:a16="http://schemas.microsoft.com/office/drawing/2014/main" id="{FD15592E-68C3-D97B-2608-DB51B2CCEA9A}"/>
                  </a:ext>
                </a:extLst>
              </p:cNvPr>
              <p:cNvSpPr>
                <a:spLocks/>
              </p:cNvSpPr>
              <p:nvPr/>
            </p:nvSpPr>
            <p:spPr bwMode="auto">
              <a:xfrm>
                <a:off x="3191" y="1091"/>
                <a:ext cx="58" cy="34"/>
              </a:xfrm>
              <a:custGeom>
                <a:avLst/>
                <a:gdLst>
                  <a:gd name="T0" fmla="*/ 6 w 29"/>
                  <a:gd name="T1" fmla="*/ 8 h 17"/>
                  <a:gd name="T2" fmla="*/ 0 w 29"/>
                  <a:gd name="T3" fmla="*/ 0 h 17"/>
                  <a:gd name="T4" fmla="*/ 1 w 29"/>
                  <a:gd name="T5" fmla="*/ 0 h 17"/>
                  <a:gd name="T6" fmla="*/ 15 w 29"/>
                  <a:gd name="T7" fmla="*/ 5 h 17"/>
                  <a:gd name="T8" fmla="*/ 29 w 29"/>
                  <a:gd name="T9" fmla="*/ 8 h 17"/>
                  <a:gd name="T10" fmla="*/ 15 w 29"/>
                  <a:gd name="T11" fmla="*/ 12 h 17"/>
                  <a:gd name="T12" fmla="*/ 1 w 29"/>
                  <a:gd name="T13" fmla="*/ 17 h 17"/>
                  <a:gd name="T14" fmla="*/ 0 w 29"/>
                  <a:gd name="T15" fmla="*/ 17 h 17"/>
                  <a:gd name="T16" fmla="*/ 6 w 29"/>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6" y="8"/>
                    </a:moveTo>
                    <a:cubicBezTo>
                      <a:pt x="0" y="0"/>
                      <a:pt x="0" y="0"/>
                      <a:pt x="0" y="0"/>
                    </a:cubicBezTo>
                    <a:cubicBezTo>
                      <a:pt x="1" y="0"/>
                      <a:pt x="1" y="0"/>
                      <a:pt x="1" y="0"/>
                    </a:cubicBezTo>
                    <a:cubicBezTo>
                      <a:pt x="15" y="5"/>
                      <a:pt x="15" y="5"/>
                      <a:pt x="15" y="5"/>
                    </a:cubicBezTo>
                    <a:cubicBezTo>
                      <a:pt x="20" y="6"/>
                      <a:pt x="25" y="7"/>
                      <a:pt x="29" y="8"/>
                    </a:cubicBezTo>
                    <a:cubicBezTo>
                      <a:pt x="25" y="9"/>
                      <a:pt x="20" y="11"/>
                      <a:pt x="15" y="12"/>
                    </a:cubicBezTo>
                    <a:cubicBezTo>
                      <a:pt x="1" y="17"/>
                      <a:pt x="1" y="17"/>
                      <a:pt x="1" y="17"/>
                    </a:cubicBezTo>
                    <a:cubicBezTo>
                      <a:pt x="0" y="17"/>
                      <a:pt x="0" y="17"/>
                      <a:pt x="0" y="17"/>
                    </a:cubicBezTo>
                    <a:lnTo>
                      <a:pt x="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66" name="Line 42">
                <a:extLst>
                  <a:ext uri="{FF2B5EF4-FFF2-40B4-BE49-F238E27FC236}">
                    <a16:creationId xmlns:a16="http://schemas.microsoft.com/office/drawing/2014/main" id="{E784A832-CF81-C770-4CE1-004046EA9DAA}"/>
                  </a:ext>
                </a:extLst>
              </p:cNvPr>
              <p:cNvSpPr>
                <a:spLocks noChangeShapeType="1"/>
              </p:cNvSpPr>
              <p:nvPr/>
            </p:nvSpPr>
            <p:spPr bwMode="auto">
              <a:xfrm>
                <a:off x="3101" y="1213"/>
                <a:ext cx="10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67" name="Freeform 43">
                <a:extLst>
                  <a:ext uri="{FF2B5EF4-FFF2-40B4-BE49-F238E27FC236}">
                    <a16:creationId xmlns:a16="http://schemas.microsoft.com/office/drawing/2014/main" id="{70768E8A-3A6E-401A-30AC-4991464D39CE}"/>
                  </a:ext>
                </a:extLst>
              </p:cNvPr>
              <p:cNvSpPr>
                <a:spLocks/>
              </p:cNvSpPr>
              <p:nvPr/>
            </p:nvSpPr>
            <p:spPr bwMode="auto">
              <a:xfrm>
                <a:off x="3187" y="1193"/>
                <a:ext cx="64" cy="40"/>
              </a:xfrm>
              <a:custGeom>
                <a:avLst/>
                <a:gdLst>
                  <a:gd name="T0" fmla="*/ 6 w 32"/>
                  <a:gd name="T1" fmla="*/ 10 h 20"/>
                  <a:gd name="T2" fmla="*/ 0 w 32"/>
                  <a:gd name="T3" fmla="*/ 0 h 20"/>
                  <a:gd name="T4" fmla="*/ 0 w 32"/>
                  <a:gd name="T5" fmla="*/ 0 h 20"/>
                  <a:gd name="T6" fmla="*/ 16 w 32"/>
                  <a:gd name="T7" fmla="*/ 6 h 20"/>
                  <a:gd name="T8" fmla="*/ 32 w 32"/>
                  <a:gd name="T9" fmla="*/ 10 h 20"/>
                  <a:gd name="T10" fmla="*/ 16 w 32"/>
                  <a:gd name="T11" fmla="*/ 13 h 20"/>
                  <a:gd name="T12" fmla="*/ 0 w 32"/>
                  <a:gd name="T13" fmla="*/ 20 h 20"/>
                  <a:gd name="T14" fmla="*/ 0 w 32"/>
                  <a:gd name="T15" fmla="*/ 19 h 20"/>
                  <a:gd name="T16" fmla="*/ 6 w 32"/>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0">
                    <a:moveTo>
                      <a:pt x="6" y="10"/>
                    </a:moveTo>
                    <a:cubicBezTo>
                      <a:pt x="0" y="0"/>
                      <a:pt x="0" y="0"/>
                      <a:pt x="0" y="0"/>
                    </a:cubicBezTo>
                    <a:cubicBezTo>
                      <a:pt x="0" y="0"/>
                      <a:pt x="0" y="0"/>
                      <a:pt x="0" y="0"/>
                    </a:cubicBezTo>
                    <a:cubicBezTo>
                      <a:pt x="16" y="6"/>
                      <a:pt x="16" y="6"/>
                      <a:pt x="16" y="6"/>
                    </a:cubicBezTo>
                    <a:cubicBezTo>
                      <a:pt x="21" y="8"/>
                      <a:pt x="26" y="9"/>
                      <a:pt x="32" y="10"/>
                    </a:cubicBezTo>
                    <a:cubicBezTo>
                      <a:pt x="26" y="11"/>
                      <a:pt x="21" y="12"/>
                      <a:pt x="16" y="13"/>
                    </a:cubicBezTo>
                    <a:cubicBezTo>
                      <a:pt x="0" y="20"/>
                      <a:pt x="0" y="20"/>
                      <a:pt x="0" y="20"/>
                    </a:cubicBezTo>
                    <a:cubicBezTo>
                      <a:pt x="0" y="19"/>
                      <a:pt x="0" y="19"/>
                      <a:pt x="0" y="19"/>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68" name="Line 44">
                <a:extLst>
                  <a:ext uri="{FF2B5EF4-FFF2-40B4-BE49-F238E27FC236}">
                    <a16:creationId xmlns:a16="http://schemas.microsoft.com/office/drawing/2014/main" id="{43D4D902-AEDF-1567-4AB4-F6A17B7F9ED5}"/>
                  </a:ext>
                </a:extLst>
              </p:cNvPr>
              <p:cNvSpPr>
                <a:spLocks noChangeShapeType="1"/>
              </p:cNvSpPr>
              <p:nvPr/>
            </p:nvSpPr>
            <p:spPr bwMode="auto">
              <a:xfrm>
                <a:off x="3019" y="2705"/>
                <a:ext cx="17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69" name="Freeform 45">
                <a:extLst>
                  <a:ext uri="{FF2B5EF4-FFF2-40B4-BE49-F238E27FC236}">
                    <a16:creationId xmlns:a16="http://schemas.microsoft.com/office/drawing/2014/main" id="{B638652E-7BF0-DE0F-AD40-D24822EA12D1}"/>
                  </a:ext>
                </a:extLst>
              </p:cNvPr>
              <p:cNvSpPr>
                <a:spLocks/>
              </p:cNvSpPr>
              <p:nvPr/>
            </p:nvSpPr>
            <p:spPr bwMode="auto">
              <a:xfrm>
                <a:off x="3175" y="2687"/>
                <a:ext cx="62" cy="38"/>
              </a:xfrm>
              <a:custGeom>
                <a:avLst/>
                <a:gdLst>
                  <a:gd name="T0" fmla="*/ 5 w 31"/>
                  <a:gd name="T1" fmla="*/ 9 h 19"/>
                  <a:gd name="T2" fmla="*/ 0 w 31"/>
                  <a:gd name="T3" fmla="*/ 0 h 19"/>
                  <a:gd name="T4" fmla="*/ 0 w 31"/>
                  <a:gd name="T5" fmla="*/ 0 h 19"/>
                  <a:gd name="T6" fmla="*/ 15 w 31"/>
                  <a:gd name="T7" fmla="*/ 6 h 19"/>
                  <a:gd name="T8" fmla="*/ 31 w 31"/>
                  <a:gd name="T9" fmla="*/ 9 h 19"/>
                  <a:gd name="T10" fmla="*/ 15 w 31"/>
                  <a:gd name="T11" fmla="*/ 13 h 19"/>
                  <a:gd name="T12" fmla="*/ 0 w 31"/>
                  <a:gd name="T13" fmla="*/ 19 h 19"/>
                  <a:gd name="T14" fmla="*/ 0 w 31"/>
                  <a:gd name="T15" fmla="*/ 19 h 19"/>
                  <a:gd name="T16" fmla="*/ 5 w 31"/>
                  <a:gd name="T17" fmla="*/ 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19">
                    <a:moveTo>
                      <a:pt x="5" y="9"/>
                    </a:moveTo>
                    <a:cubicBezTo>
                      <a:pt x="0" y="0"/>
                      <a:pt x="0" y="0"/>
                      <a:pt x="0" y="0"/>
                    </a:cubicBezTo>
                    <a:cubicBezTo>
                      <a:pt x="0" y="0"/>
                      <a:pt x="0" y="0"/>
                      <a:pt x="0" y="0"/>
                    </a:cubicBezTo>
                    <a:cubicBezTo>
                      <a:pt x="15" y="6"/>
                      <a:pt x="15" y="6"/>
                      <a:pt x="15" y="6"/>
                    </a:cubicBezTo>
                    <a:cubicBezTo>
                      <a:pt x="21" y="7"/>
                      <a:pt x="26" y="8"/>
                      <a:pt x="31" y="9"/>
                    </a:cubicBezTo>
                    <a:cubicBezTo>
                      <a:pt x="26" y="11"/>
                      <a:pt x="21" y="12"/>
                      <a:pt x="15" y="13"/>
                    </a:cubicBezTo>
                    <a:cubicBezTo>
                      <a:pt x="0" y="19"/>
                      <a:pt x="0" y="19"/>
                      <a:pt x="0" y="19"/>
                    </a:cubicBezTo>
                    <a:cubicBezTo>
                      <a:pt x="0" y="19"/>
                      <a:pt x="0" y="19"/>
                      <a:pt x="0" y="19"/>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70" name="Line 46">
                <a:extLst>
                  <a:ext uri="{FF2B5EF4-FFF2-40B4-BE49-F238E27FC236}">
                    <a16:creationId xmlns:a16="http://schemas.microsoft.com/office/drawing/2014/main" id="{AA19290D-8374-E5D9-F434-259BD43C35D9}"/>
                  </a:ext>
                </a:extLst>
              </p:cNvPr>
              <p:cNvSpPr>
                <a:spLocks noChangeShapeType="1"/>
              </p:cNvSpPr>
              <p:nvPr/>
            </p:nvSpPr>
            <p:spPr bwMode="auto">
              <a:xfrm flipH="1">
                <a:off x="3061" y="2839"/>
                <a:ext cx="17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71" name="Freeform 47">
                <a:extLst>
                  <a:ext uri="{FF2B5EF4-FFF2-40B4-BE49-F238E27FC236}">
                    <a16:creationId xmlns:a16="http://schemas.microsoft.com/office/drawing/2014/main" id="{61332206-74DD-988E-E836-60CE79FE3FB8}"/>
                  </a:ext>
                </a:extLst>
              </p:cNvPr>
              <p:cNvSpPr>
                <a:spLocks/>
              </p:cNvSpPr>
              <p:nvPr/>
            </p:nvSpPr>
            <p:spPr bwMode="auto">
              <a:xfrm>
                <a:off x="3019" y="2821"/>
                <a:ext cx="58" cy="36"/>
              </a:xfrm>
              <a:custGeom>
                <a:avLst/>
                <a:gdLst>
                  <a:gd name="T0" fmla="*/ 24 w 29"/>
                  <a:gd name="T1" fmla="*/ 9 h 18"/>
                  <a:gd name="T2" fmla="*/ 29 w 29"/>
                  <a:gd name="T3" fmla="*/ 18 h 18"/>
                  <a:gd name="T4" fmla="*/ 29 w 29"/>
                  <a:gd name="T5" fmla="*/ 18 h 18"/>
                  <a:gd name="T6" fmla="*/ 15 w 29"/>
                  <a:gd name="T7" fmla="*/ 12 h 18"/>
                  <a:gd name="T8" fmla="*/ 0 w 29"/>
                  <a:gd name="T9" fmla="*/ 9 h 18"/>
                  <a:gd name="T10" fmla="*/ 15 w 29"/>
                  <a:gd name="T11" fmla="*/ 6 h 18"/>
                  <a:gd name="T12" fmla="*/ 29 w 29"/>
                  <a:gd name="T13" fmla="*/ 0 h 18"/>
                  <a:gd name="T14" fmla="*/ 29 w 29"/>
                  <a:gd name="T15" fmla="*/ 1 h 18"/>
                  <a:gd name="T16" fmla="*/ 24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24" y="9"/>
                    </a:moveTo>
                    <a:cubicBezTo>
                      <a:pt x="29" y="18"/>
                      <a:pt x="29" y="18"/>
                      <a:pt x="29" y="18"/>
                    </a:cubicBezTo>
                    <a:cubicBezTo>
                      <a:pt x="29" y="18"/>
                      <a:pt x="29" y="18"/>
                      <a:pt x="29" y="18"/>
                    </a:cubicBezTo>
                    <a:cubicBezTo>
                      <a:pt x="15" y="12"/>
                      <a:pt x="15" y="12"/>
                      <a:pt x="15" y="12"/>
                    </a:cubicBezTo>
                    <a:cubicBezTo>
                      <a:pt x="10" y="11"/>
                      <a:pt x="5" y="10"/>
                      <a:pt x="0" y="9"/>
                    </a:cubicBezTo>
                    <a:cubicBezTo>
                      <a:pt x="5" y="8"/>
                      <a:pt x="10" y="7"/>
                      <a:pt x="15" y="6"/>
                    </a:cubicBezTo>
                    <a:cubicBezTo>
                      <a:pt x="29" y="0"/>
                      <a:pt x="29" y="0"/>
                      <a:pt x="29" y="0"/>
                    </a:cubicBezTo>
                    <a:cubicBezTo>
                      <a:pt x="29" y="1"/>
                      <a:pt x="29" y="1"/>
                      <a:pt x="29" y="1"/>
                    </a:cubicBezTo>
                    <a:lnTo>
                      <a:pt x="2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72" name="Line 48">
                <a:extLst>
                  <a:ext uri="{FF2B5EF4-FFF2-40B4-BE49-F238E27FC236}">
                    <a16:creationId xmlns:a16="http://schemas.microsoft.com/office/drawing/2014/main" id="{F2B3F4D8-C34F-3509-14ED-54920F1593F8}"/>
                  </a:ext>
                </a:extLst>
              </p:cNvPr>
              <p:cNvSpPr>
                <a:spLocks noChangeShapeType="1"/>
              </p:cNvSpPr>
              <p:nvPr/>
            </p:nvSpPr>
            <p:spPr bwMode="auto">
              <a:xfrm flipH="1">
                <a:off x="3061" y="2973"/>
                <a:ext cx="17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73" name="Freeform 49">
                <a:extLst>
                  <a:ext uri="{FF2B5EF4-FFF2-40B4-BE49-F238E27FC236}">
                    <a16:creationId xmlns:a16="http://schemas.microsoft.com/office/drawing/2014/main" id="{93316225-87F5-EC7C-FE47-D26D8114C5EF}"/>
                  </a:ext>
                </a:extLst>
              </p:cNvPr>
              <p:cNvSpPr>
                <a:spLocks/>
              </p:cNvSpPr>
              <p:nvPr/>
            </p:nvSpPr>
            <p:spPr bwMode="auto">
              <a:xfrm>
                <a:off x="3019" y="2955"/>
                <a:ext cx="58" cy="36"/>
              </a:xfrm>
              <a:custGeom>
                <a:avLst/>
                <a:gdLst>
                  <a:gd name="T0" fmla="*/ 24 w 29"/>
                  <a:gd name="T1" fmla="*/ 9 h 18"/>
                  <a:gd name="T2" fmla="*/ 29 w 29"/>
                  <a:gd name="T3" fmla="*/ 18 h 18"/>
                  <a:gd name="T4" fmla="*/ 29 w 29"/>
                  <a:gd name="T5" fmla="*/ 18 h 18"/>
                  <a:gd name="T6" fmla="*/ 15 w 29"/>
                  <a:gd name="T7" fmla="*/ 12 h 18"/>
                  <a:gd name="T8" fmla="*/ 0 w 29"/>
                  <a:gd name="T9" fmla="*/ 9 h 18"/>
                  <a:gd name="T10" fmla="*/ 15 w 29"/>
                  <a:gd name="T11" fmla="*/ 6 h 18"/>
                  <a:gd name="T12" fmla="*/ 29 w 29"/>
                  <a:gd name="T13" fmla="*/ 0 h 18"/>
                  <a:gd name="T14" fmla="*/ 29 w 29"/>
                  <a:gd name="T15" fmla="*/ 0 h 18"/>
                  <a:gd name="T16" fmla="*/ 24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24" y="9"/>
                    </a:moveTo>
                    <a:cubicBezTo>
                      <a:pt x="29" y="18"/>
                      <a:pt x="29" y="18"/>
                      <a:pt x="29" y="18"/>
                    </a:cubicBezTo>
                    <a:cubicBezTo>
                      <a:pt x="29" y="18"/>
                      <a:pt x="29" y="18"/>
                      <a:pt x="29" y="18"/>
                    </a:cubicBezTo>
                    <a:cubicBezTo>
                      <a:pt x="15" y="12"/>
                      <a:pt x="15" y="12"/>
                      <a:pt x="15" y="12"/>
                    </a:cubicBezTo>
                    <a:cubicBezTo>
                      <a:pt x="10" y="11"/>
                      <a:pt x="5" y="10"/>
                      <a:pt x="0" y="9"/>
                    </a:cubicBezTo>
                    <a:cubicBezTo>
                      <a:pt x="5" y="8"/>
                      <a:pt x="10" y="7"/>
                      <a:pt x="15" y="6"/>
                    </a:cubicBezTo>
                    <a:cubicBezTo>
                      <a:pt x="29" y="0"/>
                      <a:pt x="29" y="0"/>
                      <a:pt x="29" y="0"/>
                    </a:cubicBezTo>
                    <a:cubicBezTo>
                      <a:pt x="29" y="0"/>
                      <a:pt x="29" y="0"/>
                      <a:pt x="29" y="0"/>
                    </a:cubicBezTo>
                    <a:lnTo>
                      <a:pt x="2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74" name="Line 50">
                <a:extLst>
                  <a:ext uri="{FF2B5EF4-FFF2-40B4-BE49-F238E27FC236}">
                    <a16:creationId xmlns:a16="http://schemas.microsoft.com/office/drawing/2014/main" id="{1510804D-0201-30FD-D4F8-A8EE6254D485}"/>
                  </a:ext>
                </a:extLst>
              </p:cNvPr>
              <p:cNvSpPr>
                <a:spLocks noChangeShapeType="1"/>
              </p:cNvSpPr>
              <p:nvPr/>
            </p:nvSpPr>
            <p:spPr bwMode="auto">
              <a:xfrm flipH="1">
                <a:off x="3061" y="3107"/>
                <a:ext cx="17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75" name="Freeform 51">
                <a:extLst>
                  <a:ext uri="{FF2B5EF4-FFF2-40B4-BE49-F238E27FC236}">
                    <a16:creationId xmlns:a16="http://schemas.microsoft.com/office/drawing/2014/main" id="{3CBDEE2D-99EA-8C62-03BB-9773F9A7F296}"/>
                  </a:ext>
                </a:extLst>
              </p:cNvPr>
              <p:cNvSpPr>
                <a:spLocks/>
              </p:cNvSpPr>
              <p:nvPr/>
            </p:nvSpPr>
            <p:spPr bwMode="auto">
              <a:xfrm>
                <a:off x="3019" y="3089"/>
                <a:ext cx="58" cy="34"/>
              </a:xfrm>
              <a:custGeom>
                <a:avLst/>
                <a:gdLst>
                  <a:gd name="T0" fmla="*/ 24 w 29"/>
                  <a:gd name="T1" fmla="*/ 9 h 17"/>
                  <a:gd name="T2" fmla="*/ 29 w 29"/>
                  <a:gd name="T3" fmla="*/ 17 h 17"/>
                  <a:gd name="T4" fmla="*/ 29 w 29"/>
                  <a:gd name="T5" fmla="*/ 17 h 17"/>
                  <a:gd name="T6" fmla="*/ 15 w 29"/>
                  <a:gd name="T7" fmla="*/ 12 h 17"/>
                  <a:gd name="T8" fmla="*/ 0 w 29"/>
                  <a:gd name="T9" fmla="*/ 9 h 17"/>
                  <a:gd name="T10" fmla="*/ 15 w 29"/>
                  <a:gd name="T11" fmla="*/ 5 h 17"/>
                  <a:gd name="T12" fmla="*/ 29 w 29"/>
                  <a:gd name="T13" fmla="*/ 0 h 17"/>
                  <a:gd name="T14" fmla="*/ 29 w 29"/>
                  <a:gd name="T15" fmla="*/ 0 h 17"/>
                  <a:gd name="T16" fmla="*/ 24 w 29"/>
                  <a:gd name="T17"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24" y="9"/>
                    </a:moveTo>
                    <a:cubicBezTo>
                      <a:pt x="29" y="17"/>
                      <a:pt x="29" y="17"/>
                      <a:pt x="29" y="17"/>
                    </a:cubicBezTo>
                    <a:cubicBezTo>
                      <a:pt x="29" y="17"/>
                      <a:pt x="29" y="17"/>
                      <a:pt x="29" y="17"/>
                    </a:cubicBezTo>
                    <a:cubicBezTo>
                      <a:pt x="15" y="12"/>
                      <a:pt x="15" y="12"/>
                      <a:pt x="15" y="12"/>
                    </a:cubicBezTo>
                    <a:cubicBezTo>
                      <a:pt x="10" y="11"/>
                      <a:pt x="5" y="10"/>
                      <a:pt x="0" y="9"/>
                    </a:cubicBezTo>
                    <a:cubicBezTo>
                      <a:pt x="5" y="8"/>
                      <a:pt x="10" y="7"/>
                      <a:pt x="15" y="5"/>
                    </a:cubicBezTo>
                    <a:cubicBezTo>
                      <a:pt x="29" y="0"/>
                      <a:pt x="29" y="0"/>
                      <a:pt x="29" y="0"/>
                    </a:cubicBezTo>
                    <a:cubicBezTo>
                      <a:pt x="29" y="0"/>
                      <a:pt x="29" y="0"/>
                      <a:pt x="29" y="0"/>
                    </a:cubicBezTo>
                    <a:lnTo>
                      <a:pt x="2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76" name="Line 52">
                <a:extLst>
                  <a:ext uri="{FF2B5EF4-FFF2-40B4-BE49-F238E27FC236}">
                    <a16:creationId xmlns:a16="http://schemas.microsoft.com/office/drawing/2014/main" id="{625388D1-46E5-1D1C-24D7-3847CE079CA3}"/>
                  </a:ext>
                </a:extLst>
              </p:cNvPr>
              <p:cNvSpPr>
                <a:spLocks noChangeShapeType="1"/>
              </p:cNvSpPr>
              <p:nvPr/>
            </p:nvSpPr>
            <p:spPr bwMode="auto">
              <a:xfrm flipH="1">
                <a:off x="3061" y="3239"/>
                <a:ext cx="17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77" name="Freeform 53">
                <a:extLst>
                  <a:ext uri="{FF2B5EF4-FFF2-40B4-BE49-F238E27FC236}">
                    <a16:creationId xmlns:a16="http://schemas.microsoft.com/office/drawing/2014/main" id="{BDE0BF0F-54A1-2FAC-A859-F20FF504CDBD}"/>
                  </a:ext>
                </a:extLst>
              </p:cNvPr>
              <p:cNvSpPr>
                <a:spLocks/>
              </p:cNvSpPr>
              <p:nvPr/>
            </p:nvSpPr>
            <p:spPr bwMode="auto">
              <a:xfrm>
                <a:off x="3019" y="3223"/>
                <a:ext cx="58" cy="34"/>
              </a:xfrm>
              <a:custGeom>
                <a:avLst/>
                <a:gdLst>
                  <a:gd name="T0" fmla="*/ 24 w 29"/>
                  <a:gd name="T1" fmla="*/ 8 h 17"/>
                  <a:gd name="T2" fmla="*/ 29 w 29"/>
                  <a:gd name="T3" fmla="*/ 17 h 17"/>
                  <a:gd name="T4" fmla="*/ 29 w 29"/>
                  <a:gd name="T5" fmla="*/ 17 h 17"/>
                  <a:gd name="T6" fmla="*/ 15 w 29"/>
                  <a:gd name="T7" fmla="*/ 12 h 17"/>
                  <a:gd name="T8" fmla="*/ 0 w 29"/>
                  <a:gd name="T9" fmla="*/ 8 h 17"/>
                  <a:gd name="T10" fmla="*/ 15 w 29"/>
                  <a:gd name="T11" fmla="*/ 5 h 17"/>
                  <a:gd name="T12" fmla="*/ 29 w 29"/>
                  <a:gd name="T13" fmla="*/ 0 h 17"/>
                  <a:gd name="T14" fmla="*/ 29 w 29"/>
                  <a:gd name="T15" fmla="*/ 0 h 17"/>
                  <a:gd name="T16" fmla="*/ 24 w 29"/>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24" y="8"/>
                    </a:moveTo>
                    <a:cubicBezTo>
                      <a:pt x="29" y="17"/>
                      <a:pt x="29" y="17"/>
                      <a:pt x="29" y="17"/>
                    </a:cubicBezTo>
                    <a:cubicBezTo>
                      <a:pt x="29" y="17"/>
                      <a:pt x="29" y="17"/>
                      <a:pt x="29" y="17"/>
                    </a:cubicBezTo>
                    <a:cubicBezTo>
                      <a:pt x="15" y="12"/>
                      <a:pt x="15" y="12"/>
                      <a:pt x="15" y="12"/>
                    </a:cubicBezTo>
                    <a:cubicBezTo>
                      <a:pt x="10" y="11"/>
                      <a:pt x="5" y="10"/>
                      <a:pt x="0" y="8"/>
                    </a:cubicBezTo>
                    <a:cubicBezTo>
                      <a:pt x="5" y="7"/>
                      <a:pt x="10" y="6"/>
                      <a:pt x="15" y="5"/>
                    </a:cubicBezTo>
                    <a:cubicBezTo>
                      <a:pt x="29" y="0"/>
                      <a:pt x="29" y="0"/>
                      <a:pt x="29" y="0"/>
                    </a:cubicBezTo>
                    <a:cubicBezTo>
                      <a:pt x="29" y="0"/>
                      <a:pt x="29" y="0"/>
                      <a:pt x="29" y="0"/>
                    </a:cubicBezTo>
                    <a:lnTo>
                      <a:pt x="2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78" name="Line 54">
                <a:extLst>
                  <a:ext uri="{FF2B5EF4-FFF2-40B4-BE49-F238E27FC236}">
                    <a16:creationId xmlns:a16="http://schemas.microsoft.com/office/drawing/2014/main" id="{FF6E3DA1-963B-54C0-4596-F38A925A5491}"/>
                  </a:ext>
                </a:extLst>
              </p:cNvPr>
              <p:cNvSpPr>
                <a:spLocks noChangeShapeType="1"/>
              </p:cNvSpPr>
              <p:nvPr/>
            </p:nvSpPr>
            <p:spPr bwMode="auto">
              <a:xfrm>
                <a:off x="3101" y="1357"/>
                <a:ext cx="10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79" name="Freeform 55">
                <a:extLst>
                  <a:ext uri="{FF2B5EF4-FFF2-40B4-BE49-F238E27FC236}">
                    <a16:creationId xmlns:a16="http://schemas.microsoft.com/office/drawing/2014/main" id="{5268571E-1CC0-F558-E38F-AE13F824737E}"/>
                  </a:ext>
                </a:extLst>
              </p:cNvPr>
              <p:cNvSpPr>
                <a:spLocks/>
              </p:cNvSpPr>
              <p:nvPr/>
            </p:nvSpPr>
            <p:spPr bwMode="auto">
              <a:xfrm>
                <a:off x="3187" y="1337"/>
                <a:ext cx="64" cy="40"/>
              </a:xfrm>
              <a:custGeom>
                <a:avLst/>
                <a:gdLst>
                  <a:gd name="T0" fmla="*/ 6 w 32"/>
                  <a:gd name="T1" fmla="*/ 10 h 20"/>
                  <a:gd name="T2" fmla="*/ 0 w 32"/>
                  <a:gd name="T3" fmla="*/ 1 h 20"/>
                  <a:gd name="T4" fmla="*/ 0 w 32"/>
                  <a:gd name="T5" fmla="*/ 0 h 20"/>
                  <a:gd name="T6" fmla="*/ 16 w 32"/>
                  <a:gd name="T7" fmla="*/ 7 h 20"/>
                  <a:gd name="T8" fmla="*/ 32 w 32"/>
                  <a:gd name="T9" fmla="*/ 10 h 20"/>
                  <a:gd name="T10" fmla="*/ 16 w 32"/>
                  <a:gd name="T11" fmla="*/ 14 h 20"/>
                  <a:gd name="T12" fmla="*/ 0 w 32"/>
                  <a:gd name="T13" fmla="*/ 20 h 20"/>
                  <a:gd name="T14" fmla="*/ 0 w 32"/>
                  <a:gd name="T15" fmla="*/ 20 h 20"/>
                  <a:gd name="T16" fmla="*/ 6 w 32"/>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0">
                    <a:moveTo>
                      <a:pt x="6" y="10"/>
                    </a:moveTo>
                    <a:cubicBezTo>
                      <a:pt x="0" y="1"/>
                      <a:pt x="0" y="1"/>
                      <a:pt x="0" y="1"/>
                    </a:cubicBezTo>
                    <a:cubicBezTo>
                      <a:pt x="0" y="0"/>
                      <a:pt x="0" y="0"/>
                      <a:pt x="0" y="0"/>
                    </a:cubicBezTo>
                    <a:cubicBezTo>
                      <a:pt x="16" y="7"/>
                      <a:pt x="16" y="7"/>
                      <a:pt x="16" y="7"/>
                    </a:cubicBezTo>
                    <a:cubicBezTo>
                      <a:pt x="21" y="8"/>
                      <a:pt x="26" y="9"/>
                      <a:pt x="32" y="10"/>
                    </a:cubicBezTo>
                    <a:cubicBezTo>
                      <a:pt x="26" y="11"/>
                      <a:pt x="21" y="12"/>
                      <a:pt x="16" y="14"/>
                    </a:cubicBezTo>
                    <a:cubicBezTo>
                      <a:pt x="0" y="20"/>
                      <a:pt x="0" y="20"/>
                      <a:pt x="0" y="20"/>
                    </a:cubicBezTo>
                    <a:cubicBezTo>
                      <a:pt x="0" y="20"/>
                      <a:pt x="0" y="20"/>
                      <a:pt x="0" y="20"/>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80" name="Line 56">
                <a:extLst>
                  <a:ext uri="{FF2B5EF4-FFF2-40B4-BE49-F238E27FC236}">
                    <a16:creationId xmlns:a16="http://schemas.microsoft.com/office/drawing/2014/main" id="{98C59374-776F-6DC7-E655-2880F0327B32}"/>
                  </a:ext>
                </a:extLst>
              </p:cNvPr>
              <p:cNvSpPr>
                <a:spLocks noChangeShapeType="1"/>
              </p:cNvSpPr>
              <p:nvPr/>
            </p:nvSpPr>
            <p:spPr bwMode="auto">
              <a:xfrm>
                <a:off x="3375" y="3963"/>
                <a:ext cx="8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81" name="Freeform 57">
                <a:extLst>
                  <a:ext uri="{FF2B5EF4-FFF2-40B4-BE49-F238E27FC236}">
                    <a16:creationId xmlns:a16="http://schemas.microsoft.com/office/drawing/2014/main" id="{C14D52EB-8EF3-CF3F-AE48-EFEF59EAFBA2}"/>
                  </a:ext>
                </a:extLst>
              </p:cNvPr>
              <p:cNvSpPr>
                <a:spLocks/>
              </p:cNvSpPr>
              <p:nvPr/>
            </p:nvSpPr>
            <p:spPr bwMode="auto">
              <a:xfrm>
                <a:off x="3443" y="3943"/>
                <a:ext cx="64" cy="40"/>
              </a:xfrm>
              <a:custGeom>
                <a:avLst/>
                <a:gdLst>
                  <a:gd name="T0" fmla="*/ 6 w 32"/>
                  <a:gd name="T1" fmla="*/ 10 h 20"/>
                  <a:gd name="T2" fmla="*/ 0 w 32"/>
                  <a:gd name="T3" fmla="*/ 1 h 20"/>
                  <a:gd name="T4" fmla="*/ 1 w 32"/>
                  <a:gd name="T5" fmla="*/ 0 h 20"/>
                  <a:gd name="T6" fmla="*/ 16 w 32"/>
                  <a:gd name="T7" fmla="*/ 6 h 20"/>
                  <a:gd name="T8" fmla="*/ 32 w 32"/>
                  <a:gd name="T9" fmla="*/ 10 h 20"/>
                  <a:gd name="T10" fmla="*/ 16 w 32"/>
                  <a:gd name="T11" fmla="*/ 14 h 20"/>
                  <a:gd name="T12" fmla="*/ 1 w 32"/>
                  <a:gd name="T13" fmla="*/ 20 h 20"/>
                  <a:gd name="T14" fmla="*/ 0 w 32"/>
                  <a:gd name="T15" fmla="*/ 20 h 20"/>
                  <a:gd name="T16" fmla="*/ 6 w 32"/>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0">
                    <a:moveTo>
                      <a:pt x="6" y="10"/>
                    </a:moveTo>
                    <a:cubicBezTo>
                      <a:pt x="0" y="1"/>
                      <a:pt x="0" y="1"/>
                      <a:pt x="0" y="1"/>
                    </a:cubicBezTo>
                    <a:cubicBezTo>
                      <a:pt x="1" y="0"/>
                      <a:pt x="1" y="0"/>
                      <a:pt x="1" y="0"/>
                    </a:cubicBezTo>
                    <a:cubicBezTo>
                      <a:pt x="16" y="6"/>
                      <a:pt x="16" y="6"/>
                      <a:pt x="16" y="6"/>
                    </a:cubicBezTo>
                    <a:cubicBezTo>
                      <a:pt x="22" y="8"/>
                      <a:pt x="27" y="9"/>
                      <a:pt x="32" y="10"/>
                    </a:cubicBezTo>
                    <a:cubicBezTo>
                      <a:pt x="27" y="11"/>
                      <a:pt x="22" y="12"/>
                      <a:pt x="16" y="14"/>
                    </a:cubicBezTo>
                    <a:cubicBezTo>
                      <a:pt x="1" y="20"/>
                      <a:pt x="1" y="20"/>
                      <a:pt x="1" y="20"/>
                    </a:cubicBezTo>
                    <a:cubicBezTo>
                      <a:pt x="0" y="20"/>
                      <a:pt x="0" y="20"/>
                      <a:pt x="0" y="20"/>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82" name="Rectangle 58">
                <a:extLst>
                  <a:ext uri="{FF2B5EF4-FFF2-40B4-BE49-F238E27FC236}">
                    <a16:creationId xmlns:a16="http://schemas.microsoft.com/office/drawing/2014/main" id="{4E92BABF-D81F-167C-9A02-D4D8E7A4210C}"/>
                  </a:ext>
                </a:extLst>
              </p:cNvPr>
              <p:cNvSpPr>
                <a:spLocks noChangeArrowheads="1"/>
              </p:cNvSpPr>
              <p:nvPr/>
            </p:nvSpPr>
            <p:spPr bwMode="auto">
              <a:xfrm>
                <a:off x="3527" y="4125"/>
                <a:ext cx="62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DATAPATH</a:t>
                </a:r>
                <a:endParaRPr lang="en-US" altLang="es-ES" sz="4000"/>
              </a:p>
            </p:txBody>
          </p:sp>
          <p:sp>
            <p:nvSpPr>
              <p:cNvPr id="871483" name="Rectangle 59">
                <a:extLst>
                  <a:ext uri="{FF2B5EF4-FFF2-40B4-BE49-F238E27FC236}">
                    <a16:creationId xmlns:a16="http://schemas.microsoft.com/office/drawing/2014/main" id="{148695D0-61FF-6982-36FC-EB635D4AE4AC}"/>
                  </a:ext>
                </a:extLst>
              </p:cNvPr>
              <p:cNvSpPr>
                <a:spLocks noChangeArrowheads="1"/>
              </p:cNvSpPr>
              <p:nvPr/>
            </p:nvSpPr>
            <p:spPr bwMode="auto">
              <a:xfrm>
                <a:off x="2914" y="1044"/>
                <a:ext cx="1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RW</a:t>
                </a:r>
                <a:endParaRPr lang="en-US" altLang="es-ES" sz="4000"/>
              </a:p>
            </p:txBody>
          </p:sp>
          <p:sp>
            <p:nvSpPr>
              <p:cNvPr id="871484" name="Rectangle 60">
                <a:extLst>
                  <a:ext uri="{FF2B5EF4-FFF2-40B4-BE49-F238E27FC236}">
                    <a16:creationId xmlns:a16="http://schemas.microsoft.com/office/drawing/2014/main" id="{78C8D502-12F4-8CDC-0BE2-CC02C75BB687}"/>
                  </a:ext>
                </a:extLst>
              </p:cNvPr>
              <p:cNvSpPr>
                <a:spLocks noChangeArrowheads="1"/>
              </p:cNvSpPr>
              <p:nvPr/>
            </p:nvSpPr>
            <p:spPr bwMode="auto">
              <a:xfrm>
                <a:off x="2924" y="1150"/>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a:t>
                </a:r>
                <a:endParaRPr lang="en-US" altLang="es-ES" sz="4000"/>
              </a:p>
            </p:txBody>
          </p:sp>
          <p:sp>
            <p:nvSpPr>
              <p:cNvPr id="871485" name="Rectangle 61">
                <a:extLst>
                  <a:ext uri="{FF2B5EF4-FFF2-40B4-BE49-F238E27FC236}">
                    <a16:creationId xmlns:a16="http://schemas.microsoft.com/office/drawing/2014/main" id="{BD81A69D-DED2-6776-2BDF-E6E19A4AE89D}"/>
                  </a:ext>
                </a:extLst>
              </p:cNvPr>
              <p:cNvSpPr>
                <a:spLocks noChangeArrowheads="1"/>
              </p:cNvSpPr>
              <p:nvPr/>
            </p:nvSpPr>
            <p:spPr bwMode="auto">
              <a:xfrm>
                <a:off x="2916" y="1295"/>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a:t>
                </a:r>
                <a:endParaRPr lang="en-US" altLang="es-ES" sz="4000"/>
              </a:p>
            </p:txBody>
          </p:sp>
          <p:sp>
            <p:nvSpPr>
              <p:cNvPr id="871486" name="Rectangle 62">
                <a:extLst>
                  <a:ext uri="{FF2B5EF4-FFF2-40B4-BE49-F238E27FC236}">
                    <a16:creationId xmlns:a16="http://schemas.microsoft.com/office/drawing/2014/main" id="{C18F1B26-76B5-F750-D248-28012C7BDB24}"/>
                  </a:ext>
                </a:extLst>
              </p:cNvPr>
              <p:cNvSpPr>
                <a:spLocks noChangeArrowheads="1"/>
              </p:cNvSpPr>
              <p:nvPr/>
            </p:nvSpPr>
            <p:spPr bwMode="auto">
              <a:xfrm>
                <a:off x="2881" y="1569"/>
                <a:ext cx="4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Constant</a:t>
                </a:r>
                <a:endParaRPr lang="en-US" altLang="es-ES" sz="4000"/>
              </a:p>
            </p:txBody>
          </p:sp>
          <p:sp>
            <p:nvSpPr>
              <p:cNvPr id="871487" name="Rectangle 63">
                <a:extLst>
                  <a:ext uri="{FF2B5EF4-FFF2-40B4-BE49-F238E27FC236}">
                    <a16:creationId xmlns:a16="http://schemas.microsoft.com/office/drawing/2014/main" id="{7510C7D6-E3E8-79A8-3DCF-21455A3F5764}"/>
                  </a:ext>
                </a:extLst>
              </p:cNvPr>
              <p:cNvSpPr>
                <a:spLocks noChangeArrowheads="1"/>
              </p:cNvSpPr>
              <p:nvPr/>
            </p:nvSpPr>
            <p:spPr bwMode="auto">
              <a:xfrm>
                <a:off x="2881" y="1677"/>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a:t>
                </a:r>
                <a:endParaRPr lang="en-US" altLang="es-ES" sz="4000"/>
              </a:p>
            </p:txBody>
          </p:sp>
          <p:sp>
            <p:nvSpPr>
              <p:cNvPr id="871488" name="Rectangle 64">
                <a:extLst>
                  <a:ext uri="{FF2B5EF4-FFF2-40B4-BE49-F238E27FC236}">
                    <a16:creationId xmlns:a16="http://schemas.microsoft.com/office/drawing/2014/main" id="{89D0BBA3-691C-6A9E-ACC7-3C3BAA8E72DF}"/>
                  </a:ext>
                </a:extLst>
              </p:cNvPr>
              <p:cNvSpPr>
                <a:spLocks noChangeArrowheads="1"/>
              </p:cNvSpPr>
              <p:nvPr/>
            </p:nvSpPr>
            <p:spPr bwMode="auto">
              <a:xfrm>
                <a:off x="3897" y="1297"/>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a:t>
                </a:r>
                <a:endParaRPr lang="en-US" altLang="es-ES" sz="4000"/>
              </a:p>
            </p:txBody>
          </p:sp>
          <p:sp>
            <p:nvSpPr>
              <p:cNvPr id="871489" name="Line 65">
                <a:extLst>
                  <a:ext uri="{FF2B5EF4-FFF2-40B4-BE49-F238E27FC236}">
                    <a16:creationId xmlns:a16="http://schemas.microsoft.com/office/drawing/2014/main" id="{8281BE90-136C-6322-F2FC-C27ADD98D065}"/>
                  </a:ext>
                </a:extLst>
              </p:cNvPr>
              <p:cNvSpPr>
                <a:spLocks noChangeShapeType="1"/>
              </p:cNvSpPr>
              <p:nvPr/>
            </p:nvSpPr>
            <p:spPr bwMode="auto">
              <a:xfrm flipH="1">
                <a:off x="3785" y="1357"/>
                <a:ext cx="8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90" name="Freeform 66">
                <a:extLst>
                  <a:ext uri="{FF2B5EF4-FFF2-40B4-BE49-F238E27FC236}">
                    <a16:creationId xmlns:a16="http://schemas.microsoft.com/office/drawing/2014/main" id="{468BAAF4-7335-344F-9AEF-F1664AED0DB1}"/>
                  </a:ext>
                </a:extLst>
              </p:cNvPr>
              <p:cNvSpPr>
                <a:spLocks/>
              </p:cNvSpPr>
              <p:nvPr/>
            </p:nvSpPr>
            <p:spPr bwMode="auto">
              <a:xfrm>
                <a:off x="3739" y="1337"/>
                <a:ext cx="64" cy="40"/>
              </a:xfrm>
              <a:custGeom>
                <a:avLst/>
                <a:gdLst>
                  <a:gd name="T0" fmla="*/ 26 w 32"/>
                  <a:gd name="T1" fmla="*/ 10 h 20"/>
                  <a:gd name="T2" fmla="*/ 32 w 32"/>
                  <a:gd name="T3" fmla="*/ 20 h 20"/>
                  <a:gd name="T4" fmla="*/ 32 w 32"/>
                  <a:gd name="T5" fmla="*/ 20 h 20"/>
                  <a:gd name="T6" fmla="*/ 16 w 32"/>
                  <a:gd name="T7" fmla="*/ 14 h 20"/>
                  <a:gd name="T8" fmla="*/ 0 w 32"/>
                  <a:gd name="T9" fmla="*/ 10 h 20"/>
                  <a:gd name="T10" fmla="*/ 16 w 32"/>
                  <a:gd name="T11" fmla="*/ 7 h 20"/>
                  <a:gd name="T12" fmla="*/ 32 w 32"/>
                  <a:gd name="T13" fmla="*/ 0 h 20"/>
                  <a:gd name="T14" fmla="*/ 32 w 32"/>
                  <a:gd name="T15" fmla="*/ 1 h 20"/>
                  <a:gd name="T16" fmla="*/ 26 w 32"/>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0">
                    <a:moveTo>
                      <a:pt x="26" y="10"/>
                    </a:moveTo>
                    <a:cubicBezTo>
                      <a:pt x="32" y="20"/>
                      <a:pt x="32" y="20"/>
                      <a:pt x="32" y="20"/>
                    </a:cubicBezTo>
                    <a:cubicBezTo>
                      <a:pt x="32" y="20"/>
                      <a:pt x="32" y="20"/>
                      <a:pt x="32" y="20"/>
                    </a:cubicBezTo>
                    <a:cubicBezTo>
                      <a:pt x="16" y="14"/>
                      <a:pt x="16" y="14"/>
                      <a:pt x="16" y="14"/>
                    </a:cubicBezTo>
                    <a:cubicBezTo>
                      <a:pt x="11" y="13"/>
                      <a:pt x="5" y="11"/>
                      <a:pt x="0" y="10"/>
                    </a:cubicBezTo>
                    <a:cubicBezTo>
                      <a:pt x="5" y="9"/>
                      <a:pt x="11" y="8"/>
                      <a:pt x="16" y="7"/>
                    </a:cubicBezTo>
                    <a:cubicBezTo>
                      <a:pt x="32" y="0"/>
                      <a:pt x="32" y="0"/>
                      <a:pt x="32" y="0"/>
                    </a:cubicBezTo>
                    <a:cubicBezTo>
                      <a:pt x="32" y="1"/>
                      <a:pt x="32" y="1"/>
                      <a:pt x="32" y="1"/>
                    </a:cubicBezTo>
                    <a:lnTo>
                      <a:pt x="2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91" name="Rectangle 67">
                <a:extLst>
                  <a:ext uri="{FF2B5EF4-FFF2-40B4-BE49-F238E27FC236}">
                    <a16:creationId xmlns:a16="http://schemas.microsoft.com/office/drawing/2014/main" id="{4C5850BE-8F47-330A-4AA7-04676FEA17E4}"/>
                  </a:ext>
                </a:extLst>
              </p:cNvPr>
              <p:cNvSpPr>
                <a:spLocks noChangeArrowheads="1"/>
              </p:cNvSpPr>
              <p:nvPr/>
            </p:nvSpPr>
            <p:spPr bwMode="auto">
              <a:xfrm>
                <a:off x="3944" y="1872"/>
                <a:ext cx="1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MB</a:t>
                </a:r>
                <a:endParaRPr lang="en-US" altLang="es-ES" sz="4000"/>
              </a:p>
            </p:txBody>
          </p:sp>
          <p:sp>
            <p:nvSpPr>
              <p:cNvPr id="871492" name="Line 68">
                <a:extLst>
                  <a:ext uri="{FF2B5EF4-FFF2-40B4-BE49-F238E27FC236}">
                    <a16:creationId xmlns:a16="http://schemas.microsoft.com/office/drawing/2014/main" id="{461EB619-A828-5556-1EEC-9775B89F9652}"/>
                  </a:ext>
                </a:extLst>
              </p:cNvPr>
              <p:cNvSpPr>
                <a:spLocks noChangeShapeType="1"/>
              </p:cNvSpPr>
              <p:nvPr/>
            </p:nvSpPr>
            <p:spPr bwMode="auto">
              <a:xfrm flipH="1">
                <a:off x="3847" y="1931"/>
                <a:ext cx="7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493" name="Freeform 69">
                <a:extLst>
                  <a:ext uri="{FF2B5EF4-FFF2-40B4-BE49-F238E27FC236}">
                    <a16:creationId xmlns:a16="http://schemas.microsoft.com/office/drawing/2014/main" id="{54DEC643-10FD-41ED-72B6-E73EE36A280F}"/>
                  </a:ext>
                </a:extLst>
              </p:cNvPr>
              <p:cNvSpPr>
                <a:spLocks/>
              </p:cNvSpPr>
              <p:nvPr/>
            </p:nvSpPr>
            <p:spPr bwMode="auto">
              <a:xfrm>
                <a:off x="3801" y="1911"/>
                <a:ext cx="62" cy="40"/>
              </a:xfrm>
              <a:custGeom>
                <a:avLst/>
                <a:gdLst>
                  <a:gd name="T0" fmla="*/ 26 w 31"/>
                  <a:gd name="T1" fmla="*/ 10 h 20"/>
                  <a:gd name="T2" fmla="*/ 31 w 31"/>
                  <a:gd name="T3" fmla="*/ 19 h 20"/>
                  <a:gd name="T4" fmla="*/ 31 w 31"/>
                  <a:gd name="T5" fmla="*/ 20 h 20"/>
                  <a:gd name="T6" fmla="*/ 16 w 31"/>
                  <a:gd name="T7" fmla="*/ 13 h 20"/>
                  <a:gd name="T8" fmla="*/ 0 w 31"/>
                  <a:gd name="T9" fmla="*/ 10 h 20"/>
                  <a:gd name="T10" fmla="*/ 16 w 31"/>
                  <a:gd name="T11" fmla="*/ 6 h 20"/>
                  <a:gd name="T12" fmla="*/ 31 w 31"/>
                  <a:gd name="T13" fmla="*/ 0 h 20"/>
                  <a:gd name="T14" fmla="*/ 31 w 31"/>
                  <a:gd name="T15" fmla="*/ 0 h 20"/>
                  <a:gd name="T16" fmla="*/ 26 w 31"/>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0">
                    <a:moveTo>
                      <a:pt x="26" y="10"/>
                    </a:moveTo>
                    <a:cubicBezTo>
                      <a:pt x="31" y="19"/>
                      <a:pt x="31" y="19"/>
                      <a:pt x="31" y="19"/>
                    </a:cubicBezTo>
                    <a:cubicBezTo>
                      <a:pt x="31" y="20"/>
                      <a:pt x="31" y="20"/>
                      <a:pt x="31" y="20"/>
                    </a:cubicBezTo>
                    <a:cubicBezTo>
                      <a:pt x="16" y="13"/>
                      <a:pt x="16" y="13"/>
                      <a:pt x="16" y="13"/>
                    </a:cubicBezTo>
                    <a:cubicBezTo>
                      <a:pt x="10" y="12"/>
                      <a:pt x="5" y="11"/>
                      <a:pt x="0" y="10"/>
                    </a:cubicBezTo>
                    <a:cubicBezTo>
                      <a:pt x="5" y="9"/>
                      <a:pt x="10" y="8"/>
                      <a:pt x="16" y="6"/>
                    </a:cubicBezTo>
                    <a:cubicBezTo>
                      <a:pt x="31" y="0"/>
                      <a:pt x="31" y="0"/>
                      <a:pt x="31" y="0"/>
                    </a:cubicBezTo>
                    <a:cubicBezTo>
                      <a:pt x="31" y="0"/>
                      <a:pt x="31" y="0"/>
                      <a:pt x="31" y="0"/>
                    </a:cubicBezTo>
                    <a:lnTo>
                      <a:pt x="2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494" name="Rectangle 70">
                <a:extLst>
                  <a:ext uri="{FF2B5EF4-FFF2-40B4-BE49-F238E27FC236}">
                    <a16:creationId xmlns:a16="http://schemas.microsoft.com/office/drawing/2014/main" id="{D03FE113-0993-8EBD-60B5-E6DAE67FF8C3}"/>
                  </a:ext>
                </a:extLst>
              </p:cNvPr>
              <p:cNvSpPr>
                <a:spLocks noChangeArrowheads="1"/>
              </p:cNvSpPr>
              <p:nvPr/>
            </p:nvSpPr>
            <p:spPr bwMode="auto">
              <a:xfrm>
                <a:off x="2892" y="2643"/>
                <a:ext cx="1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FS</a:t>
                </a:r>
                <a:endParaRPr lang="en-US" altLang="es-ES" sz="4000"/>
              </a:p>
            </p:txBody>
          </p:sp>
          <p:sp>
            <p:nvSpPr>
              <p:cNvPr id="871495" name="Rectangle 71">
                <a:extLst>
                  <a:ext uri="{FF2B5EF4-FFF2-40B4-BE49-F238E27FC236}">
                    <a16:creationId xmlns:a16="http://schemas.microsoft.com/office/drawing/2014/main" id="{77CD8E62-E83C-B409-6870-7077BDD47721}"/>
                  </a:ext>
                </a:extLst>
              </p:cNvPr>
              <p:cNvSpPr>
                <a:spLocks noChangeArrowheads="1"/>
              </p:cNvSpPr>
              <p:nvPr/>
            </p:nvSpPr>
            <p:spPr bwMode="auto">
              <a:xfrm>
                <a:off x="2926" y="2776"/>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V</a:t>
                </a:r>
                <a:endParaRPr lang="en-US" altLang="es-ES" sz="4000"/>
              </a:p>
            </p:txBody>
          </p:sp>
          <p:sp>
            <p:nvSpPr>
              <p:cNvPr id="871496" name="Rectangle 72">
                <a:extLst>
                  <a:ext uri="{FF2B5EF4-FFF2-40B4-BE49-F238E27FC236}">
                    <a16:creationId xmlns:a16="http://schemas.microsoft.com/office/drawing/2014/main" id="{3AD421C7-28D4-D8F4-6687-80AF2A7229D9}"/>
                  </a:ext>
                </a:extLst>
              </p:cNvPr>
              <p:cNvSpPr>
                <a:spLocks noChangeArrowheads="1"/>
              </p:cNvSpPr>
              <p:nvPr/>
            </p:nvSpPr>
            <p:spPr bwMode="auto">
              <a:xfrm>
                <a:off x="2931" y="2909"/>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a:t>
                </a:r>
                <a:endParaRPr lang="en-US" altLang="es-ES" sz="4000"/>
              </a:p>
            </p:txBody>
          </p:sp>
          <p:sp>
            <p:nvSpPr>
              <p:cNvPr id="871497" name="Rectangle 73">
                <a:extLst>
                  <a:ext uri="{FF2B5EF4-FFF2-40B4-BE49-F238E27FC236}">
                    <a16:creationId xmlns:a16="http://schemas.microsoft.com/office/drawing/2014/main" id="{B00696B5-7D8B-A153-D590-041464BB7581}"/>
                  </a:ext>
                </a:extLst>
              </p:cNvPr>
              <p:cNvSpPr>
                <a:spLocks noChangeArrowheads="1"/>
              </p:cNvSpPr>
              <p:nvPr/>
            </p:nvSpPr>
            <p:spPr bwMode="auto">
              <a:xfrm>
                <a:off x="2927" y="304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N</a:t>
                </a:r>
                <a:endParaRPr lang="en-US" altLang="es-ES" sz="4000"/>
              </a:p>
            </p:txBody>
          </p:sp>
          <p:sp>
            <p:nvSpPr>
              <p:cNvPr id="871498" name="Rectangle 74">
                <a:extLst>
                  <a:ext uri="{FF2B5EF4-FFF2-40B4-BE49-F238E27FC236}">
                    <a16:creationId xmlns:a16="http://schemas.microsoft.com/office/drawing/2014/main" id="{183540C9-E930-773B-03B3-7FFFEB1CB12B}"/>
                  </a:ext>
                </a:extLst>
              </p:cNvPr>
              <p:cNvSpPr>
                <a:spLocks noChangeArrowheads="1"/>
              </p:cNvSpPr>
              <p:nvPr/>
            </p:nvSpPr>
            <p:spPr bwMode="auto">
              <a:xfrm>
                <a:off x="2932" y="3176"/>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Z</a:t>
                </a:r>
                <a:endParaRPr lang="en-US" altLang="es-ES" sz="4000"/>
              </a:p>
            </p:txBody>
          </p:sp>
          <p:sp>
            <p:nvSpPr>
              <p:cNvPr id="871499" name="Freeform 75">
                <a:extLst>
                  <a:ext uri="{FF2B5EF4-FFF2-40B4-BE49-F238E27FC236}">
                    <a16:creationId xmlns:a16="http://schemas.microsoft.com/office/drawing/2014/main" id="{2C890F60-BCB1-4FF3-B85D-410BB86098C6}"/>
                  </a:ext>
                </a:extLst>
              </p:cNvPr>
              <p:cNvSpPr>
                <a:spLocks/>
              </p:cNvSpPr>
              <p:nvPr/>
            </p:nvSpPr>
            <p:spPr bwMode="auto">
              <a:xfrm>
                <a:off x="3237" y="2591"/>
                <a:ext cx="776" cy="770"/>
              </a:xfrm>
              <a:custGeom>
                <a:avLst/>
                <a:gdLst>
                  <a:gd name="T0" fmla="*/ 0 w 776"/>
                  <a:gd name="T1" fmla="*/ 0 h 770"/>
                  <a:gd name="T2" fmla="*/ 776 w 776"/>
                  <a:gd name="T3" fmla="*/ 0 h 770"/>
                  <a:gd name="T4" fmla="*/ 776 w 776"/>
                  <a:gd name="T5" fmla="*/ 770 h 770"/>
                  <a:gd name="T6" fmla="*/ 0 w 776"/>
                  <a:gd name="T7" fmla="*/ 770 h 770"/>
                  <a:gd name="T8" fmla="*/ 0 w 776"/>
                  <a:gd name="T9" fmla="*/ 0 h 770"/>
                  <a:gd name="T10" fmla="*/ 0 w 776"/>
                  <a:gd name="T11" fmla="*/ 0 h 770"/>
                </a:gdLst>
                <a:ahLst/>
                <a:cxnLst>
                  <a:cxn ang="0">
                    <a:pos x="T0" y="T1"/>
                  </a:cxn>
                  <a:cxn ang="0">
                    <a:pos x="T2" y="T3"/>
                  </a:cxn>
                  <a:cxn ang="0">
                    <a:pos x="T4" y="T5"/>
                  </a:cxn>
                  <a:cxn ang="0">
                    <a:pos x="T6" y="T7"/>
                  </a:cxn>
                  <a:cxn ang="0">
                    <a:pos x="T8" y="T9"/>
                  </a:cxn>
                  <a:cxn ang="0">
                    <a:pos x="T10" y="T11"/>
                  </a:cxn>
                </a:cxnLst>
                <a:rect l="0" t="0" r="r" b="b"/>
                <a:pathLst>
                  <a:path w="776" h="770">
                    <a:moveTo>
                      <a:pt x="0" y="0"/>
                    </a:moveTo>
                    <a:lnTo>
                      <a:pt x="776" y="0"/>
                    </a:lnTo>
                    <a:lnTo>
                      <a:pt x="776" y="770"/>
                    </a:lnTo>
                    <a:lnTo>
                      <a:pt x="0" y="770"/>
                    </a:lnTo>
                    <a:lnTo>
                      <a:pt x="0" y="0"/>
                    </a:lnTo>
                    <a:lnTo>
                      <a:pt x="0" y="0"/>
                    </a:lnTo>
                    <a:close/>
                  </a:path>
                </a:pathLst>
              </a:custGeom>
              <a:solidFill>
                <a:srgbClr val="CCCCCC"/>
              </a:solidFill>
              <a:ln w="19050" cap="flat">
                <a:solidFill>
                  <a:srgbClr val="000000"/>
                </a:solidFill>
                <a:prstDash val="solid"/>
                <a:miter lim="800000"/>
                <a:headEnd/>
                <a:tailEnd/>
              </a:ln>
            </p:spPr>
            <p:txBody>
              <a:bodyPr/>
              <a:lstStyle/>
              <a:p>
                <a:endParaRPr lang="es-ES"/>
              </a:p>
            </p:txBody>
          </p:sp>
          <p:sp>
            <p:nvSpPr>
              <p:cNvPr id="871500" name="Rectangle 76">
                <a:extLst>
                  <a:ext uri="{FF2B5EF4-FFF2-40B4-BE49-F238E27FC236}">
                    <a16:creationId xmlns:a16="http://schemas.microsoft.com/office/drawing/2014/main" id="{F4FFF1C7-843F-339F-8C2E-BBD63429E0AD}"/>
                  </a:ext>
                </a:extLst>
              </p:cNvPr>
              <p:cNvSpPr>
                <a:spLocks noChangeArrowheads="1"/>
              </p:cNvSpPr>
              <p:nvPr/>
            </p:nvSpPr>
            <p:spPr bwMode="auto">
              <a:xfrm>
                <a:off x="3438" y="2870"/>
                <a:ext cx="4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Function</a:t>
                </a:r>
                <a:endParaRPr lang="en-US" altLang="es-ES" sz="4000"/>
              </a:p>
            </p:txBody>
          </p:sp>
          <p:sp>
            <p:nvSpPr>
              <p:cNvPr id="871501" name="Rectangle 77">
                <a:extLst>
                  <a:ext uri="{FF2B5EF4-FFF2-40B4-BE49-F238E27FC236}">
                    <a16:creationId xmlns:a16="http://schemas.microsoft.com/office/drawing/2014/main" id="{6DD2415A-9D80-E9FE-FD15-EDF172582801}"/>
                  </a:ext>
                </a:extLst>
              </p:cNvPr>
              <p:cNvSpPr>
                <a:spLocks noChangeArrowheads="1"/>
              </p:cNvSpPr>
              <p:nvPr/>
            </p:nvSpPr>
            <p:spPr bwMode="auto">
              <a:xfrm>
                <a:off x="3542" y="2978"/>
                <a:ext cx="19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unit</a:t>
                </a:r>
                <a:endParaRPr lang="en-US" altLang="es-ES" sz="4000"/>
              </a:p>
            </p:txBody>
          </p:sp>
          <p:sp>
            <p:nvSpPr>
              <p:cNvPr id="871502" name="Rectangle 78">
                <a:extLst>
                  <a:ext uri="{FF2B5EF4-FFF2-40B4-BE49-F238E27FC236}">
                    <a16:creationId xmlns:a16="http://schemas.microsoft.com/office/drawing/2014/main" id="{2BF017BA-B8F9-D101-DA4D-9DBF8D7CDA30}"/>
                  </a:ext>
                </a:extLst>
              </p:cNvPr>
              <p:cNvSpPr>
                <a:spLocks noChangeArrowheads="1"/>
              </p:cNvSpPr>
              <p:nvPr/>
            </p:nvSpPr>
            <p:spPr bwMode="auto">
              <a:xfrm>
                <a:off x="3314" y="2596"/>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a:p>
            </p:txBody>
          </p:sp>
          <p:sp>
            <p:nvSpPr>
              <p:cNvPr id="871503" name="Rectangle 79">
                <a:extLst>
                  <a:ext uri="{FF2B5EF4-FFF2-40B4-BE49-F238E27FC236}">
                    <a16:creationId xmlns:a16="http://schemas.microsoft.com/office/drawing/2014/main" id="{42AEE057-88F7-3974-CF12-01768B49FCA1}"/>
                  </a:ext>
                </a:extLst>
              </p:cNvPr>
              <p:cNvSpPr>
                <a:spLocks noChangeArrowheads="1"/>
              </p:cNvSpPr>
              <p:nvPr/>
            </p:nvSpPr>
            <p:spPr bwMode="auto">
              <a:xfrm>
                <a:off x="3843" y="2596"/>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71504" name="Rectangle 80">
                <a:extLst>
                  <a:ext uri="{FF2B5EF4-FFF2-40B4-BE49-F238E27FC236}">
                    <a16:creationId xmlns:a16="http://schemas.microsoft.com/office/drawing/2014/main" id="{52D6052B-AE8B-88B4-3F1E-46A287360552}"/>
                  </a:ext>
                </a:extLst>
              </p:cNvPr>
              <p:cNvSpPr>
                <a:spLocks noChangeArrowheads="1"/>
              </p:cNvSpPr>
              <p:nvPr/>
            </p:nvSpPr>
            <p:spPr bwMode="auto">
              <a:xfrm>
                <a:off x="3588" y="3248"/>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a:t>
                </a:r>
                <a:endParaRPr lang="en-US" altLang="es-ES" sz="4000"/>
              </a:p>
            </p:txBody>
          </p:sp>
          <p:sp>
            <p:nvSpPr>
              <p:cNvPr id="871505" name="Rectangle 81">
                <a:extLst>
                  <a:ext uri="{FF2B5EF4-FFF2-40B4-BE49-F238E27FC236}">
                    <a16:creationId xmlns:a16="http://schemas.microsoft.com/office/drawing/2014/main" id="{F49EEFC2-DCFD-2563-3145-DC7942A75EA5}"/>
                  </a:ext>
                </a:extLst>
              </p:cNvPr>
              <p:cNvSpPr>
                <a:spLocks noChangeArrowheads="1"/>
              </p:cNvSpPr>
              <p:nvPr/>
            </p:nvSpPr>
            <p:spPr bwMode="auto">
              <a:xfrm>
                <a:off x="3180" y="3912"/>
                <a:ext cx="1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MD</a:t>
                </a:r>
                <a:endParaRPr lang="en-US" altLang="es-ES" sz="4000"/>
              </a:p>
            </p:txBody>
          </p:sp>
          <p:sp>
            <p:nvSpPr>
              <p:cNvPr id="871506" name="Rectangle 82">
                <a:extLst>
                  <a:ext uri="{FF2B5EF4-FFF2-40B4-BE49-F238E27FC236}">
                    <a16:creationId xmlns:a16="http://schemas.microsoft.com/office/drawing/2014/main" id="{009E4316-B999-6416-A67A-EBAC1741149F}"/>
                  </a:ext>
                </a:extLst>
              </p:cNvPr>
              <p:cNvSpPr>
                <a:spLocks noChangeArrowheads="1"/>
              </p:cNvSpPr>
              <p:nvPr/>
            </p:nvSpPr>
            <p:spPr bwMode="auto">
              <a:xfrm>
                <a:off x="2881" y="4002"/>
                <a:ext cx="29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Bus D</a:t>
                </a:r>
                <a:endParaRPr lang="en-US" altLang="es-ES" sz="4000"/>
              </a:p>
            </p:txBody>
          </p:sp>
          <p:sp>
            <p:nvSpPr>
              <p:cNvPr id="871507" name="Rectangle 83">
                <a:extLst>
                  <a:ext uri="{FF2B5EF4-FFF2-40B4-BE49-F238E27FC236}">
                    <a16:creationId xmlns:a16="http://schemas.microsoft.com/office/drawing/2014/main" id="{C8DB232D-46C6-9F77-C896-A5C92D8A5E91}"/>
                  </a:ext>
                </a:extLst>
              </p:cNvPr>
              <p:cNvSpPr>
                <a:spLocks noChangeArrowheads="1"/>
              </p:cNvSpPr>
              <p:nvPr/>
            </p:nvSpPr>
            <p:spPr bwMode="auto">
              <a:xfrm>
                <a:off x="1975" y="1562"/>
                <a:ext cx="3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IR(2:0)</a:t>
                </a:r>
                <a:endParaRPr lang="en-US" altLang="es-ES" sz="4000"/>
              </a:p>
            </p:txBody>
          </p:sp>
          <p:sp>
            <p:nvSpPr>
              <p:cNvPr id="871508" name="Freeform 84">
                <a:extLst>
                  <a:ext uri="{FF2B5EF4-FFF2-40B4-BE49-F238E27FC236}">
                    <a16:creationId xmlns:a16="http://schemas.microsoft.com/office/drawing/2014/main" id="{10B98B24-2B93-362B-7913-74E252FDA4B6}"/>
                  </a:ext>
                </a:extLst>
              </p:cNvPr>
              <p:cNvSpPr>
                <a:spLocks/>
              </p:cNvSpPr>
              <p:nvPr/>
            </p:nvSpPr>
            <p:spPr bwMode="auto">
              <a:xfrm>
                <a:off x="3251" y="1043"/>
                <a:ext cx="486" cy="390"/>
              </a:xfrm>
              <a:custGeom>
                <a:avLst/>
                <a:gdLst>
                  <a:gd name="T0" fmla="*/ 0 w 486"/>
                  <a:gd name="T1" fmla="*/ 0 h 390"/>
                  <a:gd name="T2" fmla="*/ 486 w 486"/>
                  <a:gd name="T3" fmla="*/ 0 h 390"/>
                  <a:gd name="T4" fmla="*/ 486 w 486"/>
                  <a:gd name="T5" fmla="*/ 390 h 390"/>
                  <a:gd name="T6" fmla="*/ 0 w 486"/>
                  <a:gd name="T7" fmla="*/ 390 h 390"/>
                  <a:gd name="T8" fmla="*/ 0 w 486"/>
                  <a:gd name="T9" fmla="*/ 0 h 390"/>
                  <a:gd name="T10" fmla="*/ 0 w 486"/>
                  <a:gd name="T11" fmla="*/ 0 h 390"/>
                </a:gdLst>
                <a:ahLst/>
                <a:cxnLst>
                  <a:cxn ang="0">
                    <a:pos x="T0" y="T1"/>
                  </a:cxn>
                  <a:cxn ang="0">
                    <a:pos x="T2" y="T3"/>
                  </a:cxn>
                  <a:cxn ang="0">
                    <a:pos x="T4" y="T5"/>
                  </a:cxn>
                  <a:cxn ang="0">
                    <a:pos x="T6" y="T7"/>
                  </a:cxn>
                  <a:cxn ang="0">
                    <a:pos x="T8" y="T9"/>
                  </a:cxn>
                  <a:cxn ang="0">
                    <a:pos x="T10" y="T11"/>
                  </a:cxn>
                </a:cxnLst>
                <a:rect l="0" t="0" r="r" b="b"/>
                <a:pathLst>
                  <a:path w="486" h="390">
                    <a:moveTo>
                      <a:pt x="0" y="0"/>
                    </a:moveTo>
                    <a:lnTo>
                      <a:pt x="486" y="0"/>
                    </a:lnTo>
                    <a:lnTo>
                      <a:pt x="486" y="390"/>
                    </a:lnTo>
                    <a:lnTo>
                      <a:pt x="0" y="390"/>
                    </a:lnTo>
                    <a:lnTo>
                      <a:pt x="0" y="0"/>
                    </a:lnTo>
                    <a:lnTo>
                      <a:pt x="0" y="0"/>
                    </a:lnTo>
                    <a:close/>
                  </a:path>
                </a:pathLst>
              </a:custGeom>
              <a:solidFill>
                <a:srgbClr val="CCECF4"/>
              </a:solidFill>
              <a:ln w="19050" cap="flat">
                <a:solidFill>
                  <a:srgbClr val="00A0C6"/>
                </a:solidFill>
                <a:prstDash val="solid"/>
                <a:miter lim="800000"/>
                <a:headEnd/>
                <a:tailEnd/>
              </a:ln>
            </p:spPr>
            <p:txBody>
              <a:bodyPr/>
              <a:lstStyle/>
              <a:p>
                <a:endParaRPr lang="es-ES"/>
              </a:p>
            </p:txBody>
          </p:sp>
          <p:sp>
            <p:nvSpPr>
              <p:cNvPr id="871509" name="Freeform 85">
                <a:extLst>
                  <a:ext uri="{FF2B5EF4-FFF2-40B4-BE49-F238E27FC236}">
                    <a16:creationId xmlns:a16="http://schemas.microsoft.com/office/drawing/2014/main" id="{1F1F419A-5E2A-3A02-71AB-42C30A010196}"/>
                  </a:ext>
                </a:extLst>
              </p:cNvPr>
              <p:cNvSpPr>
                <a:spLocks/>
              </p:cNvSpPr>
              <p:nvPr/>
            </p:nvSpPr>
            <p:spPr bwMode="auto">
              <a:xfrm>
                <a:off x="4259" y="2591"/>
                <a:ext cx="768" cy="640"/>
              </a:xfrm>
              <a:custGeom>
                <a:avLst/>
                <a:gdLst>
                  <a:gd name="T0" fmla="*/ 0 w 768"/>
                  <a:gd name="T1" fmla="*/ 0 h 640"/>
                  <a:gd name="T2" fmla="*/ 768 w 768"/>
                  <a:gd name="T3" fmla="*/ 0 h 640"/>
                  <a:gd name="T4" fmla="*/ 768 w 768"/>
                  <a:gd name="T5" fmla="*/ 640 h 640"/>
                  <a:gd name="T6" fmla="*/ 0 w 768"/>
                  <a:gd name="T7" fmla="*/ 640 h 640"/>
                  <a:gd name="T8" fmla="*/ 0 w 768"/>
                  <a:gd name="T9" fmla="*/ 0 h 640"/>
                  <a:gd name="T10" fmla="*/ 0 w 768"/>
                  <a:gd name="T11" fmla="*/ 0 h 640"/>
                </a:gdLst>
                <a:ahLst/>
                <a:cxnLst>
                  <a:cxn ang="0">
                    <a:pos x="T0" y="T1"/>
                  </a:cxn>
                  <a:cxn ang="0">
                    <a:pos x="T2" y="T3"/>
                  </a:cxn>
                  <a:cxn ang="0">
                    <a:pos x="T4" y="T5"/>
                  </a:cxn>
                  <a:cxn ang="0">
                    <a:pos x="T6" y="T7"/>
                  </a:cxn>
                  <a:cxn ang="0">
                    <a:pos x="T8" y="T9"/>
                  </a:cxn>
                  <a:cxn ang="0">
                    <a:pos x="T10" y="T11"/>
                  </a:cxn>
                </a:cxnLst>
                <a:rect l="0" t="0" r="r" b="b"/>
                <a:pathLst>
                  <a:path w="768" h="640">
                    <a:moveTo>
                      <a:pt x="0" y="0"/>
                    </a:moveTo>
                    <a:lnTo>
                      <a:pt x="768" y="0"/>
                    </a:lnTo>
                    <a:lnTo>
                      <a:pt x="768" y="640"/>
                    </a:lnTo>
                    <a:lnTo>
                      <a:pt x="0" y="640"/>
                    </a:lnTo>
                    <a:lnTo>
                      <a:pt x="0" y="0"/>
                    </a:lnTo>
                    <a:lnTo>
                      <a:pt x="0" y="0"/>
                    </a:lnTo>
                    <a:close/>
                  </a:path>
                </a:pathLst>
              </a:custGeom>
              <a:solidFill>
                <a:srgbClr val="CCECF4"/>
              </a:solidFill>
              <a:ln w="19050" cap="flat">
                <a:solidFill>
                  <a:srgbClr val="00A0C6"/>
                </a:solidFill>
                <a:prstDash val="solid"/>
                <a:miter lim="800000"/>
                <a:headEnd/>
                <a:tailEnd/>
              </a:ln>
            </p:spPr>
            <p:txBody>
              <a:bodyPr/>
              <a:lstStyle/>
              <a:p>
                <a:endParaRPr lang="es-ES"/>
              </a:p>
            </p:txBody>
          </p:sp>
          <p:sp>
            <p:nvSpPr>
              <p:cNvPr id="871510" name="Rectangle 86">
                <a:extLst>
                  <a:ext uri="{FF2B5EF4-FFF2-40B4-BE49-F238E27FC236}">
                    <a16:creationId xmlns:a16="http://schemas.microsoft.com/office/drawing/2014/main" id="{5EBD6771-FA93-D14A-9353-143EC70E7D10}"/>
                  </a:ext>
                </a:extLst>
              </p:cNvPr>
              <p:cNvSpPr>
                <a:spLocks noChangeArrowheads="1"/>
              </p:cNvSpPr>
              <p:nvPr/>
            </p:nvSpPr>
            <p:spPr bwMode="auto">
              <a:xfrm>
                <a:off x="4292" y="2596"/>
                <a:ext cx="35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 in</a:t>
                </a:r>
                <a:endParaRPr lang="en-US" altLang="es-ES" sz="4000"/>
              </a:p>
            </p:txBody>
          </p:sp>
          <p:sp>
            <p:nvSpPr>
              <p:cNvPr id="871511" name="Rectangle 87">
                <a:extLst>
                  <a:ext uri="{FF2B5EF4-FFF2-40B4-BE49-F238E27FC236}">
                    <a16:creationId xmlns:a16="http://schemas.microsoft.com/office/drawing/2014/main" id="{0EEC807A-1B07-E088-8EB3-2FCD5C3210F6}"/>
                  </a:ext>
                </a:extLst>
              </p:cNvPr>
              <p:cNvSpPr>
                <a:spLocks noChangeArrowheads="1"/>
              </p:cNvSpPr>
              <p:nvPr/>
            </p:nvSpPr>
            <p:spPr bwMode="auto">
              <a:xfrm>
                <a:off x="4673" y="2596"/>
                <a:ext cx="3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Address</a:t>
                </a:r>
                <a:endParaRPr lang="en-US" altLang="es-ES" sz="4000"/>
              </a:p>
            </p:txBody>
          </p:sp>
          <p:sp>
            <p:nvSpPr>
              <p:cNvPr id="871512" name="Rectangle 88">
                <a:extLst>
                  <a:ext uri="{FF2B5EF4-FFF2-40B4-BE49-F238E27FC236}">
                    <a16:creationId xmlns:a16="http://schemas.microsoft.com/office/drawing/2014/main" id="{56FCB82E-ABEC-7441-3F79-08D45DCE1773}"/>
                  </a:ext>
                </a:extLst>
              </p:cNvPr>
              <p:cNvSpPr>
                <a:spLocks noChangeArrowheads="1"/>
              </p:cNvSpPr>
              <p:nvPr/>
            </p:nvSpPr>
            <p:spPr bwMode="auto">
              <a:xfrm>
                <a:off x="4539" y="2804"/>
                <a:ext cx="2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a:t>
                </a:r>
                <a:endParaRPr lang="en-US" altLang="es-ES" sz="4000"/>
              </a:p>
            </p:txBody>
          </p:sp>
          <p:sp>
            <p:nvSpPr>
              <p:cNvPr id="871513" name="Rectangle 89">
                <a:extLst>
                  <a:ext uri="{FF2B5EF4-FFF2-40B4-BE49-F238E27FC236}">
                    <a16:creationId xmlns:a16="http://schemas.microsoft.com/office/drawing/2014/main" id="{25B8102F-8F75-A1B7-DFB9-670AC0F11DA1}"/>
                  </a:ext>
                </a:extLst>
              </p:cNvPr>
              <p:cNvSpPr>
                <a:spLocks noChangeArrowheads="1"/>
              </p:cNvSpPr>
              <p:nvPr/>
            </p:nvSpPr>
            <p:spPr bwMode="auto">
              <a:xfrm>
                <a:off x="4469" y="2912"/>
                <a:ext cx="39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memory</a:t>
                </a:r>
                <a:endParaRPr lang="en-US" altLang="es-ES" sz="4000"/>
              </a:p>
            </p:txBody>
          </p:sp>
          <p:sp>
            <p:nvSpPr>
              <p:cNvPr id="871514" name="Rectangle 90">
                <a:extLst>
                  <a:ext uri="{FF2B5EF4-FFF2-40B4-BE49-F238E27FC236}">
                    <a16:creationId xmlns:a16="http://schemas.microsoft.com/office/drawing/2014/main" id="{CAEA8A54-79C1-C07E-42D5-D2A278110D82}"/>
                  </a:ext>
                </a:extLst>
              </p:cNvPr>
              <p:cNvSpPr>
                <a:spLocks noChangeArrowheads="1"/>
              </p:cNvSpPr>
              <p:nvPr/>
            </p:nvSpPr>
            <p:spPr bwMode="auto">
              <a:xfrm>
                <a:off x="4493" y="3114"/>
                <a:ext cx="41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 out</a:t>
                </a:r>
                <a:endParaRPr lang="en-US" altLang="es-ES" sz="4000"/>
              </a:p>
            </p:txBody>
          </p:sp>
          <p:sp>
            <p:nvSpPr>
              <p:cNvPr id="871515" name="Rectangle 91">
                <a:extLst>
                  <a:ext uri="{FF2B5EF4-FFF2-40B4-BE49-F238E27FC236}">
                    <a16:creationId xmlns:a16="http://schemas.microsoft.com/office/drawing/2014/main" id="{F01CF815-4FD9-E339-5BB2-D06C39452665}"/>
                  </a:ext>
                </a:extLst>
              </p:cNvPr>
              <p:cNvSpPr>
                <a:spLocks noChangeArrowheads="1"/>
              </p:cNvSpPr>
              <p:nvPr/>
            </p:nvSpPr>
            <p:spPr bwMode="auto">
              <a:xfrm>
                <a:off x="3319" y="1132"/>
                <a:ext cx="39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Register</a:t>
                </a:r>
                <a:endParaRPr lang="en-US" altLang="es-ES" sz="4000"/>
              </a:p>
            </p:txBody>
          </p:sp>
          <p:sp>
            <p:nvSpPr>
              <p:cNvPr id="871516" name="Rectangle 92">
                <a:extLst>
                  <a:ext uri="{FF2B5EF4-FFF2-40B4-BE49-F238E27FC236}">
                    <a16:creationId xmlns:a16="http://schemas.microsoft.com/office/drawing/2014/main" id="{8CC0F766-474B-F483-4CE1-F50542C1ED2D}"/>
                  </a:ext>
                </a:extLst>
              </p:cNvPr>
              <p:cNvSpPr>
                <a:spLocks noChangeArrowheads="1"/>
              </p:cNvSpPr>
              <p:nvPr/>
            </p:nvSpPr>
            <p:spPr bwMode="auto">
              <a:xfrm>
                <a:off x="3429" y="1240"/>
                <a:ext cx="14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file</a:t>
                </a:r>
                <a:endParaRPr lang="en-US" altLang="es-ES" sz="4000"/>
              </a:p>
            </p:txBody>
          </p:sp>
          <p:sp>
            <p:nvSpPr>
              <p:cNvPr id="871517" name="Rectangle 93">
                <a:extLst>
                  <a:ext uri="{FF2B5EF4-FFF2-40B4-BE49-F238E27FC236}">
                    <a16:creationId xmlns:a16="http://schemas.microsoft.com/office/drawing/2014/main" id="{E53200DC-8968-AEBE-6BF3-8AEB527C2C12}"/>
                  </a:ext>
                </a:extLst>
              </p:cNvPr>
              <p:cNvSpPr>
                <a:spLocks noChangeArrowheads="1"/>
              </p:cNvSpPr>
              <p:nvPr/>
            </p:nvSpPr>
            <p:spPr bwMode="auto">
              <a:xfrm>
                <a:off x="3458" y="1052"/>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
                </a:r>
                <a:endParaRPr lang="en-US" altLang="es-ES" sz="4000"/>
              </a:p>
            </p:txBody>
          </p:sp>
          <p:sp>
            <p:nvSpPr>
              <p:cNvPr id="871518" name="Rectangle 94">
                <a:extLst>
                  <a:ext uri="{FF2B5EF4-FFF2-40B4-BE49-F238E27FC236}">
                    <a16:creationId xmlns:a16="http://schemas.microsoft.com/office/drawing/2014/main" id="{BE1DD5EA-5D65-0A67-877E-B919091A8833}"/>
                  </a:ext>
                </a:extLst>
              </p:cNvPr>
              <p:cNvSpPr>
                <a:spLocks noChangeArrowheads="1"/>
              </p:cNvSpPr>
              <p:nvPr/>
            </p:nvSpPr>
            <p:spPr bwMode="auto">
              <a:xfrm>
                <a:off x="3323" y="131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a:p>
            </p:txBody>
          </p:sp>
          <p:sp>
            <p:nvSpPr>
              <p:cNvPr id="871519" name="Rectangle 95">
                <a:extLst>
                  <a:ext uri="{FF2B5EF4-FFF2-40B4-BE49-F238E27FC236}">
                    <a16:creationId xmlns:a16="http://schemas.microsoft.com/office/drawing/2014/main" id="{EFADAAB5-8D56-A3E1-17BD-BDDA2D6A08CB}"/>
                  </a:ext>
                </a:extLst>
              </p:cNvPr>
              <p:cNvSpPr>
                <a:spLocks noChangeArrowheads="1"/>
              </p:cNvSpPr>
              <p:nvPr/>
            </p:nvSpPr>
            <p:spPr bwMode="auto">
              <a:xfrm>
                <a:off x="3582" y="1313"/>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71520" name="Line 96">
                <a:extLst>
                  <a:ext uri="{FF2B5EF4-FFF2-40B4-BE49-F238E27FC236}">
                    <a16:creationId xmlns:a16="http://schemas.microsoft.com/office/drawing/2014/main" id="{76A1F5B3-61CD-F5FE-B80A-F0B803DF1E6B}"/>
                  </a:ext>
                </a:extLst>
              </p:cNvPr>
              <p:cNvSpPr>
                <a:spLocks noChangeShapeType="1"/>
              </p:cNvSpPr>
              <p:nvPr/>
            </p:nvSpPr>
            <p:spPr bwMode="auto">
              <a:xfrm>
                <a:off x="1675" y="531"/>
                <a:ext cx="1" cy="204"/>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21" name="Freeform 97">
                <a:extLst>
                  <a:ext uri="{FF2B5EF4-FFF2-40B4-BE49-F238E27FC236}">
                    <a16:creationId xmlns:a16="http://schemas.microsoft.com/office/drawing/2014/main" id="{88A37D6A-4A34-3FE7-B963-E828369BC475}"/>
                  </a:ext>
                </a:extLst>
              </p:cNvPr>
              <p:cNvSpPr>
                <a:spLocks/>
              </p:cNvSpPr>
              <p:nvPr/>
            </p:nvSpPr>
            <p:spPr bwMode="auto">
              <a:xfrm>
                <a:off x="1655" y="717"/>
                <a:ext cx="40" cy="64"/>
              </a:xfrm>
              <a:custGeom>
                <a:avLst/>
                <a:gdLst>
                  <a:gd name="T0" fmla="*/ 10 w 20"/>
                  <a:gd name="T1" fmla="*/ 6 h 32"/>
                  <a:gd name="T2" fmla="*/ 20 w 20"/>
                  <a:gd name="T3" fmla="*/ 0 h 32"/>
                  <a:gd name="T4" fmla="*/ 20 w 20"/>
                  <a:gd name="T5" fmla="*/ 0 h 32"/>
                  <a:gd name="T6" fmla="*/ 14 w 20"/>
                  <a:gd name="T7" fmla="*/ 16 h 32"/>
                  <a:gd name="T8" fmla="*/ 10 w 20"/>
                  <a:gd name="T9" fmla="*/ 32 h 32"/>
                  <a:gd name="T10" fmla="*/ 7 w 20"/>
                  <a:gd name="T11" fmla="*/ 16 h 32"/>
                  <a:gd name="T12" fmla="*/ 0 w 20"/>
                  <a:gd name="T13" fmla="*/ 0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20" y="0"/>
                      <a:pt x="20" y="0"/>
                      <a:pt x="20" y="0"/>
                    </a:cubicBezTo>
                    <a:cubicBezTo>
                      <a:pt x="20" y="0"/>
                      <a:pt x="20" y="0"/>
                      <a:pt x="20" y="0"/>
                    </a:cubicBezTo>
                    <a:cubicBezTo>
                      <a:pt x="14" y="16"/>
                      <a:pt x="14" y="16"/>
                      <a:pt x="14" y="16"/>
                    </a:cubicBezTo>
                    <a:cubicBezTo>
                      <a:pt x="13" y="21"/>
                      <a:pt x="11" y="27"/>
                      <a:pt x="10" y="32"/>
                    </a:cubicBezTo>
                    <a:cubicBezTo>
                      <a:pt x="9" y="27"/>
                      <a:pt x="8" y="21"/>
                      <a:pt x="7" y="16"/>
                    </a:cubicBezTo>
                    <a:cubicBezTo>
                      <a:pt x="0" y="0"/>
                      <a:pt x="0" y="0"/>
                      <a:pt x="0" y="0"/>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22" name="Line 98">
                <a:extLst>
                  <a:ext uri="{FF2B5EF4-FFF2-40B4-BE49-F238E27FC236}">
                    <a16:creationId xmlns:a16="http://schemas.microsoft.com/office/drawing/2014/main" id="{753C9068-9FCB-5DA5-2E83-BCD3BF9A8726}"/>
                  </a:ext>
                </a:extLst>
              </p:cNvPr>
              <p:cNvSpPr>
                <a:spLocks noChangeShapeType="1"/>
              </p:cNvSpPr>
              <p:nvPr/>
            </p:nvSpPr>
            <p:spPr bwMode="auto">
              <a:xfrm>
                <a:off x="1675" y="1293"/>
                <a:ext cx="1" cy="35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23" name="Freeform 99">
                <a:extLst>
                  <a:ext uri="{FF2B5EF4-FFF2-40B4-BE49-F238E27FC236}">
                    <a16:creationId xmlns:a16="http://schemas.microsoft.com/office/drawing/2014/main" id="{F8AD4332-4E37-1F02-23DB-F5396D083BA9}"/>
                  </a:ext>
                </a:extLst>
              </p:cNvPr>
              <p:cNvSpPr>
                <a:spLocks/>
              </p:cNvSpPr>
              <p:nvPr/>
            </p:nvSpPr>
            <p:spPr bwMode="auto">
              <a:xfrm>
                <a:off x="1655" y="1625"/>
                <a:ext cx="38" cy="64"/>
              </a:xfrm>
              <a:custGeom>
                <a:avLst/>
                <a:gdLst>
                  <a:gd name="T0" fmla="*/ 10 w 19"/>
                  <a:gd name="T1" fmla="*/ 6 h 32"/>
                  <a:gd name="T2" fmla="*/ 19 w 19"/>
                  <a:gd name="T3" fmla="*/ 0 h 32"/>
                  <a:gd name="T4" fmla="*/ 19 w 19"/>
                  <a:gd name="T5" fmla="*/ 1 h 32"/>
                  <a:gd name="T6" fmla="*/ 13 w 19"/>
                  <a:gd name="T7" fmla="*/ 16 h 32"/>
                  <a:gd name="T8" fmla="*/ 10 w 19"/>
                  <a:gd name="T9" fmla="*/ 32 h 32"/>
                  <a:gd name="T10" fmla="*/ 6 w 19"/>
                  <a:gd name="T11" fmla="*/ 16 h 32"/>
                  <a:gd name="T12" fmla="*/ 0 w 19"/>
                  <a:gd name="T13" fmla="*/ 1 h 32"/>
                  <a:gd name="T14" fmla="*/ 0 w 19"/>
                  <a:gd name="T15" fmla="*/ 0 h 32"/>
                  <a:gd name="T16" fmla="*/ 10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0" y="6"/>
                    </a:moveTo>
                    <a:cubicBezTo>
                      <a:pt x="19" y="0"/>
                      <a:pt x="19" y="0"/>
                      <a:pt x="19" y="0"/>
                    </a:cubicBezTo>
                    <a:cubicBezTo>
                      <a:pt x="19" y="1"/>
                      <a:pt x="19" y="1"/>
                      <a:pt x="19" y="1"/>
                    </a:cubicBezTo>
                    <a:cubicBezTo>
                      <a:pt x="13" y="16"/>
                      <a:pt x="13" y="16"/>
                      <a:pt x="13" y="16"/>
                    </a:cubicBezTo>
                    <a:cubicBezTo>
                      <a:pt x="12" y="22"/>
                      <a:pt x="11" y="27"/>
                      <a:pt x="10" y="32"/>
                    </a:cubicBezTo>
                    <a:cubicBezTo>
                      <a:pt x="9" y="27"/>
                      <a:pt x="7" y="22"/>
                      <a:pt x="6" y="16"/>
                    </a:cubicBezTo>
                    <a:cubicBezTo>
                      <a:pt x="0" y="1"/>
                      <a:pt x="0" y="1"/>
                      <a:pt x="0" y="1"/>
                    </a:cubicBezTo>
                    <a:cubicBezTo>
                      <a:pt x="0" y="0"/>
                      <a:pt x="0" y="0"/>
                      <a:pt x="0"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24" name="Line 100">
                <a:extLst>
                  <a:ext uri="{FF2B5EF4-FFF2-40B4-BE49-F238E27FC236}">
                    <a16:creationId xmlns:a16="http://schemas.microsoft.com/office/drawing/2014/main" id="{4CCA81BE-2216-2078-EAD2-4A4E628323E3}"/>
                  </a:ext>
                </a:extLst>
              </p:cNvPr>
              <p:cNvSpPr>
                <a:spLocks noChangeShapeType="1"/>
              </p:cNvSpPr>
              <p:nvPr/>
            </p:nvSpPr>
            <p:spPr bwMode="auto">
              <a:xfrm>
                <a:off x="1675" y="1561"/>
                <a:ext cx="620"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25" name="Freeform 101">
                <a:extLst>
                  <a:ext uri="{FF2B5EF4-FFF2-40B4-BE49-F238E27FC236}">
                    <a16:creationId xmlns:a16="http://schemas.microsoft.com/office/drawing/2014/main" id="{F70AF3C7-94F6-4469-9941-43D493681268}"/>
                  </a:ext>
                </a:extLst>
              </p:cNvPr>
              <p:cNvSpPr>
                <a:spLocks/>
              </p:cNvSpPr>
              <p:nvPr/>
            </p:nvSpPr>
            <p:spPr bwMode="auto">
              <a:xfrm>
                <a:off x="2277" y="1541"/>
                <a:ext cx="64" cy="38"/>
              </a:xfrm>
              <a:custGeom>
                <a:avLst/>
                <a:gdLst>
                  <a:gd name="T0" fmla="*/ 6 w 32"/>
                  <a:gd name="T1" fmla="*/ 10 h 19"/>
                  <a:gd name="T2" fmla="*/ 0 w 32"/>
                  <a:gd name="T3" fmla="*/ 0 h 19"/>
                  <a:gd name="T4" fmla="*/ 1 w 32"/>
                  <a:gd name="T5" fmla="*/ 0 h 19"/>
                  <a:gd name="T6" fmla="*/ 16 w 32"/>
                  <a:gd name="T7" fmla="*/ 6 h 19"/>
                  <a:gd name="T8" fmla="*/ 32 w 32"/>
                  <a:gd name="T9" fmla="*/ 10 h 19"/>
                  <a:gd name="T10" fmla="*/ 16 w 32"/>
                  <a:gd name="T11" fmla="*/ 13 h 19"/>
                  <a:gd name="T12" fmla="*/ 1 w 32"/>
                  <a:gd name="T13" fmla="*/ 19 h 19"/>
                  <a:gd name="T14" fmla="*/ 0 w 32"/>
                  <a:gd name="T15" fmla="*/ 19 h 19"/>
                  <a:gd name="T16" fmla="*/ 6 w 32"/>
                  <a:gd name="T17" fmla="*/ 1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9">
                    <a:moveTo>
                      <a:pt x="6" y="10"/>
                    </a:moveTo>
                    <a:cubicBezTo>
                      <a:pt x="0" y="0"/>
                      <a:pt x="0" y="0"/>
                      <a:pt x="0" y="0"/>
                    </a:cubicBezTo>
                    <a:cubicBezTo>
                      <a:pt x="1" y="0"/>
                      <a:pt x="1" y="0"/>
                      <a:pt x="1" y="0"/>
                    </a:cubicBezTo>
                    <a:cubicBezTo>
                      <a:pt x="16" y="6"/>
                      <a:pt x="16" y="6"/>
                      <a:pt x="16" y="6"/>
                    </a:cubicBezTo>
                    <a:cubicBezTo>
                      <a:pt x="21" y="7"/>
                      <a:pt x="27" y="9"/>
                      <a:pt x="32" y="10"/>
                    </a:cubicBezTo>
                    <a:cubicBezTo>
                      <a:pt x="27" y="11"/>
                      <a:pt x="21" y="12"/>
                      <a:pt x="16" y="13"/>
                    </a:cubicBezTo>
                    <a:cubicBezTo>
                      <a:pt x="1" y="19"/>
                      <a:pt x="1" y="19"/>
                      <a:pt x="1" y="19"/>
                    </a:cubicBezTo>
                    <a:cubicBezTo>
                      <a:pt x="0" y="19"/>
                      <a:pt x="0" y="19"/>
                      <a:pt x="0" y="19"/>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26" name="Line 102">
                <a:extLst>
                  <a:ext uri="{FF2B5EF4-FFF2-40B4-BE49-F238E27FC236}">
                    <a16:creationId xmlns:a16="http://schemas.microsoft.com/office/drawing/2014/main" id="{5D34E222-3994-BA60-6285-4E2A3859E8A5}"/>
                  </a:ext>
                </a:extLst>
              </p:cNvPr>
              <p:cNvSpPr>
                <a:spLocks noChangeShapeType="1"/>
              </p:cNvSpPr>
              <p:nvPr/>
            </p:nvSpPr>
            <p:spPr bwMode="auto">
              <a:xfrm>
                <a:off x="973"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27" name="Freeform 103">
                <a:extLst>
                  <a:ext uri="{FF2B5EF4-FFF2-40B4-BE49-F238E27FC236}">
                    <a16:creationId xmlns:a16="http://schemas.microsoft.com/office/drawing/2014/main" id="{6C779DC8-F69F-A139-6444-C58B2C7AD36F}"/>
                  </a:ext>
                </a:extLst>
              </p:cNvPr>
              <p:cNvSpPr>
                <a:spLocks/>
              </p:cNvSpPr>
              <p:nvPr/>
            </p:nvSpPr>
            <p:spPr bwMode="auto">
              <a:xfrm>
                <a:off x="953" y="2399"/>
                <a:ext cx="38" cy="64"/>
              </a:xfrm>
              <a:custGeom>
                <a:avLst/>
                <a:gdLst>
                  <a:gd name="T0" fmla="*/ 10 w 19"/>
                  <a:gd name="T1" fmla="*/ 6 h 32"/>
                  <a:gd name="T2" fmla="*/ 19 w 19"/>
                  <a:gd name="T3" fmla="*/ 0 h 32"/>
                  <a:gd name="T4" fmla="*/ 19 w 19"/>
                  <a:gd name="T5" fmla="*/ 1 h 32"/>
                  <a:gd name="T6" fmla="*/ 13 w 19"/>
                  <a:gd name="T7" fmla="*/ 16 h 32"/>
                  <a:gd name="T8" fmla="*/ 10 w 19"/>
                  <a:gd name="T9" fmla="*/ 32 h 32"/>
                  <a:gd name="T10" fmla="*/ 6 w 19"/>
                  <a:gd name="T11" fmla="*/ 16 h 32"/>
                  <a:gd name="T12" fmla="*/ 0 w 19"/>
                  <a:gd name="T13" fmla="*/ 1 h 32"/>
                  <a:gd name="T14" fmla="*/ 0 w 19"/>
                  <a:gd name="T15" fmla="*/ 0 h 32"/>
                  <a:gd name="T16" fmla="*/ 10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0" y="6"/>
                    </a:moveTo>
                    <a:cubicBezTo>
                      <a:pt x="19" y="0"/>
                      <a:pt x="19" y="0"/>
                      <a:pt x="19" y="0"/>
                    </a:cubicBezTo>
                    <a:cubicBezTo>
                      <a:pt x="19" y="1"/>
                      <a:pt x="19" y="1"/>
                      <a:pt x="19" y="1"/>
                    </a:cubicBezTo>
                    <a:cubicBezTo>
                      <a:pt x="13" y="16"/>
                      <a:pt x="13" y="16"/>
                      <a:pt x="13" y="16"/>
                    </a:cubicBezTo>
                    <a:cubicBezTo>
                      <a:pt x="12" y="21"/>
                      <a:pt x="11" y="27"/>
                      <a:pt x="10" y="32"/>
                    </a:cubicBezTo>
                    <a:cubicBezTo>
                      <a:pt x="8" y="27"/>
                      <a:pt x="7" y="21"/>
                      <a:pt x="6" y="16"/>
                    </a:cubicBezTo>
                    <a:cubicBezTo>
                      <a:pt x="0" y="1"/>
                      <a:pt x="0" y="1"/>
                      <a:pt x="0" y="1"/>
                    </a:cubicBezTo>
                    <a:cubicBezTo>
                      <a:pt x="0" y="0"/>
                      <a:pt x="0" y="0"/>
                      <a:pt x="0"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28" name="Line 104">
                <a:extLst>
                  <a:ext uri="{FF2B5EF4-FFF2-40B4-BE49-F238E27FC236}">
                    <a16:creationId xmlns:a16="http://schemas.microsoft.com/office/drawing/2014/main" id="{8C41B2BF-E278-8F01-F149-C028090CC28A}"/>
                  </a:ext>
                </a:extLst>
              </p:cNvPr>
              <p:cNvSpPr>
                <a:spLocks noChangeShapeType="1"/>
              </p:cNvSpPr>
              <p:nvPr/>
            </p:nvSpPr>
            <p:spPr bwMode="auto">
              <a:xfrm>
                <a:off x="1117"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29" name="Freeform 105">
                <a:extLst>
                  <a:ext uri="{FF2B5EF4-FFF2-40B4-BE49-F238E27FC236}">
                    <a16:creationId xmlns:a16="http://schemas.microsoft.com/office/drawing/2014/main" id="{1129C240-9214-0333-C223-755B8ABD5938}"/>
                  </a:ext>
                </a:extLst>
              </p:cNvPr>
              <p:cNvSpPr>
                <a:spLocks/>
              </p:cNvSpPr>
              <p:nvPr/>
            </p:nvSpPr>
            <p:spPr bwMode="auto">
              <a:xfrm>
                <a:off x="1097" y="2399"/>
                <a:ext cx="40" cy="64"/>
              </a:xfrm>
              <a:custGeom>
                <a:avLst/>
                <a:gdLst>
                  <a:gd name="T0" fmla="*/ 10 w 20"/>
                  <a:gd name="T1" fmla="*/ 6 h 32"/>
                  <a:gd name="T2" fmla="*/ 20 w 20"/>
                  <a:gd name="T3" fmla="*/ 0 h 32"/>
                  <a:gd name="T4" fmla="*/ 20 w 20"/>
                  <a:gd name="T5" fmla="*/ 1 h 32"/>
                  <a:gd name="T6" fmla="*/ 14 w 20"/>
                  <a:gd name="T7" fmla="*/ 16 h 32"/>
                  <a:gd name="T8" fmla="*/ 10 w 20"/>
                  <a:gd name="T9" fmla="*/ 32 h 32"/>
                  <a:gd name="T10" fmla="*/ 7 w 20"/>
                  <a:gd name="T11" fmla="*/ 16 h 32"/>
                  <a:gd name="T12" fmla="*/ 0 w 20"/>
                  <a:gd name="T13" fmla="*/ 1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20" y="0"/>
                      <a:pt x="20" y="0"/>
                      <a:pt x="20" y="0"/>
                    </a:cubicBezTo>
                    <a:cubicBezTo>
                      <a:pt x="20" y="1"/>
                      <a:pt x="20" y="1"/>
                      <a:pt x="20" y="1"/>
                    </a:cubicBezTo>
                    <a:cubicBezTo>
                      <a:pt x="14" y="16"/>
                      <a:pt x="14" y="16"/>
                      <a:pt x="14" y="16"/>
                    </a:cubicBezTo>
                    <a:cubicBezTo>
                      <a:pt x="13" y="21"/>
                      <a:pt x="11" y="27"/>
                      <a:pt x="10" y="32"/>
                    </a:cubicBezTo>
                    <a:cubicBezTo>
                      <a:pt x="9" y="27"/>
                      <a:pt x="8" y="21"/>
                      <a:pt x="7" y="16"/>
                    </a:cubicBezTo>
                    <a:cubicBezTo>
                      <a:pt x="0" y="1"/>
                      <a:pt x="0" y="1"/>
                      <a:pt x="0" y="1"/>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30" name="Line 106">
                <a:extLst>
                  <a:ext uri="{FF2B5EF4-FFF2-40B4-BE49-F238E27FC236}">
                    <a16:creationId xmlns:a16="http://schemas.microsoft.com/office/drawing/2014/main" id="{B3459209-31F9-E9BA-FEC0-90898F3EF465}"/>
                  </a:ext>
                </a:extLst>
              </p:cNvPr>
              <p:cNvSpPr>
                <a:spLocks noChangeShapeType="1"/>
              </p:cNvSpPr>
              <p:nvPr/>
            </p:nvSpPr>
            <p:spPr bwMode="auto">
              <a:xfrm>
                <a:off x="1263"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31" name="Freeform 107">
                <a:extLst>
                  <a:ext uri="{FF2B5EF4-FFF2-40B4-BE49-F238E27FC236}">
                    <a16:creationId xmlns:a16="http://schemas.microsoft.com/office/drawing/2014/main" id="{6080C624-F0E3-0CFF-DA89-37AB1A474E0B}"/>
                  </a:ext>
                </a:extLst>
              </p:cNvPr>
              <p:cNvSpPr>
                <a:spLocks/>
              </p:cNvSpPr>
              <p:nvPr/>
            </p:nvSpPr>
            <p:spPr bwMode="auto">
              <a:xfrm>
                <a:off x="1243" y="2399"/>
                <a:ext cx="38" cy="64"/>
              </a:xfrm>
              <a:custGeom>
                <a:avLst/>
                <a:gdLst>
                  <a:gd name="T0" fmla="*/ 10 w 19"/>
                  <a:gd name="T1" fmla="*/ 6 h 32"/>
                  <a:gd name="T2" fmla="*/ 19 w 19"/>
                  <a:gd name="T3" fmla="*/ 0 h 32"/>
                  <a:gd name="T4" fmla="*/ 19 w 19"/>
                  <a:gd name="T5" fmla="*/ 1 h 32"/>
                  <a:gd name="T6" fmla="*/ 13 w 19"/>
                  <a:gd name="T7" fmla="*/ 16 h 32"/>
                  <a:gd name="T8" fmla="*/ 10 w 19"/>
                  <a:gd name="T9" fmla="*/ 32 h 32"/>
                  <a:gd name="T10" fmla="*/ 6 w 19"/>
                  <a:gd name="T11" fmla="*/ 16 h 32"/>
                  <a:gd name="T12" fmla="*/ 0 w 19"/>
                  <a:gd name="T13" fmla="*/ 1 h 32"/>
                  <a:gd name="T14" fmla="*/ 0 w 19"/>
                  <a:gd name="T15" fmla="*/ 0 h 32"/>
                  <a:gd name="T16" fmla="*/ 10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0" y="6"/>
                    </a:moveTo>
                    <a:cubicBezTo>
                      <a:pt x="19" y="0"/>
                      <a:pt x="19" y="0"/>
                      <a:pt x="19" y="0"/>
                    </a:cubicBezTo>
                    <a:cubicBezTo>
                      <a:pt x="19" y="1"/>
                      <a:pt x="19" y="1"/>
                      <a:pt x="19" y="1"/>
                    </a:cubicBezTo>
                    <a:cubicBezTo>
                      <a:pt x="13" y="16"/>
                      <a:pt x="13" y="16"/>
                      <a:pt x="13" y="16"/>
                    </a:cubicBezTo>
                    <a:cubicBezTo>
                      <a:pt x="12" y="21"/>
                      <a:pt x="11" y="27"/>
                      <a:pt x="10" y="32"/>
                    </a:cubicBezTo>
                    <a:cubicBezTo>
                      <a:pt x="9" y="27"/>
                      <a:pt x="7" y="21"/>
                      <a:pt x="6" y="16"/>
                    </a:cubicBezTo>
                    <a:cubicBezTo>
                      <a:pt x="0" y="1"/>
                      <a:pt x="0" y="1"/>
                      <a:pt x="0" y="1"/>
                    </a:cubicBezTo>
                    <a:cubicBezTo>
                      <a:pt x="0" y="0"/>
                      <a:pt x="0" y="0"/>
                      <a:pt x="0"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32" name="Line 108">
                <a:extLst>
                  <a:ext uri="{FF2B5EF4-FFF2-40B4-BE49-F238E27FC236}">
                    <a16:creationId xmlns:a16="http://schemas.microsoft.com/office/drawing/2014/main" id="{AA399000-A123-63E3-3DD3-F88760874E4F}"/>
                  </a:ext>
                </a:extLst>
              </p:cNvPr>
              <p:cNvSpPr>
                <a:spLocks noChangeShapeType="1"/>
              </p:cNvSpPr>
              <p:nvPr/>
            </p:nvSpPr>
            <p:spPr bwMode="auto">
              <a:xfrm>
                <a:off x="1553"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33" name="Freeform 109">
                <a:extLst>
                  <a:ext uri="{FF2B5EF4-FFF2-40B4-BE49-F238E27FC236}">
                    <a16:creationId xmlns:a16="http://schemas.microsoft.com/office/drawing/2014/main" id="{39519374-2887-E5E5-FE83-28B330DCDF53}"/>
                  </a:ext>
                </a:extLst>
              </p:cNvPr>
              <p:cNvSpPr>
                <a:spLocks/>
              </p:cNvSpPr>
              <p:nvPr/>
            </p:nvSpPr>
            <p:spPr bwMode="auto">
              <a:xfrm>
                <a:off x="1533" y="2399"/>
                <a:ext cx="38" cy="64"/>
              </a:xfrm>
              <a:custGeom>
                <a:avLst/>
                <a:gdLst>
                  <a:gd name="T0" fmla="*/ 10 w 19"/>
                  <a:gd name="T1" fmla="*/ 6 h 32"/>
                  <a:gd name="T2" fmla="*/ 19 w 19"/>
                  <a:gd name="T3" fmla="*/ 0 h 32"/>
                  <a:gd name="T4" fmla="*/ 19 w 19"/>
                  <a:gd name="T5" fmla="*/ 1 h 32"/>
                  <a:gd name="T6" fmla="*/ 13 w 19"/>
                  <a:gd name="T7" fmla="*/ 16 h 32"/>
                  <a:gd name="T8" fmla="*/ 10 w 19"/>
                  <a:gd name="T9" fmla="*/ 32 h 32"/>
                  <a:gd name="T10" fmla="*/ 6 w 19"/>
                  <a:gd name="T11" fmla="*/ 16 h 32"/>
                  <a:gd name="T12" fmla="*/ 0 w 19"/>
                  <a:gd name="T13" fmla="*/ 1 h 32"/>
                  <a:gd name="T14" fmla="*/ 0 w 19"/>
                  <a:gd name="T15" fmla="*/ 0 h 32"/>
                  <a:gd name="T16" fmla="*/ 10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0" y="6"/>
                    </a:moveTo>
                    <a:cubicBezTo>
                      <a:pt x="19" y="0"/>
                      <a:pt x="19" y="0"/>
                      <a:pt x="19" y="0"/>
                    </a:cubicBezTo>
                    <a:cubicBezTo>
                      <a:pt x="19" y="1"/>
                      <a:pt x="19" y="1"/>
                      <a:pt x="19" y="1"/>
                    </a:cubicBezTo>
                    <a:cubicBezTo>
                      <a:pt x="13" y="16"/>
                      <a:pt x="13" y="16"/>
                      <a:pt x="13" y="16"/>
                    </a:cubicBezTo>
                    <a:cubicBezTo>
                      <a:pt x="12" y="21"/>
                      <a:pt x="11" y="27"/>
                      <a:pt x="10" y="32"/>
                    </a:cubicBezTo>
                    <a:cubicBezTo>
                      <a:pt x="9" y="27"/>
                      <a:pt x="7" y="21"/>
                      <a:pt x="6" y="16"/>
                    </a:cubicBezTo>
                    <a:cubicBezTo>
                      <a:pt x="0" y="1"/>
                      <a:pt x="0" y="1"/>
                      <a:pt x="0" y="1"/>
                    </a:cubicBezTo>
                    <a:cubicBezTo>
                      <a:pt x="0" y="0"/>
                      <a:pt x="0" y="0"/>
                      <a:pt x="0"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34" name="Line 110">
                <a:extLst>
                  <a:ext uri="{FF2B5EF4-FFF2-40B4-BE49-F238E27FC236}">
                    <a16:creationId xmlns:a16="http://schemas.microsoft.com/office/drawing/2014/main" id="{B4AD6F7B-7C09-75C4-0EED-8D5C1CF39BF5}"/>
                  </a:ext>
                </a:extLst>
              </p:cNvPr>
              <p:cNvSpPr>
                <a:spLocks noChangeShapeType="1"/>
              </p:cNvSpPr>
              <p:nvPr/>
            </p:nvSpPr>
            <p:spPr bwMode="auto">
              <a:xfrm>
                <a:off x="1697"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35" name="Freeform 111">
                <a:extLst>
                  <a:ext uri="{FF2B5EF4-FFF2-40B4-BE49-F238E27FC236}">
                    <a16:creationId xmlns:a16="http://schemas.microsoft.com/office/drawing/2014/main" id="{A811173B-9829-0A4C-A601-19073B0B6FFC}"/>
                  </a:ext>
                </a:extLst>
              </p:cNvPr>
              <p:cNvSpPr>
                <a:spLocks/>
              </p:cNvSpPr>
              <p:nvPr/>
            </p:nvSpPr>
            <p:spPr bwMode="auto">
              <a:xfrm>
                <a:off x="1681" y="2405"/>
                <a:ext cx="34" cy="58"/>
              </a:xfrm>
              <a:custGeom>
                <a:avLst/>
                <a:gdLst>
                  <a:gd name="T0" fmla="*/ 8 w 17"/>
                  <a:gd name="T1" fmla="*/ 5 h 29"/>
                  <a:gd name="T2" fmla="*/ 17 w 17"/>
                  <a:gd name="T3" fmla="*/ 0 h 29"/>
                  <a:gd name="T4" fmla="*/ 17 w 17"/>
                  <a:gd name="T5" fmla="*/ 0 h 29"/>
                  <a:gd name="T6" fmla="*/ 12 w 17"/>
                  <a:gd name="T7" fmla="*/ 14 h 29"/>
                  <a:gd name="T8" fmla="*/ 8 w 17"/>
                  <a:gd name="T9" fmla="*/ 29 h 29"/>
                  <a:gd name="T10" fmla="*/ 5 w 17"/>
                  <a:gd name="T11" fmla="*/ 14 h 29"/>
                  <a:gd name="T12" fmla="*/ 0 w 17"/>
                  <a:gd name="T13" fmla="*/ 0 h 29"/>
                  <a:gd name="T14" fmla="*/ 0 w 17"/>
                  <a:gd name="T15" fmla="*/ 0 h 29"/>
                  <a:gd name="T16" fmla="*/ 8 w 1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9">
                    <a:moveTo>
                      <a:pt x="8" y="5"/>
                    </a:moveTo>
                    <a:cubicBezTo>
                      <a:pt x="17" y="0"/>
                      <a:pt x="17" y="0"/>
                      <a:pt x="17" y="0"/>
                    </a:cubicBezTo>
                    <a:cubicBezTo>
                      <a:pt x="17" y="0"/>
                      <a:pt x="17" y="0"/>
                      <a:pt x="17" y="0"/>
                    </a:cubicBezTo>
                    <a:cubicBezTo>
                      <a:pt x="12" y="14"/>
                      <a:pt x="12" y="14"/>
                      <a:pt x="12" y="14"/>
                    </a:cubicBezTo>
                    <a:cubicBezTo>
                      <a:pt x="11" y="19"/>
                      <a:pt x="9" y="24"/>
                      <a:pt x="8" y="29"/>
                    </a:cubicBezTo>
                    <a:cubicBezTo>
                      <a:pt x="7" y="24"/>
                      <a:pt x="6" y="19"/>
                      <a:pt x="5" y="14"/>
                    </a:cubicBezTo>
                    <a:cubicBezTo>
                      <a:pt x="0" y="0"/>
                      <a:pt x="0" y="0"/>
                      <a:pt x="0" y="0"/>
                    </a:cubicBezTo>
                    <a:cubicBezTo>
                      <a:pt x="0" y="0"/>
                      <a:pt x="0" y="0"/>
                      <a:pt x="0" y="0"/>
                    </a:cubicBez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36" name="Line 112">
                <a:extLst>
                  <a:ext uri="{FF2B5EF4-FFF2-40B4-BE49-F238E27FC236}">
                    <a16:creationId xmlns:a16="http://schemas.microsoft.com/office/drawing/2014/main" id="{C194E9CF-E6AA-2C07-E4E7-834C00BE1869}"/>
                  </a:ext>
                </a:extLst>
              </p:cNvPr>
              <p:cNvSpPr>
                <a:spLocks noChangeShapeType="1"/>
              </p:cNvSpPr>
              <p:nvPr/>
            </p:nvSpPr>
            <p:spPr bwMode="auto">
              <a:xfrm>
                <a:off x="1843"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37" name="Freeform 113">
                <a:extLst>
                  <a:ext uri="{FF2B5EF4-FFF2-40B4-BE49-F238E27FC236}">
                    <a16:creationId xmlns:a16="http://schemas.microsoft.com/office/drawing/2014/main" id="{9F64BEB9-78B4-1483-44C9-1FB5F1277A2D}"/>
                  </a:ext>
                </a:extLst>
              </p:cNvPr>
              <p:cNvSpPr>
                <a:spLocks/>
              </p:cNvSpPr>
              <p:nvPr/>
            </p:nvSpPr>
            <p:spPr bwMode="auto">
              <a:xfrm>
                <a:off x="1825" y="2405"/>
                <a:ext cx="36" cy="58"/>
              </a:xfrm>
              <a:custGeom>
                <a:avLst/>
                <a:gdLst>
                  <a:gd name="T0" fmla="*/ 9 w 18"/>
                  <a:gd name="T1" fmla="*/ 5 h 29"/>
                  <a:gd name="T2" fmla="*/ 18 w 18"/>
                  <a:gd name="T3" fmla="*/ 0 h 29"/>
                  <a:gd name="T4" fmla="*/ 18 w 18"/>
                  <a:gd name="T5" fmla="*/ 0 h 29"/>
                  <a:gd name="T6" fmla="*/ 12 w 18"/>
                  <a:gd name="T7" fmla="*/ 14 h 29"/>
                  <a:gd name="T8" fmla="*/ 9 w 18"/>
                  <a:gd name="T9" fmla="*/ 29 h 29"/>
                  <a:gd name="T10" fmla="*/ 6 w 18"/>
                  <a:gd name="T11" fmla="*/ 14 h 29"/>
                  <a:gd name="T12" fmla="*/ 0 w 18"/>
                  <a:gd name="T13" fmla="*/ 0 h 29"/>
                  <a:gd name="T14" fmla="*/ 0 w 18"/>
                  <a:gd name="T15" fmla="*/ 0 h 29"/>
                  <a:gd name="T16" fmla="*/ 9 w 18"/>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5"/>
                    </a:moveTo>
                    <a:cubicBezTo>
                      <a:pt x="18" y="0"/>
                      <a:pt x="18" y="0"/>
                      <a:pt x="18" y="0"/>
                    </a:cubicBezTo>
                    <a:cubicBezTo>
                      <a:pt x="18" y="0"/>
                      <a:pt x="18" y="0"/>
                      <a:pt x="18" y="0"/>
                    </a:cubicBezTo>
                    <a:cubicBezTo>
                      <a:pt x="12" y="14"/>
                      <a:pt x="12" y="14"/>
                      <a:pt x="12" y="14"/>
                    </a:cubicBezTo>
                    <a:cubicBezTo>
                      <a:pt x="11" y="19"/>
                      <a:pt x="10" y="24"/>
                      <a:pt x="9" y="29"/>
                    </a:cubicBezTo>
                    <a:cubicBezTo>
                      <a:pt x="8" y="24"/>
                      <a:pt x="7" y="19"/>
                      <a:pt x="6" y="14"/>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38" name="Line 114">
                <a:extLst>
                  <a:ext uri="{FF2B5EF4-FFF2-40B4-BE49-F238E27FC236}">
                    <a16:creationId xmlns:a16="http://schemas.microsoft.com/office/drawing/2014/main" id="{9EE9AEC7-6507-BAE6-A3DD-7B2018A9536C}"/>
                  </a:ext>
                </a:extLst>
              </p:cNvPr>
              <p:cNvSpPr>
                <a:spLocks noChangeShapeType="1"/>
              </p:cNvSpPr>
              <p:nvPr/>
            </p:nvSpPr>
            <p:spPr bwMode="auto">
              <a:xfrm>
                <a:off x="1987"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39" name="Freeform 115">
                <a:extLst>
                  <a:ext uri="{FF2B5EF4-FFF2-40B4-BE49-F238E27FC236}">
                    <a16:creationId xmlns:a16="http://schemas.microsoft.com/office/drawing/2014/main" id="{45AB6EDA-CFDF-1ECE-1989-377CAB2AE6D6}"/>
                  </a:ext>
                </a:extLst>
              </p:cNvPr>
              <p:cNvSpPr>
                <a:spLocks/>
              </p:cNvSpPr>
              <p:nvPr/>
            </p:nvSpPr>
            <p:spPr bwMode="auto">
              <a:xfrm>
                <a:off x="1971" y="2405"/>
                <a:ext cx="34" cy="58"/>
              </a:xfrm>
              <a:custGeom>
                <a:avLst/>
                <a:gdLst>
                  <a:gd name="T0" fmla="*/ 8 w 17"/>
                  <a:gd name="T1" fmla="*/ 5 h 29"/>
                  <a:gd name="T2" fmla="*/ 17 w 17"/>
                  <a:gd name="T3" fmla="*/ 0 h 29"/>
                  <a:gd name="T4" fmla="*/ 17 w 17"/>
                  <a:gd name="T5" fmla="*/ 0 h 29"/>
                  <a:gd name="T6" fmla="*/ 12 w 17"/>
                  <a:gd name="T7" fmla="*/ 14 h 29"/>
                  <a:gd name="T8" fmla="*/ 8 w 17"/>
                  <a:gd name="T9" fmla="*/ 29 h 29"/>
                  <a:gd name="T10" fmla="*/ 5 w 17"/>
                  <a:gd name="T11" fmla="*/ 14 h 29"/>
                  <a:gd name="T12" fmla="*/ 0 w 17"/>
                  <a:gd name="T13" fmla="*/ 0 h 29"/>
                  <a:gd name="T14" fmla="*/ 0 w 17"/>
                  <a:gd name="T15" fmla="*/ 0 h 29"/>
                  <a:gd name="T16" fmla="*/ 8 w 1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9">
                    <a:moveTo>
                      <a:pt x="8" y="5"/>
                    </a:moveTo>
                    <a:cubicBezTo>
                      <a:pt x="17" y="0"/>
                      <a:pt x="17" y="0"/>
                      <a:pt x="17" y="0"/>
                    </a:cubicBezTo>
                    <a:cubicBezTo>
                      <a:pt x="17" y="0"/>
                      <a:pt x="17" y="0"/>
                      <a:pt x="17" y="0"/>
                    </a:cubicBezTo>
                    <a:cubicBezTo>
                      <a:pt x="12" y="14"/>
                      <a:pt x="12" y="14"/>
                      <a:pt x="12" y="14"/>
                    </a:cubicBezTo>
                    <a:cubicBezTo>
                      <a:pt x="11" y="19"/>
                      <a:pt x="10" y="24"/>
                      <a:pt x="8" y="29"/>
                    </a:cubicBezTo>
                    <a:cubicBezTo>
                      <a:pt x="7" y="24"/>
                      <a:pt x="6" y="19"/>
                      <a:pt x="5" y="14"/>
                    </a:cubicBezTo>
                    <a:cubicBezTo>
                      <a:pt x="0" y="0"/>
                      <a:pt x="0" y="0"/>
                      <a:pt x="0" y="0"/>
                    </a:cubicBezTo>
                    <a:cubicBezTo>
                      <a:pt x="0" y="0"/>
                      <a:pt x="0" y="0"/>
                      <a:pt x="0" y="0"/>
                    </a:cubicBez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40" name="Freeform 116">
                <a:extLst>
                  <a:ext uri="{FF2B5EF4-FFF2-40B4-BE49-F238E27FC236}">
                    <a16:creationId xmlns:a16="http://schemas.microsoft.com/office/drawing/2014/main" id="{C12A0D78-4FEB-F324-4B74-6A97C3D4249B}"/>
                  </a:ext>
                </a:extLst>
              </p:cNvPr>
              <p:cNvSpPr>
                <a:spLocks/>
              </p:cNvSpPr>
              <p:nvPr/>
            </p:nvSpPr>
            <p:spPr bwMode="auto">
              <a:xfrm>
                <a:off x="1423" y="781"/>
                <a:ext cx="506" cy="512"/>
              </a:xfrm>
              <a:custGeom>
                <a:avLst/>
                <a:gdLst>
                  <a:gd name="T0" fmla="*/ 0 w 506"/>
                  <a:gd name="T1" fmla="*/ 0 h 512"/>
                  <a:gd name="T2" fmla="*/ 506 w 506"/>
                  <a:gd name="T3" fmla="*/ 0 h 512"/>
                  <a:gd name="T4" fmla="*/ 506 w 506"/>
                  <a:gd name="T5" fmla="*/ 512 h 512"/>
                  <a:gd name="T6" fmla="*/ 0 w 506"/>
                  <a:gd name="T7" fmla="*/ 512 h 512"/>
                  <a:gd name="T8" fmla="*/ 0 w 506"/>
                  <a:gd name="T9" fmla="*/ 0 h 512"/>
                  <a:gd name="T10" fmla="*/ 0 w 506"/>
                  <a:gd name="T11" fmla="*/ 0 h 512"/>
                </a:gdLst>
                <a:ahLst/>
                <a:cxnLst>
                  <a:cxn ang="0">
                    <a:pos x="T0" y="T1"/>
                  </a:cxn>
                  <a:cxn ang="0">
                    <a:pos x="T2" y="T3"/>
                  </a:cxn>
                  <a:cxn ang="0">
                    <a:pos x="T4" y="T5"/>
                  </a:cxn>
                  <a:cxn ang="0">
                    <a:pos x="T6" y="T7"/>
                  </a:cxn>
                  <a:cxn ang="0">
                    <a:pos x="T8" y="T9"/>
                  </a:cxn>
                  <a:cxn ang="0">
                    <a:pos x="T10" y="T11"/>
                  </a:cxn>
                </a:cxnLst>
                <a:rect l="0" t="0" r="r" b="b"/>
                <a:pathLst>
                  <a:path w="506" h="512">
                    <a:moveTo>
                      <a:pt x="0" y="0"/>
                    </a:moveTo>
                    <a:lnTo>
                      <a:pt x="506" y="0"/>
                    </a:lnTo>
                    <a:lnTo>
                      <a:pt x="506" y="512"/>
                    </a:lnTo>
                    <a:lnTo>
                      <a:pt x="0" y="512"/>
                    </a:lnTo>
                    <a:lnTo>
                      <a:pt x="0" y="0"/>
                    </a:lnTo>
                    <a:lnTo>
                      <a:pt x="0" y="0"/>
                    </a:lnTo>
                    <a:close/>
                  </a:path>
                </a:pathLst>
              </a:custGeom>
              <a:solidFill>
                <a:srgbClr val="CCCCCC"/>
              </a:solidFill>
              <a:ln w="19050" cap="flat">
                <a:solidFill>
                  <a:srgbClr val="000000"/>
                </a:solidFill>
                <a:prstDash val="solid"/>
                <a:miter lim="800000"/>
                <a:headEnd/>
                <a:tailEnd/>
              </a:ln>
            </p:spPr>
            <p:txBody>
              <a:bodyPr/>
              <a:lstStyle/>
              <a:p>
                <a:endParaRPr lang="es-ES"/>
              </a:p>
            </p:txBody>
          </p:sp>
          <p:sp>
            <p:nvSpPr>
              <p:cNvPr id="871541" name="Rectangle 117">
                <a:extLst>
                  <a:ext uri="{FF2B5EF4-FFF2-40B4-BE49-F238E27FC236}">
                    <a16:creationId xmlns:a16="http://schemas.microsoft.com/office/drawing/2014/main" id="{8D6E8F3B-1C3D-FAA5-F72D-8ADA2D39EAA5}"/>
                  </a:ext>
                </a:extLst>
              </p:cNvPr>
              <p:cNvSpPr>
                <a:spLocks noChangeArrowheads="1"/>
              </p:cNvSpPr>
              <p:nvPr/>
            </p:nvSpPr>
            <p:spPr bwMode="auto">
              <a:xfrm>
                <a:off x="1447" y="936"/>
                <a:ext cx="5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a:t>
                </a:r>
                <a:endParaRPr lang="en-US" altLang="es-ES" sz="4000"/>
              </a:p>
            </p:txBody>
          </p:sp>
          <p:sp>
            <p:nvSpPr>
              <p:cNvPr id="871542" name="Rectangle 118">
                <a:extLst>
                  <a:ext uri="{FF2B5EF4-FFF2-40B4-BE49-F238E27FC236}">
                    <a16:creationId xmlns:a16="http://schemas.microsoft.com/office/drawing/2014/main" id="{E567293A-E229-0A05-7BE5-22BF588A4E5B}"/>
                  </a:ext>
                </a:extLst>
              </p:cNvPr>
              <p:cNvSpPr>
                <a:spLocks noChangeArrowheads="1"/>
              </p:cNvSpPr>
              <p:nvPr/>
            </p:nvSpPr>
            <p:spPr bwMode="auto">
              <a:xfrm>
                <a:off x="1503" y="1044"/>
                <a:ext cx="39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memory</a:t>
                </a:r>
                <a:endParaRPr lang="en-US" altLang="es-ES" sz="4000"/>
              </a:p>
            </p:txBody>
          </p:sp>
          <p:sp>
            <p:nvSpPr>
              <p:cNvPr id="871543" name="Rectangle 119">
                <a:extLst>
                  <a:ext uri="{FF2B5EF4-FFF2-40B4-BE49-F238E27FC236}">
                    <a16:creationId xmlns:a16="http://schemas.microsoft.com/office/drawing/2014/main" id="{229E9C33-D1F2-31DB-7850-B63BA3E8C3F4}"/>
                  </a:ext>
                </a:extLst>
              </p:cNvPr>
              <p:cNvSpPr>
                <a:spLocks noChangeArrowheads="1"/>
              </p:cNvSpPr>
              <p:nvPr/>
            </p:nvSpPr>
            <p:spPr bwMode="auto">
              <a:xfrm>
                <a:off x="1494" y="779"/>
                <a:ext cx="3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Address</a:t>
                </a:r>
                <a:endParaRPr lang="en-US" altLang="es-ES" sz="4000"/>
              </a:p>
            </p:txBody>
          </p:sp>
          <p:sp>
            <p:nvSpPr>
              <p:cNvPr id="871544" name="Rectangle 120">
                <a:extLst>
                  <a:ext uri="{FF2B5EF4-FFF2-40B4-BE49-F238E27FC236}">
                    <a16:creationId xmlns:a16="http://schemas.microsoft.com/office/drawing/2014/main" id="{A35EE4C3-E7BC-52D8-7503-E4B507142E81}"/>
                  </a:ext>
                </a:extLst>
              </p:cNvPr>
              <p:cNvSpPr>
                <a:spLocks noChangeArrowheads="1"/>
              </p:cNvSpPr>
              <p:nvPr/>
            </p:nvSpPr>
            <p:spPr bwMode="auto">
              <a:xfrm>
                <a:off x="1444" y="1170"/>
                <a:ext cx="5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a:t>
                </a:r>
                <a:endParaRPr lang="en-US" altLang="es-ES" sz="4000"/>
              </a:p>
            </p:txBody>
          </p:sp>
          <p:sp>
            <p:nvSpPr>
              <p:cNvPr id="871545" name="Freeform 121">
                <a:extLst>
                  <a:ext uri="{FF2B5EF4-FFF2-40B4-BE49-F238E27FC236}">
                    <a16:creationId xmlns:a16="http://schemas.microsoft.com/office/drawing/2014/main" id="{DA9899AC-99BF-441E-D9D3-39D1F2991D86}"/>
                  </a:ext>
                </a:extLst>
              </p:cNvPr>
              <p:cNvSpPr>
                <a:spLocks/>
              </p:cNvSpPr>
              <p:nvPr/>
            </p:nvSpPr>
            <p:spPr bwMode="auto">
              <a:xfrm>
                <a:off x="2341" y="1487"/>
                <a:ext cx="396" cy="148"/>
              </a:xfrm>
              <a:custGeom>
                <a:avLst/>
                <a:gdLst>
                  <a:gd name="T0" fmla="*/ 0 w 396"/>
                  <a:gd name="T1" fmla="*/ 0 h 148"/>
                  <a:gd name="T2" fmla="*/ 396 w 396"/>
                  <a:gd name="T3" fmla="*/ 0 h 148"/>
                  <a:gd name="T4" fmla="*/ 396 w 396"/>
                  <a:gd name="T5" fmla="*/ 148 h 148"/>
                  <a:gd name="T6" fmla="*/ 0 w 396"/>
                  <a:gd name="T7" fmla="*/ 148 h 148"/>
                  <a:gd name="T8" fmla="*/ 0 w 396"/>
                  <a:gd name="T9" fmla="*/ 0 h 148"/>
                  <a:gd name="T10" fmla="*/ 0 w 396"/>
                  <a:gd name="T11" fmla="*/ 0 h 148"/>
                </a:gdLst>
                <a:ahLst/>
                <a:cxnLst>
                  <a:cxn ang="0">
                    <a:pos x="T0" y="T1"/>
                  </a:cxn>
                  <a:cxn ang="0">
                    <a:pos x="T2" y="T3"/>
                  </a:cxn>
                  <a:cxn ang="0">
                    <a:pos x="T4" y="T5"/>
                  </a:cxn>
                  <a:cxn ang="0">
                    <a:pos x="T6" y="T7"/>
                  </a:cxn>
                  <a:cxn ang="0">
                    <a:pos x="T8" y="T9"/>
                  </a:cxn>
                  <a:cxn ang="0">
                    <a:pos x="T10" y="T11"/>
                  </a:cxn>
                </a:cxnLst>
                <a:rect l="0" t="0" r="r" b="b"/>
                <a:pathLst>
                  <a:path w="396" h="148">
                    <a:moveTo>
                      <a:pt x="0" y="0"/>
                    </a:moveTo>
                    <a:lnTo>
                      <a:pt x="396" y="0"/>
                    </a:lnTo>
                    <a:lnTo>
                      <a:pt x="396" y="148"/>
                    </a:lnTo>
                    <a:lnTo>
                      <a:pt x="0" y="148"/>
                    </a:lnTo>
                    <a:lnTo>
                      <a:pt x="0" y="0"/>
                    </a:lnTo>
                    <a:lnTo>
                      <a:pt x="0" y="0"/>
                    </a:lnTo>
                    <a:close/>
                  </a:path>
                </a:pathLst>
              </a:custGeom>
              <a:solidFill>
                <a:srgbClr val="FFFFFF"/>
              </a:solidFill>
              <a:ln w="19050" cap="flat">
                <a:solidFill>
                  <a:srgbClr val="000000"/>
                </a:solidFill>
                <a:prstDash val="solid"/>
                <a:miter lim="800000"/>
                <a:headEnd/>
                <a:tailEnd/>
              </a:ln>
            </p:spPr>
            <p:txBody>
              <a:bodyPr/>
              <a:lstStyle/>
              <a:p>
                <a:endParaRPr lang="es-ES"/>
              </a:p>
            </p:txBody>
          </p:sp>
          <p:sp>
            <p:nvSpPr>
              <p:cNvPr id="871546" name="Rectangle 122">
                <a:extLst>
                  <a:ext uri="{FF2B5EF4-FFF2-40B4-BE49-F238E27FC236}">
                    <a16:creationId xmlns:a16="http://schemas.microsoft.com/office/drawing/2014/main" id="{8FE099FE-962B-A75B-6304-38B7C18E96D9}"/>
                  </a:ext>
                </a:extLst>
              </p:cNvPr>
              <p:cNvSpPr>
                <a:spLocks noChangeArrowheads="1"/>
              </p:cNvSpPr>
              <p:nvPr/>
            </p:nvSpPr>
            <p:spPr bwMode="auto">
              <a:xfrm>
                <a:off x="2351" y="1498"/>
                <a:ext cx="38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Zero fill</a:t>
                </a:r>
                <a:endParaRPr lang="en-US" altLang="es-ES" sz="4000"/>
              </a:p>
            </p:txBody>
          </p:sp>
          <p:sp>
            <p:nvSpPr>
              <p:cNvPr id="871547" name="Rectangle 123">
                <a:extLst>
                  <a:ext uri="{FF2B5EF4-FFF2-40B4-BE49-F238E27FC236}">
                    <a16:creationId xmlns:a16="http://schemas.microsoft.com/office/drawing/2014/main" id="{F870A8E8-6DA0-48E8-68E0-D06B835962B9}"/>
                  </a:ext>
                </a:extLst>
              </p:cNvPr>
              <p:cNvSpPr>
                <a:spLocks noChangeArrowheads="1"/>
              </p:cNvSpPr>
              <p:nvPr/>
            </p:nvSpPr>
            <p:spPr bwMode="auto">
              <a:xfrm>
                <a:off x="932" y="2469"/>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
                </a:r>
                <a:endParaRPr lang="en-US" altLang="es-ES" sz="4000"/>
              </a:p>
            </p:txBody>
          </p:sp>
          <p:sp>
            <p:nvSpPr>
              <p:cNvPr id="871548" name="Rectangle 124">
                <a:extLst>
                  <a:ext uri="{FF2B5EF4-FFF2-40B4-BE49-F238E27FC236}">
                    <a16:creationId xmlns:a16="http://schemas.microsoft.com/office/drawing/2014/main" id="{C54A591C-E627-718B-4F73-005B412C7EA1}"/>
                  </a:ext>
                </a:extLst>
              </p:cNvPr>
              <p:cNvSpPr>
                <a:spLocks noChangeArrowheads="1"/>
              </p:cNvSpPr>
              <p:nvPr/>
            </p:nvSpPr>
            <p:spPr bwMode="auto">
              <a:xfrm>
                <a:off x="932" y="2561"/>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a:p>
            </p:txBody>
          </p:sp>
          <p:sp>
            <p:nvSpPr>
              <p:cNvPr id="871549" name="Rectangle 125">
                <a:extLst>
                  <a:ext uri="{FF2B5EF4-FFF2-40B4-BE49-F238E27FC236}">
                    <a16:creationId xmlns:a16="http://schemas.microsoft.com/office/drawing/2014/main" id="{533DA121-9CB9-78E9-3F8B-C59E493A2977}"/>
                  </a:ext>
                </a:extLst>
              </p:cNvPr>
              <p:cNvSpPr>
                <a:spLocks noChangeArrowheads="1"/>
              </p:cNvSpPr>
              <p:nvPr/>
            </p:nvSpPr>
            <p:spPr bwMode="auto">
              <a:xfrm>
                <a:off x="1083" y="2469"/>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71550" name="Rectangle 126">
                <a:extLst>
                  <a:ext uri="{FF2B5EF4-FFF2-40B4-BE49-F238E27FC236}">
                    <a16:creationId xmlns:a16="http://schemas.microsoft.com/office/drawing/2014/main" id="{DA6A493B-0AFA-E751-E07E-69A8C128F204}"/>
                  </a:ext>
                </a:extLst>
              </p:cNvPr>
              <p:cNvSpPr>
                <a:spLocks noChangeArrowheads="1"/>
              </p:cNvSpPr>
              <p:nvPr/>
            </p:nvSpPr>
            <p:spPr bwMode="auto">
              <a:xfrm>
                <a:off x="1077" y="2561"/>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a:p>
            </p:txBody>
          </p:sp>
          <p:sp>
            <p:nvSpPr>
              <p:cNvPr id="871551" name="Rectangle 127">
                <a:extLst>
                  <a:ext uri="{FF2B5EF4-FFF2-40B4-BE49-F238E27FC236}">
                    <a16:creationId xmlns:a16="http://schemas.microsoft.com/office/drawing/2014/main" id="{E02EE25A-DD24-33C1-87E6-F056B0072A43}"/>
                  </a:ext>
                </a:extLst>
              </p:cNvPr>
              <p:cNvSpPr>
                <a:spLocks noChangeArrowheads="1"/>
              </p:cNvSpPr>
              <p:nvPr/>
            </p:nvSpPr>
            <p:spPr bwMode="auto">
              <a:xfrm>
                <a:off x="1222" y="2469"/>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a:p>
            </p:txBody>
          </p:sp>
          <p:sp>
            <p:nvSpPr>
              <p:cNvPr id="871552" name="Rectangle 128">
                <a:extLst>
                  <a:ext uri="{FF2B5EF4-FFF2-40B4-BE49-F238E27FC236}">
                    <a16:creationId xmlns:a16="http://schemas.microsoft.com/office/drawing/2014/main" id="{CD7BB965-94EA-42FD-98DB-6BAB69CCED9E}"/>
                  </a:ext>
                </a:extLst>
              </p:cNvPr>
              <p:cNvSpPr>
                <a:spLocks noChangeArrowheads="1"/>
              </p:cNvSpPr>
              <p:nvPr/>
            </p:nvSpPr>
            <p:spPr bwMode="auto">
              <a:xfrm>
                <a:off x="1222" y="2561"/>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a:p>
            </p:txBody>
          </p:sp>
          <p:sp>
            <p:nvSpPr>
              <p:cNvPr id="871553" name="Rectangle 129">
                <a:extLst>
                  <a:ext uri="{FF2B5EF4-FFF2-40B4-BE49-F238E27FC236}">
                    <a16:creationId xmlns:a16="http://schemas.microsoft.com/office/drawing/2014/main" id="{6E2A2481-1390-FF81-5D51-72AF92DCEA7B}"/>
                  </a:ext>
                </a:extLst>
              </p:cNvPr>
              <p:cNvSpPr>
                <a:spLocks noChangeArrowheads="1"/>
              </p:cNvSpPr>
              <p:nvPr/>
            </p:nvSpPr>
            <p:spPr bwMode="auto">
              <a:xfrm>
                <a:off x="1523" y="2469"/>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a:t>
                </a:r>
                <a:endParaRPr lang="en-US" altLang="es-ES" sz="4000"/>
              </a:p>
            </p:txBody>
          </p:sp>
          <p:sp>
            <p:nvSpPr>
              <p:cNvPr id="871554" name="Rectangle 130">
                <a:extLst>
                  <a:ext uri="{FF2B5EF4-FFF2-40B4-BE49-F238E27FC236}">
                    <a16:creationId xmlns:a16="http://schemas.microsoft.com/office/drawing/2014/main" id="{50D73976-4DC9-6DC9-1222-1F9E1F7B1498}"/>
                  </a:ext>
                </a:extLst>
              </p:cNvPr>
              <p:cNvSpPr>
                <a:spLocks noChangeArrowheads="1"/>
              </p:cNvSpPr>
              <p:nvPr/>
            </p:nvSpPr>
            <p:spPr bwMode="auto">
              <a:xfrm>
                <a:off x="1526" y="256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a:t>
                </a:r>
                <a:endParaRPr lang="en-US" altLang="es-ES" sz="4000"/>
              </a:p>
            </p:txBody>
          </p:sp>
          <p:sp>
            <p:nvSpPr>
              <p:cNvPr id="871555" name="Rectangle 131">
                <a:extLst>
                  <a:ext uri="{FF2B5EF4-FFF2-40B4-BE49-F238E27FC236}">
                    <a16:creationId xmlns:a16="http://schemas.microsoft.com/office/drawing/2014/main" id="{98D17325-93D7-EDA5-665D-800E4CBD91D9}"/>
                  </a:ext>
                </a:extLst>
              </p:cNvPr>
              <p:cNvSpPr>
                <a:spLocks noChangeArrowheads="1"/>
              </p:cNvSpPr>
              <p:nvPr/>
            </p:nvSpPr>
            <p:spPr bwMode="auto">
              <a:xfrm>
                <a:off x="1652" y="2469"/>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a:t>
                </a:r>
                <a:endParaRPr lang="en-US" altLang="es-ES" sz="4000"/>
              </a:p>
            </p:txBody>
          </p:sp>
          <p:sp>
            <p:nvSpPr>
              <p:cNvPr id="871556" name="Rectangle 132">
                <a:extLst>
                  <a:ext uri="{FF2B5EF4-FFF2-40B4-BE49-F238E27FC236}">
                    <a16:creationId xmlns:a16="http://schemas.microsoft.com/office/drawing/2014/main" id="{1059FA56-F72D-8D3D-8B47-ECCBA4492CB3}"/>
                  </a:ext>
                </a:extLst>
              </p:cNvPr>
              <p:cNvSpPr>
                <a:spLocks noChangeArrowheads="1"/>
              </p:cNvSpPr>
              <p:nvPr/>
            </p:nvSpPr>
            <p:spPr bwMode="auto">
              <a:xfrm>
                <a:off x="1658" y="2562"/>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
                </a:r>
                <a:endParaRPr lang="en-US" altLang="es-ES" sz="4000"/>
              </a:p>
            </p:txBody>
          </p:sp>
          <p:sp>
            <p:nvSpPr>
              <p:cNvPr id="871557" name="Rectangle 133">
                <a:extLst>
                  <a:ext uri="{FF2B5EF4-FFF2-40B4-BE49-F238E27FC236}">
                    <a16:creationId xmlns:a16="http://schemas.microsoft.com/office/drawing/2014/main" id="{4EF7DE8E-D0DC-D663-97DC-E051B93778BF}"/>
                  </a:ext>
                </a:extLst>
              </p:cNvPr>
              <p:cNvSpPr>
                <a:spLocks noChangeArrowheads="1"/>
              </p:cNvSpPr>
              <p:nvPr/>
            </p:nvSpPr>
            <p:spPr bwMode="auto">
              <a:xfrm>
                <a:off x="1806" y="2469"/>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a:t>
                </a:r>
                <a:endParaRPr lang="en-US" altLang="es-ES" sz="4000"/>
              </a:p>
            </p:txBody>
          </p:sp>
          <p:sp>
            <p:nvSpPr>
              <p:cNvPr id="871558" name="Rectangle 134">
                <a:extLst>
                  <a:ext uri="{FF2B5EF4-FFF2-40B4-BE49-F238E27FC236}">
                    <a16:creationId xmlns:a16="http://schemas.microsoft.com/office/drawing/2014/main" id="{D4845564-4E9C-5D6F-02E1-92AE30689A17}"/>
                  </a:ext>
                </a:extLst>
              </p:cNvPr>
              <p:cNvSpPr>
                <a:spLocks noChangeArrowheads="1"/>
              </p:cNvSpPr>
              <p:nvPr/>
            </p:nvSpPr>
            <p:spPr bwMode="auto">
              <a:xfrm>
                <a:off x="1795" y="2561"/>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W</a:t>
                </a:r>
                <a:endParaRPr lang="en-US" altLang="es-ES" sz="4000"/>
              </a:p>
            </p:txBody>
          </p:sp>
          <p:sp>
            <p:nvSpPr>
              <p:cNvPr id="871559" name="Rectangle 135">
                <a:extLst>
                  <a:ext uri="{FF2B5EF4-FFF2-40B4-BE49-F238E27FC236}">
                    <a16:creationId xmlns:a16="http://schemas.microsoft.com/office/drawing/2014/main" id="{6C4140DA-0093-1756-559B-854666D29130}"/>
                  </a:ext>
                </a:extLst>
              </p:cNvPr>
              <p:cNvSpPr>
                <a:spLocks noChangeArrowheads="1"/>
              </p:cNvSpPr>
              <p:nvPr/>
            </p:nvSpPr>
            <p:spPr bwMode="auto">
              <a:xfrm>
                <a:off x="1943" y="2469"/>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a:t>
                </a:r>
                <a:endParaRPr lang="en-US" altLang="es-ES" sz="4000"/>
              </a:p>
            </p:txBody>
          </p:sp>
          <p:sp>
            <p:nvSpPr>
              <p:cNvPr id="871560" name="Rectangle 136">
                <a:extLst>
                  <a:ext uri="{FF2B5EF4-FFF2-40B4-BE49-F238E27FC236}">
                    <a16:creationId xmlns:a16="http://schemas.microsoft.com/office/drawing/2014/main" id="{3494F648-1ECF-004B-0ED9-CD9CC332D73D}"/>
                  </a:ext>
                </a:extLst>
              </p:cNvPr>
              <p:cNvSpPr>
                <a:spLocks noChangeArrowheads="1"/>
              </p:cNvSpPr>
              <p:nvPr/>
            </p:nvSpPr>
            <p:spPr bwMode="auto">
              <a:xfrm>
                <a:off x="1940" y="2561"/>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W</a:t>
                </a:r>
                <a:endParaRPr lang="en-US" altLang="es-ES" sz="4000"/>
              </a:p>
            </p:txBody>
          </p:sp>
          <p:sp>
            <p:nvSpPr>
              <p:cNvPr id="871561" name="Freeform 137">
                <a:extLst>
                  <a:ext uri="{FF2B5EF4-FFF2-40B4-BE49-F238E27FC236}">
                    <a16:creationId xmlns:a16="http://schemas.microsoft.com/office/drawing/2014/main" id="{0D5AD446-505B-0C61-F8D6-2C7D0DE7F876}"/>
                  </a:ext>
                </a:extLst>
              </p:cNvPr>
              <p:cNvSpPr>
                <a:spLocks/>
              </p:cNvSpPr>
              <p:nvPr/>
            </p:nvSpPr>
            <p:spPr bwMode="auto">
              <a:xfrm>
                <a:off x="1675" y="267"/>
                <a:ext cx="454" cy="1294"/>
              </a:xfrm>
              <a:custGeom>
                <a:avLst/>
                <a:gdLst>
                  <a:gd name="T0" fmla="*/ 454 w 454"/>
                  <a:gd name="T1" fmla="*/ 1294 h 1294"/>
                  <a:gd name="T2" fmla="*/ 454 w 454"/>
                  <a:gd name="T3" fmla="*/ 0 h 1294"/>
                  <a:gd name="T4" fmla="*/ 0 w 454"/>
                  <a:gd name="T5" fmla="*/ 0 h 1294"/>
                  <a:gd name="T6" fmla="*/ 0 w 454"/>
                  <a:gd name="T7" fmla="*/ 84 h 1294"/>
                </a:gdLst>
                <a:ahLst/>
                <a:cxnLst>
                  <a:cxn ang="0">
                    <a:pos x="T0" y="T1"/>
                  </a:cxn>
                  <a:cxn ang="0">
                    <a:pos x="T2" y="T3"/>
                  </a:cxn>
                  <a:cxn ang="0">
                    <a:pos x="T4" y="T5"/>
                  </a:cxn>
                  <a:cxn ang="0">
                    <a:pos x="T6" y="T7"/>
                  </a:cxn>
                </a:cxnLst>
                <a:rect l="0" t="0" r="r" b="b"/>
                <a:pathLst>
                  <a:path w="454" h="1294">
                    <a:moveTo>
                      <a:pt x="454" y="1294"/>
                    </a:moveTo>
                    <a:lnTo>
                      <a:pt x="454" y="0"/>
                    </a:lnTo>
                    <a:lnTo>
                      <a:pt x="0" y="0"/>
                    </a:lnTo>
                    <a:lnTo>
                      <a:pt x="0" y="84"/>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1562" name="Freeform 138">
                <a:extLst>
                  <a:ext uri="{FF2B5EF4-FFF2-40B4-BE49-F238E27FC236}">
                    <a16:creationId xmlns:a16="http://schemas.microsoft.com/office/drawing/2014/main" id="{46F5E3F8-E4ED-891B-A064-DD977068F8DE}"/>
                  </a:ext>
                </a:extLst>
              </p:cNvPr>
              <p:cNvSpPr>
                <a:spLocks/>
              </p:cNvSpPr>
              <p:nvPr/>
            </p:nvSpPr>
            <p:spPr bwMode="auto">
              <a:xfrm>
                <a:off x="1655" y="335"/>
                <a:ext cx="38" cy="62"/>
              </a:xfrm>
              <a:custGeom>
                <a:avLst/>
                <a:gdLst>
                  <a:gd name="T0" fmla="*/ 10 w 19"/>
                  <a:gd name="T1" fmla="*/ 5 h 31"/>
                  <a:gd name="T2" fmla="*/ 19 w 19"/>
                  <a:gd name="T3" fmla="*/ 0 h 31"/>
                  <a:gd name="T4" fmla="*/ 19 w 19"/>
                  <a:gd name="T5" fmla="*/ 0 h 31"/>
                  <a:gd name="T6" fmla="*/ 13 w 19"/>
                  <a:gd name="T7" fmla="*/ 15 h 31"/>
                  <a:gd name="T8" fmla="*/ 10 w 19"/>
                  <a:gd name="T9" fmla="*/ 31 h 31"/>
                  <a:gd name="T10" fmla="*/ 6 w 19"/>
                  <a:gd name="T11" fmla="*/ 15 h 31"/>
                  <a:gd name="T12" fmla="*/ 0 w 19"/>
                  <a:gd name="T13" fmla="*/ 0 h 31"/>
                  <a:gd name="T14" fmla="*/ 0 w 19"/>
                  <a:gd name="T15" fmla="*/ 0 h 31"/>
                  <a:gd name="T16" fmla="*/ 10 w 19"/>
                  <a:gd name="T17"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1">
                    <a:moveTo>
                      <a:pt x="10" y="5"/>
                    </a:moveTo>
                    <a:cubicBezTo>
                      <a:pt x="19" y="0"/>
                      <a:pt x="19" y="0"/>
                      <a:pt x="19" y="0"/>
                    </a:cubicBezTo>
                    <a:cubicBezTo>
                      <a:pt x="19" y="0"/>
                      <a:pt x="19" y="0"/>
                      <a:pt x="19" y="0"/>
                    </a:cubicBezTo>
                    <a:cubicBezTo>
                      <a:pt x="13" y="15"/>
                      <a:pt x="13" y="15"/>
                      <a:pt x="13" y="15"/>
                    </a:cubicBezTo>
                    <a:cubicBezTo>
                      <a:pt x="12" y="21"/>
                      <a:pt x="11" y="26"/>
                      <a:pt x="10" y="31"/>
                    </a:cubicBezTo>
                    <a:cubicBezTo>
                      <a:pt x="9" y="26"/>
                      <a:pt x="7" y="21"/>
                      <a:pt x="6" y="15"/>
                    </a:cubicBezTo>
                    <a:cubicBezTo>
                      <a:pt x="0" y="0"/>
                      <a:pt x="0" y="0"/>
                      <a:pt x="0" y="0"/>
                    </a:cubicBezTo>
                    <a:cubicBezTo>
                      <a:pt x="0" y="0"/>
                      <a:pt x="0" y="0"/>
                      <a:pt x="0" y="0"/>
                    </a:cubicBez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63" name="Line 139">
                <a:extLst>
                  <a:ext uri="{FF2B5EF4-FFF2-40B4-BE49-F238E27FC236}">
                    <a16:creationId xmlns:a16="http://schemas.microsoft.com/office/drawing/2014/main" id="{597336F7-1212-0CAB-AE3A-6AC8D050CB68}"/>
                  </a:ext>
                </a:extLst>
              </p:cNvPr>
              <p:cNvSpPr>
                <a:spLocks noChangeShapeType="1"/>
              </p:cNvSpPr>
              <p:nvPr/>
            </p:nvSpPr>
            <p:spPr bwMode="auto">
              <a:xfrm>
                <a:off x="1277" y="459"/>
                <a:ext cx="8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64" name="Freeform 140">
                <a:extLst>
                  <a:ext uri="{FF2B5EF4-FFF2-40B4-BE49-F238E27FC236}">
                    <a16:creationId xmlns:a16="http://schemas.microsoft.com/office/drawing/2014/main" id="{8A376B65-FC12-AAE6-5F0F-C54348AF61F2}"/>
                  </a:ext>
                </a:extLst>
              </p:cNvPr>
              <p:cNvSpPr>
                <a:spLocks/>
              </p:cNvSpPr>
              <p:nvPr/>
            </p:nvSpPr>
            <p:spPr bwMode="auto">
              <a:xfrm>
                <a:off x="1349" y="441"/>
                <a:ext cx="64" cy="38"/>
              </a:xfrm>
              <a:custGeom>
                <a:avLst/>
                <a:gdLst>
                  <a:gd name="T0" fmla="*/ 6 w 32"/>
                  <a:gd name="T1" fmla="*/ 9 h 19"/>
                  <a:gd name="T2" fmla="*/ 0 w 32"/>
                  <a:gd name="T3" fmla="*/ 0 h 19"/>
                  <a:gd name="T4" fmla="*/ 0 w 32"/>
                  <a:gd name="T5" fmla="*/ 0 h 19"/>
                  <a:gd name="T6" fmla="*/ 16 w 32"/>
                  <a:gd name="T7" fmla="*/ 6 h 19"/>
                  <a:gd name="T8" fmla="*/ 32 w 32"/>
                  <a:gd name="T9" fmla="*/ 9 h 19"/>
                  <a:gd name="T10" fmla="*/ 16 w 32"/>
                  <a:gd name="T11" fmla="*/ 13 h 19"/>
                  <a:gd name="T12" fmla="*/ 0 w 32"/>
                  <a:gd name="T13" fmla="*/ 19 h 19"/>
                  <a:gd name="T14" fmla="*/ 0 w 32"/>
                  <a:gd name="T15" fmla="*/ 19 h 19"/>
                  <a:gd name="T16" fmla="*/ 6 w 32"/>
                  <a:gd name="T17" fmla="*/ 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9">
                    <a:moveTo>
                      <a:pt x="6" y="9"/>
                    </a:moveTo>
                    <a:cubicBezTo>
                      <a:pt x="0" y="0"/>
                      <a:pt x="0" y="0"/>
                      <a:pt x="0" y="0"/>
                    </a:cubicBezTo>
                    <a:cubicBezTo>
                      <a:pt x="0" y="0"/>
                      <a:pt x="0" y="0"/>
                      <a:pt x="0" y="0"/>
                    </a:cubicBezTo>
                    <a:cubicBezTo>
                      <a:pt x="16" y="6"/>
                      <a:pt x="16" y="6"/>
                      <a:pt x="16" y="6"/>
                    </a:cubicBezTo>
                    <a:cubicBezTo>
                      <a:pt x="21" y="7"/>
                      <a:pt x="26" y="8"/>
                      <a:pt x="32" y="9"/>
                    </a:cubicBezTo>
                    <a:cubicBezTo>
                      <a:pt x="26" y="10"/>
                      <a:pt x="21" y="12"/>
                      <a:pt x="16" y="13"/>
                    </a:cubicBezTo>
                    <a:cubicBezTo>
                      <a:pt x="0" y="19"/>
                      <a:pt x="0" y="19"/>
                      <a:pt x="0" y="19"/>
                    </a:cubicBezTo>
                    <a:cubicBezTo>
                      <a:pt x="0" y="19"/>
                      <a:pt x="0" y="19"/>
                      <a:pt x="0" y="19"/>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65" name="Line 141">
                <a:extLst>
                  <a:ext uri="{FF2B5EF4-FFF2-40B4-BE49-F238E27FC236}">
                    <a16:creationId xmlns:a16="http://schemas.microsoft.com/office/drawing/2014/main" id="{01D86696-EF78-990D-C7D9-F203BEC5CBFF}"/>
                  </a:ext>
                </a:extLst>
              </p:cNvPr>
              <p:cNvSpPr>
                <a:spLocks noChangeShapeType="1"/>
              </p:cNvSpPr>
              <p:nvPr/>
            </p:nvSpPr>
            <p:spPr bwMode="auto">
              <a:xfrm>
                <a:off x="2279"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66" name="Freeform 142">
                <a:extLst>
                  <a:ext uri="{FF2B5EF4-FFF2-40B4-BE49-F238E27FC236}">
                    <a16:creationId xmlns:a16="http://schemas.microsoft.com/office/drawing/2014/main" id="{FE323F84-02A3-8F78-6373-25476A5AC9AC}"/>
                  </a:ext>
                </a:extLst>
              </p:cNvPr>
              <p:cNvSpPr>
                <a:spLocks/>
              </p:cNvSpPr>
              <p:nvPr/>
            </p:nvSpPr>
            <p:spPr bwMode="auto">
              <a:xfrm>
                <a:off x="2261" y="2405"/>
                <a:ext cx="34" cy="58"/>
              </a:xfrm>
              <a:custGeom>
                <a:avLst/>
                <a:gdLst>
                  <a:gd name="T0" fmla="*/ 9 w 17"/>
                  <a:gd name="T1" fmla="*/ 5 h 29"/>
                  <a:gd name="T2" fmla="*/ 17 w 17"/>
                  <a:gd name="T3" fmla="*/ 0 h 29"/>
                  <a:gd name="T4" fmla="*/ 17 w 17"/>
                  <a:gd name="T5" fmla="*/ 0 h 29"/>
                  <a:gd name="T6" fmla="*/ 12 w 17"/>
                  <a:gd name="T7" fmla="*/ 14 h 29"/>
                  <a:gd name="T8" fmla="*/ 9 w 17"/>
                  <a:gd name="T9" fmla="*/ 29 h 29"/>
                  <a:gd name="T10" fmla="*/ 5 w 17"/>
                  <a:gd name="T11" fmla="*/ 14 h 29"/>
                  <a:gd name="T12" fmla="*/ 0 w 17"/>
                  <a:gd name="T13" fmla="*/ 0 h 29"/>
                  <a:gd name="T14" fmla="*/ 0 w 17"/>
                  <a:gd name="T15" fmla="*/ 0 h 29"/>
                  <a:gd name="T16" fmla="*/ 9 w 1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9">
                    <a:moveTo>
                      <a:pt x="9" y="5"/>
                    </a:moveTo>
                    <a:cubicBezTo>
                      <a:pt x="17" y="0"/>
                      <a:pt x="17" y="0"/>
                      <a:pt x="17" y="0"/>
                    </a:cubicBezTo>
                    <a:cubicBezTo>
                      <a:pt x="17" y="0"/>
                      <a:pt x="17" y="0"/>
                      <a:pt x="17" y="0"/>
                    </a:cubicBezTo>
                    <a:cubicBezTo>
                      <a:pt x="12" y="14"/>
                      <a:pt x="12" y="14"/>
                      <a:pt x="12" y="14"/>
                    </a:cubicBezTo>
                    <a:cubicBezTo>
                      <a:pt x="11" y="19"/>
                      <a:pt x="10" y="24"/>
                      <a:pt x="9" y="29"/>
                    </a:cubicBezTo>
                    <a:cubicBezTo>
                      <a:pt x="8" y="24"/>
                      <a:pt x="6" y="19"/>
                      <a:pt x="5" y="14"/>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67" name="Line 143">
                <a:extLst>
                  <a:ext uri="{FF2B5EF4-FFF2-40B4-BE49-F238E27FC236}">
                    <a16:creationId xmlns:a16="http://schemas.microsoft.com/office/drawing/2014/main" id="{2AF921F4-4511-153B-A691-F4AFE3E05EDA}"/>
                  </a:ext>
                </a:extLst>
              </p:cNvPr>
              <p:cNvSpPr>
                <a:spLocks noChangeShapeType="1"/>
              </p:cNvSpPr>
              <p:nvPr/>
            </p:nvSpPr>
            <p:spPr bwMode="auto">
              <a:xfrm>
                <a:off x="1407"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68" name="Freeform 144">
                <a:extLst>
                  <a:ext uri="{FF2B5EF4-FFF2-40B4-BE49-F238E27FC236}">
                    <a16:creationId xmlns:a16="http://schemas.microsoft.com/office/drawing/2014/main" id="{D12A30C8-222B-39E1-E426-2D189B9BE15B}"/>
                  </a:ext>
                </a:extLst>
              </p:cNvPr>
              <p:cNvSpPr>
                <a:spLocks/>
              </p:cNvSpPr>
              <p:nvPr/>
            </p:nvSpPr>
            <p:spPr bwMode="auto">
              <a:xfrm>
                <a:off x="1389" y="2405"/>
                <a:ext cx="36" cy="58"/>
              </a:xfrm>
              <a:custGeom>
                <a:avLst/>
                <a:gdLst>
                  <a:gd name="T0" fmla="*/ 9 w 18"/>
                  <a:gd name="T1" fmla="*/ 5 h 29"/>
                  <a:gd name="T2" fmla="*/ 18 w 18"/>
                  <a:gd name="T3" fmla="*/ 0 h 29"/>
                  <a:gd name="T4" fmla="*/ 18 w 18"/>
                  <a:gd name="T5" fmla="*/ 0 h 29"/>
                  <a:gd name="T6" fmla="*/ 12 w 18"/>
                  <a:gd name="T7" fmla="*/ 14 h 29"/>
                  <a:gd name="T8" fmla="*/ 9 w 18"/>
                  <a:gd name="T9" fmla="*/ 29 h 29"/>
                  <a:gd name="T10" fmla="*/ 6 w 18"/>
                  <a:gd name="T11" fmla="*/ 14 h 29"/>
                  <a:gd name="T12" fmla="*/ 0 w 18"/>
                  <a:gd name="T13" fmla="*/ 0 h 29"/>
                  <a:gd name="T14" fmla="*/ 1 w 18"/>
                  <a:gd name="T15" fmla="*/ 0 h 29"/>
                  <a:gd name="T16" fmla="*/ 9 w 18"/>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5"/>
                    </a:moveTo>
                    <a:cubicBezTo>
                      <a:pt x="18" y="0"/>
                      <a:pt x="18" y="0"/>
                      <a:pt x="18" y="0"/>
                    </a:cubicBezTo>
                    <a:cubicBezTo>
                      <a:pt x="18" y="0"/>
                      <a:pt x="18" y="0"/>
                      <a:pt x="18" y="0"/>
                    </a:cubicBezTo>
                    <a:cubicBezTo>
                      <a:pt x="12" y="14"/>
                      <a:pt x="12" y="14"/>
                      <a:pt x="12" y="14"/>
                    </a:cubicBezTo>
                    <a:cubicBezTo>
                      <a:pt x="11" y="19"/>
                      <a:pt x="10" y="24"/>
                      <a:pt x="9" y="29"/>
                    </a:cubicBezTo>
                    <a:cubicBezTo>
                      <a:pt x="8" y="24"/>
                      <a:pt x="7" y="19"/>
                      <a:pt x="6" y="14"/>
                    </a:cubicBezTo>
                    <a:cubicBezTo>
                      <a:pt x="0" y="0"/>
                      <a:pt x="0" y="0"/>
                      <a:pt x="0" y="0"/>
                    </a:cubicBezTo>
                    <a:cubicBezTo>
                      <a:pt x="1" y="0"/>
                      <a:pt x="1" y="0"/>
                      <a:pt x="1"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69" name="Rectangle 145">
                <a:extLst>
                  <a:ext uri="{FF2B5EF4-FFF2-40B4-BE49-F238E27FC236}">
                    <a16:creationId xmlns:a16="http://schemas.microsoft.com/office/drawing/2014/main" id="{B216D748-10AF-C1BE-153E-341AC043B834}"/>
                  </a:ext>
                </a:extLst>
              </p:cNvPr>
              <p:cNvSpPr>
                <a:spLocks noChangeArrowheads="1"/>
              </p:cNvSpPr>
              <p:nvPr/>
            </p:nvSpPr>
            <p:spPr bwMode="auto">
              <a:xfrm>
                <a:off x="1362" y="2469"/>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a:t>
                </a:r>
                <a:endParaRPr lang="en-US" altLang="es-ES" sz="4000"/>
              </a:p>
            </p:txBody>
          </p:sp>
          <p:sp>
            <p:nvSpPr>
              <p:cNvPr id="871570" name="Rectangle 146">
                <a:extLst>
                  <a:ext uri="{FF2B5EF4-FFF2-40B4-BE49-F238E27FC236}">
                    <a16:creationId xmlns:a16="http://schemas.microsoft.com/office/drawing/2014/main" id="{A247D6C0-BDBE-3644-D7D3-CC884D0212C5}"/>
                  </a:ext>
                </a:extLst>
              </p:cNvPr>
              <p:cNvSpPr>
                <a:spLocks noChangeArrowheads="1"/>
              </p:cNvSpPr>
              <p:nvPr/>
            </p:nvSpPr>
            <p:spPr bwMode="auto">
              <a:xfrm>
                <a:off x="1373" y="256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71571" name="Freeform 147">
                <a:extLst>
                  <a:ext uri="{FF2B5EF4-FFF2-40B4-BE49-F238E27FC236}">
                    <a16:creationId xmlns:a16="http://schemas.microsoft.com/office/drawing/2014/main" id="{C4461C5C-D8AC-F395-9ED3-70A8273EAA68}"/>
                  </a:ext>
                </a:extLst>
              </p:cNvPr>
              <p:cNvSpPr>
                <a:spLocks/>
              </p:cNvSpPr>
              <p:nvPr/>
            </p:nvSpPr>
            <p:spPr bwMode="auto">
              <a:xfrm>
                <a:off x="901" y="1689"/>
                <a:ext cx="1570" cy="236"/>
              </a:xfrm>
              <a:custGeom>
                <a:avLst/>
                <a:gdLst>
                  <a:gd name="T0" fmla="*/ 146 w 1570"/>
                  <a:gd name="T1" fmla="*/ 0 h 236"/>
                  <a:gd name="T2" fmla="*/ 1570 w 1570"/>
                  <a:gd name="T3" fmla="*/ 0 h 236"/>
                  <a:gd name="T4" fmla="*/ 1570 w 1570"/>
                  <a:gd name="T5" fmla="*/ 236 h 236"/>
                  <a:gd name="T6" fmla="*/ 0 w 1570"/>
                  <a:gd name="T7" fmla="*/ 236 h 236"/>
                  <a:gd name="T8" fmla="*/ 0 w 1570"/>
                  <a:gd name="T9" fmla="*/ 0 h 236"/>
                  <a:gd name="T10" fmla="*/ 146 w 1570"/>
                  <a:gd name="T11" fmla="*/ 0 h 236"/>
                </a:gdLst>
                <a:ahLst/>
                <a:cxnLst>
                  <a:cxn ang="0">
                    <a:pos x="T0" y="T1"/>
                  </a:cxn>
                  <a:cxn ang="0">
                    <a:pos x="T2" y="T3"/>
                  </a:cxn>
                  <a:cxn ang="0">
                    <a:pos x="T4" y="T5"/>
                  </a:cxn>
                  <a:cxn ang="0">
                    <a:pos x="T6" y="T7"/>
                  </a:cxn>
                  <a:cxn ang="0">
                    <a:pos x="T8" y="T9"/>
                  </a:cxn>
                  <a:cxn ang="0">
                    <a:pos x="T10" y="T11"/>
                  </a:cxn>
                </a:cxnLst>
                <a:rect l="0" t="0" r="r" b="b"/>
                <a:pathLst>
                  <a:path w="1570" h="236">
                    <a:moveTo>
                      <a:pt x="146" y="0"/>
                    </a:moveTo>
                    <a:lnTo>
                      <a:pt x="1570" y="0"/>
                    </a:lnTo>
                    <a:lnTo>
                      <a:pt x="1570" y="236"/>
                    </a:lnTo>
                    <a:lnTo>
                      <a:pt x="0" y="236"/>
                    </a:lnTo>
                    <a:lnTo>
                      <a:pt x="0" y="0"/>
                    </a:lnTo>
                    <a:lnTo>
                      <a:pt x="146" y="0"/>
                    </a:lnTo>
                    <a:close/>
                  </a:path>
                </a:pathLst>
              </a:custGeom>
              <a:solidFill>
                <a:srgbClr val="FFFFFF"/>
              </a:solidFill>
              <a:ln w="19050" cap="flat">
                <a:solidFill>
                  <a:srgbClr val="000000"/>
                </a:solidFill>
                <a:prstDash val="solid"/>
                <a:miter lim="800000"/>
                <a:headEnd/>
                <a:tailEnd/>
              </a:ln>
            </p:spPr>
            <p:txBody>
              <a:bodyPr/>
              <a:lstStyle/>
              <a:p>
                <a:endParaRPr lang="es-ES"/>
              </a:p>
            </p:txBody>
          </p:sp>
          <p:sp>
            <p:nvSpPr>
              <p:cNvPr id="871572" name="Rectangle 148">
                <a:extLst>
                  <a:ext uri="{FF2B5EF4-FFF2-40B4-BE49-F238E27FC236}">
                    <a16:creationId xmlns:a16="http://schemas.microsoft.com/office/drawing/2014/main" id="{068607B5-64BA-9327-448F-C4856A146E52}"/>
                  </a:ext>
                </a:extLst>
              </p:cNvPr>
              <p:cNvSpPr>
                <a:spLocks noChangeArrowheads="1"/>
              </p:cNvSpPr>
              <p:nvPr/>
            </p:nvSpPr>
            <p:spPr bwMode="auto">
              <a:xfrm>
                <a:off x="1277" y="1744"/>
                <a:ext cx="94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 decoder</a:t>
                </a:r>
                <a:endParaRPr lang="en-US" altLang="es-ES" sz="4000"/>
              </a:p>
            </p:txBody>
          </p:sp>
          <p:sp>
            <p:nvSpPr>
              <p:cNvPr id="871573" name="Rectangle 149">
                <a:extLst>
                  <a:ext uri="{FF2B5EF4-FFF2-40B4-BE49-F238E27FC236}">
                    <a16:creationId xmlns:a16="http://schemas.microsoft.com/office/drawing/2014/main" id="{1CE967AA-BA1A-8327-E6E7-178EBAB09B71}"/>
                  </a:ext>
                </a:extLst>
              </p:cNvPr>
              <p:cNvSpPr>
                <a:spLocks noChangeArrowheads="1"/>
              </p:cNvSpPr>
              <p:nvPr/>
            </p:nvSpPr>
            <p:spPr bwMode="auto">
              <a:xfrm>
                <a:off x="2257" y="246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J</a:t>
                </a:r>
                <a:endParaRPr lang="en-US" altLang="es-ES" sz="4000"/>
              </a:p>
            </p:txBody>
          </p:sp>
          <p:sp>
            <p:nvSpPr>
              <p:cNvPr id="871574" name="Rectangle 150">
                <a:extLst>
                  <a:ext uri="{FF2B5EF4-FFF2-40B4-BE49-F238E27FC236}">
                    <a16:creationId xmlns:a16="http://schemas.microsoft.com/office/drawing/2014/main" id="{DF6E76FA-B00D-D470-709E-C77BBD37B2E2}"/>
                  </a:ext>
                </a:extLst>
              </p:cNvPr>
              <p:cNvSpPr>
                <a:spLocks noChangeArrowheads="1"/>
              </p:cNvSpPr>
              <p:nvPr/>
            </p:nvSpPr>
            <p:spPr bwMode="auto">
              <a:xfrm>
                <a:off x="2244" y="256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71575" name="Rectangle 151">
                <a:extLst>
                  <a:ext uri="{FF2B5EF4-FFF2-40B4-BE49-F238E27FC236}">
                    <a16:creationId xmlns:a16="http://schemas.microsoft.com/office/drawing/2014/main" id="{CD54F23E-4B88-F9A9-D631-4B8AFFD4F9AD}"/>
                  </a:ext>
                </a:extLst>
              </p:cNvPr>
              <p:cNvSpPr>
                <a:spLocks noChangeArrowheads="1"/>
              </p:cNvSpPr>
              <p:nvPr/>
            </p:nvSpPr>
            <p:spPr bwMode="auto">
              <a:xfrm>
                <a:off x="1725" y="197"/>
                <a:ext cx="362" cy="128"/>
              </a:xfrm>
              <a:prstGeom prst="rect">
                <a:avLst/>
              </a:prstGeom>
              <a:solidFill>
                <a:srgbClr val="FFFFFF"/>
              </a:solidFill>
              <a:ln w="19050">
                <a:solidFill>
                  <a:srgbClr val="000000"/>
                </a:solidFill>
                <a:miter lim="800000"/>
                <a:headEnd/>
                <a:tailEnd/>
              </a:ln>
            </p:spPr>
            <p:txBody>
              <a:bodyPr/>
              <a:lstStyle/>
              <a:p>
                <a:endParaRPr lang="es-ES"/>
              </a:p>
            </p:txBody>
          </p:sp>
          <p:sp>
            <p:nvSpPr>
              <p:cNvPr id="871576" name="Rectangle 152">
                <a:extLst>
                  <a:ext uri="{FF2B5EF4-FFF2-40B4-BE49-F238E27FC236}">
                    <a16:creationId xmlns:a16="http://schemas.microsoft.com/office/drawing/2014/main" id="{25CA46AC-009D-97F4-57C9-A5D308D7DE21}"/>
                  </a:ext>
                </a:extLst>
              </p:cNvPr>
              <p:cNvSpPr>
                <a:spLocks noChangeArrowheads="1"/>
              </p:cNvSpPr>
              <p:nvPr/>
            </p:nvSpPr>
            <p:spPr bwMode="auto">
              <a:xfrm>
                <a:off x="1753" y="202"/>
                <a:ext cx="34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Extend</a:t>
                </a:r>
                <a:endParaRPr lang="en-US" altLang="es-ES" sz="4000"/>
              </a:p>
            </p:txBody>
          </p:sp>
          <p:sp>
            <p:nvSpPr>
              <p:cNvPr id="871577" name="Line 153">
                <a:extLst>
                  <a:ext uri="{FF2B5EF4-FFF2-40B4-BE49-F238E27FC236}">
                    <a16:creationId xmlns:a16="http://schemas.microsoft.com/office/drawing/2014/main" id="{24BDE46D-992A-6BC2-177F-B3014B9BE01C}"/>
                  </a:ext>
                </a:extLst>
              </p:cNvPr>
              <p:cNvSpPr>
                <a:spLocks noChangeShapeType="1"/>
              </p:cNvSpPr>
              <p:nvPr/>
            </p:nvSpPr>
            <p:spPr bwMode="auto">
              <a:xfrm flipH="1">
                <a:off x="2133" y="1925"/>
                <a:ext cx="2" cy="49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78" name="Freeform 154">
                <a:extLst>
                  <a:ext uri="{FF2B5EF4-FFF2-40B4-BE49-F238E27FC236}">
                    <a16:creationId xmlns:a16="http://schemas.microsoft.com/office/drawing/2014/main" id="{B0959CD6-1484-D162-DFBA-51577997AAAB}"/>
                  </a:ext>
                </a:extLst>
              </p:cNvPr>
              <p:cNvSpPr>
                <a:spLocks/>
              </p:cNvSpPr>
              <p:nvPr/>
            </p:nvSpPr>
            <p:spPr bwMode="auto">
              <a:xfrm>
                <a:off x="2115" y="2405"/>
                <a:ext cx="36" cy="58"/>
              </a:xfrm>
              <a:custGeom>
                <a:avLst/>
                <a:gdLst>
                  <a:gd name="T0" fmla="*/ 9 w 18"/>
                  <a:gd name="T1" fmla="*/ 5 h 29"/>
                  <a:gd name="T2" fmla="*/ 18 w 18"/>
                  <a:gd name="T3" fmla="*/ 0 h 29"/>
                  <a:gd name="T4" fmla="*/ 18 w 18"/>
                  <a:gd name="T5" fmla="*/ 0 h 29"/>
                  <a:gd name="T6" fmla="*/ 12 w 18"/>
                  <a:gd name="T7" fmla="*/ 14 h 29"/>
                  <a:gd name="T8" fmla="*/ 9 w 18"/>
                  <a:gd name="T9" fmla="*/ 29 h 29"/>
                  <a:gd name="T10" fmla="*/ 6 w 18"/>
                  <a:gd name="T11" fmla="*/ 14 h 29"/>
                  <a:gd name="T12" fmla="*/ 0 w 18"/>
                  <a:gd name="T13" fmla="*/ 0 h 29"/>
                  <a:gd name="T14" fmla="*/ 0 w 18"/>
                  <a:gd name="T15" fmla="*/ 0 h 29"/>
                  <a:gd name="T16" fmla="*/ 9 w 18"/>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5"/>
                    </a:moveTo>
                    <a:cubicBezTo>
                      <a:pt x="18" y="0"/>
                      <a:pt x="18" y="0"/>
                      <a:pt x="18" y="0"/>
                    </a:cubicBezTo>
                    <a:cubicBezTo>
                      <a:pt x="18" y="0"/>
                      <a:pt x="18" y="0"/>
                      <a:pt x="18" y="0"/>
                    </a:cubicBezTo>
                    <a:cubicBezTo>
                      <a:pt x="12" y="14"/>
                      <a:pt x="12" y="14"/>
                      <a:pt x="12" y="14"/>
                    </a:cubicBezTo>
                    <a:cubicBezTo>
                      <a:pt x="11" y="19"/>
                      <a:pt x="10" y="24"/>
                      <a:pt x="9" y="29"/>
                    </a:cubicBezTo>
                    <a:cubicBezTo>
                      <a:pt x="8" y="24"/>
                      <a:pt x="7" y="19"/>
                      <a:pt x="6" y="14"/>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79" name="Rectangle 155">
                <a:extLst>
                  <a:ext uri="{FF2B5EF4-FFF2-40B4-BE49-F238E27FC236}">
                    <a16:creationId xmlns:a16="http://schemas.microsoft.com/office/drawing/2014/main" id="{47AB2FA1-027D-C863-9686-9E5D847AACCC}"/>
                  </a:ext>
                </a:extLst>
              </p:cNvPr>
              <p:cNvSpPr>
                <a:spLocks noChangeArrowheads="1"/>
              </p:cNvSpPr>
              <p:nvPr/>
            </p:nvSpPr>
            <p:spPr bwMode="auto">
              <a:xfrm>
                <a:off x="2101" y="2561"/>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L</a:t>
                </a:r>
                <a:endParaRPr lang="en-US" altLang="es-ES" sz="4000"/>
              </a:p>
            </p:txBody>
          </p:sp>
          <p:sp>
            <p:nvSpPr>
              <p:cNvPr id="871580" name="Rectangle 156">
                <a:extLst>
                  <a:ext uri="{FF2B5EF4-FFF2-40B4-BE49-F238E27FC236}">
                    <a16:creationId xmlns:a16="http://schemas.microsoft.com/office/drawing/2014/main" id="{1DF7337A-B74D-9D1B-DCF1-734A6DBB5359}"/>
                  </a:ext>
                </a:extLst>
              </p:cNvPr>
              <p:cNvSpPr>
                <a:spLocks noChangeArrowheads="1"/>
              </p:cNvSpPr>
              <p:nvPr/>
            </p:nvSpPr>
            <p:spPr bwMode="auto">
              <a:xfrm>
                <a:off x="2104" y="2469"/>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a:t>
                </a:r>
                <a:endParaRPr lang="en-US" altLang="es-ES" sz="4000"/>
              </a:p>
            </p:txBody>
          </p:sp>
          <p:sp>
            <p:nvSpPr>
              <p:cNvPr id="871581" name="Line 157">
                <a:extLst>
                  <a:ext uri="{FF2B5EF4-FFF2-40B4-BE49-F238E27FC236}">
                    <a16:creationId xmlns:a16="http://schemas.microsoft.com/office/drawing/2014/main" id="{B862DBEE-E5A3-0A8C-79FD-3E237072CA9D}"/>
                  </a:ext>
                </a:extLst>
              </p:cNvPr>
              <p:cNvSpPr>
                <a:spLocks noChangeShapeType="1"/>
              </p:cNvSpPr>
              <p:nvPr/>
            </p:nvSpPr>
            <p:spPr bwMode="auto">
              <a:xfrm>
                <a:off x="2423"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82" name="Freeform 158">
                <a:extLst>
                  <a:ext uri="{FF2B5EF4-FFF2-40B4-BE49-F238E27FC236}">
                    <a16:creationId xmlns:a16="http://schemas.microsoft.com/office/drawing/2014/main" id="{63B1CF77-881B-C73B-4B15-ECCB3CC398AE}"/>
                  </a:ext>
                </a:extLst>
              </p:cNvPr>
              <p:cNvSpPr>
                <a:spLocks/>
              </p:cNvSpPr>
              <p:nvPr/>
            </p:nvSpPr>
            <p:spPr bwMode="auto">
              <a:xfrm>
                <a:off x="2403" y="2399"/>
                <a:ext cx="40" cy="64"/>
              </a:xfrm>
              <a:custGeom>
                <a:avLst/>
                <a:gdLst>
                  <a:gd name="T0" fmla="*/ 10 w 20"/>
                  <a:gd name="T1" fmla="*/ 6 h 32"/>
                  <a:gd name="T2" fmla="*/ 20 w 20"/>
                  <a:gd name="T3" fmla="*/ 0 h 32"/>
                  <a:gd name="T4" fmla="*/ 20 w 20"/>
                  <a:gd name="T5" fmla="*/ 0 h 32"/>
                  <a:gd name="T6" fmla="*/ 14 w 20"/>
                  <a:gd name="T7" fmla="*/ 16 h 32"/>
                  <a:gd name="T8" fmla="*/ 10 w 20"/>
                  <a:gd name="T9" fmla="*/ 32 h 32"/>
                  <a:gd name="T10" fmla="*/ 7 w 20"/>
                  <a:gd name="T11" fmla="*/ 16 h 32"/>
                  <a:gd name="T12" fmla="*/ 0 w 20"/>
                  <a:gd name="T13" fmla="*/ 0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20" y="0"/>
                      <a:pt x="20" y="0"/>
                      <a:pt x="20" y="0"/>
                    </a:cubicBezTo>
                    <a:cubicBezTo>
                      <a:pt x="20" y="0"/>
                      <a:pt x="20" y="0"/>
                      <a:pt x="20" y="0"/>
                    </a:cubicBezTo>
                    <a:cubicBezTo>
                      <a:pt x="14" y="16"/>
                      <a:pt x="14" y="16"/>
                      <a:pt x="14" y="16"/>
                    </a:cubicBezTo>
                    <a:cubicBezTo>
                      <a:pt x="12" y="21"/>
                      <a:pt x="11" y="27"/>
                      <a:pt x="10" y="32"/>
                    </a:cubicBezTo>
                    <a:cubicBezTo>
                      <a:pt x="9" y="27"/>
                      <a:pt x="8" y="21"/>
                      <a:pt x="7" y="16"/>
                    </a:cubicBezTo>
                    <a:cubicBezTo>
                      <a:pt x="0" y="0"/>
                      <a:pt x="0" y="0"/>
                      <a:pt x="0" y="0"/>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83" name="Rectangle 159">
                <a:extLst>
                  <a:ext uri="{FF2B5EF4-FFF2-40B4-BE49-F238E27FC236}">
                    <a16:creationId xmlns:a16="http://schemas.microsoft.com/office/drawing/2014/main" id="{6973A3BE-D79F-4E69-573F-03B607C6E66D}"/>
                  </a:ext>
                </a:extLst>
              </p:cNvPr>
              <p:cNvSpPr>
                <a:spLocks noChangeArrowheads="1"/>
              </p:cNvSpPr>
              <p:nvPr/>
            </p:nvSpPr>
            <p:spPr bwMode="auto">
              <a:xfrm>
                <a:off x="2389" y="2469"/>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71584" name="Rectangle 160">
                <a:extLst>
                  <a:ext uri="{FF2B5EF4-FFF2-40B4-BE49-F238E27FC236}">
                    <a16:creationId xmlns:a16="http://schemas.microsoft.com/office/drawing/2014/main" id="{AA192734-BAD6-9CA6-5A69-0423BE04ECF7}"/>
                  </a:ext>
                </a:extLst>
              </p:cNvPr>
              <p:cNvSpPr>
                <a:spLocks noChangeArrowheads="1"/>
              </p:cNvSpPr>
              <p:nvPr/>
            </p:nvSpPr>
            <p:spPr bwMode="auto">
              <a:xfrm>
                <a:off x="2389" y="2561"/>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a:t>
                </a:r>
                <a:endParaRPr lang="en-US" altLang="es-ES" sz="4000"/>
              </a:p>
            </p:txBody>
          </p:sp>
          <p:sp>
            <p:nvSpPr>
              <p:cNvPr id="871585" name="Rectangle 161">
                <a:extLst>
                  <a:ext uri="{FF2B5EF4-FFF2-40B4-BE49-F238E27FC236}">
                    <a16:creationId xmlns:a16="http://schemas.microsoft.com/office/drawing/2014/main" id="{EE0B94B7-79B1-B26F-005C-5B90FE152F22}"/>
                  </a:ext>
                </a:extLst>
              </p:cNvPr>
              <p:cNvSpPr>
                <a:spLocks noChangeArrowheads="1"/>
              </p:cNvSpPr>
              <p:nvPr/>
            </p:nvSpPr>
            <p:spPr bwMode="auto">
              <a:xfrm>
                <a:off x="931" y="253"/>
                <a:ext cx="368" cy="416"/>
              </a:xfrm>
              <a:prstGeom prst="rect">
                <a:avLst/>
              </a:prstGeom>
              <a:solidFill>
                <a:srgbClr val="FFFFFF"/>
              </a:solidFill>
              <a:ln w="19050">
                <a:solidFill>
                  <a:srgbClr val="000000"/>
                </a:solidFill>
                <a:miter lim="800000"/>
                <a:headEnd/>
                <a:tailEnd/>
              </a:ln>
            </p:spPr>
            <p:txBody>
              <a:bodyPr/>
              <a:lstStyle/>
              <a:p>
                <a:endParaRPr lang="es-ES"/>
              </a:p>
            </p:txBody>
          </p:sp>
          <p:sp>
            <p:nvSpPr>
              <p:cNvPr id="871586" name="Rectangle 162">
                <a:extLst>
                  <a:ext uri="{FF2B5EF4-FFF2-40B4-BE49-F238E27FC236}">
                    <a16:creationId xmlns:a16="http://schemas.microsoft.com/office/drawing/2014/main" id="{F7387083-2C91-A971-D837-2B0F53AAB42E}"/>
                  </a:ext>
                </a:extLst>
              </p:cNvPr>
              <p:cNvSpPr>
                <a:spLocks noChangeArrowheads="1"/>
              </p:cNvSpPr>
              <p:nvPr/>
            </p:nvSpPr>
            <p:spPr bwMode="auto">
              <a:xfrm>
                <a:off x="944" y="355"/>
                <a:ext cx="3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Branch</a:t>
                </a:r>
                <a:endParaRPr lang="en-US" altLang="es-ES" sz="4000"/>
              </a:p>
            </p:txBody>
          </p:sp>
          <p:sp>
            <p:nvSpPr>
              <p:cNvPr id="871587" name="Rectangle 163">
                <a:extLst>
                  <a:ext uri="{FF2B5EF4-FFF2-40B4-BE49-F238E27FC236}">
                    <a16:creationId xmlns:a16="http://schemas.microsoft.com/office/drawing/2014/main" id="{BAD42978-F353-4872-BA2E-6805B74588D6}"/>
                  </a:ext>
                </a:extLst>
              </p:cNvPr>
              <p:cNvSpPr>
                <a:spLocks noChangeArrowheads="1"/>
              </p:cNvSpPr>
              <p:nvPr/>
            </p:nvSpPr>
            <p:spPr bwMode="auto">
              <a:xfrm>
                <a:off x="933" y="463"/>
                <a:ext cx="3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Control</a:t>
                </a:r>
                <a:endParaRPr lang="en-US" altLang="es-ES" sz="4000"/>
              </a:p>
            </p:txBody>
          </p:sp>
          <p:sp>
            <p:nvSpPr>
              <p:cNvPr id="871588" name="Line 164">
                <a:extLst>
                  <a:ext uri="{FF2B5EF4-FFF2-40B4-BE49-F238E27FC236}">
                    <a16:creationId xmlns:a16="http://schemas.microsoft.com/office/drawing/2014/main" id="{55A42723-CC5A-BA1A-048B-F333251ACDC3}"/>
                  </a:ext>
                </a:extLst>
              </p:cNvPr>
              <p:cNvSpPr>
                <a:spLocks noChangeShapeType="1"/>
              </p:cNvSpPr>
              <p:nvPr/>
            </p:nvSpPr>
            <p:spPr bwMode="auto">
              <a:xfrm>
                <a:off x="833" y="311"/>
                <a:ext cx="5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89" name="Freeform 165">
                <a:extLst>
                  <a:ext uri="{FF2B5EF4-FFF2-40B4-BE49-F238E27FC236}">
                    <a16:creationId xmlns:a16="http://schemas.microsoft.com/office/drawing/2014/main" id="{77398E17-BE02-EDCA-6D18-EE44C2652760}"/>
                  </a:ext>
                </a:extLst>
              </p:cNvPr>
              <p:cNvSpPr>
                <a:spLocks/>
              </p:cNvSpPr>
              <p:nvPr/>
            </p:nvSpPr>
            <p:spPr bwMode="auto">
              <a:xfrm>
                <a:off x="873" y="293"/>
                <a:ext cx="58" cy="36"/>
              </a:xfrm>
              <a:custGeom>
                <a:avLst/>
                <a:gdLst>
                  <a:gd name="T0" fmla="*/ 6 w 29"/>
                  <a:gd name="T1" fmla="*/ 9 h 18"/>
                  <a:gd name="T2" fmla="*/ 0 w 29"/>
                  <a:gd name="T3" fmla="*/ 0 h 18"/>
                  <a:gd name="T4" fmla="*/ 1 w 29"/>
                  <a:gd name="T5" fmla="*/ 0 h 18"/>
                  <a:gd name="T6" fmla="*/ 15 w 29"/>
                  <a:gd name="T7" fmla="*/ 6 h 18"/>
                  <a:gd name="T8" fmla="*/ 29 w 29"/>
                  <a:gd name="T9" fmla="*/ 9 h 18"/>
                  <a:gd name="T10" fmla="*/ 15 w 29"/>
                  <a:gd name="T11" fmla="*/ 12 h 18"/>
                  <a:gd name="T12" fmla="*/ 1 w 29"/>
                  <a:gd name="T13" fmla="*/ 18 h 18"/>
                  <a:gd name="T14" fmla="*/ 0 w 29"/>
                  <a:gd name="T15" fmla="*/ 18 h 18"/>
                  <a:gd name="T16" fmla="*/ 6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6" y="9"/>
                    </a:moveTo>
                    <a:cubicBezTo>
                      <a:pt x="0" y="0"/>
                      <a:pt x="0" y="0"/>
                      <a:pt x="0" y="0"/>
                    </a:cubicBezTo>
                    <a:cubicBezTo>
                      <a:pt x="1" y="0"/>
                      <a:pt x="1" y="0"/>
                      <a:pt x="1" y="0"/>
                    </a:cubicBezTo>
                    <a:cubicBezTo>
                      <a:pt x="15" y="6"/>
                      <a:pt x="15" y="6"/>
                      <a:pt x="15" y="6"/>
                    </a:cubicBezTo>
                    <a:cubicBezTo>
                      <a:pt x="20" y="7"/>
                      <a:pt x="24" y="8"/>
                      <a:pt x="29" y="9"/>
                    </a:cubicBezTo>
                    <a:cubicBezTo>
                      <a:pt x="24" y="10"/>
                      <a:pt x="20" y="11"/>
                      <a:pt x="15" y="12"/>
                    </a:cubicBezTo>
                    <a:cubicBezTo>
                      <a:pt x="1" y="18"/>
                      <a:pt x="1" y="18"/>
                      <a:pt x="1" y="18"/>
                    </a:cubicBezTo>
                    <a:cubicBezTo>
                      <a:pt x="0" y="18"/>
                      <a:pt x="0" y="18"/>
                      <a:pt x="0" y="18"/>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90" name="Line 166">
                <a:extLst>
                  <a:ext uri="{FF2B5EF4-FFF2-40B4-BE49-F238E27FC236}">
                    <a16:creationId xmlns:a16="http://schemas.microsoft.com/office/drawing/2014/main" id="{B2C206A9-1D66-86E6-BE50-BB2871F2F4F9}"/>
                  </a:ext>
                </a:extLst>
              </p:cNvPr>
              <p:cNvSpPr>
                <a:spLocks noChangeShapeType="1"/>
              </p:cNvSpPr>
              <p:nvPr/>
            </p:nvSpPr>
            <p:spPr bwMode="auto">
              <a:xfrm>
                <a:off x="833" y="517"/>
                <a:ext cx="5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91" name="Freeform 167">
                <a:extLst>
                  <a:ext uri="{FF2B5EF4-FFF2-40B4-BE49-F238E27FC236}">
                    <a16:creationId xmlns:a16="http://schemas.microsoft.com/office/drawing/2014/main" id="{CD070E63-B88F-D476-3773-8893DE7AE3D8}"/>
                  </a:ext>
                </a:extLst>
              </p:cNvPr>
              <p:cNvSpPr>
                <a:spLocks/>
              </p:cNvSpPr>
              <p:nvPr/>
            </p:nvSpPr>
            <p:spPr bwMode="auto">
              <a:xfrm>
                <a:off x="873" y="499"/>
                <a:ext cx="58" cy="34"/>
              </a:xfrm>
              <a:custGeom>
                <a:avLst/>
                <a:gdLst>
                  <a:gd name="T0" fmla="*/ 6 w 29"/>
                  <a:gd name="T1" fmla="*/ 9 h 17"/>
                  <a:gd name="T2" fmla="*/ 0 w 29"/>
                  <a:gd name="T3" fmla="*/ 0 h 17"/>
                  <a:gd name="T4" fmla="*/ 1 w 29"/>
                  <a:gd name="T5" fmla="*/ 0 h 17"/>
                  <a:gd name="T6" fmla="*/ 15 w 29"/>
                  <a:gd name="T7" fmla="*/ 5 h 17"/>
                  <a:gd name="T8" fmla="*/ 29 w 29"/>
                  <a:gd name="T9" fmla="*/ 9 h 17"/>
                  <a:gd name="T10" fmla="*/ 15 w 29"/>
                  <a:gd name="T11" fmla="*/ 12 h 17"/>
                  <a:gd name="T12" fmla="*/ 1 w 29"/>
                  <a:gd name="T13" fmla="*/ 17 h 17"/>
                  <a:gd name="T14" fmla="*/ 0 w 29"/>
                  <a:gd name="T15" fmla="*/ 17 h 17"/>
                  <a:gd name="T16" fmla="*/ 6 w 29"/>
                  <a:gd name="T17"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6" y="9"/>
                    </a:moveTo>
                    <a:cubicBezTo>
                      <a:pt x="0" y="0"/>
                      <a:pt x="0" y="0"/>
                      <a:pt x="0" y="0"/>
                    </a:cubicBezTo>
                    <a:cubicBezTo>
                      <a:pt x="1" y="0"/>
                      <a:pt x="1" y="0"/>
                      <a:pt x="1" y="0"/>
                    </a:cubicBezTo>
                    <a:cubicBezTo>
                      <a:pt x="15" y="5"/>
                      <a:pt x="15" y="5"/>
                      <a:pt x="15" y="5"/>
                    </a:cubicBezTo>
                    <a:cubicBezTo>
                      <a:pt x="20" y="6"/>
                      <a:pt x="24" y="7"/>
                      <a:pt x="29" y="9"/>
                    </a:cubicBezTo>
                    <a:cubicBezTo>
                      <a:pt x="24" y="10"/>
                      <a:pt x="20" y="11"/>
                      <a:pt x="15" y="12"/>
                    </a:cubicBezTo>
                    <a:cubicBezTo>
                      <a:pt x="1" y="17"/>
                      <a:pt x="1" y="17"/>
                      <a:pt x="1" y="17"/>
                    </a:cubicBezTo>
                    <a:cubicBezTo>
                      <a:pt x="0" y="17"/>
                      <a:pt x="0" y="17"/>
                      <a:pt x="0" y="17"/>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92" name="Line 168">
                <a:extLst>
                  <a:ext uri="{FF2B5EF4-FFF2-40B4-BE49-F238E27FC236}">
                    <a16:creationId xmlns:a16="http://schemas.microsoft.com/office/drawing/2014/main" id="{E1D8AC8E-F21F-99F2-F750-511729AAC26D}"/>
                  </a:ext>
                </a:extLst>
              </p:cNvPr>
              <p:cNvSpPr>
                <a:spLocks noChangeShapeType="1"/>
              </p:cNvSpPr>
              <p:nvPr/>
            </p:nvSpPr>
            <p:spPr bwMode="auto">
              <a:xfrm>
                <a:off x="833" y="411"/>
                <a:ext cx="5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93" name="Freeform 169">
                <a:extLst>
                  <a:ext uri="{FF2B5EF4-FFF2-40B4-BE49-F238E27FC236}">
                    <a16:creationId xmlns:a16="http://schemas.microsoft.com/office/drawing/2014/main" id="{FA784B34-1495-CDE0-CCE4-5B6211B7A2D7}"/>
                  </a:ext>
                </a:extLst>
              </p:cNvPr>
              <p:cNvSpPr>
                <a:spLocks/>
              </p:cNvSpPr>
              <p:nvPr/>
            </p:nvSpPr>
            <p:spPr bwMode="auto">
              <a:xfrm>
                <a:off x="873" y="393"/>
                <a:ext cx="58" cy="36"/>
              </a:xfrm>
              <a:custGeom>
                <a:avLst/>
                <a:gdLst>
                  <a:gd name="T0" fmla="*/ 6 w 29"/>
                  <a:gd name="T1" fmla="*/ 9 h 18"/>
                  <a:gd name="T2" fmla="*/ 0 w 29"/>
                  <a:gd name="T3" fmla="*/ 0 h 18"/>
                  <a:gd name="T4" fmla="*/ 1 w 29"/>
                  <a:gd name="T5" fmla="*/ 0 h 18"/>
                  <a:gd name="T6" fmla="*/ 15 w 29"/>
                  <a:gd name="T7" fmla="*/ 6 h 18"/>
                  <a:gd name="T8" fmla="*/ 29 w 29"/>
                  <a:gd name="T9" fmla="*/ 9 h 18"/>
                  <a:gd name="T10" fmla="*/ 15 w 29"/>
                  <a:gd name="T11" fmla="*/ 12 h 18"/>
                  <a:gd name="T12" fmla="*/ 1 w 29"/>
                  <a:gd name="T13" fmla="*/ 18 h 18"/>
                  <a:gd name="T14" fmla="*/ 0 w 29"/>
                  <a:gd name="T15" fmla="*/ 18 h 18"/>
                  <a:gd name="T16" fmla="*/ 6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6" y="9"/>
                    </a:moveTo>
                    <a:cubicBezTo>
                      <a:pt x="0" y="0"/>
                      <a:pt x="0" y="0"/>
                      <a:pt x="0" y="0"/>
                    </a:cubicBezTo>
                    <a:cubicBezTo>
                      <a:pt x="1" y="0"/>
                      <a:pt x="1" y="0"/>
                      <a:pt x="1" y="0"/>
                    </a:cubicBezTo>
                    <a:cubicBezTo>
                      <a:pt x="15" y="6"/>
                      <a:pt x="15" y="6"/>
                      <a:pt x="15" y="6"/>
                    </a:cubicBezTo>
                    <a:cubicBezTo>
                      <a:pt x="20" y="7"/>
                      <a:pt x="24" y="8"/>
                      <a:pt x="29" y="9"/>
                    </a:cubicBezTo>
                    <a:cubicBezTo>
                      <a:pt x="24" y="10"/>
                      <a:pt x="20" y="11"/>
                      <a:pt x="15" y="12"/>
                    </a:cubicBezTo>
                    <a:cubicBezTo>
                      <a:pt x="1" y="18"/>
                      <a:pt x="1" y="18"/>
                      <a:pt x="1" y="18"/>
                    </a:cubicBezTo>
                    <a:cubicBezTo>
                      <a:pt x="0" y="18"/>
                      <a:pt x="0" y="18"/>
                      <a:pt x="0" y="18"/>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94" name="Line 170">
                <a:extLst>
                  <a:ext uri="{FF2B5EF4-FFF2-40B4-BE49-F238E27FC236}">
                    <a16:creationId xmlns:a16="http://schemas.microsoft.com/office/drawing/2014/main" id="{6B92B020-24B8-D4E6-0DD1-E8AFB90E7E24}"/>
                  </a:ext>
                </a:extLst>
              </p:cNvPr>
              <p:cNvSpPr>
                <a:spLocks noChangeShapeType="1"/>
              </p:cNvSpPr>
              <p:nvPr/>
            </p:nvSpPr>
            <p:spPr bwMode="auto">
              <a:xfrm>
                <a:off x="833" y="611"/>
                <a:ext cx="5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595" name="Freeform 171">
                <a:extLst>
                  <a:ext uri="{FF2B5EF4-FFF2-40B4-BE49-F238E27FC236}">
                    <a16:creationId xmlns:a16="http://schemas.microsoft.com/office/drawing/2014/main" id="{FB6E7442-95AB-9A31-DD72-D137BA236045}"/>
                  </a:ext>
                </a:extLst>
              </p:cNvPr>
              <p:cNvSpPr>
                <a:spLocks/>
              </p:cNvSpPr>
              <p:nvPr/>
            </p:nvSpPr>
            <p:spPr bwMode="auto">
              <a:xfrm>
                <a:off x="873" y="593"/>
                <a:ext cx="58" cy="36"/>
              </a:xfrm>
              <a:custGeom>
                <a:avLst/>
                <a:gdLst>
                  <a:gd name="T0" fmla="*/ 6 w 29"/>
                  <a:gd name="T1" fmla="*/ 9 h 18"/>
                  <a:gd name="T2" fmla="*/ 0 w 29"/>
                  <a:gd name="T3" fmla="*/ 1 h 18"/>
                  <a:gd name="T4" fmla="*/ 1 w 29"/>
                  <a:gd name="T5" fmla="*/ 0 h 18"/>
                  <a:gd name="T6" fmla="*/ 15 w 29"/>
                  <a:gd name="T7" fmla="*/ 6 h 18"/>
                  <a:gd name="T8" fmla="*/ 29 w 29"/>
                  <a:gd name="T9" fmla="*/ 9 h 18"/>
                  <a:gd name="T10" fmla="*/ 15 w 29"/>
                  <a:gd name="T11" fmla="*/ 12 h 18"/>
                  <a:gd name="T12" fmla="*/ 1 w 29"/>
                  <a:gd name="T13" fmla="*/ 18 h 18"/>
                  <a:gd name="T14" fmla="*/ 0 w 29"/>
                  <a:gd name="T15" fmla="*/ 18 h 18"/>
                  <a:gd name="T16" fmla="*/ 6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6" y="9"/>
                    </a:moveTo>
                    <a:cubicBezTo>
                      <a:pt x="0" y="1"/>
                      <a:pt x="0" y="1"/>
                      <a:pt x="0" y="1"/>
                    </a:cubicBezTo>
                    <a:cubicBezTo>
                      <a:pt x="1" y="0"/>
                      <a:pt x="1" y="0"/>
                      <a:pt x="1" y="0"/>
                    </a:cubicBezTo>
                    <a:cubicBezTo>
                      <a:pt x="15" y="6"/>
                      <a:pt x="15" y="6"/>
                      <a:pt x="15" y="6"/>
                    </a:cubicBezTo>
                    <a:cubicBezTo>
                      <a:pt x="20" y="7"/>
                      <a:pt x="24" y="8"/>
                      <a:pt x="29" y="9"/>
                    </a:cubicBezTo>
                    <a:cubicBezTo>
                      <a:pt x="24" y="10"/>
                      <a:pt x="20" y="11"/>
                      <a:pt x="15" y="12"/>
                    </a:cubicBezTo>
                    <a:cubicBezTo>
                      <a:pt x="1" y="18"/>
                      <a:pt x="1" y="18"/>
                      <a:pt x="1" y="18"/>
                    </a:cubicBezTo>
                    <a:cubicBezTo>
                      <a:pt x="0" y="18"/>
                      <a:pt x="0" y="18"/>
                      <a:pt x="0" y="18"/>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596" name="Rectangle 172">
                <a:extLst>
                  <a:ext uri="{FF2B5EF4-FFF2-40B4-BE49-F238E27FC236}">
                    <a16:creationId xmlns:a16="http://schemas.microsoft.com/office/drawing/2014/main" id="{5F787CF5-89C9-FBB9-6E70-16A95B925957}"/>
                  </a:ext>
                </a:extLst>
              </p:cNvPr>
              <p:cNvSpPr>
                <a:spLocks noChangeArrowheads="1"/>
              </p:cNvSpPr>
              <p:nvPr/>
            </p:nvSpPr>
            <p:spPr bwMode="auto">
              <a:xfrm>
                <a:off x="733" y="24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V</a:t>
                </a:r>
                <a:endParaRPr lang="en-US" altLang="es-ES" sz="4000"/>
              </a:p>
            </p:txBody>
          </p:sp>
          <p:sp>
            <p:nvSpPr>
              <p:cNvPr id="871597" name="Rectangle 173">
                <a:extLst>
                  <a:ext uri="{FF2B5EF4-FFF2-40B4-BE49-F238E27FC236}">
                    <a16:creationId xmlns:a16="http://schemas.microsoft.com/office/drawing/2014/main" id="{B71C5E41-9145-FDC3-8B46-EA0D8DF6884B}"/>
                  </a:ext>
                </a:extLst>
              </p:cNvPr>
              <p:cNvSpPr>
                <a:spLocks noChangeArrowheads="1"/>
              </p:cNvSpPr>
              <p:nvPr/>
            </p:nvSpPr>
            <p:spPr bwMode="auto">
              <a:xfrm>
                <a:off x="738" y="34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a:t>
                </a:r>
                <a:endParaRPr lang="en-US" altLang="es-ES" sz="4000"/>
              </a:p>
            </p:txBody>
          </p:sp>
          <p:sp>
            <p:nvSpPr>
              <p:cNvPr id="871598" name="Rectangle 174">
                <a:extLst>
                  <a:ext uri="{FF2B5EF4-FFF2-40B4-BE49-F238E27FC236}">
                    <a16:creationId xmlns:a16="http://schemas.microsoft.com/office/drawing/2014/main" id="{A9A674C1-F7DD-4B62-DCE2-7BE5D0B64FD5}"/>
                  </a:ext>
                </a:extLst>
              </p:cNvPr>
              <p:cNvSpPr>
                <a:spLocks noChangeArrowheads="1"/>
              </p:cNvSpPr>
              <p:nvPr/>
            </p:nvSpPr>
            <p:spPr bwMode="auto">
              <a:xfrm>
                <a:off x="734" y="45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N</a:t>
                </a:r>
                <a:endParaRPr lang="en-US" altLang="es-ES" sz="4000"/>
              </a:p>
            </p:txBody>
          </p:sp>
          <p:sp>
            <p:nvSpPr>
              <p:cNvPr id="871599" name="Rectangle 175">
                <a:extLst>
                  <a:ext uri="{FF2B5EF4-FFF2-40B4-BE49-F238E27FC236}">
                    <a16:creationId xmlns:a16="http://schemas.microsoft.com/office/drawing/2014/main" id="{DF4DEC2D-36D7-5BC3-48B1-3AA575EF29B5}"/>
                  </a:ext>
                </a:extLst>
              </p:cNvPr>
              <p:cNvSpPr>
                <a:spLocks noChangeArrowheads="1"/>
              </p:cNvSpPr>
              <p:nvPr/>
            </p:nvSpPr>
            <p:spPr bwMode="auto">
              <a:xfrm>
                <a:off x="739" y="54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Z</a:t>
                </a:r>
                <a:endParaRPr lang="en-US" altLang="es-ES" sz="4000"/>
              </a:p>
            </p:txBody>
          </p:sp>
          <p:sp>
            <p:nvSpPr>
              <p:cNvPr id="871600" name="Line 176">
                <a:extLst>
                  <a:ext uri="{FF2B5EF4-FFF2-40B4-BE49-F238E27FC236}">
                    <a16:creationId xmlns:a16="http://schemas.microsoft.com/office/drawing/2014/main" id="{79396E3B-3740-4165-3E86-5BE4147A41A6}"/>
                  </a:ext>
                </a:extLst>
              </p:cNvPr>
              <p:cNvSpPr>
                <a:spLocks noChangeShapeType="1"/>
              </p:cNvSpPr>
              <p:nvPr/>
            </p:nvSpPr>
            <p:spPr bwMode="auto">
              <a:xfrm flipV="1">
                <a:off x="989" y="711"/>
                <a:ext cx="1" cy="9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601" name="Freeform 177">
                <a:extLst>
                  <a:ext uri="{FF2B5EF4-FFF2-40B4-BE49-F238E27FC236}">
                    <a16:creationId xmlns:a16="http://schemas.microsoft.com/office/drawing/2014/main" id="{1B442435-5640-D85C-BE6A-3E3741CCBF7A}"/>
                  </a:ext>
                </a:extLst>
              </p:cNvPr>
              <p:cNvSpPr>
                <a:spLocks/>
              </p:cNvSpPr>
              <p:nvPr/>
            </p:nvSpPr>
            <p:spPr bwMode="auto">
              <a:xfrm>
                <a:off x="971" y="669"/>
                <a:ext cx="36" cy="58"/>
              </a:xfrm>
              <a:custGeom>
                <a:avLst/>
                <a:gdLst>
                  <a:gd name="T0" fmla="*/ 9 w 18"/>
                  <a:gd name="T1" fmla="*/ 24 h 29"/>
                  <a:gd name="T2" fmla="*/ 1 w 18"/>
                  <a:gd name="T3" fmla="*/ 29 h 29"/>
                  <a:gd name="T4" fmla="*/ 0 w 18"/>
                  <a:gd name="T5" fmla="*/ 28 h 29"/>
                  <a:gd name="T6" fmla="*/ 6 w 18"/>
                  <a:gd name="T7" fmla="*/ 14 h 29"/>
                  <a:gd name="T8" fmla="*/ 9 w 18"/>
                  <a:gd name="T9" fmla="*/ 0 h 29"/>
                  <a:gd name="T10" fmla="*/ 12 w 18"/>
                  <a:gd name="T11" fmla="*/ 14 h 29"/>
                  <a:gd name="T12" fmla="*/ 18 w 18"/>
                  <a:gd name="T13" fmla="*/ 28 h 29"/>
                  <a:gd name="T14" fmla="*/ 18 w 18"/>
                  <a:gd name="T15" fmla="*/ 29 h 29"/>
                  <a:gd name="T16" fmla="*/ 9 w 18"/>
                  <a:gd name="T17" fmla="*/ 2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24"/>
                    </a:moveTo>
                    <a:cubicBezTo>
                      <a:pt x="1" y="29"/>
                      <a:pt x="1" y="29"/>
                      <a:pt x="1" y="29"/>
                    </a:cubicBezTo>
                    <a:cubicBezTo>
                      <a:pt x="0" y="28"/>
                      <a:pt x="0" y="28"/>
                      <a:pt x="0" y="28"/>
                    </a:cubicBezTo>
                    <a:cubicBezTo>
                      <a:pt x="6" y="14"/>
                      <a:pt x="6" y="14"/>
                      <a:pt x="6" y="14"/>
                    </a:cubicBezTo>
                    <a:cubicBezTo>
                      <a:pt x="7" y="10"/>
                      <a:pt x="8" y="5"/>
                      <a:pt x="9" y="0"/>
                    </a:cubicBezTo>
                    <a:cubicBezTo>
                      <a:pt x="10" y="5"/>
                      <a:pt x="11" y="10"/>
                      <a:pt x="12" y="14"/>
                    </a:cubicBezTo>
                    <a:cubicBezTo>
                      <a:pt x="18" y="28"/>
                      <a:pt x="18" y="28"/>
                      <a:pt x="18" y="28"/>
                    </a:cubicBezTo>
                    <a:cubicBezTo>
                      <a:pt x="18" y="29"/>
                      <a:pt x="18" y="29"/>
                      <a:pt x="18" y="29"/>
                    </a:cubicBezTo>
                    <a:lnTo>
                      <a:pt x="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602" name="Line 178">
                <a:extLst>
                  <a:ext uri="{FF2B5EF4-FFF2-40B4-BE49-F238E27FC236}">
                    <a16:creationId xmlns:a16="http://schemas.microsoft.com/office/drawing/2014/main" id="{2C182C4D-2DB5-839A-C29C-0EB2E5B03C05}"/>
                  </a:ext>
                </a:extLst>
              </p:cNvPr>
              <p:cNvSpPr>
                <a:spLocks noChangeShapeType="1"/>
              </p:cNvSpPr>
              <p:nvPr/>
            </p:nvSpPr>
            <p:spPr bwMode="auto">
              <a:xfrm flipV="1">
                <a:off x="1085" y="711"/>
                <a:ext cx="1" cy="9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603" name="Freeform 179">
                <a:extLst>
                  <a:ext uri="{FF2B5EF4-FFF2-40B4-BE49-F238E27FC236}">
                    <a16:creationId xmlns:a16="http://schemas.microsoft.com/office/drawing/2014/main" id="{D801EDF6-6B6B-68D6-E8F5-24C2EB942691}"/>
                  </a:ext>
                </a:extLst>
              </p:cNvPr>
              <p:cNvSpPr>
                <a:spLocks/>
              </p:cNvSpPr>
              <p:nvPr/>
            </p:nvSpPr>
            <p:spPr bwMode="auto">
              <a:xfrm>
                <a:off x="1067" y="669"/>
                <a:ext cx="36" cy="58"/>
              </a:xfrm>
              <a:custGeom>
                <a:avLst/>
                <a:gdLst>
                  <a:gd name="T0" fmla="*/ 9 w 18"/>
                  <a:gd name="T1" fmla="*/ 24 h 29"/>
                  <a:gd name="T2" fmla="*/ 0 w 18"/>
                  <a:gd name="T3" fmla="*/ 29 h 29"/>
                  <a:gd name="T4" fmla="*/ 0 w 18"/>
                  <a:gd name="T5" fmla="*/ 29 h 29"/>
                  <a:gd name="T6" fmla="*/ 6 w 18"/>
                  <a:gd name="T7" fmla="*/ 15 h 29"/>
                  <a:gd name="T8" fmla="*/ 9 w 18"/>
                  <a:gd name="T9" fmla="*/ 0 h 29"/>
                  <a:gd name="T10" fmla="*/ 12 w 18"/>
                  <a:gd name="T11" fmla="*/ 15 h 29"/>
                  <a:gd name="T12" fmla="*/ 18 w 18"/>
                  <a:gd name="T13" fmla="*/ 29 h 29"/>
                  <a:gd name="T14" fmla="*/ 17 w 18"/>
                  <a:gd name="T15" fmla="*/ 29 h 29"/>
                  <a:gd name="T16" fmla="*/ 9 w 18"/>
                  <a:gd name="T17" fmla="*/ 2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24"/>
                    </a:moveTo>
                    <a:cubicBezTo>
                      <a:pt x="0" y="29"/>
                      <a:pt x="0" y="29"/>
                      <a:pt x="0" y="29"/>
                    </a:cubicBezTo>
                    <a:cubicBezTo>
                      <a:pt x="0" y="29"/>
                      <a:pt x="0" y="29"/>
                      <a:pt x="0" y="29"/>
                    </a:cubicBezTo>
                    <a:cubicBezTo>
                      <a:pt x="6" y="15"/>
                      <a:pt x="6" y="15"/>
                      <a:pt x="6" y="15"/>
                    </a:cubicBezTo>
                    <a:cubicBezTo>
                      <a:pt x="7" y="10"/>
                      <a:pt x="8" y="5"/>
                      <a:pt x="9" y="0"/>
                    </a:cubicBezTo>
                    <a:cubicBezTo>
                      <a:pt x="10" y="5"/>
                      <a:pt x="11" y="10"/>
                      <a:pt x="12" y="15"/>
                    </a:cubicBezTo>
                    <a:cubicBezTo>
                      <a:pt x="18" y="29"/>
                      <a:pt x="18" y="29"/>
                      <a:pt x="18" y="29"/>
                    </a:cubicBezTo>
                    <a:cubicBezTo>
                      <a:pt x="17" y="29"/>
                      <a:pt x="17" y="29"/>
                      <a:pt x="17" y="29"/>
                    </a:cubicBezTo>
                    <a:lnTo>
                      <a:pt x="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604" name="Line 180">
                <a:extLst>
                  <a:ext uri="{FF2B5EF4-FFF2-40B4-BE49-F238E27FC236}">
                    <a16:creationId xmlns:a16="http://schemas.microsoft.com/office/drawing/2014/main" id="{2FCF0AED-4AF3-979E-AB28-9C1415A8E7D5}"/>
                  </a:ext>
                </a:extLst>
              </p:cNvPr>
              <p:cNvSpPr>
                <a:spLocks noChangeShapeType="1"/>
              </p:cNvSpPr>
              <p:nvPr/>
            </p:nvSpPr>
            <p:spPr bwMode="auto">
              <a:xfrm flipV="1">
                <a:off x="1179" y="715"/>
                <a:ext cx="1" cy="8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1605" name="Freeform 181">
                <a:extLst>
                  <a:ext uri="{FF2B5EF4-FFF2-40B4-BE49-F238E27FC236}">
                    <a16:creationId xmlns:a16="http://schemas.microsoft.com/office/drawing/2014/main" id="{80C924F7-891D-6BC5-9C77-38983E982FCF}"/>
                  </a:ext>
                </a:extLst>
              </p:cNvPr>
              <p:cNvSpPr>
                <a:spLocks/>
              </p:cNvSpPr>
              <p:nvPr/>
            </p:nvSpPr>
            <p:spPr bwMode="auto">
              <a:xfrm>
                <a:off x="1161" y="669"/>
                <a:ext cx="38" cy="64"/>
              </a:xfrm>
              <a:custGeom>
                <a:avLst/>
                <a:gdLst>
                  <a:gd name="T0" fmla="*/ 9 w 19"/>
                  <a:gd name="T1" fmla="*/ 26 h 32"/>
                  <a:gd name="T2" fmla="*/ 0 w 19"/>
                  <a:gd name="T3" fmla="*/ 32 h 32"/>
                  <a:gd name="T4" fmla="*/ 0 w 19"/>
                  <a:gd name="T5" fmla="*/ 31 h 32"/>
                  <a:gd name="T6" fmla="*/ 6 w 19"/>
                  <a:gd name="T7" fmla="*/ 16 h 32"/>
                  <a:gd name="T8" fmla="*/ 9 w 19"/>
                  <a:gd name="T9" fmla="*/ 0 h 32"/>
                  <a:gd name="T10" fmla="*/ 13 w 19"/>
                  <a:gd name="T11" fmla="*/ 16 h 32"/>
                  <a:gd name="T12" fmla="*/ 19 w 19"/>
                  <a:gd name="T13" fmla="*/ 31 h 32"/>
                  <a:gd name="T14" fmla="*/ 19 w 19"/>
                  <a:gd name="T15" fmla="*/ 32 h 32"/>
                  <a:gd name="T16" fmla="*/ 9 w 19"/>
                  <a:gd name="T1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26"/>
                    </a:moveTo>
                    <a:cubicBezTo>
                      <a:pt x="0" y="32"/>
                      <a:pt x="0" y="32"/>
                      <a:pt x="0" y="32"/>
                    </a:cubicBezTo>
                    <a:cubicBezTo>
                      <a:pt x="0" y="31"/>
                      <a:pt x="0" y="31"/>
                      <a:pt x="0" y="31"/>
                    </a:cubicBezTo>
                    <a:cubicBezTo>
                      <a:pt x="6" y="16"/>
                      <a:pt x="6" y="16"/>
                      <a:pt x="6" y="16"/>
                    </a:cubicBezTo>
                    <a:cubicBezTo>
                      <a:pt x="7" y="11"/>
                      <a:pt x="8" y="5"/>
                      <a:pt x="9" y="0"/>
                    </a:cubicBezTo>
                    <a:cubicBezTo>
                      <a:pt x="11" y="5"/>
                      <a:pt x="12" y="11"/>
                      <a:pt x="13" y="16"/>
                    </a:cubicBezTo>
                    <a:cubicBezTo>
                      <a:pt x="19" y="31"/>
                      <a:pt x="19" y="31"/>
                      <a:pt x="19" y="31"/>
                    </a:cubicBezTo>
                    <a:cubicBezTo>
                      <a:pt x="19" y="32"/>
                      <a:pt x="19" y="32"/>
                      <a:pt x="19" y="32"/>
                    </a:cubicBezTo>
                    <a:lnTo>
                      <a:pt x="9"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1606" name="Rectangle 182">
                <a:extLst>
                  <a:ext uri="{FF2B5EF4-FFF2-40B4-BE49-F238E27FC236}">
                    <a16:creationId xmlns:a16="http://schemas.microsoft.com/office/drawing/2014/main" id="{418BCDE6-5646-1C22-5E26-A5E857B21296}"/>
                  </a:ext>
                </a:extLst>
              </p:cNvPr>
              <p:cNvSpPr>
                <a:spLocks noChangeArrowheads="1"/>
              </p:cNvSpPr>
              <p:nvPr/>
            </p:nvSpPr>
            <p:spPr bwMode="auto">
              <a:xfrm>
                <a:off x="1063" y="80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J</a:t>
                </a:r>
                <a:endParaRPr lang="en-US" altLang="es-ES" sz="4000"/>
              </a:p>
            </p:txBody>
          </p:sp>
          <p:sp>
            <p:nvSpPr>
              <p:cNvPr id="871607" name="Rectangle 183">
                <a:extLst>
                  <a:ext uri="{FF2B5EF4-FFF2-40B4-BE49-F238E27FC236}">
                    <a16:creationId xmlns:a16="http://schemas.microsoft.com/office/drawing/2014/main" id="{7669CBDD-F592-5733-5BB6-7A2BDA01322B}"/>
                  </a:ext>
                </a:extLst>
              </p:cNvPr>
              <p:cNvSpPr>
                <a:spLocks noChangeArrowheads="1"/>
              </p:cNvSpPr>
              <p:nvPr/>
            </p:nvSpPr>
            <p:spPr bwMode="auto">
              <a:xfrm>
                <a:off x="1050" y="89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71608" name="Rectangle 184">
                <a:extLst>
                  <a:ext uri="{FF2B5EF4-FFF2-40B4-BE49-F238E27FC236}">
                    <a16:creationId xmlns:a16="http://schemas.microsoft.com/office/drawing/2014/main" id="{C59E73A2-DB6A-63EE-0BC9-58043E9E7984}"/>
                  </a:ext>
                </a:extLst>
              </p:cNvPr>
              <p:cNvSpPr>
                <a:spLocks noChangeArrowheads="1"/>
              </p:cNvSpPr>
              <p:nvPr/>
            </p:nvSpPr>
            <p:spPr bwMode="auto">
              <a:xfrm>
                <a:off x="957" y="89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L</a:t>
                </a:r>
                <a:endParaRPr lang="en-US" altLang="es-ES" sz="4000"/>
              </a:p>
            </p:txBody>
          </p:sp>
          <p:sp>
            <p:nvSpPr>
              <p:cNvPr id="871609" name="Rectangle 185">
                <a:extLst>
                  <a:ext uri="{FF2B5EF4-FFF2-40B4-BE49-F238E27FC236}">
                    <a16:creationId xmlns:a16="http://schemas.microsoft.com/office/drawing/2014/main" id="{DB706B12-AA89-FF83-2ED5-32E7687DF282}"/>
                  </a:ext>
                </a:extLst>
              </p:cNvPr>
              <p:cNvSpPr>
                <a:spLocks noChangeArrowheads="1"/>
              </p:cNvSpPr>
              <p:nvPr/>
            </p:nvSpPr>
            <p:spPr bwMode="auto">
              <a:xfrm>
                <a:off x="960" y="809"/>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a:t>
                </a:r>
                <a:endParaRPr lang="en-US" altLang="es-ES" sz="4000"/>
              </a:p>
            </p:txBody>
          </p:sp>
          <p:sp>
            <p:nvSpPr>
              <p:cNvPr id="871610" name="Rectangle 186">
                <a:extLst>
                  <a:ext uri="{FF2B5EF4-FFF2-40B4-BE49-F238E27FC236}">
                    <a16:creationId xmlns:a16="http://schemas.microsoft.com/office/drawing/2014/main" id="{29870F6B-D1CD-E861-36E0-74A956DDCFD3}"/>
                  </a:ext>
                </a:extLst>
              </p:cNvPr>
              <p:cNvSpPr>
                <a:spLocks noChangeArrowheads="1"/>
              </p:cNvSpPr>
              <p:nvPr/>
            </p:nvSpPr>
            <p:spPr bwMode="auto">
              <a:xfrm>
                <a:off x="1145" y="80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a:p>
            </p:txBody>
          </p:sp>
          <p:sp>
            <p:nvSpPr>
              <p:cNvPr id="871611" name="Rectangle 187">
                <a:extLst>
                  <a:ext uri="{FF2B5EF4-FFF2-40B4-BE49-F238E27FC236}">
                    <a16:creationId xmlns:a16="http://schemas.microsoft.com/office/drawing/2014/main" id="{6039A81E-A1F7-B2A9-1957-9A69F7E72682}"/>
                  </a:ext>
                </a:extLst>
              </p:cNvPr>
              <p:cNvSpPr>
                <a:spLocks noChangeArrowheads="1"/>
              </p:cNvSpPr>
              <p:nvPr/>
            </p:nvSpPr>
            <p:spPr bwMode="auto">
              <a:xfrm>
                <a:off x="1145" y="89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a:t>
                </a:r>
                <a:endParaRPr lang="en-US" altLang="es-ES" sz="4000"/>
              </a:p>
            </p:txBody>
          </p:sp>
          <p:sp>
            <p:nvSpPr>
              <p:cNvPr id="871612" name="Rectangle 188">
                <a:extLst>
                  <a:ext uri="{FF2B5EF4-FFF2-40B4-BE49-F238E27FC236}">
                    <a16:creationId xmlns:a16="http://schemas.microsoft.com/office/drawing/2014/main" id="{271A78DA-09B0-FB09-C663-4C1A6F976922}"/>
                  </a:ext>
                </a:extLst>
              </p:cNvPr>
              <p:cNvSpPr>
                <a:spLocks noChangeArrowheads="1"/>
              </p:cNvSpPr>
              <p:nvPr/>
            </p:nvSpPr>
            <p:spPr bwMode="auto">
              <a:xfrm>
                <a:off x="2104" y="144"/>
                <a:ext cx="80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IR(8:6) || IR(2:0)</a:t>
                </a:r>
                <a:endParaRPr lang="en-US" altLang="es-ES" sz="4000"/>
              </a:p>
            </p:txBody>
          </p:sp>
          <p:sp>
            <p:nvSpPr>
              <p:cNvPr id="871613" name="Rectangle 189">
                <a:extLst>
                  <a:ext uri="{FF2B5EF4-FFF2-40B4-BE49-F238E27FC236}">
                    <a16:creationId xmlns:a16="http://schemas.microsoft.com/office/drawing/2014/main" id="{36BE0322-7B06-A980-C03E-DA1A9E0F0091}"/>
                  </a:ext>
                </a:extLst>
              </p:cNvPr>
              <p:cNvSpPr>
                <a:spLocks noChangeArrowheads="1"/>
              </p:cNvSpPr>
              <p:nvPr/>
            </p:nvSpPr>
            <p:spPr bwMode="auto">
              <a:xfrm>
                <a:off x="1413" y="397"/>
                <a:ext cx="524" cy="134"/>
              </a:xfrm>
              <a:prstGeom prst="rect">
                <a:avLst/>
              </a:prstGeom>
              <a:solidFill>
                <a:srgbClr val="CCECF4"/>
              </a:solidFill>
              <a:ln w="19050">
                <a:solidFill>
                  <a:srgbClr val="00A0C6"/>
                </a:solidFill>
                <a:miter lim="800000"/>
                <a:headEnd/>
                <a:tailEnd/>
              </a:ln>
            </p:spPr>
            <p:txBody>
              <a:bodyPr/>
              <a:lstStyle/>
              <a:p>
                <a:endParaRPr lang="es-ES"/>
              </a:p>
            </p:txBody>
          </p:sp>
          <p:sp>
            <p:nvSpPr>
              <p:cNvPr id="871614" name="Rectangle 190">
                <a:extLst>
                  <a:ext uri="{FF2B5EF4-FFF2-40B4-BE49-F238E27FC236}">
                    <a16:creationId xmlns:a16="http://schemas.microsoft.com/office/drawing/2014/main" id="{82E9E3F5-034B-06D5-4F12-A7755B00A187}"/>
                  </a:ext>
                </a:extLst>
              </p:cNvPr>
              <p:cNvSpPr>
                <a:spLocks noChangeArrowheads="1"/>
              </p:cNvSpPr>
              <p:nvPr/>
            </p:nvSpPr>
            <p:spPr bwMode="auto">
              <a:xfrm>
                <a:off x="1611" y="400"/>
                <a:ext cx="14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PC</a:t>
                </a:r>
                <a:endParaRPr lang="en-US" altLang="es-ES" sz="4000"/>
              </a:p>
            </p:txBody>
          </p:sp>
          <p:sp>
            <p:nvSpPr>
              <p:cNvPr id="871615" name="Rectangle 191">
                <a:extLst>
                  <a:ext uri="{FF2B5EF4-FFF2-40B4-BE49-F238E27FC236}">
                    <a16:creationId xmlns:a16="http://schemas.microsoft.com/office/drawing/2014/main" id="{D604E7E2-6927-1873-B475-D99E00D9466A}"/>
                  </a:ext>
                </a:extLst>
              </p:cNvPr>
              <p:cNvSpPr>
                <a:spLocks noChangeArrowheads="1"/>
              </p:cNvSpPr>
              <p:nvPr/>
            </p:nvSpPr>
            <p:spPr bwMode="auto">
              <a:xfrm>
                <a:off x="1910" y="2713"/>
                <a:ext cx="5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A0C6"/>
                    </a:solidFill>
                  </a:rPr>
                  <a:t>CONTROL</a:t>
                </a:r>
                <a:endParaRPr lang="en-US" altLang="es-ES" sz="4000"/>
              </a:p>
            </p:txBody>
          </p:sp>
          <p:sp>
            <p:nvSpPr>
              <p:cNvPr id="871616" name="Oval 192">
                <a:extLst>
                  <a:ext uri="{FF2B5EF4-FFF2-40B4-BE49-F238E27FC236}">
                    <a16:creationId xmlns:a16="http://schemas.microsoft.com/office/drawing/2014/main" id="{09571C6A-FD4A-65B9-B1EB-2A1C71AD2AA6}"/>
                  </a:ext>
                </a:extLst>
              </p:cNvPr>
              <p:cNvSpPr>
                <a:spLocks noChangeArrowheads="1"/>
              </p:cNvSpPr>
              <p:nvPr/>
            </p:nvSpPr>
            <p:spPr bwMode="auto">
              <a:xfrm>
                <a:off x="3341" y="2187"/>
                <a:ext cx="36" cy="3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grpSp>
        <p:sp>
          <p:nvSpPr>
            <p:cNvPr id="871617" name="Text Box 193">
              <a:extLst>
                <a:ext uri="{FF2B5EF4-FFF2-40B4-BE49-F238E27FC236}">
                  <a16:creationId xmlns:a16="http://schemas.microsoft.com/office/drawing/2014/main" id="{C48B06AD-E1D6-0EE8-D77F-85782761F2B7}"/>
                </a:ext>
              </a:extLst>
            </p:cNvPr>
            <p:cNvSpPr txBox="1">
              <a:spLocks noChangeArrowheads="1"/>
            </p:cNvSpPr>
            <p:nvPr/>
          </p:nvSpPr>
          <p:spPr bwMode="auto">
            <a:xfrm>
              <a:off x="2582" y="362"/>
              <a:ext cx="28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2400" u="none" baseline="0"/>
                <a:t>Control Inputs and Paths for </a:t>
              </a:r>
              <a:r>
                <a:rPr lang="en-US" altLang="es-ES" sz="2400" u="none" baseline="0">
                  <a:solidFill>
                    <a:schemeClr val="accent2"/>
                  </a:solidFill>
                </a:rPr>
                <a:t>LD</a:t>
              </a:r>
            </a:p>
          </p:txBody>
        </p:sp>
        <p:sp>
          <p:nvSpPr>
            <p:cNvPr id="871618" name="Text Box 194">
              <a:extLst>
                <a:ext uri="{FF2B5EF4-FFF2-40B4-BE49-F238E27FC236}">
                  <a16:creationId xmlns:a16="http://schemas.microsoft.com/office/drawing/2014/main" id="{69D113F0-FC65-629D-E0EE-5BAEA8FDD952}"/>
                </a:ext>
              </a:extLst>
            </p:cNvPr>
            <p:cNvSpPr txBox="1">
              <a:spLocks noChangeArrowheads="1"/>
            </p:cNvSpPr>
            <p:nvPr/>
          </p:nvSpPr>
          <p:spPr bwMode="auto">
            <a:xfrm>
              <a:off x="718" y="263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1619" name="Text Box 195">
              <a:extLst>
                <a:ext uri="{FF2B5EF4-FFF2-40B4-BE49-F238E27FC236}">
                  <a16:creationId xmlns:a16="http://schemas.microsoft.com/office/drawing/2014/main" id="{D4EF8841-234E-E939-B903-3CA9BEA6E175}"/>
                </a:ext>
              </a:extLst>
            </p:cNvPr>
            <p:cNvSpPr txBox="1">
              <a:spLocks noChangeArrowheads="1"/>
            </p:cNvSpPr>
            <p:nvPr/>
          </p:nvSpPr>
          <p:spPr bwMode="auto">
            <a:xfrm>
              <a:off x="1158" y="26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71620" name="Text Box 196">
              <a:extLst>
                <a:ext uri="{FF2B5EF4-FFF2-40B4-BE49-F238E27FC236}">
                  <a16:creationId xmlns:a16="http://schemas.microsoft.com/office/drawing/2014/main" id="{EFAA75E8-A7EA-214E-4F69-977FA8362D5B}"/>
                </a:ext>
              </a:extLst>
            </p:cNvPr>
            <p:cNvSpPr txBox="1">
              <a:spLocks noChangeArrowheads="1"/>
            </p:cNvSpPr>
            <p:nvPr/>
          </p:nvSpPr>
          <p:spPr bwMode="auto">
            <a:xfrm rot="-5400000">
              <a:off x="702" y="2784"/>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0 0 0 0</a:t>
              </a:r>
            </a:p>
          </p:txBody>
        </p:sp>
        <p:sp>
          <p:nvSpPr>
            <p:cNvPr id="871621" name="Text Box 197">
              <a:extLst>
                <a:ext uri="{FF2B5EF4-FFF2-40B4-BE49-F238E27FC236}">
                  <a16:creationId xmlns:a16="http://schemas.microsoft.com/office/drawing/2014/main" id="{96D4AC0F-F1AF-5B71-38FF-DAB1F7E44AD9}"/>
                </a:ext>
              </a:extLst>
            </p:cNvPr>
            <p:cNvSpPr txBox="1">
              <a:spLocks noChangeArrowheads="1"/>
            </p:cNvSpPr>
            <p:nvPr/>
          </p:nvSpPr>
          <p:spPr bwMode="auto">
            <a:xfrm>
              <a:off x="1004" y="262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71622" name="Text Box 198">
              <a:extLst>
                <a:ext uri="{FF2B5EF4-FFF2-40B4-BE49-F238E27FC236}">
                  <a16:creationId xmlns:a16="http://schemas.microsoft.com/office/drawing/2014/main" id="{BB2B73FE-4F1A-A2C2-3CBE-A2D8D2471762}"/>
                </a:ext>
              </a:extLst>
            </p:cNvPr>
            <p:cNvSpPr txBox="1">
              <a:spLocks noChangeArrowheads="1"/>
            </p:cNvSpPr>
            <p:nvPr/>
          </p:nvSpPr>
          <p:spPr bwMode="auto">
            <a:xfrm>
              <a:off x="1448" y="26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1623" name="Text Box 199">
              <a:extLst>
                <a:ext uri="{FF2B5EF4-FFF2-40B4-BE49-F238E27FC236}">
                  <a16:creationId xmlns:a16="http://schemas.microsoft.com/office/drawing/2014/main" id="{0CE10B18-73C4-AE8F-0B0A-D79E61A2AE79}"/>
                </a:ext>
              </a:extLst>
            </p:cNvPr>
            <p:cNvSpPr txBox="1">
              <a:spLocks noChangeArrowheads="1"/>
            </p:cNvSpPr>
            <p:nvPr/>
          </p:nvSpPr>
          <p:spPr bwMode="auto">
            <a:xfrm>
              <a:off x="1316" y="26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1624" name="Text Box 200">
              <a:extLst>
                <a:ext uri="{FF2B5EF4-FFF2-40B4-BE49-F238E27FC236}">
                  <a16:creationId xmlns:a16="http://schemas.microsoft.com/office/drawing/2014/main" id="{24D178BA-442D-3453-AD54-455C97751503}"/>
                </a:ext>
              </a:extLst>
            </p:cNvPr>
            <p:cNvSpPr txBox="1">
              <a:spLocks noChangeArrowheads="1"/>
            </p:cNvSpPr>
            <p:nvPr/>
          </p:nvSpPr>
          <p:spPr bwMode="auto">
            <a:xfrm>
              <a:off x="1590" y="263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71625" name="Text Box 201">
              <a:extLst>
                <a:ext uri="{FF2B5EF4-FFF2-40B4-BE49-F238E27FC236}">
                  <a16:creationId xmlns:a16="http://schemas.microsoft.com/office/drawing/2014/main" id="{699D3CC9-C3AD-5040-5624-6C8FCEF100C9}"/>
                </a:ext>
              </a:extLst>
            </p:cNvPr>
            <p:cNvSpPr txBox="1">
              <a:spLocks noChangeArrowheads="1"/>
            </p:cNvSpPr>
            <p:nvPr/>
          </p:nvSpPr>
          <p:spPr bwMode="auto">
            <a:xfrm>
              <a:off x="1742" y="262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1626" name="Text Box 202">
              <a:extLst>
                <a:ext uri="{FF2B5EF4-FFF2-40B4-BE49-F238E27FC236}">
                  <a16:creationId xmlns:a16="http://schemas.microsoft.com/office/drawing/2014/main" id="{4BF81324-3CEC-B465-960D-7D82B51CE347}"/>
                </a:ext>
              </a:extLst>
            </p:cNvPr>
            <p:cNvSpPr txBox="1">
              <a:spLocks noChangeArrowheads="1"/>
            </p:cNvSpPr>
            <p:nvPr/>
          </p:nvSpPr>
          <p:spPr bwMode="auto">
            <a:xfrm>
              <a:off x="2110" y="2488"/>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0 0 0 0</a:t>
              </a:r>
            </a:p>
          </p:txBody>
        </p:sp>
        <p:sp>
          <p:nvSpPr>
            <p:cNvPr id="871627" name="Text Box 203">
              <a:extLst>
                <a:ext uri="{FF2B5EF4-FFF2-40B4-BE49-F238E27FC236}">
                  <a16:creationId xmlns:a16="http://schemas.microsoft.com/office/drawing/2014/main" id="{A1930F94-3410-61D4-A7BB-C73808F55257}"/>
                </a:ext>
              </a:extLst>
            </p:cNvPr>
            <p:cNvSpPr txBox="1">
              <a:spLocks noChangeArrowheads="1"/>
            </p:cNvSpPr>
            <p:nvPr/>
          </p:nvSpPr>
          <p:spPr bwMode="auto">
            <a:xfrm>
              <a:off x="3486" y="182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1628" name="Text Box 204">
              <a:extLst>
                <a:ext uri="{FF2B5EF4-FFF2-40B4-BE49-F238E27FC236}">
                  <a16:creationId xmlns:a16="http://schemas.microsoft.com/office/drawing/2014/main" id="{9425B358-3537-4B0A-177B-6D0623F33E2D}"/>
                </a:ext>
              </a:extLst>
            </p:cNvPr>
            <p:cNvSpPr txBox="1">
              <a:spLocks noChangeArrowheads="1"/>
            </p:cNvSpPr>
            <p:nvPr/>
          </p:nvSpPr>
          <p:spPr bwMode="auto">
            <a:xfrm>
              <a:off x="2444" y="385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71629" name="Text Box 205">
              <a:extLst>
                <a:ext uri="{FF2B5EF4-FFF2-40B4-BE49-F238E27FC236}">
                  <a16:creationId xmlns:a16="http://schemas.microsoft.com/office/drawing/2014/main" id="{06A2EDAA-B18C-508C-9FF5-06E300B6A592}"/>
                </a:ext>
              </a:extLst>
            </p:cNvPr>
            <p:cNvSpPr txBox="1">
              <a:spLocks noChangeArrowheads="1"/>
            </p:cNvSpPr>
            <p:nvPr/>
          </p:nvSpPr>
          <p:spPr bwMode="auto">
            <a:xfrm>
              <a:off x="2246" y="86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71630" name="Text Box 206">
              <a:extLst>
                <a:ext uri="{FF2B5EF4-FFF2-40B4-BE49-F238E27FC236}">
                  <a16:creationId xmlns:a16="http://schemas.microsoft.com/office/drawing/2014/main" id="{3A3AC6A6-D79E-D9BA-104C-88F0CD2E42DC}"/>
                </a:ext>
              </a:extLst>
            </p:cNvPr>
            <p:cNvSpPr txBox="1">
              <a:spLocks noChangeArrowheads="1"/>
            </p:cNvSpPr>
            <p:nvPr/>
          </p:nvSpPr>
          <p:spPr bwMode="auto">
            <a:xfrm>
              <a:off x="3934" y="218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1631" name="Text Box 207">
              <a:extLst>
                <a:ext uri="{FF2B5EF4-FFF2-40B4-BE49-F238E27FC236}">
                  <a16:creationId xmlns:a16="http://schemas.microsoft.com/office/drawing/2014/main" id="{4AB2B5DB-59DD-4797-C26A-FE964454F2ED}"/>
                </a:ext>
              </a:extLst>
            </p:cNvPr>
            <p:cNvSpPr txBox="1">
              <a:spLocks noChangeArrowheads="1"/>
            </p:cNvSpPr>
            <p:nvPr/>
          </p:nvSpPr>
          <p:spPr bwMode="auto">
            <a:xfrm>
              <a:off x="288" y="95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1632" name="Text Box 208">
              <a:extLst>
                <a:ext uri="{FF2B5EF4-FFF2-40B4-BE49-F238E27FC236}">
                  <a16:creationId xmlns:a16="http://schemas.microsoft.com/office/drawing/2014/main" id="{7C653F11-58FE-DC95-2D3A-D198E8BC28F6}"/>
                </a:ext>
              </a:extLst>
            </p:cNvPr>
            <p:cNvSpPr txBox="1">
              <a:spLocks noChangeArrowheads="1"/>
            </p:cNvSpPr>
            <p:nvPr/>
          </p:nvSpPr>
          <p:spPr bwMode="auto">
            <a:xfrm>
              <a:off x="382" y="95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71633" name="Text Box 209">
              <a:extLst>
                <a:ext uri="{FF2B5EF4-FFF2-40B4-BE49-F238E27FC236}">
                  <a16:creationId xmlns:a16="http://schemas.microsoft.com/office/drawing/2014/main" id="{9E4541C9-A87B-62A2-D979-33EE23C2422B}"/>
                </a:ext>
              </a:extLst>
            </p:cNvPr>
            <p:cNvSpPr txBox="1">
              <a:spLocks noChangeArrowheads="1"/>
            </p:cNvSpPr>
            <p:nvPr/>
          </p:nvSpPr>
          <p:spPr bwMode="auto">
            <a:xfrm>
              <a:off x="494" y="95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1638" name="Text Box 214">
              <a:extLst>
                <a:ext uri="{FF2B5EF4-FFF2-40B4-BE49-F238E27FC236}">
                  <a16:creationId xmlns:a16="http://schemas.microsoft.com/office/drawing/2014/main" id="{C0B373CF-375C-DD5D-5CDA-96DD18D21B7D}"/>
                </a:ext>
              </a:extLst>
            </p:cNvPr>
            <p:cNvSpPr txBox="1">
              <a:spLocks noChangeArrowheads="1"/>
            </p:cNvSpPr>
            <p:nvPr/>
          </p:nvSpPr>
          <p:spPr bwMode="auto">
            <a:xfrm>
              <a:off x="4366" y="2176"/>
              <a:ext cx="6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No Write</a:t>
              </a:r>
            </a:p>
          </p:txBody>
        </p:sp>
        <p:sp>
          <p:nvSpPr>
            <p:cNvPr id="871639" name="Line 215">
              <a:extLst>
                <a:ext uri="{FF2B5EF4-FFF2-40B4-BE49-F238E27FC236}">
                  <a16:creationId xmlns:a16="http://schemas.microsoft.com/office/drawing/2014/main" id="{F178D216-571A-5D38-241D-8C16C24B1905}"/>
                </a:ext>
              </a:extLst>
            </p:cNvPr>
            <p:cNvSpPr>
              <a:spLocks noChangeShapeType="1"/>
            </p:cNvSpPr>
            <p:nvPr/>
          </p:nvSpPr>
          <p:spPr bwMode="auto">
            <a:xfrm flipV="1">
              <a:off x="4080" y="2288"/>
              <a:ext cx="312" cy="8"/>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71640" name="Text Box 216">
              <a:extLst>
                <a:ext uri="{FF2B5EF4-FFF2-40B4-BE49-F238E27FC236}">
                  <a16:creationId xmlns:a16="http://schemas.microsoft.com/office/drawing/2014/main" id="{510762B1-4D6C-5CAF-E0E6-023EDBBF9F53}"/>
                </a:ext>
              </a:extLst>
            </p:cNvPr>
            <p:cNvSpPr txBox="1">
              <a:spLocks noChangeArrowheads="1"/>
            </p:cNvSpPr>
            <p:nvPr/>
          </p:nvSpPr>
          <p:spPr bwMode="auto">
            <a:xfrm>
              <a:off x="286" y="1248"/>
              <a:ext cx="75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Increment</a:t>
              </a:r>
              <a:br>
                <a:rPr lang="en-US" altLang="es-ES" sz="1800" u="none" baseline="0">
                  <a:solidFill>
                    <a:schemeClr val="accent2"/>
                  </a:solidFill>
                </a:rPr>
              </a:br>
              <a:r>
                <a:rPr lang="en-US" altLang="es-ES" sz="1800" u="none" baseline="0">
                  <a:solidFill>
                    <a:schemeClr val="accent2"/>
                  </a:solidFill>
                </a:rPr>
                <a:t>PC</a:t>
              </a:r>
            </a:p>
          </p:txBody>
        </p:sp>
        <p:sp>
          <p:nvSpPr>
            <p:cNvPr id="871641" name="Line 217">
              <a:extLst>
                <a:ext uri="{FF2B5EF4-FFF2-40B4-BE49-F238E27FC236}">
                  <a16:creationId xmlns:a16="http://schemas.microsoft.com/office/drawing/2014/main" id="{8891B1AF-2939-17FF-0D64-BC7BAE173381}"/>
                </a:ext>
              </a:extLst>
            </p:cNvPr>
            <p:cNvSpPr>
              <a:spLocks noChangeShapeType="1"/>
            </p:cNvSpPr>
            <p:nvPr/>
          </p:nvSpPr>
          <p:spPr bwMode="auto">
            <a:xfrm>
              <a:off x="372" y="1152"/>
              <a:ext cx="3" cy="138"/>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71642" name="Freeform 218">
              <a:extLst>
                <a:ext uri="{FF2B5EF4-FFF2-40B4-BE49-F238E27FC236}">
                  <a16:creationId xmlns:a16="http://schemas.microsoft.com/office/drawing/2014/main" id="{C0D63112-C199-A114-B3CD-5ADD7E2691A2}"/>
                </a:ext>
              </a:extLst>
            </p:cNvPr>
            <p:cNvSpPr>
              <a:spLocks/>
            </p:cNvSpPr>
            <p:nvPr/>
          </p:nvSpPr>
          <p:spPr bwMode="auto">
            <a:xfrm>
              <a:off x="2753" y="1304"/>
              <a:ext cx="1567" cy="1456"/>
            </a:xfrm>
            <a:custGeom>
              <a:avLst/>
              <a:gdLst>
                <a:gd name="T0" fmla="*/ 15 w 1567"/>
                <a:gd name="T1" fmla="*/ 0 h 1456"/>
                <a:gd name="T2" fmla="*/ 15 w 1567"/>
                <a:gd name="T3" fmla="*/ 792 h 1456"/>
                <a:gd name="T4" fmla="*/ 103 w 1567"/>
                <a:gd name="T5" fmla="*/ 896 h 1456"/>
                <a:gd name="T6" fmla="*/ 1335 w 1567"/>
                <a:gd name="T7" fmla="*/ 896 h 1456"/>
                <a:gd name="T8" fmla="*/ 1479 w 1567"/>
                <a:gd name="T9" fmla="*/ 1024 h 1456"/>
                <a:gd name="T10" fmla="*/ 1463 w 1567"/>
                <a:gd name="T11" fmla="*/ 1456 h 1456"/>
              </a:gdLst>
              <a:ahLst/>
              <a:cxnLst>
                <a:cxn ang="0">
                  <a:pos x="T0" y="T1"/>
                </a:cxn>
                <a:cxn ang="0">
                  <a:pos x="T2" y="T3"/>
                </a:cxn>
                <a:cxn ang="0">
                  <a:pos x="T4" y="T5"/>
                </a:cxn>
                <a:cxn ang="0">
                  <a:pos x="T6" y="T7"/>
                </a:cxn>
                <a:cxn ang="0">
                  <a:pos x="T8" y="T9"/>
                </a:cxn>
                <a:cxn ang="0">
                  <a:pos x="T10" y="T11"/>
                </a:cxn>
              </a:cxnLst>
              <a:rect l="0" t="0" r="r" b="b"/>
              <a:pathLst>
                <a:path w="1567" h="1456">
                  <a:moveTo>
                    <a:pt x="15" y="0"/>
                  </a:moveTo>
                  <a:cubicBezTo>
                    <a:pt x="7" y="321"/>
                    <a:pt x="0" y="643"/>
                    <a:pt x="15" y="792"/>
                  </a:cubicBezTo>
                  <a:cubicBezTo>
                    <a:pt x="30" y="941"/>
                    <a:pt x="15" y="896"/>
                    <a:pt x="103" y="896"/>
                  </a:cubicBezTo>
                  <a:cubicBezTo>
                    <a:pt x="191" y="896"/>
                    <a:pt x="1103" y="912"/>
                    <a:pt x="1335" y="896"/>
                  </a:cubicBezTo>
                  <a:cubicBezTo>
                    <a:pt x="1567" y="880"/>
                    <a:pt x="1458" y="931"/>
                    <a:pt x="1479" y="1024"/>
                  </a:cubicBezTo>
                  <a:cubicBezTo>
                    <a:pt x="1500" y="1117"/>
                    <a:pt x="1481" y="1286"/>
                    <a:pt x="1463" y="1456"/>
                  </a:cubicBezTo>
                </a:path>
              </a:pathLst>
            </a:custGeom>
            <a:noFill/>
            <a:ln w="38100"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71643" name="Freeform 219">
              <a:extLst>
                <a:ext uri="{FF2B5EF4-FFF2-40B4-BE49-F238E27FC236}">
                  <a16:creationId xmlns:a16="http://schemas.microsoft.com/office/drawing/2014/main" id="{54BDD4AB-C6E6-B054-CCC7-3716410E2787}"/>
                </a:ext>
              </a:extLst>
            </p:cNvPr>
            <p:cNvSpPr>
              <a:spLocks/>
            </p:cNvSpPr>
            <p:nvPr/>
          </p:nvSpPr>
          <p:spPr bwMode="auto">
            <a:xfrm>
              <a:off x="2256" y="856"/>
              <a:ext cx="1817" cy="3296"/>
            </a:xfrm>
            <a:custGeom>
              <a:avLst/>
              <a:gdLst>
                <a:gd name="T0" fmla="*/ 1792 w 1817"/>
                <a:gd name="T1" fmla="*/ 2240 h 3296"/>
                <a:gd name="T2" fmla="*/ 1792 w 1817"/>
                <a:gd name="T3" fmla="*/ 2680 h 3296"/>
                <a:gd name="T4" fmla="*/ 1680 w 1817"/>
                <a:gd name="T5" fmla="*/ 2760 h 3296"/>
                <a:gd name="T6" fmla="*/ 968 w 1817"/>
                <a:gd name="T7" fmla="*/ 2752 h 3296"/>
                <a:gd name="T8" fmla="*/ 880 w 1817"/>
                <a:gd name="T9" fmla="*/ 2856 h 3296"/>
                <a:gd name="T10" fmla="*/ 832 w 1817"/>
                <a:gd name="T11" fmla="*/ 3192 h 3296"/>
                <a:gd name="T12" fmla="*/ 744 w 1817"/>
                <a:gd name="T13" fmla="*/ 3280 h 3296"/>
                <a:gd name="T14" fmla="*/ 120 w 1817"/>
                <a:gd name="T15" fmla="*/ 3272 h 3296"/>
                <a:gd name="T16" fmla="*/ 8 w 1817"/>
                <a:gd name="T17" fmla="*/ 3088 h 3296"/>
                <a:gd name="T18" fmla="*/ 8 w 1817"/>
                <a:gd name="T19" fmla="*/ 168 h 3296"/>
                <a:gd name="T20" fmla="*/ 168 w 1817"/>
                <a:gd name="T21" fmla="*/ 56 h 3296"/>
                <a:gd name="T22" fmla="*/ 544 w 1817"/>
                <a:gd name="T23" fmla="*/ 56 h 3296"/>
                <a:gd name="T24" fmla="*/ 640 w 1817"/>
                <a:gd name="T25" fmla="*/ 120 h 3296"/>
                <a:gd name="T26" fmla="*/ 640 w 1817"/>
                <a:gd name="T27" fmla="*/ 296 h 3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17" h="3296">
                  <a:moveTo>
                    <a:pt x="1792" y="2240"/>
                  </a:moveTo>
                  <a:cubicBezTo>
                    <a:pt x="1801" y="2416"/>
                    <a:pt x="1811" y="2593"/>
                    <a:pt x="1792" y="2680"/>
                  </a:cubicBezTo>
                  <a:cubicBezTo>
                    <a:pt x="1773" y="2767"/>
                    <a:pt x="1817" y="2748"/>
                    <a:pt x="1680" y="2760"/>
                  </a:cubicBezTo>
                  <a:cubicBezTo>
                    <a:pt x="1543" y="2772"/>
                    <a:pt x="1101" y="2736"/>
                    <a:pt x="968" y="2752"/>
                  </a:cubicBezTo>
                  <a:cubicBezTo>
                    <a:pt x="835" y="2768"/>
                    <a:pt x="903" y="2783"/>
                    <a:pt x="880" y="2856"/>
                  </a:cubicBezTo>
                  <a:cubicBezTo>
                    <a:pt x="857" y="2929"/>
                    <a:pt x="855" y="3121"/>
                    <a:pt x="832" y="3192"/>
                  </a:cubicBezTo>
                  <a:cubicBezTo>
                    <a:pt x="809" y="3263"/>
                    <a:pt x="863" y="3267"/>
                    <a:pt x="744" y="3280"/>
                  </a:cubicBezTo>
                  <a:cubicBezTo>
                    <a:pt x="625" y="3293"/>
                    <a:pt x="208" y="3296"/>
                    <a:pt x="120" y="3272"/>
                  </a:cubicBezTo>
                  <a:cubicBezTo>
                    <a:pt x="32" y="3248"/>
                    <a:pt x="8" y="3288"/>
                    <a:pt x="8" y="3088"/>
                  </a:cubicBezTo>
                  <a:cubicBezTo>
                    <a:pt x="8" y="2888"/>
                    <a:pt x="0" y="336"/>
                    <a:pt x="8" y="168"/>
                  </a:cubicBezTo>
                  <a:cubicBezTo>
                    <a:pt x="16" y="0"/>
                    <a:pt x="79" y="75"/>
                    <a:pt x="168" y="56"/>
                  </a:cubicBezTo>
                  <a:cubicBezTo>
                    <a:pt x="257" y="37"/>
                    <a:pt x="465" y="45"/>
                    <a:pt x="544" y="56"/>
                  </a:cubicBezTo>
                  <a:cubicBezTo>
                    <a:pt x="623" y="67"/>
                    <a:pt x="624" y="80"/>
                    <a:pt x="640" y="120"/>
                  </a:cubicBezTo>
                  <a:cubicBezTo>
                    <a:pt x="656" y="160"/>
                    <a:pt x="648" y="228"/>
                    <a:pt x="640" y="296"/>
                  </a:cubicBezTo>
                </a:path>
              </a:pathLst>
            </a:custGeom>
            <a:noFill/>
            <a:ln w="38100"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E9AF2F09-1E52-5ACC-1F41-58DA769745EA}"/>
              </a:ext>
            </a:extLst>
          </p:cNvPr>
          <p:cNvSpPr>
            <a:spLocks noGrp="1"/>
          </p:cNvSpPr>
          <p:nvPr>
            <p:ph type="sldNum" sz="quarter" idx="10"/>
          </p:nvPr>
        </p:nvSpPr>
        <p:spPr/>
        <p:txBody>
          <a:bodyPr/>
          <a:lstStyle/>
          <a:p>
            <a:r>
              <a:rPr lang="en-US" altLang="es-ES"/>
              <a:t>Chapter 9  Part 2   </a:t>
            </a:r>
            <a:fld id="{EC4BC123-3D77-4437-88FA-2A81883BBDAA}" type="slidenum">
              <a:rPr lang="en-US" altLang="es-ES"/>
              <a:pPr/>
              <a:t>29</a:t>
            </a:fld>
            <a:endParaRPr lang="en-US" altLang="es-ES"/>
          </a:p>
        </p:txBody>
      </p:sp>
      <p:sp>
        <p:nvSpPr>
          <p:cNvPr id="873474" name="Rectangle 2">
            <a:extLst>
              <a:ext uri="{FF2B5EF4-FFF2-40B4-BE49-F238E27FC236}">
                <a16:creationId xmlns:a16="http://schemas.microsoft.com/office/drawing/2014/main" id="{1F340C44-2B08-68F2-AAF2-70DAE9036E9C}"/>
              </a:ext>
            </a:extLst>
          </p:cNvPr>
          <p:cNvSpPr>
            <a:spLocks noGrp="1" noChangeArrowheads="1"/>
          </p:cNvSpPr>
          <p:nvPr>
            <p:ph type="title"/>
          </p:nvPr>
        </p:nvSpPr>
        <p:spPr/>
        <p:txBody>
          <a:bodyPr/>
          <a:lstStyle/>
          <a:p>
            <a:r>
              <a:rPr lang="en-US" altLang="es-ES"/>
              <a:t>Decoding for </a:t>
            </a:r>
            <a:r>
              <a:rPr lang="en-US" altLang="es-ES">
                <a:solidFill>
                  <a:schemeClr val="accent2"/>
                </a:solidFill>
              </a:rPr>
              <a:t>BRZ</a:t>
            </a:r>
          </a:p>
        </p:txBody>
      </p:sp>
      <p:grpSp>
        <p:nvGrpSpPr>
          <p:cNvPr id="873589" name="Group 117">
            <a:extLst>
              <a:ext uri="{FF2B5EF4-FFF2-40B4-BE49-F238E27FC236}">
                <a16:creationId xmlns:a16="http://schemas.microsoft.com/office/drawing/2014/main" id="{BEF12AAB-9342-73F6-053A-A59D74DB5878}"/>
              </a:ext>
            </a:extLst>
          </p:cNvPr>
          <p:cNvGrpSpPr>
            <a:grpSpLocks/>
          </p:cNvGrpSpPr>
          <p:nvPr/>
        </p:nvGrpSpPr>
        <p:grpSpPr bwMode="auto">
          <a:xfrm>
            <a:off x="2144713" y="1425575"/>
            <a:ext cx="4973637" cy="4910138"/>
            <a:chOff x="1351" y="898"/>
            <a:chExt cx="3133" cy="3093"/>
          </a:xfrm>
        </p:grpSpPr>
        <p:grpSp>
          <p:nvGrpSpPr>
            <p:cNvPr id="873475" name="Group 3">
              <a:extLst>
                <a:ext uri="{FF2B5EF4-FFF2-40B4-BE49-F238E27FC236}">
                  <a16:creationId xmlns:a16="http://schemas.microsoft.com/office/drawing/2014/main" id="{A531EF63-E369-DD1C-C170-4E797D0B7925}"/>
                </a:ext>
              </a:extLst>
            </p:cNvPr>
            <p:cNvGrpSpPr>
              <a:grpSpLocks/>
            </p:cNvGrpSpPr>
            <p:nvPr/>
          </p:nvGrpSpPr>
          <p:grpSpPr bwMode="auto">
            <a:xfrm>
              <a:off x="1351" y="898"/>
              <a:ext cx="3133" cy="3093"/>
              <a:chOff x="1767" y="1202"/>
              <a:chExt cx="3133" cy="3093"/>
            </a:xfrm>
          </p:grpSpPr>
          <p:sp>
            <p:nvSpPr>
              <p:cNvPr id="873476" name="Line 4">
                <a:extLst>
                  <a:ext uri="{FF2B5EF4-FFF2-40B4-BE49-F238E27FC236}">
                    <a16:creationId xmlns:a16="http://schemas.microsoft.com/office/drawing/2014/main" id="{1F80C932-E1CB-D4D0-774E-0708023FF967}"/>
                  </a:ext>
                </a:extLst>
              </p:cNvPr>
              <p:cNvSpPr>
                <a:spLocks noChangeShapeType="1"/>
              </p:cNvSpPr>
              <p:nvPr/>
            </p:nvSpPr>
            <p:spPr bwMode="auto">
              <a:xfrm>
                <a:off x="3141" y="1316"/>
                <a:ext cx="1" cy="343"/>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77" name="Line 5">
                <a:extLst>
                  <a:ext uri="{FF2B5EF4-FFF2-40B4-BE49-F238E27FC236}">
                    <a16:creationId xmlns:a16="http://schemas.microsoft.com/office/drawing/2014/main" id="{40174766-FAB1-E5C7-254E-831B4273BB91}"/>
                  </a:ext>
                </a:extLst>
              </p:cNvPr>
              <p:cNvSpPr>
                <a:spLocks noChangeShapeType="1"/>
              </p:cNvSpPr>
              <p:nvPr/>
            </p:nvSpPr>
            <p:spPr bwMode="auto">
              <a:xfrm>
                <a:off x="3585" y="1316"/>
                <a:ext cx="1" cy="343"/>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78" name="Line 6">
                <a:extLst>
                  <a:ext uri="{FF2B5EF4-FFF2-40B4-BE49-F238E27FC236}">
                    <a16:creationId xmlns:a16="http://schemas.microsoft.com/office/drawing/2014/main" id="{41F5ED83-B506-A945-F699-A90B76DE65E4}"/>
                  </a:ext>
                </a:extLst>
              </p:cNvPr>
              <p:cNvSpPr>
                <a:spLocks noChangeShapeType="1"/>
              </p:cNvSpPr>
              <p:nvPr/>
            </p:nvSpPr>
            <p:spPr bwMode="auto">
              <a:xfrm>
                <a:off x="4028" y="1316"/>
                <a:ext cx="1" cy="343"/>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79" name="Freeform 7">
                <a:extLst>
                  <a:ext uri="{FF2B5EF4-FFF2-40B4-BE49-F238E27FC236}">
                    <a16:creationId xmlns:a16="http://schemas.microsoft.com/office/drawing/2014/main" id="{4DB4A059-2B93-86E5-5295-98BAC022A22A}"/>
                  </a:ext>
                </a:extLst>
              </p:cNvPr>
              <p:cNvSpPr>
                <a:spLocks/>
              </p:cNvSpPr>
              <p:nvPr/>
            </p:nvSpPr>
            <p:spPr bwMode="auto">
              <a:xfrm>
                <a:off x="2750" y="1659"/>
                <a:ext cx="1498" cy="2022"/>
              </a:xfrm>
              <a:custGeom>
                <a:avLst/>
                <a:gdLst>
                  <a:gd name="T0" fmla="*/ 1483 w 1483"/>
                  <a:gd name="T1" fmla="*/ 0 h 1969"/>
                  <a:gd name="T2" fmla="*/ 1483 w 1483"/>
                  <a:gd name="T3" fmla="*/ 366 h 1969"/>
                  <a:gd name="T4" fmla="*/ 0 w 1483"/>
                  <a:gd name="T5" fmla="*/ 366 h 1969"/>
                  <a:gd name="T6" fmla="*/ 0 w 1483"/>
                  <a:gd name="T7" fmla="*/ 1969 h 1969"/>
                </a:gdLst>
                <a:ahLst/>
                <a:cxnLst>
                  <a:cxn ang="0">
                    <a:pos x="T0" y="T1"/>
                  </a:cxn>
                  <a:cxn ang="0">
                    <a:pos x="T2" y="T3"/>
                  </a:cxn>
                  <a:cxn ang="0">
                    <a:pos x="T4" y="T5"/>
                  </a:cxn>
                  <a:cxn ang="0">
                    <a:pos x="T6" y="T7"/>
                  </a:cxn>
                </a:cxnLst>
                <a:rect l="0" t="0" r="r" b="b"/>
                <a:pathLst>
                  <a:path w="1483" h="1969">
                    <a:moveTo>
                      <a:pt x="1483" y="0"/>
                    </a:moveTo>
                    <a:lnTo>
                      <a:pt x="1483" y="366"/>
                    </a:lnTo>
                    <a:lnTo>
                      <a:pt x="0" y="366"/>
                    </a:lnTo>
                    <a:lnTo>
                      <a:pt x="0" y="196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480" name="Freeform 8">
                <a:extLst>
                  <a:ext uri="{FF2B5EF4-FFF2-40B4-BE49-F238E27FC236}">
                    <a16:creationId xmlns:a16="http://schemas.microsoft.com/office/drawing/2014/main" id="{63653975-A47A-827A-91DF-23038CD4AD8E}"/>
                  </a:ext>
                </a:extLst>
              </p:cNvPr>
              <p:cNvSpPr>
                <a:spLocks/>
              </p:cNvSpPr>
              <p:nvPr/>
            </p:nvSpPr>
            <p:spPr bwMode="auto">
              <a:xfrm>
                <a:off x="2369" y="1659"/>
                <a:ext cx="1435" cy="2022"/>
              </a:xfrm>
              <a:custGeom>
                <a:avLst/>
                <a:gdLst>
                  <a:gd name="T0" fmla="*/ 1420 w 1420"/>
                  <a:gd name="T1" fmla="*/ 0 h 1969"/>
                  <a:gd name="T2" fmla="*/ 1420 w 1420"/>
                  <a:gd name="T3" fmla="*/ 274 h 1969"/>
                  <a:gd name="T4" fmla="*/ 0 w 1420"/>
                  <a:gd name="T5" fmla="*/ 272 h 1969"/>
                  <a:gd name="T6" fmla="*/ 0 w 1420"/>
                  <a:gd name="T7" fmla="*/ 1969 h 1969"/>
                </a:gdLst>
                <a:ahLst/>
                <a:cxnLst>
                  <a:cxn ang="0">
                    <a:pos x="T0" y="T1"/>
                  </a:cxn>
                  <a:cxn ang="0">
                    <a:pos x="T2" y="T3"/>
                  </a:cxn>
                  <a:cxn ang="0">
                    <a:pos x="T4" y="T5"/>
                  </a:cxn>
                  <a:cxn ang="0">
                    <a:pos x="T6" y="T7"/>
                  </a:cxn>
                </a:cxnLst>
                <a:rect l="0" t="0" r="r" b="b"/>
                <a:pathLst>
                  <a:path w="1420" h="1969">
                    <a:moveTo>
                      <a:pt x="1420" y="0"/>
                    </a:moveTo>
                    <a:lnTo>
                      <a:pt x="1420" y="274"/>
                    </a:lnTo>
                    <a:lnTo>
                      <a:pt x="0" y="272"/>
                    </a:lnTo>
                    <a:lnTo>
                      <a:pt x="0" y="196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481" name="Freeform 9">
                <a:extLst>
                  <a:ext uri="{FF2B5EF4-FFF2-40B4-BE49-F238E27FC236}">
                    <a16:creationId xmlns:a16="http://schemas.microsoft.com/office/drawing/2014/main" id="{E1AEEC61-CC97-AB5A-6DB0-B9D5FF1C8FFB}"/>
                  </a:ext>
                </a:extLst>
              </p:cNvPr>
              <p:cNvSpPr>
                <a:spLocks/>
              </p:cNvSpPr>
              <p:nvPr/>
            </p:nvSpPr>
            <p:spPr bwMode="auto">
              <a:xfrm>
                <a:off x="1956" y="1659"/>
                <a:ext cx="1405" cy="2022"/>
              </a:xfrm>
              <a:custGeom>
                <a:avLst/>
                <a:gdLst>
                  <a:gd name="T0" fmla="*/ 1391 w 1391"/>
                  <a:gd name="T1" fmla="*/ 0 h 1969"/>
                  <a:gd name="T2" fmla="*/ 1391 w 1391"/>
                  <a:gd name="T3" fmla="*/ 172 h 1969"/>
                  <a:gd name="T4" fmla="*/ 0 w 1391"/>
                  <a:gd name="T5" fmla="*/ 172 h 1969"/>
                  <a:gd name="T6" fmla="*/ 0 w 1391"/>
                  <a:gd name="T7" fmla="*/ 1969 h 1969"/>
                </a:gdLst>
                <a:ahLst/>
                <a:cxnLst>
                  <a:cxn ang="0">
                    <a:pos x="T0" y="T1"/>
                  </a:cxn>
                  <a:cxn ang="0">
                    <a:pos x="T2" y="T3"/>
                  </a:cxn>
                  <a:cxn ang="0">
                    <a:pos x="T4" y="T5"/>
                  </a:cxn>
                  <a:cxn ang="0">
                    <a:pos x="T6" y="T7"/>
                  </a:cxn>
                </a:cxnLst>
                <a:rect l="0" t="0" r="r" b="b"/>
                <a:pathLst>
                  <a:path w="1391" h="1969">
                    <a:moveTo>
                      <a:pt x="1391" y="0"/>
                    </a:moveTo>
                    <a:lnTo>
                      <a:pt x="1391" y="172"/>
                    </a:lnTo>
                    <a:lnTo>
                      <a:pt x="0" y="172"/>
                    </a:lnTo>
                    <a:lnTo>
                      <a:pt x="0" y="1969"/>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482" name="Line 10">
                <a:extLst>
                  <a:ext uri="{FF2B5EF4-FFF2-40B4-BE49-F238E27FC236}">
                    <a16:creationId xmlns:a16="http://schemas.microsoft.com/office/drawing/2014/main" id="{EBE17A16-1A46-F374-ADE3-589D87FAA1BC}"/>
                  </a:ext>
                </a:extLst>
              </p:cNvPr>
              <p:cNvSpPr>
                <a:spLocks noChangeShapeType="1"/>
              </p:cNvSpPr>
              <p:nvPr/>
            </p:nvSpPr>
            <p:spPr bwMode="auto">
              <a:xfrm>
                <a:off x="2144"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83" name="Line 11">
                <a:extLst>
                  <a:ext uri="{FF2B5EF4-FFF2-40B4-BE49-F238E27FC236}">
                    <a16:creationId xmlns:a16="http://schemas.microsoft.com/office/drawing/2014/main" id="{5B811DF9-6ED6-7F92-ADF1-C6734C9158CB}"/>
                  </a:ext>
                </a:extLst>
              </p:cNvPr>
              <p:cNvSpPr>
                <a:spLocks noChangeShapeType="1"/>
              </p:cNvSpPr>
              <p:nvPr/>
            </p:nvSpPr>
            <p:spPr bwMode="auto">
              <a:xfrm>
                <a:off x="2540"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84" name="Line 12">
                <a:extLst>
                  <a:ext uri="{FF2B5EF4-FFF2-40B4-BE49-F238E27FC236}">
                    <a16:creationId xmlns:a16="http://schemas.microsoft.com/office/drawing/2014/main" id="{A0A7D79A-E34B-F770-343E-B7C01238A65C}"/>
                  </a:ext>
                </a:extLst>
              </p:cNvPr>
              <p:cNvSpPr>
                <a:spLocks noChangeShapeType="1"/>
              </p:cNvSpPr>
              <p:nvPr/>
            </p:nvSpPr>
            <p:spPr bwMode="auto">
              <a:xfrm>
                <a:off x="2936"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85" name="Line 13">
                <a:extLst>
                  <a:ext uri="{FF2B5EF4-FFF2-40B4-BE49-F238E27FC236}">
                    <a16:creationId xmlns:a16="http://schemas.microsoft.com/office/drawing/2014/main" id="{793C27CD-9846-3F99-2298-36CE2F574ED4}"/>
                  </a:ext>
                </a:extLst>
              </p:cNvPr>
              <p:cNvSpPr>
                <a:spLocks noChangeShapeType="1"/>
              </p:cNvSpPr>
              <p:nvPr/>
            </p:nvSpPr>
            <p:spPr bwMode="auto">
              <a:xfrm>
                <a:off x="3127"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86" name="Line 14">
                <a:extLst>
                  <a:ext uri="{FF2B5EF4-FFF2-40B4-BE49-F238E27FC236}">
                    <a16:creationId xmlns:a16="http://schemas.microsoft.com/office/drawing/2014/main" id="{2889E6AB-CB86-B37C-036B-4DF7801A9DAC}"/>
                  </a:ext>
                </a:extLst>
              </p:cNvPr>
              <p:cNvSpPr>
                <a:spLocks noChangeShapeType="1"/>
              </p:cNvSpPr>
              <p:nvPr/>
            </p:nvSpPr>
            <p:spPr bwMode="auto">
              <a:xfrm>
                <a:off x="3584"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87" name="Line 15">
                <a:extLst>
                  <a:ext uri="{FF2B5EF4-FFF2-40B4-BE49-F238E27FC236}">
                    <a16:creationId xmlns:a16="http://schemas.microsoft.com/office/drawing/2014/main" id="{2CAE7A27-8C62-382E-0045-3594A3DCF709}"/>
                  </a:ext>
                </a:extLst>
              </p:cNvPr>
              <p:cNvSpPr>
                <a:spLocks noChangeShapeType="1"/>
              </p:cNvSpPr>
              <p:nvPr/>
            </p:nvSpPr>
            <p:spPr bwMode="auto">
              <a:xfrm>
                <a:off x="3804"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88" name="Line 16">
                <a:extLst>
                  <a:ext uri="{FF2B5EF4-FFF2-40B4-BE49-F238E27FC236}">
                    <a16:creationId xmlns:a16="http://schemas.microsoft.com/office/drawing/2014/main" id="{2BD593BE-7046-00B3-03A5-354A58ABB7F5}"/>
                  </a:ext>
                </a:extLst>
              </p:cNvPr>
              <p:cNvSpPr>
                <a:spLocks noChangeShapeType="1"/>
              </p:cNvSpPr>
              <p:nvPr/>
            </p:nvSpPr>
            <p:spPr bwMode="auto">
              <a:xfrm>
                <a:off x="4023"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89" name="Line 17">
                <a:extLst>
                  <a:ext uri="{FF2B5EF4-FFF2-40B4-BE49-F238E27FC236}">
                    <a16:creationId xmlns:a16="http://schemas.microsoft.com/office/drawing/2014/main" id="{06D547FD-0706-A5B8-BCF9-DC3ECDC4C365}"/>
                  </a:ext>
                </a:extLst>
              </p:cNvPr>
              <p:cNvSpPr>
                <a:spLocks noChangeShapeType="1"/>
              </p:cNvSpPr>
              <p:nvPr/>
            </p:nvSpPr>
            <p:spPr bwMode="auto">
              <a:xfrm>
                <a:off x="4242"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90" name="Line 18">
                <a:extLst>
                  <a:ext uri="{FF2B5EF4-FFF2-40B4-BE49-F238E27FC236}">
                    <a16:creationId xmlns:a16="http://schemas.microsoft.com/office/drawing/2014/main" id="{87BD1121-BE42-0867-EE6E-11F8B6961741}"/>
                  </a:ext>
                </a:extLst>
              </p:cNvPr>
              <p:cNvSpPr>
                <a:spLocks noChangeShapeType="1"/>
              </p:cNvSpPr>
              <p:nvPr/>
            </p:nvSpPr>
            <p:spPr bwMode="auto">
              <a:xfrm>
                <a:off x="4463"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91" name="Line 19">
                <a:extLst>
                  <a:ext uri="{FF2B5EF4-FFF2-40B4-BE49-F238E27FC236}">
                    <a16:creationId xmlns:a16="http://schemas.microsoft.com/office/drawing/2014/main" id="{309B93F9-3BB4-C525-CAE8-4E351AFCB8C6}"/>
                  </a:ext>
                </a:extLst>
              </p:cNvPr>
              <p:cNvSpPr>
                <a:spLocks noChangeShapeType="1"/>
              </p:cNvSpPr>
              <p:nvPr/>
            </p:nvSpPr>
            <p:spPr bwMode="auto">
              <a:xfrm>
                <a:off x="4682" y="3681"/>
                <a:ext cx="1" cy="460"/>
              </a:xfrm>
              <a:prstGeom prst="line">
                <a:avLst/>
              </a:prstGeom>
              <a:noFill/>
              <a:ln w="15875">
                <a:solidFill>
                  <a:srgbClr val="00A0C6"/>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92" name="Freeform 20">
                <a:extLst>
                  <a:ext uri="{FF2B5EF4-FFF2-40B4-BE49-F238E27FC236}">
                    <a16:creationId xmlns:a16="http://schemas.microsoft.com/office/drawing/2014/main" id="{1A00627F-6A92-B0D1-2EBF-E00A47E1B689}"/>
                  </a:ext>
                </a:extLst>
              </p:cNvPr>
              <p:cNvSpPr>
                <a:spLocks/>
              </p:cNvSpPr>
              <p:nvPr/>
            </p:nvSpPr>
            <p:spPr bwMode="auto">
              <a:xfrm>
                <a:off x="2430" y="1659"/>
                <a:ext cx="2141" cy="2022"/>
              </a:xfrm>
              <a:custGeom>
                <a:avLst/>
                <a:gdLst>
                  <a:gd name="T0" fmla="*/ 0 w 2119"/>
                  <a:gd name="T1" fmla="*/ 0 h 1969"/>
                  <a:gd name="T2" fmla="*/ 0 w 2119"/>
                  <a:gd name="T3" fmla="*/ 746 h 1969"/>
                  <a:gd name="T4" fmla="*/ 2119 w 2119"/>
                  <a:gd name="T5" fmla="*/ 746 h 1969"/>
                  <a:gd name="T6" fmla="*/ 2119 w 2119"/>
                  <a:gd name="T7" fmla="*/ 1969 h 1969"/>
                </a:gdLst>
                <a:ahLst/>
                <a:cxnLst>
                  <a:cxn ang="0">
                    <a:pos x="T0" y="T1"/>
                  </a:cxn>
                  <a:cxn ang="0">
                    <a:pos x="T2" y="T3"/>
                  </a:cxn>
                  <a:cxn ang="0">
                    <a:pos x="T4" y="T5"/>
                  </a:cxn>
                  <a:cxn ang="0">
                    <a:pos x="T6" y="T7"/>
                  </a:cxn>
                </a:cxnLst>
                <a:rect l="0" t="0" r="r" b="b"/>
                <a:pathLst>
                  <a:path w="2119" h="1969">
                    <a:moveTo>
                      <a:pt x="0" y="0"/>
                    </a:moveTo>
                    <a:lnTo>
                      <a:pt x="0" y="746"/>
                    </a:lnTo>
                    <a:lnTo>
                      <a:pt x="2119" y="746"/>
                    </a:lnTo>
                    <a:lnTo>
                      <a:pt x="2119"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493" name="Freeform 21">
                <a:extLst>
                  <a:ext uri="{FF2B5EF4-FFF2-40B4-BE49-F238E27FC236}">
                    <a16:creationId xmlns:a16="http://schemas.microsoft.com/office/drawing/2014/main" id="{0F63422B-D4ED-53AB-DDFF-E2AA92658588}"/>
                  </a:ext>
                </a:extLst>
              </p:cNvPr>
              <p:cNvSpPr>
                <a:spLocks/>
              </p:cNvSpPr>
              <p:nvPr/>
            </p:nvSpPr>
            <p:spPr bwMode="auto">
              <a:xfrm>
                <a:off x="2578" y="1659"/>
                <a:ext cx="633" cy="2022"/>
              </a:xfrm>
              <a:custGeom>
                <a:avLst/>
                <a:gdLst>
                  <a:gd name="T0" fmla="*/ 0 w 626"/>
                  <a:gd name="T1" fmla="*/ 0 h 1969"/>
                  <a:gd name="T2" fmla="*/ 0 w 626"/>
                  <a:gd name="T3" fmla="*/ 653 h 1969"/>
                  <a:gd name="T4" fmla="*/ 626 w 626"/>
                  <a:gd name="T5" fmla="*/ 653 h 1969"/>
                  <a:gd name="T6" fmla="*/ 626 w 626"/>
                  <a:gd name="T7" fmla="*/ 1969 h 1969"/>
                </a:gdLst>
                <a:ahLst/>
                <a:cxnLst>
                  <a:cxn ang="0">
                    <a:pos x="T0" y="T1"/>
                  </a:cxn>
                  <a:cxn ang="0">
                    <a:pos x="T2" y="T3"/>
                  </a:cxn>
                  <a:cxn ang="0">
                    <a:pos x="T4" y="T5"/>
                  </a:cxn>
                  <a:cxn ang="0">
                    <a:pos x="T6" y="T7"/>
                  </a:cxn>
                </a:cxnLst>
                <a:rect l="0" t="0" r="r" b="b"/>
                <a:pathLst>
                  <a:path w="626" h="1969">
                    <a:moveTo>
                      <a:pt x="0" y="0"/>
                    </a:moveTo>
                    <a:lnTo>
                      <a:pt x="0" y="653"/>
                    </a:lnTo>
                    <a:lnTo>
                      <a:pt x="626" y="653"/>
                    </a:lnTo>
                    <a:lnTo>
                      <a:pt x="626"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494" name="Freeform 22">
                <a:extLst>
                  <a:ext uri="{FF2B5EF4-FFF2-40B4-BE49-F238E27FC236}">
                    <a16:creationId xmlns:a16="http://schemas.microsoft.com/office/drawing/2014/main" id="{148092F2-622D-7611-BF25-CDD0C4B1F896}"/>
                  </a:ext>
                </a:extLst>
              </p:cNvPr>
              <p:cNvSpPr>
                <a:spLocks/>
              </p:cNvSpPr>
              <p:nvPr/>
            </p:nvSpPr>
            <p:spPr bwMode="auto">
              <a:xfrm>
                <a:off x="2740" y="1659"/>
                <a:ext cx="557" cy="2022"/>
              </a:xfrm>
              <a:custGeom>
                <a:avLst/>
                <a:gdLst>
                  <a:gd name="T0" fmla="*/ 0 w 551"/>
                  <a:gd name="T1" fmla="*/ 0 h 1969"/>
                  <a:gd name="T2" fmla="*/ 0 w 551"/>
                  <a:gd name="T3" fmla="*/ 91 h 1969"/>
                  <a:gd name="T4" fmla="*/ 71 w 551"/>
                  <a:gd name="T5" fmla="*/ 91 h 1969"/>
                  <a:gd name="T6" fmla="*/ 71 w 551"/>
                  <a:gd name="T7" fmla="*/ 566 h 1969"/>
                  <a:gd name="T8" fmla="*/ 551 w 551"/>
                  <a:gd name="T9" fmla="*/ 566 h 1969"/>
                  <a:gd name="T10" fmla="*/ 551 w 551"/>
                  <a:gd name="T11" fmla="*/ 1969 h 1969"/>
                </a:gdLst>
                <a:ahLst/>
                <a:cxnLst>
                  <a:cxn ang="0">
                    <a:pos x="T0" y="T1"/>
                  </a:cxn>
                  <a:cxn ang="0">
                    <a:pos x="T2" y="T3"/>
                  </a:cxn>
                  <a:cxn ang="0">
                    <a:pos x="T4" y="T5"/>
                  </a:cxn>
                  <a:cxn ang="0">
                    <a:pos x="T6" y="T7"/>
                  </a:cxn>
                  <a:cxn ang="0">
                    <a:pos x="T8" y="T9"/>
                  </a:cxn>
                  <a:cxn ang="0">
                    <a:pos x="T10" y="T11"/>
                  </a:cxn>
                </a:cxnLst>
                <a:rect l="0" t="0" r="r" b="b"/>
                <a:pathLst>
                  <a:path w="551" h="1969">
                    <a:moveTo>
                      <a:pt x="0" y="0"/>
                    </a:moveTo>
                    <a:lnTo>
                      <a:pt x="0" y="91"/>
                    </a:lnTo>
                    <a:lnTo>
                      <a:pt x="71" y="91"/>
                    </a:lnTo>
                    <a:lnTo>
                      <a:pt x="71" y="566"/>
                    </a:lnTo>
                    <a:lnTo>
                      <a:pt x="551" y="566"/>
                    </a:lnTo>
                    <a:lnTo>
                      <a:pt x="551"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495" name="Freeform 23">
                <a:extLst>
                  <a:ext uri="{FF2B5EF4-FFF2-40B4-BE49-F238E27FC236}">
                    <a16:creationId xmlns:a16="http://schemas.microsoft.com/office/drawing/2014/main" id="{11F1DA46-847A-AAB3-0139-B00F2429AE85}"/>
                  </a:ext>
                </a:extLst>
              </p:cNvPr>
              <p:cNvSpPr>
                <a:spLocks/>
              </p:cNvSpPr>
              <p:nvPr/>
            </p:nvSpPr>
            <p:spPr bwMode="auto">
              <a:xfrm>
                <a:off x="2921" y="1659"/>
                <a:ext cx="456" cy="2022"/>
              </a:xfrm>
              <a:custGeom>
                <a:avLst/>
                <a:gdLst>
                  <a:gd name="T0" fmla="*/ 0 w 452"/>
                  <a:gd name="T1" fmla="*/ 0 h 1969"/>
                  <a:gd name="T2" fmla="*/ 0 w 452"/>
                  <a:gd name="T3" fmla="*/ 493 h 1969"/>
                  <a:gd name="T4" fmla="*/ 452 w 452"/>
                  <a:gd name="T5" fmla="*/ 493 h 1969"/>
                  <a:gd name="T6" fmla="*/ 452 w 452"/>
                  <a:gd name="T7" fmla="*/ 1969 h 1969"/>
                </a:gdLst>
                <a:ahLst/>
                <a:cxnLst>
                  <a:cxn ang="0">
                    <a:pos x="T0" y="T1"/>
                  </a:cxn>
                  <a:cxn ang="0">
                    <a:pos x="T2" y="T3"/>
                  </a:cxn>
                  <a:cxn ang="0">
                    <a:pos x="T4" y="T5"/>
                  </a:cxn>
                  <a:cxn ang="0">
                    <a:pos x="T6" y="T7"/>
                  </a:cxn>
                </a:cxnLst>
                <a:rect l="0" t="0" r="r" b="b"/>
                <a:pathLst>
                  <a:path w="452" h="1969">
                    <a:moveTo>
                      <a:pt x="0" y="0"/>
                    </a:moveTo>
                    <a:lnTo>
                      <a:pt x="0" y="493"/>
                    </a:lnTo>
                    <a:lnTo>
                      <a:pt x="452" y="493"/>
                    </a:lnTo>
                    <a:lnTo>
                      <a:pt x="452" y="1969"/>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496" name="Freeform 24">
                <a:extLst>
                  <a:ext uri="{FF2B5EF4-FFF2-40B4-BE49-F238E27FC236}">
                    <a16:creationId xmlns:a16="http://schemas.microsoft.com/office/drawing/2014/main" id="{E71B8443-6223-AACC-924D-74AB32E6AECE}"/>
                  </a:ext>
                </a:extLst>
              </p:cNvPr>
              <p:cNvSpPr>
                <a:spLocks/>
              </p:cNvSpPr>
              <p:nvPr/>
            </p:nvSpPr>
            <p:spPr bwMode="auto">
              <a:xfrm>
                <a:off x="3046" y="1659"/>
                <a:ext cx="1746" cy="2018"/>
              </a:xfrm>
              <a:custGeom>
                <a:avLst/>
                <a:gdLst>
                  <a:gd name="T0" fmla="*/ 0 w 1728"/>
                  <a:gd name="T1" fmla="*/ 0 h 1966"/>
                  <a:gd name="T2" fmla="*/ 0 w 1728"/>
                  <a:gd name="T3" fmla="*/ 418 h 1966"/>
                  <a:gd name="T4" fmla="*/ 1728 w 1728"/>
                  <a:gd name="T5" fmla="*/ 418 h 1966"/>
                  <a:gd name="T6" fmla="*/ 1728 w 1728"/>
                  <a:gd name="T7" fmla="*/ 1966 h 1966"/>
                </a:gdLst>
                <a:ahLst/>
                <a:cxnLst>
                  <a:cxn ang="0">
                    <a:pos x="T0" y="T1"/>
                  </a:cxn>
                  <a:cxn ang="0">
                    <a:pos x="T2" y="T3"/>
                  </a:cxn>
                  <a:cxn ang="0">
                    <a:pos x="T4" y="T5"/>
                  </a:cxn>
                  <a:cxn ang="0">
                    <a:pos x="T6" y="T7"/>
                  </a:cxn>
                </a:cxnLst>
                <a:rect l="0" t="0" r="r" b="b"/>
                <a:pathLst>
                  <a:path w="1728" h="1966">
                    <a:moveTo>
                      <a:pt x="0" y="0"/>
                    </a:moveTo>
                    <a:lnTo>
                      <a:pt x="0" y="418"/>
                    </a:lnTo>
                    <a:lnTo>
                      <a:pt x="1728" y="418"/>
                    </a:lnTo>
                    <a:lnTo>
                      <a:pt x="1728" y="1966"/>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497" name="Line 25">
                <a:extLst>
                  <a:ext uri="{FF2B5EF4-FFF2-40B4-BE49-F238E27FC236}">
                    <a16:creationId xmlns:a16="http://schemas.microsoft.com/office/drawing/2014/main" id="{D0FCFCD1-F9FF-A3A9-E3E1-CB670147D52E}"/>
                  </a:ext>
                </a:extLst>
              </p:cNvPr>
              <p:cNvSpPr>
                <a:spLocks noChangeShapeType="1"/>
              </p:cNvSpPr>
              <p:nvPr/>
            </p:nvSpPr>
            <p:spPr bwMode="auto">
              <a:xfrm>
                <a:off x="3445" y="2088"/>
                <a:ext cx="1" cy="11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498" name="Freeform 26">
                <a:extLst>
                  <a:ext uri="{FF2B5EF4-FFF2-40B4-BE49-F238E27FC236}">
                    <a16:creationId xmlns:a16="http://schemas.microsoft.com/office/drawing/2014/main" id="{56BF187A-841A-495D-E4D9-CD844CBFB2B0}"/>
                  </a:ext>
                </a:extLst>
              </p:cNvPr>
              <p:cNvSpPr>
                <a:spLocks/>
              </p:cNvSpPr>
              <p:nvPr/>
            </p:nvSpPr>
            <p:spPr bwMode="auto">
              <a:xfrm>
                <a:off x="3560" y="2343"/>
                <a:ext cx="1123" cy="1338"/>
              </a:xfrm>
              <a:custGeom>
                <a:avLst/>
                <a:gdLst>
                  <a:gd name="T0" fmla="*/ 0 w 1111"/>
                  <a:gd name="T1" fmla="*/ 848 h 1303"/>
                  <a:gd name="T2" fmla="*/ 0 w 1111"/>
                  <a:gd name="T3" fmla="*/ 0 h 1303"/>
                  <a:gd name="T4" fmla="*/ 1111 w 1111"/>
                  <a:gd name="T5" fmla="*/ 0 h 1303"/>
                  <a:gd name="T6" fmla="*/ 1111 w 1111"/>
                  <a:gd name="T7" fmla="*/ 1149 h 1303"/>
                  <a:gd name="T8" fmla="*/ 784 w 1111"/>
                  <a:gd name="T9" fmla="*/ 1149 h 1303"/>
                  <a:gd name="T10" fmla="*/ 784 w 1111"/>
                  <a:gd name="T11" fmla="*/ 1303 h 1303"/>
                </a:gdLst>
                <a:ahLst/>
                <a:cxnLst>
                  <a:cxn ang="0">
                    <a:pos x="T0" y="T1"/>
                  </a:cxn>
                  <a:cxn ang="0">
                    <a:pos x="T2" y="T3"/>
                  </a:cxn>
                  <a:cxn ang="0">
                    <a:pos x="T4" y="T5"/>
                  </a:cxn>
                  <a:cxn ang="0">
                    <a:pos x="T6" y="T7"/>
                  </a:cxn>
                  <a:cxn ang="0">
                    <a:pos x="T8" y="T9"/>
                  </a:cxn>
                  <a:cxn ang="0">
                    <a:pos x="T10" y="T11"/>
                  </a:cxn>
                </a:cxnLst>
                <a:rect l="0" t="0" r="r" b="b"/>
                <a:pathLst>
                  <a:path w="1111" h="1303">
                    <a:moveTo>
                      <a:pt x="0" y="848"/>
                    </a:moveTo>
                    <a:lnTo>
                      <a:pt x="0" y="0"/>
                    </a:lnTo>
                    <a:lnTo>
                      <a:pt x="1111" y="0"/>
                    </a:lnTo>
                    <a:lnTo>
                      <a:pt x="1111" y="1149"/>
                    </a:lnTo>
                    <a:lnTo>
                      <a:pt x="784" y="1149"/>
                    </a:lnTo>
                    <a:lnTo>
                      <a:pt x="784" y="1303"/>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499" name="Line 27">
                <a:extLst>
                  <a:ext uri="{FF2B5EF4-FFF2-40B4-BE49-F238E27FC236}">
                    <a16:creationId xmlns:a16="http://schemas.microsoft.com/office/drawing/2014/main" id="{8B8F90AF-4BDE-AEF7-DA8E-26567F4DAA41}"/>
                  </a:ext>
                </a:extLst>
              </p:cNvPr>
              <p:cNvSpPr>
                <a:spLocks noChangeShapeType="1"/>
              </p:cNvSpPr>
              <p:nvPr/>
            </p:nvSpPr>
            <p:spPr bwMode="auto">
              <a:xfrm flipV="1">
                <a:off x="4133" y="3428"/>
                <a:ext cx="1" cy="253"/>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500" name="Line 28">
                <a:extLst>
                  <a:ext uri="{FF2B5EF4-FFF2-40B4-BE49-F238E27FC236}">
                    <a16:creationId xmlns:a16="http://schemas.microsoft.com/office/drawing/2014/main" id="{354820A3-F93C-6649-850A-F936513F3E00}"/>
                  </a:ext>
                </a:extLst>
              </p:cNvPr>
              <p:cNvSpPr>
                <a:spLocks noChangeShapeType="1"/>
              </p:cNvSpPr>
              <p:nvPr/>
            </p:nvSpPr>
            <p:spPr bwMode="auto">
              <a:xfrm flipV="1">
                <a:off x="3501" y="3428"/>
                <a:ext cx="1" cy="253"/>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501" name="Line 29">
                <a:extLst>
                  <a:ext uri="{FF2B5EF4-FFF2-40B4-BE49-F238E27FC236}">
                    <a16:creationId xmlns:a16="http://schemas.microsoft.com/office/drawing/2014/main" id="{92DBD61E-F43D-C9ED-C874-92E868E12D41}"/>
                  </a:ext>
                </a:extLst>
              </p:cNvPr>
              <p:cNvSpPr>
                <a:spLocks noChangeShapeType="1"/>
              </p:cNvSpPr>
              <p:nvPr/>
            </p:nvSpPr>
            <p:spPr bwMode="auto">
              <a:xfrm>
                <a:off x="3913" y="2510"/>
                <a:ext cx="1" cy="1171"/>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502" name="Line 30">
                <a:extLst>
                  <a:ext uri="{FF2B5EF4-FFF2-40B4-BE49-F238E27FC236}">
                    <a16:creationId xmlns:a16="http://schemas.microsoft.com/office/drawing/2014/main" id="{D3F5C1F7-13FA-486D-9A52-07332AB9A257}"/>
                  </a:ext>
                </a:extLst>
              </p:cNvPr>
              <p:cNvSpPr>
                <a:spLocks noChangeShapeType="1"/>
              </p:cNvSpPr>
              <p:nvPr/>
            </p:nvSpPr>
            <p:spPr bwMode="auto">
              <a:xfrm>
                <a:off x="3008" y="2591"/>
                <a:ext cx="1" cy="109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503" name="Line 31">
                <a:extLst>
                  <a:ext uri="{FF2B5EF4-FFF2-40B4-BE49-F238E27FC236}">
                    <a16:creationId xmlns:a16="http://schemas.microsoft.com/office/drawing/2014/main" id="{C8482F54-1DF2-7BA0-F0C1-CAF9E69D9977}"/>
                  </a:ext>
                </a:extLst>
              </p:cNvPr>
              <p:cNvSpPr>
                <a:spLocks noChangeShapeType="1"/>
              </p:cNvSpPr>
              <p:nvPr/>
            </p:nvSpPr>
            <p:spPr bwMode="auto">
              <a:xfrm>
                <a:off x="3694" y="2425"/>
                <a:ext cx="1" cy="1256"/>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504" name="Freeform 32">
                <a:extLst>
                  <a:ext uri="{FF2B5EF4-FFF2-40B4-BE49-F238E27FC236}">
                    <a16:creationId xmlns:a16="http://schemas.microsoft.com/office/drawing/2014/main" id="{412B5F7B-08AE-B379-F9CE-97570F96FD2A}"/>
                  </a:ext>
                </a:extLst>
              </p:cNvPr>
              <p:cNvSpPr>
                <a:spLocks/>
              </p:cNvSpPr>
              <p:nvPr/>
            </p:nvSpPr>
            <p:spPr bwMode="auto">
              <a:xfrm>
                <a:off x="3479" y="2699"/>
                <a:ext cx="159" cy="126"/>
              </a:xfrm>
              <a:custGeom>
                <a:avLst/>
                <a:gdLst>
                  <a:gd name="T0" fmla="*/ 157 w 157"/>
                  <a:gd name="T1" fmla="*/ 0 h 123"/>
                  <a:gd name="T2" fmla="*/ 0 w 157"/>
                  <a:gd name="T3" fmla="*/ 0 h 123"/>
                  <a:gd name="T4" fmla="*/ 80 w 157"/>
                  <a:gd name="T5" fmla="*/ 123 h 123"/>
                  <a:gd name="T6" fmla="*/ 157 w 157"/>
                  <a:gd name="T7" fmla="*/ 0 h 123"/>
                  <a:gd name="T8" fmla="*/ 157 w 157"/>
                  <a:gd name="T9" fmla="*/ 0 h 123"/>
                </a:gdLst>
                <a:ahLst/>
                <a:cxnLst>
                  <a:cxn ang="0">
                    <a:pos x="T0" y="T1"/>
                  </a:cxn>
                  <a:cxn ang="0">
                    <a:pos x="T2" y="T3"/>
                  </a:cxn>
                  <a:cxn ang="0">
                    <a:pos x="T4" y="T5"/>
                  </a:cxn>
                  <a:cxn ang="0">
                    <a:pos x="T6" y="T7"/>
                  </a:cxn>
                  <a:cxn ang="0">
                    <a:pos x="T8" y="T9"/>
                  </a:cxn>
                </a:cxnLst>
                <a:rect l="0" t="0" r="r" b="b"/>
                <a:pathLst>
                  <a:path w="157" h="123">
                    <a:moveTo>
                      <a:pt x="157" y="0"/>
                    </a:moveTo>
                    <a:lnTo>
                      <a:pt x="0" y="0"/>
                    </a:lnTo>
                    <a:lnTo>
                      <a:pt x="80" y="123"/>
                    </a:lnTo>
                    <a:lnTo>
                      <a:pt x="157" y="0"/>
                    </a:lnTo>
                    <a:lnTo>
                      <a:pt x="157" y="0"/>
                    </a:ln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73505" name="Freeform 33">
                <a:extLst>
                  <a:ext uri="{FF2B5EF4-FFF2-40B4-BE49-F238E27FC236}">
                    <a16:creationId xmlns:a16="http://schemas.microsoft.com/office/drawing/2014/main" id="{FD78D2AE-3972-CCD7-59BC-9928A3E62E52}"/>
                  </a:ext>
                </a:extLst>
              </p:cNvPr>
              <p:cNvSpPr>
                <a:spLocks/>
              </p:cNvSpPr>
              <p:nvPr/>
            </p:nvSpPr>
            <p:spPr bwMode="auto">
              <a:xfrm>
                <a:off x="3832" y="2699"/>
                <a:ext cx="159" cy="126"/>
              </a:xfrm>
              <a:custGeom>
                <a:avLst/>
                <a:gdLst>
                  <a:gd name="T0" fmla="*/ 157 w 157"/>
                  <a:gd name="T1" fmla="*/ 0 h 123"/>
                  <a:gd name="T2" fmla="*/ 0 w 157"/>
                  <a:gd name="T3" fmla="*/ 0 h 123"/>
                  <a:gd name="T4" fmla="*/ 80 w 157"/>
                  <a:gd name="T5" fmla="*/ 123 h 123"/>
                  <a:gd name="T6" fmla="*/ 157 w 157"/>
                  <a:gd name="T7" fmla="*/ 0 h 123"/>
                  <a:gd name="T8" fmla="*/ 157 w 157"/>
                  <a:gd name="T9" fmla="*/ 0 h 123"/>
                </a:gdLst>
                <a:ahLst/>
                <a:cxnLst>
                  <a:cxn ang="0">
                    <a:pos x="T0" y="T1"/>
                  </a:cxn>
                  <a:cxn ang="0">
                    <a:pos x="T2" y="T3"/>
                  </a:cxn>
                  <a:cxn ang="0">
                    <a:pos x="T4" y="T5"/>
                  </a:cxn>
                  <a:cxn ang="0">
                    <a:pos x="T6" y="T7"/>
                  </a:cxn>
                  <a:cxn ang="0">
                    <a:pos x="T8" y="T9"/>
                  </a:cxn>
                </a:cxnLst>
                <a:rect l="0" t="0" r="r" b="b"/>
                <a:pathLst>
                  <a:path w="157" h="123">
                    <a:moveTo>
                      <a:pt x="157" y="0"/>
                    </a:moveTo>
                    <a:lnTo>
                      <a:pt x="0" y="0"/>
                    </a:lnTo>
                    <a:lnTo>
                      <a:pt x="80" y="123"/>
                    </a:lnTo>
                    <a:lnTo>
                      <a:pt x="157" y="0"/>
                    </a:lnTo>
                    <a:lnTo>
                      <a:pt x="157" y="0"/>
                    </a:ln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73506" name="Freeform 34">
                <a:extLst>
                  <a:ext uri="{FF2B5EF4-FFF2-40B4-BE49-F238E27FC236}">
                    <a16:creationId xmlns:a16="http://schemas.microsoft.com/office/drawing/2014/main" id="{707E4BED-7E69-A343-77C1-896AA03B62FF}"/>
                  </a:ext>
                </a:extLst>
              </p:cNvPr>
              <p:cNvSpPr>
                <a:spLocks/>
              </p:cNvSpPr>
              <p:nvPr/>
            </p:nvSpPr>
            <p:spPr bwMode="auto">
              <a:xfrm>
                <a:off x="2102" y="1659"/>
                <a:ext cx="2309" cy="1554"/>
              </a:xfrm>
              <a:custGeom>
                <a:avLst/>
                <a:gdLst>
                  <a:gd name="T0" fmla="*/ 0 w 2285"/>
                  <a:gd name="T1" fmla="*/ 0 h 1514"/>
                  <a:gd name="T2" fmla="*/ 0 w 2285"/>
                  <a:gd name="T3" fmla="*/ 908 h 1514"/>
                  <a:gd name="T4" fmla="*/ 2285 w 2285"/>
                  <a:gd name="T5" fmla="*/ 908 h 1514"/>
                  <a:gd name="T6" fmla="*/ 2285 w 2285"/>
                  <a:gd name="T7" fmla="*/ 1514 h 1514"/>
                </a:gdLst>
                <a:ahLst/>
                <a:cxnLst>
                  <a:cxn ang="0">
                    <a:pos x="T0" y="T1"/>
                  </a:cxn>
                  <a:cxn ang="0">
                    <a:pos x="T2" y="T3"/>
                  </a:cxn>
                  <a:cxn ang="0">
                    <a:pos x="T4" y="T5"/>
                  </a:cxn>
                  <a:cxn ang="0">
                    <a:pos x="T6" y="T7"/>
                  </a:cxn>
                </a:cxnLst>
                <a:rect l="0" t="0" r="r" b="b"/>
                <a:pathLst>
                  <a:path w="2285" h="1514">
                    <a:moveTo>
                      <a:pt x="0" y="0"/>
                    </a:moveTo>
                    <a:lnTo>
                      <a:pt x="0" y="908"/>
                    </a:lnTo>
                    <a:lnTo>
                      <a:pt x="2285" y="908"/>
                    </a:lnTo>
                    <a:lnTo>
                      <a:pt x="2285" y="1514"/>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507" name="Freeform 35">
                <a:extLst>
                  <a:ext uri="{FF2B5EF4-FFF2-40B4-BE49-F238E27FC236}">
                    <a16:creationId xmlns:a16="http://schemas.microsoft.com/office/drawing/2014/main" id="{E769AE8D-6BB7-1FA4-A66C-2A1503CE377C}"/>
                  </a:ext>
                </a:extLst>
              </p:cNvPr>
              <p:cNvSpPr>
                <a:spLocks/>
              </p:cNvSpPr>
              <p:nvPr/>
            </p:nvSpPr>
            <p:spPr bwMode="auto">
              <a:xfrm>
                <a:off x="4266" y="3213"/>
                <a:ext cx="174" cy="215"/>
              </a:xfrm>
              <a:custGeom>
                <a:avLst/>
                <a:gdLst>
                  <a:gd name="T0" fmla="*/ 113 w 113"/>
                  <a:gd name="T1" fmla="*/ 0 h 136"/>
                  <a:gd name="T2" fmla="*/ 0 w 113"/>
                  <a:gd name="T3" fmla="*/ 0 h 136"/>
                  <a:gd name="T4" fmla="*/ 0 w 113"/>
                  <a:gd name="T5" fmla="*/ 79 h 136"/>
                  <a:gd name="T6" fmla="*/ 56 w 113"/>
                  <a:gd name="T7" fmla="*/ 136 h 136"/>
                  <a:gd name="T8" fmla="*/ 113 w 113"/>
                  <a:gd name="T9" fmla="*/ 80 h 136"/>
                  <a:gd name="T10" fmla="*/ 113 w 113"/>
                  <a:gd name="T11" fmla="*/ 0 h 136"/>
                </a:gdLst>
                <a:ahLst/>
                <a:cxnLst>
                  <a:cxn ang="0">
                    <a:pos x="T0" y="T1"/>
                  </a:cxn>
                  <a:cxn ang="0">
                    <a:pos x="T2" y="T3"/>
                  </a:cxn>
                  <a:cxn ang="0">
                    <a:pos x="T4" y="T5"/>
                  </a:cxn>
                  <a:cxn ang="0">
                    <a:pos x="T6" y="T7"/>
                  </a:cxn>
                  <a:cxn ang="0">
                    <a:pos x="T8" y="T9"/>
                  </a:cxn>
                  <a:cxn ang="0">
                    <a:pos x="T10" y="T11"/>
                  </a:cxn>
                </a:cxnLst>
                <a:rect l="0" t="0" r="r" b="b"/>
                <a:pathLst>
                  <a:path w="113" h="136">
                    <a:moveTo>
                      <a:pt x="113" y="0"/>
                    </a:moveTo>
                    <a:cubicBezTo>
                      <a:pt x="0" y="0"/>
                      <a:pt x="0" y="0"/>
                      <a:pt x="0" y="0"/>
                    </a:cubicBezTo>
                    <a:cubicBezTo>
                      <a:pt x="0" y="79"/>
                      <a:pt x="0" y="79"/>
                      <a:pt x="0" y="79"/>
                    </a:cubicBezTo>
                    <a:cubicBezTo>
                      <a:pt x="0" y="110"/>
                      <a:pt x="25" y="136"/>
                      <a:pt x="56" y="136"/>
                    </a:cubicBezTo>
                    <a:cubicBezTo>
                      <a:pt x="87" y="136"/>
                      <a:pt x="113" y="111"/>
                      <a:pt x="113" y="80"/>
                    </a:cubicBezTo>
                    <a:cubicBezTo>
                      <a:pt x="113" y="0"/>
                      <a:pt x="113" y="0"/>
                      <a:pt x="113" y="0"/>
                    </a:cubicBez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73508" name="Freeform 36">
                <a:extLst>
                  <a:ext uri="{FF2B5EF4-FFF2-40B4-BE49-F238E27FC236}">
                    <a16:creationId xmlns:a16="http://schemas.microsoft.com/office/drawing/2014/main" id="{E89768DA-2F90-C416-9C96-9E166F58A5D5}"/>
                  </a:ext>
                </a:extLst>
              </p:cNvPr>
              <p:cNvSpPr>
                <a:spLocks/>
              </p:cNvSpPr>
              <p:nvPr/>
            </p:nvSpPr>
            <p:spPr bwMode="auto">
              <a:xfrm>
                <a:off x="4076" y="3043"/>
                <a:ext cx="220" cy="170"/>
              </a:xfrm>
              <a:custGeom>
                <a:avLst/>
                <a:gdLst>
                  <a:gd name="T0" fmla="*/ 0 w 218"/>
                  <a:gd name="T1" fmla="*/ 0 h 166"/>
                  <a:gd name="T2" fmla="*/ 218 w 218"/>
                  <a:gd name="T3" fmla="*/ 0 h 166"/>
                  <a:gd name="T4" fmla="*/ 218 w 218"/>
                  <a:gd name="T5" fmla="*/ 166 h 166"/>
                </a:gdLst>
                <a:ahLst/>
                <a:cxnLst>
                  <a:cxn ang="0">
                    <a:pos x="T0" y="T1"/>
                  </a:cxn>
                  <a:cxn ang="0">
                    <a:pos x="T2" y="T3"/>
                  </a:cxn>
                  <a:cxn ang="0">
                    <a:pos x="T4" y="T5"/>
                  </a:cxn>
                </a:cxnLst>
                <a:rect l="0" t="0" r="r" b="b"/>
                <a:pathLst>
                  <a:path w="218" h="166">
                    <a:moveTo>
                      <a:pt x="0" y="0"/>
                    </a:moveTo>
                    <a:lnTo>
                      <a:pt x="218" y="0"/>
                    </a:lnTo>
                    <a:lnTo>
                      <a:pt x="218" y="166"/>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509" name="Freeform 37">
                <a:extLst>
                  <a:ext uri="{FF2B5EF4-FFF2-40B4-BE49-F238E27FC236}">
                    <a16:creationId xmlns:a16="http://schemas.microsoft.com/office/drawing/2014/main" id="{E13FE300-63AA-6815-07E2-9E784166035E}"/>
                  </a:ext>
                </a:extLst>
              </p:cNvPr>
              <p:cNvSpPr>
                <a:spLocks/>
              </p:cNvSpPr>
              <p:nvPr/>
            </p:nvSpPr>
            <p:spPr bwMode="auto">
              <a:xfrm>
                <a:off x="2268" y="1659"/>
                <a:ext cx="1808" cy="1554"/>
              </a:xfrm>
              <a:custGeom>
                <a:avLst/>
                <a:gdLst>
                  <a:gd name="T0" fmla="*/ 0 w 1789"/>
                  <a:gd name="T1" fmla="*/ 0 h 1514"/>
                  <a:gd name="T2" fmla="*/ 0 w 1789"/>
                  <a:gd name="T3" fmla="*/ 829 h 1514"/>
                  <a:gd name="T4" fmla="*/ 1789 w 1789"/>
                  <a:gd name="T5" fmla="*/ 829 h 1514"/>
                  <a:gd name="T6" fmla="*/ 1789 w 1789"/>
                  <a:gd name="T7" fmla="*/ 1514 h 1514"/>
                </a:gdLst>
                <a:ahLst/>
                <a:cxnLst>
                  <a:cxn ang="0">
                    <a:pos x="T0" y="T1"/>
                  </a:cxn>
                  <a:cxn ang="0">
                    <a:pos x="T2" y="T3"/>
                  </a:cxn>
                  <a:cxn ang="0">
                    <a:pos x="T4" y="T5"/>
                  </a:cxn>
                  <a:cxn ang="0">
                    <a:pos x="T6" y="T7"/>
                  </a:cxn>
                </a:cxnLst>
                <a:rect l="0" t="0" r="r" b="b"/>
                <a:pathLst>
                  <a:path w="1789" h="1514">
                    <a:moveTo>
                      <a:pt x="0" y="0"/>
                    </a:moveTo>
                    <a:lnTo>
                      <a:pt x="0" y="829"/>
                    </a:lnTo>
                    <a:lnTo>
                      <a:pt x="1789" y="829"/>
                    </a:lnTo>
                    <a:lnTo>
                      <a:pt x="1789" y="1514"/>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510" name="Freeform 38">
                <a:extLst>
                  <a:ext uri="{FF2B5EF4-FFF2-40B4-BE49-F238E27FC236}">
                    <a16:creationId xmlns:a16="http://schemas.microsoft.com/office/drawing/2014/main" id="{F090A5D0-2E3A-AB4C-9AD8-B14B9BE91646}"/>
                  </a:ext>
                </a:extLst>
              </p:cNvPr>
              <p:cNvSpPr>
                <a:spLocks/>
              </p:cNvSpPr>
              <p:nvPr/>
            </p:nvSpPr>
            <p:spPr bwMode="auto">
              <a:xfrm>
                <a:off x="4044" y="3213"/>
                <a:ext cx="178" cy="215"/>
              </a:xfrm>
              <a:custGeom>
                <a:avLst/>
                <a:gdLst>
                  <a:gd name="T0" fmla="*/ 114 w 114"/>
                  <a:gd name="T1" fmla="*/ 0 h 136"/>
                  <a:gd name="T2" fmla="*/ 0 w 114"/>
                  <a:gd name="T3" fmla="*/ 0 h 136"/>
                  <a:gd name="T4" fmla="*/ 1 w 114"/>
                  <a:gd name="T5" fmla="*/ 79 h 136"/>
                  <a:gd name="T6" fmla="*/ 57 w 114"/>
                  <a:gd name="T7" fmla="*/ 136 h 136"/>
                  <a:gd name="T8" fmla="*/ 114 w 114"/>
                  <a:gd name="T9" fmla="*/ 80 h 136"/>
                  <a:gd name="T10" fmla="*/ 114 w 114"/>
                  <a:gd name="T11" fmla="*/ 0 h 136"/>
                </a:gdLst>
                <a:ahLst/>
                <a:cxnLst>
                  <a:cxn ang="0">
                    <a:pos x="T0" y="T1"/>
                  </a:cxn>
                  <a:cxn ang="0">
                    <a:pos x="T2" y="T3"/>
                  </a:cxn>
                  <a:cxn ang="0">
                    <a:pos x="T4" y="T5"/>
                  </a:cxn>
                  <a:cxn ang="0">
                    <a:pos x="T6" y="T7"/>
                  </a:cxn>
                  <a:cxn ang="0">
                    <a:pos x="T8" y="T9"/>
                  </a:cxn>
                  <a:cxn ang="0">
                    <a:pos x="T10" y="T11"/>
                  </a:cxn>
                </a:cxnLst>
                <a:rect l="0" t="0" r="r" b="b"/>
                <a:pathLst>
                  <a:path w="114" h="136">
                    <a:moveTo>
                      <a:pt x="114" y="0"/>
                    </a:moveTo>
                    <a:cubicBezTo>
                      <a:pt x="0" y="0"/>
                      <a:pt x="0" y="0"/>
                      <a:pt x="0" y="0"/>
                    </a:cubicBezTo>
                    <a:cubicBezTo>
                      <a:pt x="1" y="79"/>
                      <a:pt x="1" y="79"/>
                      <a:pt x="1" y="79"/>
                    </a:cubicBezTo>
                    <a:cubicBezTo>
                      <a:pt x="1" y="110"/>
                      <a:pt x="26" y="136"/>
                      <a:pt x="57" y="136"/>
                    </a:cubicBezTo>
                    <a:cubicBezTo>
                      <a:pt x="88" y="136"/>
                      <a:pt x="113" y="111"/>
                      <a:pt x="114" y="80"/>
                    </a:cubicBezTo>
                    <a:cubicBezTo>
                      <a:pt x="114" y="0"/>
                      <a:pt x="114" y="0"/>
                      <a:pt x="114" y="0"/>
                    </a:cubicBez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73511" name="Freeform 39">
                <a:extLst>
                  <a:ext uri="{FF2B5EF4-FFF2-40B4-BE49-F238E27FC236}">
                    <a16:creationId xmlns:a16="http://schemas.microsoft.com/office/drawing/2014/main" id="{0CB39F03-2356-851E-722D-C325438FF716}"/>
                  </a:ext>
                </a:extLst>
              </p:cNvPr>
              <p:cNvSpPr>
                <a:spLocks/>
              </p:cNvSpPr>
              <p:nvPr/>
            </p:nvSpPr>
            <p:spPr bwMode="auto">
              <a:xfrm>
                <a:off x="4191" y="2591"/>
                <a:ext cx="1" cy="622"/>
              </a:xfrm>
              <a:custGeom>
                <a:avLst/>
                <a:gdLst>
                  <a:gd name="T0" fmla="*/ 0 h 606"/>
                  <a:gd name="T1" fmla="*/ 606 h 606"/>
                  <a:gd name="T2" fmla="*/ 0 h 606"/>
                </a:gdLst>
                <a:ahLst/>
                <a:cxnLst>
                  <a:cxn ang="0">
                    <a:pos x="0" y="T0"/>
                  </a:cxn>
                  <a:cxn ang="0">
                    <a:pos x="0" y="T1"/>
                  </a:cxn>
                  <a:cxn ang="0">
                    <a:pos x="0" y="T2"/>
                  </a:cxn>
                </a:cxnLst>
                <a:rect l="0" t="0" r="r" b="b"/>
                <a:pathLst>
                  <a:path h="606">
                    <a:moveTo>
                      <a:pt x="0" y="0"/>
                    </a:moveTo>
                    <a:lnTo>
                      <a:pt x="0" y="606"/>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3512" name="Line 40">
                <a:extLst>
                  <a:ext uri="{FF2B5EF4-FFF2-40B4-BE49-F238E27FC236}">
                    <a16:creationId xmlns:a16="http://schemas.microsoft.com/office/drawing/2014/main" id="{82F66146-4DE2-6DA1-3E3E-903797CEEDF4}"/>
                  </a:ext>
                </a:extLst>
              </p:cNvPr>
              <p:cNvSpPr>
                <a:spLocks noChangeShapeType="1"/>
              </p:cNvSpPr>
              <p:nvPr/>
            </p:nvSpPr>
            <p:spPr bwMode="auto">
              <a:xfrm>
                <a:off x="4191" y="2591"/>
                <a:ext cx="1" cy="622"/>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513" name="Freeform 41">
                <a:extLst>
                  <a:ext uri="{FF2B5EF4-FFF2-40B4-BE49-F238E27FC236}">
                    <a16:creationId xmlns:a16="http://schemas.microsoft.com/office/drawing/2014/main" id="{48204E7B-F798-6776-4215-1589D5B0FE8F}"/>
                  </a:ext>
                </a:extLst>
              </p:cNvPr>
              <p:cNvSpPr>
                <a:spLocks/>
              </p:cNvSpPr>
              <p:nvPr/>
            </p:nvSpPr>
            <p:spPr bwMode="auto">
              <a:xfrm>
                <a:off x="3414" y="3213"/>
                <a:ext cx="178" cy="215"/>
              </a:xfrm>
              <a:custGeom>
                <a:avLst/>
                <a:gdLst>
                  <a:gd name="T0" fmla="*/ 114 w 114"/>
                  <a:gd name="T1" fmla="*/ 0 h 136"/>
                  <a:gd name="T2" fmla="*/ 0 w 114"/>
                  <a:gd name="T3" fmla="*/ 0 h 136"/>
                  <a:gd name="T4" fmla="*/ 0 w 114"/>
                  <a:gd name="T5" fmla="*/ 79 h 136"/>
                  <a:gd name="T6" fmla="*/ 56 w 114"/>
                  <a:gd name="T7" fmla="*/ 136 h 136"/>
                  <a:gd name="T8" fmla="*/ 114 w 114"/>
                  <a:gd name="T9" fmla="*/ 80 h 136"/>
                  <a:gd name="T10" fmla="*/ 114 w 114"/>
                  <a:gd name="T11" fmla="*/ 0 h 136"/>
                </a:gdLst>
                <a:ahLst/>
                <a:cxnLst>
                  <a:cxn ang="0">
                    <a:pos x="T0" y="T1"/>
                  </a:cxn>
                  <a:cxn ang="0">
                    <a:pos x="T2" y="T3"/>
                  </a:cxn>
                  <a:cxn ang="0">
                    <a:pos x="T4" y="T5"/>
                  </a:cxn>
                  <a:cxn ang="0">
                    <a:pos x="T6" y="T7"/>
                  </a:cxn>
                  <a:cxn ang="0">
                    <a:pos x="T8" y="T9"/>
                  </a:cxn>
                  <a:cxn ang="0">
                    <a:pos x="T10" y="T11"/>
                  </a:cxn>
                </a:cxnLst>
                <a:rect l="0" t="0" r="r" b="b"/>
                <a:pathLst>
                  <a:path w="114" h="136">
                    <a:moveTo>
                      <a:pt x="114" y="0"/>
                    </a:moveTo>
                    <a:cubicBezTo>
                      <a:pt x="0" y="0"/>
                      <a:pt x="0" y="0"/>
                      <a:pt x="0" y="0"/>
                    </a:cubicBezTo>
                    <a:cubicBezTo>
                      <a:pt x="0" y="79"/>
                      <a:pt x="0" y="79"/>
                      <a:pt x="0" y="79"/>
                    </a:cubicBezTo>
                    <a:cubicBezTo>
                      <a:pt x="0" y="110"/>
                      <a:pt x="25" y="136"/>
                      <a:pt x="56" y="136"/>
                    </a:cubicBezTo>
                    <a:cubicBezTo>
                      <a:pt x="88" y="136"/>
                      <a:pt x="113" y="111"/>
                      <a:pt x="114" y="80"/>
                    </a:cubicBezTo>
                    <a:cubicBezTo>
                      <a:pt x="114" y="0"/>
                      <a:pt x="114" y="0"/>
                      <a:pt x="114" y="0"/>
                    </a:cubicBez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73514" name="Line 42">
                <a:extLst>
                  <a:ext uri="{FF2B5EF4-FFF2-40B4-BE49-F238E27FC236}">
                    <a16:creationId xmlns:a16="http://schemas.microsoft.com/office/drawing/2014/main" id="{9CAFD87F-EA3D-FCE8-1DC5-2FC15C876656}"/>
                  </a:ext>
                </a:extLst>
              </p:cNvPr>
              <p:cNvSpPr>
                <a:spLocks noChangeShapeType="1"/>
              </p:cNvSpPr>
              <p:nvPr/>
            </p:nvSpPr>
            <p:spPr bwMode="auto">
              <a:xfrm flipV="1">
                <a:off x="4352" y="3428"/>
                <a:ext cx="1" cy="94"/>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73515" name="Oval 43">
                <a:extLst>
                  <a:ext uri="{FF2B5EF4-FFF2-40B4-BE49-F238E27FC236}">
                    <a16:creationId xmlns:a16="http://schemas.microsoft.com/office/drawing/2014/main" id="{3692FD99-104F-A2D3-E511-9182F4F1127E}"/>
                  </a:ext>
                </a:extLst>
              </p:cNvPr>
              <p:cNvSpPr>
                <a:spLocks noChangeArrowheads="1"/>
              </p:cNvSpPr>
              <p:nvPr/>
            </p:nvSpPr>
            <p:spPr bwMode="auto">
              <a:xfrm>
                <a:off x="3888" y="2823"/>
                <a:ext cx="51" cy="53"/>
              </a:xfrm>
              <a:prstGeom prst="ellipse">
                <a:avLst/>
              </a:prstGeom>
              <a:solidFill>
                <a:srgbClr val="FFFFFF"/>
              </a:solidFill>
              <a:ln w="15875">
                <a:solidFill>
                  <a:srgbClr val="000000"/>
                </a:solidFill>
                <a:miter lim="800000"/>
                <a:headEnd/>
                <a:tailEnd/>
              </a:ln>
            </p:spPr>
            <p:txBody>
              <a:bodyPr/>
              <a:lstStyle/>
              <a:p>
                <a:endParaRPr lang="es-ES"/>
              </a:p>
            </p:txBody>
          </p:sp>
          <p:sp>
            <p:nvSpPr>
              <p:cNvPr id="873516" name="Oval 44">
                <a:extLst>
                  <a:ext uri="{FF2B5EF4-FFF2-40B4-BE49-F238E27FC236}">
                    <a16:creationId xmlns:a16="http://schemas.microsoft.com/office/drawing/2014/main" id="{BCBD79EF-4F8F-D9A8-968E-A7307EFCAB35}"/>
                  </a:ext>
                </a:extLst>
              </p:cNvPr>
              <p:cNvSpPr>
                <a:spLocks noChangeArrowheads="1"/>
              </p:cNvSpPr>
              <p:nvPr/>
            </p:nvSpPr>
            <p:spPr bwMode="auto">
              <a:xfrm>
                <a:off x="3535" y="2823"/>
                <a:ext cx="52" cy="53"/>
              </a:xfrm>
              <a:prstGeom prst="ellipse">
                <a:avLst/>
              </a:prstGeom>
              <a:solidFill>
                <a:srgbClr val="FFFFFF"/>
              </a:solidFill>
              <a:ln w="15875">
                <a:solidFill>
                  <a:srgbClr val="000000"/>
                </a:solidFill>
                <a:miter lim="800000"/>
                <a:headEnd/>
                <a:tailEnd/>
              </a:ln>
            </p:spPr>
            <p:txBody>
              <a:bodyPr/>
              <a:lstStyle/>
              <a:p>
                <a:endParaRPr lang="es-ES"/>
              </a:p>
            </p:txBody>
          </p:sp>
          <p:sp>
            <p:nvSpPr>
              <p:cNvPr id="873517" name="Oval 45">
                <a:extLst>
                  <a:ext uri="{FF2B5EF4-FFF2-40B4-BE49-F238E27FC236}">
                    <a16:creationId xmlns:a16="http://schemas.microsoft.com/office/drawing/2014/main" id="{1312921A-327B-3620-DBF4-E63352D2A3EA}"/>
                  </a:ext>
                </a:extLst>
              </p:cNvPr>
              <p:cNvSpPr>
                <a:spLocks noChangeArrowheads="1"/>
              </p:cNvSpPr>
              <p:nvPr/>
            </p:nvSpPr>
            <p:spPr bwMode="auto">
              <a:xfrm>
                <a:off x="4336" y="3507"/>
                <a:ext cx="32" cy="3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3518" name="Oval 46">
                <a:extLst>
                  <a:ext uri="{FF2B5EF4-FFF2-40B4-BE49-F238E27FC236}">
                    <a16:creationId xmlns:a16="http://schemas.microsoft.com/office/drawing/2014/main" id="{DA98C2C8-C8DB-BF88-E24B-C991A536AA5B}"/>
                  </a:ext>
                </a:extLst>
              </p:cNvPr>
              <p:cNvSpPr>
                <a:spLocks noChangeArrowheads="1"/>
              </p:cNvSpPr>
              <p:nvPr/>
            </p:nvSpPr>
            <p:spPr bwMode="auto">
              <a:xfrm>
                <a:off x="4176" y="2576"/>
                <a:ext cx="30" cy="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3519" name="Oval 47">
                <a:extLst>
                  <a:ext uri="{FF2B5EF4-FFF2-40B4-BE49-F238E27FC236}">
                    <a16:creationId xmlns:a16="http://schemas.microsoft.com/office/drawing/2014/main" id="{0588DB82-976A-D578-659B-B490979A91D4}"/>
                  </a:ext>
                </a:extLst>
              </p:cNvPr>
              <p:cNvSpPr>
                <a:spLocks noChangeArrowheads="1"/>
              </p:cNvSpPr>
              <p:nvPr/>
            </p:nvSpPr>
            <p:spPr bwMode="auto">
              <a:xfrm>
                <a:off x="3897" y="2494"/>
                <a:ext cx="31" cy="3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3520" name="Oval 48">
                <a:extLst>
                  <a:ext uri="{FF2B5EF4-FFF2-40B4-BE49-F238E27FC236}">
                    <a16:creationId xmlns:a16="http://schemas.microsoft.com/office/drawing/2014/main" id="{C09F32AE-40EF-4C8A-19DB-269D1EA7AC9D}"/>
                  </a:ext>
                </a:extLst>
              </p:cNvPr>
              <p:cNvSpPr>
                <a:spLocks noChangeArrowheads="1"/>
              </p:cNvSpPr>
              <p:nvPr/>
            </p:nvSpPr>
            <p:spPr bwMode="auto">
              <a:xfrm>
                <a:off x="3679" y="2408"/>
                <a:ext cx="30" cy="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3521" name="Oval 49">
                <a:extLst>
                  <a:ext uri="{FF2B5EF4-FFF2-40B4-BE49-F238E27FC236}">
                    <a16:creationId xmlns:a16="http://schemas.microsoft.com/office/drawing/2014/main" id="{F583A431-6568-658E-F7F4-8C653A73D7C6}"/>
                  </a:ext>
                </a:extLst>
              </p:cNvPr>
              <p:cNvSpPr>
                <a:spLocks noChangeArrowheads="1"/>
              </p:cNvSpPr>
              <p:nvPr/>
            </p:nvSpPr>
            <p:spPr bwMode="auto">
              <a:xfrm>
                <a:off x="3430" y="2073"/>
                <a:ext cx="31" cy="3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3522" name="Oval 50">
                <a:extLst>
                  <a:ext uri="{FF2B5EF4-FFF2-40B4-BE49-F238E27FC236}">
                    <a16:creationId xmlns:a16="http://schemas.microsoft.com/office/drawing/2014/main" id="{E4F20A3D-6C44-85A1-3297-7B35A8A86371}"/>
                  </a:ext>
                </a:extLst>
              </p:cNvPr>
              <p:cNvSpPr>
                <a:spLocks noChangeArrowheads="1"/>
              </p:cNvSpPr>
              <p:nvPr/>
            </p:nvSpPr>
            <p:spPr bwMode="auto">
              <a:xfrm>
                <a:off x="2992" y="2576"/>
                <a:ext cx="31" cy="3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3523" name="Oval 51">
                <a:extLst>
                  <a:ext uri="{FF2B5EF4-FFF2-40B4-BE49-F238E27FC236}">
                    <a16:creationId xmlns:a16="http://schemas.microsoft.com/office/drawing/2014/main" id="{9D3B6E09-EA8B-0EDB-C689-7A0FAE1BDE67}"/>
                  </a:ext>
                </a:extLst>
              </p:cNvPr>
              <p:cNvSpPr>
                <a:spLocks noChangeArrowheads="1"/>
              </p:cNvSpPr>
              <p:nvPr/>
            </p:nvSpPr>
            <p:spPr bwMode="auto">
              <a:xfrm>
                <a:off x="4060" y="3028"/>
                <a:ext cx="32" cy="3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73524" name="Freeform 52">
                <a:extLst>
                  <a:ext uri="{FF2B5EF4-FFF2-40B4-BE49-F238E27FC236}">
                    <a16:creationId xmlns:a16="http://schemas.microsoft.com/office/drawing/2014/main" id="{DB516416-1031-EF55-A069-41730D3E7323}"/>
                  </a:ext>
                </a:extLst>
              </p:cNvPr>
              <p:cNvSpPr>
                <a:spLocks/>
              </p:cNvSpPr>
              <p:nvPr/>
            </p:nvSpPr>
            <p:spPr bwMode="auto">
              <a:xfrm>
                <a:off x="4110" y="2699"/>
                <a:ext cx="159" cy="126"/>
              </a:xfrm>
              <a:custGeom>
                <a:avLst/>
                <a:gdLst>
                  <a:gd name="T0" fmla="*/ 157 w 157"/>
                  <a:gd name="T1" fmla="*/ 0 h 123"/>
                  <a:gd name="T2" fmla="*/ 0 w 157"/>
                  <a:gd name="T3" fmla="*/ 0 h 123"/>
                  <a:gd name="T4" fmla="*/ 80 w 157"/>
                  <a:gd name="T5" fmla="*/ 123 h 123"/>
                  <a:gd name="T6" fmla="*/ 157 w 157"/>
                  <a:gd name="T7" fmla="*/ 0 h 123"/>
                  <a:gd name="T8" fmla="*/ 157 w 157"/>
                  <a:gd name="T9" fmla="*/ 0 h 123"/>
                </a:gdLst>
                <a:ahLst/>
                <a:cxnLst>
                  <a:cxn ang="0">
                    <a:pos x="T0" y="T1"/>
                  </a:cxn>
                  <a:cxn ang="0">
                    <a:pos x="T2" y="T3"/>
                  </a:cxn>
                  <a:cxn ang="0">
                    <a:pos x="T4" y="T5"/>
                  </a:cxn>
                  <a:cxn ang="0">
                    <a:pos x="T6" y="T7"/>
                  </a:cxn>
                  <a:cxn ang="0">
                    <a:pos x="T8" y="T9"/>
                  </a:cxn>
                </a:cxnLst>
                <a:rect l="0" t="0" r="r" b="b"/>
                <a:pathLst>
                  <a:path w="157" h="123">
                    <a:moveTo>
                      <a:pt x="157" y="0"/>
                    </a:moveTo>
                    <a:lnTo>
                      <a:pt x="0" y="0"/>
                    </a:lnTo>
                    <a:lnTo>
                      <a:pt x="80" y="123"/>
                    </a:lnTo>
                    <a:lnTo>
                      <a:pt x="157" y="0"/>
                    </a:lnTo>
                    <a:lnTo>
                      <a:pt x="157" y="0"/>
                    </a:lnTo>
                    <a:close/>
                  </a:path>
                </a:pathLst>
              </a:custGeom>
              <a:solidFill>
                <a:srgbClr val="FFFFFF"/>
              </a:solidFill>
              <a:ln w="15875" cap="flat">
                <a:solidFill>
                  <a:srgbClr val="000000"/>
                </a:solidFill>
                <a:prstDash val="solid"/>
                <a:miter lim="800000"/>
                <a:headEnd/>
                <a:tailEnd/>
              </a:ln>
            </p:spPr>
            <p:txBody>
              <a:bodyPr/>
              <a:lstStyle/>
              <a:p>
                <a:endParaRPr lang="es-ES"/>
              </a:p>
            </p:txBody>
          </p:sp>
          <p:sp>
            <p:nvSpPr>
              <p:cNvPr id="873525" name="Oval 53">
                <a:extLst>
                  <a:ext uri="{FF2B5EF4-FFF2-40B4-BE49-F238E27FC236}">
                    <a16:creationId xmlns:a16="http://schemas.microsoft.com/office/drawing/2014/main" id="{9AC69771-25F5-A82C-62BC-B1A8FD7706F5}"/>
                  </a:ext>
                </a:extLst>
              </p:cNvPr>
              <p:cNvSpPr>
                <a:spLocks noChangeArrowheads="1"/>
              </p:cNvSpPr>
              <p:nvPr/>
            </p:nvSpPr>
            <p:spPr bwMode="auto">
              <a:xfrm>
                <a:off x="4165" y="2823"/>
                <a:ext cx="52" cy="53"/>
              </a:xfrm>
              <a:prstGeom prst="ellipse">
                <a:avLst/>
              </a:prstGeom>
              <a:solidFill>
                <a:srgbClr val="FFFFFF"/>
              </a:solidFill>
              <a:ln w="15875">
                <a:solidFill>
                  <a:srgbClr val="000000"/>
                </a:solidFill>
                <a:miter lim="800000"/>
                <a:headEnd/>
                <a:tailEnd/>
              </a:ln>
            </p:spPr>
            <p:txBody>
              <a:bodyPr/>
              <a:lstStyle/>
              <a:p>
                <a:endParaRPr lang="es-ES"/>
              </a:p>
            </p:txBody>
          </p:sp>
          <p:sp>
            <p:nvSpPr>
              <p:cNvPr id="873526" name="Rectangle 54">
                <a:extLst>
                  <a:ext uri="{FF2B5EF4-FFF2-40B4-BE49-F238E27FC236}">
                    <a16:creationId xmlns:a16="http://schemas.microsoft.com/office/drawing/2014/main" id="{17985982-1390-7684-B326-8060D618A6E4}"/>
                  </a:ext>
                </a:extLst>
              </p:cNvPr>
              <p:cNvSpPr>
                <a:spLocks noChangeArrowheads="1"/>
              </p:cNvSpPr>
              <p:nvPr/>
            </p:nvSpPr>
            <p:spPr bwMode="auto">
              <a:xfrm>
                <a:off x="1856"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19</a:t>
                </a:r>
                <a:endParaRPr lang="en-US" altLang="es-ES" sz="4400"/>
              </a:p>
            </p:txBody>
          </p:sp>
          <p:sp>
            <p:nvSpPr>
              <p:cNvPr id="873527" name="Rectangle 55">
                <a:extLst>
                  <a:ext uri="{FF2B5EF4-FFF2-40B4-BE49-F238E27FC236}">
                    <a16:creationId xmlns:a16="http://schemas.microsoft.com/office/drawing/2014/main" id="{78BE79E7-1F09-B960-D39C-EA913A4A4793}"/>
                  </a:ext>
                </a:extLst>
              </p:cNvPr>
              <p:cNvSpPr>
                <a:spLocks noChangeArrowheads="1"/>
              </p:cNvSpPr>
              <p:nvPr/>
            </p:nvSpPr>
            <p:spPr bwMode="auto">
              <a:xfrm>
                <a:off x="1938"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3528" name="Rectangle 56">
                <a:extLst>
                  <a:ext uri="{FF2B5EF4-FFF2-40B4-BE49-F238E27FC236}">
                    <a16:creationId xmlns:a16="http://schemas.microsoft.com/office/drawing/2014/main" id="{385B9A55-ABBA-441F-FAF6-F5341CF03313}"/>
                  </a:ext>
                </a:extLst>
              </p:cNvPr>
              <p:cNvSpPr>
                <a:spLocks noChangeArrowheads="1"/>
              </p:cNvSpPr>
              <p:nvPr/>
            </p:nvSpPr>
            <p:spPr bwMode="auto">
              <a:xfrm>
                <a:off x="1979"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17</a:t>
                </a:r>
                <a:endParaRPr lang="en-US" altLang="es-ES" sz="4400"/>
              </a:p>
            </p:txBody>
          </p:sp>
          <p:sp>
            <p:nvSpPr>
              <p:cNvPr id="873529" name="Rectangle 57">
                <a:extLst>
                  <a:ext uri="{FF2B5EF4-FFF2-40B4-BE49-F238E27FC236}">
                    <a16:creationId xmlns:a16="http://schemas.microsoft.com/office/drawing/2014/main" id="{8BB10490-18D6-F229-FAEE-26F9B985DFD7}"/>
                  </a:ext>
                </a:extLst>
              </p:cNvPr>
              <p:cNvSpPr>
                <a:spLocks noChangeArrowheads="1"/>
              </p:cNvSpPr>
              <p:nvPr/>
            </p:nvSpPr>
            <p:spPr bwMode="auto">
              <a:xfrm>
                <a:off x="1893" y="3967"/>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a:t>
                </a:r>
                <a:endParaRPr lang="en-US" altLang="es-ES" sz="4400"/>
              </a:p>
            </p:txBody>
          </p:sp>
          <p:sp>
            <p:nvSpPr>
              <p:cNvPr id="873530" name="Rectangle 58">
                <a:extLst>
                  <a:ext uri="{FF2B5EF4-FFF2-40B4-BE49-F238E27FC236}">
                    <a16:creationId xmlns:a16="http://schemas.microsoft.com/office/drawing/2014/main" id="{57ECDE21-E798-9391-64EC-C23E1AACC33A}"/>
                  </a:ext>
                </a:extLst>
              </p:cNvPr>
              <p:cNvSpPr>
                <a:spLocks noChangeArrowheads="1"/>
              </p:cNvSpPr>
              <p:nvPr/>
            </p:nvSpPr>
            <p:spPr bwMode="auto">
              <a:xfrm>
                <a:off x="2243" y="369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16</a:t>
                </a:r>
                <a:endParaRPr lang="en-US" altLang="es-ES" sz="4400"/>
              </a:p>
            </p:txBody>
          </p:sp>
          <p:sp>
            <p:nvSpPr>
              <p:cNvPr id="873531" name="Rectangle 59">
                <a:extLst>
                  <a:ext uri="{FF2B5EF4-FFF2-40B4-BE49-F238E27FC236}">
                    <a16:creationId xmlns:a16="http://schemas.microsoft.com/office/drawing/2014/main" id="{787770B0-2BE9-1DEA-3677-97CDF167C8B8}"/>
                  </a:ext>
                </a:extLst>
              </p:cNvPr>
              <p:cNvSpPr>
                <a:spLocks noChangeArrowheads="1"/>
              </p:cNvSpPr>
              <p:nvPr/>
            </p:nvSpPr>
            <p:spPr bwMode="auto">
              <a:xfrm>
                <a:off x="2326" y="3698"/>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3532" name="Rectangle 60">
                <a:extLst>
                  <a:ext uri="{FF2B5EF4-FFF2-40B4-BE49-F238E27FC236}">
                    <a16:creationId xmlns:a16="http://schemas.microsoft.com/office/drawing/2014/main" id="{2408AEAA-2D1D-C597-9729-F3F1BB50D3D6}"/>
                  </a:ext>
                </a:extLst>
              </p:cNvPr>
              <p:cNvSpPr>
                <a:spLocks noChangeArrowheads="1"/>
              </p:cNvSpPr>
              <p:nvPr/>
            </p:nvSpPr>
            <p:spPr bwMode="auto">
              <a:xfrm>
                <a:off x="2366" y="369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14</a:t>
                </a:r>
                <a:endParaRPr lang="en-US" altLang="es-ES" sz="4400"/>
              </a:p>
            </p:txBody>
          </p:sp>
          <p:sp>
            <p:nvSpPr>
              <p:cNvPr id="873533" name="Rectangle 61">
                <a:extLst>
                  <a:ext uri="{FF2B5EF4-FFF2-40B4-BE49-F238E27FC236}">
                    <a16:creationId xmlns:a16="http://schemas.microsoft.com/office/drawing/2014/main" id="{AC28C415-3177-6609-9252-4D23A44CE1B9}"/>
                  </a:ext>
                </a:extLst>
              </p:cNvPr>
              <p:cNvSpPr>
                <a:spLocks noChangeArrowheads="1"/>
              </p:cNvSpPr>
              <p:nvPr/>
            </p:nvSpPr>
            <p:spPr bwMode="auto">
              <a:xfrm>
                <a:off x="2277" y="3966"/>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a:t>
                </a:r>
                <a:endParaRPr lang="en-US" altLang="es-ES" sz="4400"/>
              </a:p>
            </p:txBody>
          </p:sp>
          <p:sp>
            <p:nvSpPr>
              <p:cNvPr id="873534" name="Rectangle 62">
                <a:extLst>
                  <a:ext uri="{FF2B5EF4-FFF2-40B4-BE49-F238E27FC236}">
                    <a16:creationId xmlns:a16="http://schemas.microsoft.com/office/drawing/2014/main" id="{F07C3A6C-E873-F700-253A-9C30BF0BB8C6}"/>
                  </a:ext>
                </a:extLst>
              </p:cNvPr>
              <p:cNvSpPr>
                <a:spLocks noChangeArrowheads="1"/>
              </p:cNvSpPr>
              <p:nvPr/>
            </p:nvSpPr>
            <p:spPr bwMode="auto">
              <a:xfrm>
                <a:off x="2642"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13</a:t>
                </a:r>
                <a:endParaRPr lang="en-US" altLang="es-ES" sz="4400"/>
              </a:p>
            </p:txBody>
          </p:sp>
          <p:sp>
            <p:nvSpPr>
              <p:cNvPr id="873535" name="Rectangle 63">
                <a:extLst>
                  <a:ext uri="{FF2B5EF4-FFF2-40B4-BE49-F238E27FC236}">
                    <a16:creationId xmlns:a16="http://schemas.microsoft.com/office/drawing/2014/main" id="{4EFC25A5-FB5B-426F-A8EE-B14B12328CF6}"/>
                  </a:ext>
                </a:extLst>
              </p:cNvPr>
              <p:cNvSpPr>
                <a:spLocks noChangeArrowheads="1"/>
              </p:cNvSpPr>
              <p:nvPr/>
            </p:nvSpPr>
            <p:spPr bwMode="auto">
              <a:xfrm>
                <a:off x="2724"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3536" name="Rectangle 64">
                <a:extLst>
                  <a:ext uri="{FF2B5EF4-FFF2-40B4-BE49-F238E27FC236}">
                    <a16:creationId xmlns:a16="http://schemas.microsoft.com/office/drawing/2014/main" id="{D6526777-9541-C625-FACF-AA70C0090F90}"/>
                  </a:ext>
                </a:extLst>
              </p:cNvPr>
              <p:cNvSpPr>
                <a:spLocks noChangeArrowheads="1"/>
              </p:cNvSpPr>
              <p:nvPr/>
            </p:nvSpPr>
            <p:spPr bwMode="auto">
              <a:xfrm>
                <a:off x="2765"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11</a:t>
                </a:r>
                <a:endParaRPr lang="en-US" altLang="es-ES" sz="4400"/>
              </a:p>
            </p:txBody>
          </p:sp>
          <p:sp>
            <p:nvSpPr>
              <p:cNvPr id="873537" name="Rectangle 65">
                <a:extLst>
                  <a:ext uri="{FF2B5EF4-FFF2-40B4-BE49-F238E27FC236}">
                    <a16:creationId xmlns:a16="http://schemas.microsoft.com/office/drawing/2014/main" id="{6511BAC9-D1E0-1DAC-AAEB-5BD118D08E97}"/>
                  </a:ext>
                </a:extLst>
              </p:cNvPr>
              <p:cNvSpPr>
                <a:spLocks noChangeArrowheads="1"/>
              </p:cNvSpPr>
              <p:nvPr/>
            </p:nvSpPr>
            <p:spPr bwMode="auto">
              <a:xfrm>
                <a:off x="2682" y="3967"/>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a:t>
                </a:r>
                <a:endParaRPr lang="en-US" altLang="es-ES" sz="4400"/>
              </a:p>
            </p:txBody>
          </p:sp>
          <p:sp>
            <p:nvSpPr>
              <p:cNvPr id="873538" name="Rectangle 66">
                <a:extLst>
                  <a:ext uri="{FF2B5EF4-FFF2-40B4-BE49-F238E27FC236}">
                    <a16:creationId xmlns:a16="http://schemas.microsoft.com/office/drawing/2014/main" id="{FFBE06A1-F70C-6A4C-B15A-6480EB13786F}"/>
                  </a:ext>
                </a:extLst>
              </p:cNvPr>
              <p:cNvSpPr>
                <a:spLocks noChangeArrowheads="1"/>
              </p:cNvSpPr>
              <p:nvPr/>
            </p:nvSpPr>
            <p:spPr bwMode="auto">
              <a:xfrm>
                <a:off x="2988" y="369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10</a:t>
                </a:r>
                <a:endParaRPr lang="en-US" altLang="es-ES" sz="4400"/>
              </a:p>
            </p:txBody>
          </p:sp>
          <p:sp>
            <p:nvSpPr>
              <p:cNvPr id="873539" name="Rectangle 67">
                <a:extLst>
                  <a:ext uri="{FF2B5EF4-FFF2-40B4-BE49-F238E27FC236}">
                    <a16:creationId xmlns:a16="http://schemas.microsoft.com/office/drawing/2014/main" id="{26A93820-5CBA-4DF2-AE8F-5573C971ADFD}"/>
                  </a:ext>
                </a:extLst>
              </p:cNvPr>
              <p:cNvSpPr>
                <a:spLocks noChangeArrowheads="1"/>
              </p:cNvSpPr>
              <p:nvPr/>
            </p:nvSpPr>
            <p:spPr bwMode="auto">
              <a:xfrm>
                <a:off x="2961" y="3967"/>
                <a:ext cx="1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MB</a:t>
                </a:r>
                <a:endParaRPr lang="en-US" altLang="es-ES" sz="4400"/>
              </a:p>
            </p:txBody>
          </p:sp>
          <p:sp>
            <p:nvSpPr>
              <p:cNvPr id="873540" name="Rectangle 68">
                <a:extLst>
                  <a:ext uri="{FF2B5EF4-FFF2-40B4-BE49-F238E27FC236}">
                    <a16:creationId xmlns:a16="http://schemas.microsoft.com/office/drawing/2014/main" id="{27116FC7-FE02-C8DA-7988-C430BCD17F2D}"/>
                  </a:ext>
                </a:extLst>
              </p:cNvPr>
              <p:cNvSpPr>
                <a:spLocks noChangeArrowheads="1"/>
              </p:cNvSpPr>
              <p:nvPr/>
            </p:nvSpPr>
            <p:spPr bwMode="auto">
              <a:xfrm>
                <a:off x="3309"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9</a:t>
                </a:r>
                <a:endParaRPr lang="en-US" altLang="es-ES" sz="4400"/>
              </a:p>
            </p:txBody>
          </p:sp>
          <p:sp>
            <p:nvSpPr>
              <p:cNvPr id="873541" name="Rectangle 69">
                <a:extLst>
                  <a:ext uri="{FF2B5EF4-FFF2-40B4-BE49-F238E27FC236}">
                    <a16:creationId xmlns:a16="http://schemas.microsoft.com/office/drawing/2014/main" id="{559F3D2C-BDF8-8DD1-B42B-094B86FF3BE5}"/>
                  </a:ext>
                </a:extLst>
              </p:cNvPr>
              <p:cNvSpPr>
                <a:spLocks noChangeArrowheads="1"/>
              </p:cNvSpPr>
              <p:nvPr/>
            </p:nvSpPr>
            <p:spPr bwMode="auto">
              <a:xfrm>
                <a:off x="3349"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3542" name="Rectangle 70">
                <a:extLst>
                  <a:ext uri="{FF2B5EF4-FFF2-40B4-BE49-F238E27FC236}">
                    <a16:creationId xmlns:a16="http://schemas.microsoft.com/office/drawing/2014/main" id="{8D1A676C-E73B-1229-6D8A-49C361067FE5}"/>
                  </a:ext>
                </a:extLst>
              </p:cNvPr>
              <p:cNvSpPr>
                <a:spLocks noChangeArrowheads="1"/>
              </p:cNvSpPr>
              <p:nvPr/>
            </p:nvSpPr>
            <p:spPr bwMode="auto">
              <a:xfrm>
                <a:off x="3391"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6</a:t>
                </a:r>
                <a:endParaRPr lang="en-US" altLang="es-ES" sz="4400"/>
              </a:p>
            </p:txBody>
          </p:sp>
          <p:sp>
            <p:nvSpPr>
              <p:cNvPr id="873543" name="Rectangle 71">
                <a:extLst>
                  <a:ext uri="{FF2B5EF4-FFF2-40B4-BE49-F238E27FC236}">
                    <a16:creationId xmlns:a16="http://schemas.microsoft.com/office/drawing/2014/main" id="{B435BF4F-519D-1C5D-B305-60F315F7E5D5}"/>
                  </a:ext>
                </a:extLst>
              </p:cNvPr>
              <p:cNvSpPr>
                <a:spLocks noChangeArrowheads="1"/>
              </p:cNvSpPr>
              <p:nvPr/>
            </p:nvSpPr>
            <p:spPr bwMode="auto">
              <a:xfrm>
                <a:off x="3322" y="3967"/>
                <a:ext cx="1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FS</a:t>
                </a:r>
                <a:endParaRPr lang="en-US" altLang="es-ES" sz="4400"/>
              </a:p>
            </p:txBody>
          </p:sp>
          <p:sp>
            <p:nvSpPr>
              <p:cNvPr id="873544" name="Rectangle 72">
                <a:extLst>
                  <a:ext uri="{FF2B5EF4-FFF2-40B4-BE49-F238E27FC236}">
                    <a16:creationId xmlns:a16="http://schemas.microsoft.com/office/drawing/2014/main" id="{6673EDD4-0C45-82CB-1709-396FD7DBA146}"/>
                  </a:ext>
                </a:extLst>
              </p:cNvPr>
              <p:cNvSpPr>
                <a:spLocks noChangeArrowheads="1"/>
              </p:cNvSpPr>
              <p:nvPr/>
            </p:nvSpPr>
            <p:spPr bwMode="auto">
              <a:xfrm>
                <a:off x="3673"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5</a:t>
                </a:r>
                <a:endParaRPr lang="en-US" altLang="es-ES" sz="4400"/>
              </a:p>
            </p:txBody>
          </p:sp>
          <p:sp>
            <p:nvSpPr>
              <p:cNvPr id="873545" name="Rectangle 73">
                <a:extLst>
                  <a:ext uri="{FF2B5EF4-FFF2-40B4-BE49-F238E27FC236}">
                    <a16:creationId xmlns:a16="http://schemas.microsoft.com/office/drawing/2014/main" id="{1B7FFB66-743B-E978-0DC9-67E194E509D9}"/>
                  </a:ext>
                </a:extLst>
              </p:cNvPr>
              <p:cNvSpPr>
                <a:spLocks noChangeArrowheads="1"/>
              </p:cNvSpPr>
              <p:nvPr/>
            </p:nvSpPr>
            <p:spPr bwMode="auto">
              <a:xfrm>
                <a:off x="3621" y="3967"/>
                <a:ext cx="1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MD</a:t>
                </a:r>
                <a:endParaRPr lang="en-US" altLang="es-ES" sz="4400"/>
              </a:p>
            </p:txBody>
          </p:sp>
          <p:sp>
            <p:nvSpPr>
              <p:cNvPr id="873546" name="Rectangle 74">
                <a:extLst>
                  <a:ext uri="{FF2B5EF4-FFF2-40B4-BE49-F238E27FC236}">
                    <a16:creationId xmlns:a16="http://schemas.microsoft.com/office/drawing/2014/main" id="{8BED877B-3033-EBD5-4156-1111AC7B34BC}"/>
                  </a:ext>
                </a:extLst>
              </p:cNvPr>
              <p:cNvSpPr>
                <a:spLocks noChangeArrowheads="1"/>
              </p:cNvSpPr>
              <p:nvPr/>
            </p:nvSpPr>
            <p:spPr bwMode="auto">
              <a:xfrm>
                <a:off x="3896"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4</a:t>
                </a:r>
                <a:endParaRPr lang="en-US" altLang="es-ES" sz="4400"/>
              </a:p>
            </p:txBody>
          </p:sp>
          <p:sp>
            <p:nvSpPr>
              <p:cNvPr id="873547" name="Rectangle 75">
                <a:extLst>
                  <a:ext uri="{FF2B5EF4-FFF2-40B4-BE49-F238E27FC236}">
                    <a16:creationId xmlns:a16="http://schemas.microsoft.com/office/drawing/2014/main" id="{EB2269DC-1433-79C9-8F78-D19FAADF6701}"/>
                  </a:ext>
                </a:extLst>
              </p:cNvPr>
              <p:cNvSpPr>
                <a:spLocks noChangeArrowheads="1"/>
              </p:cNvSpPr>
              <p:nvPr/>
            </p:nvSpPr>
            <p:spPr bwMode="auto">
              <a:xfrm>
                <a:off x="3846" y="3967"/>
                <a:ext cx="1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RW</a:t>
                </a:r>
                <a:endParaRPr lang="en-US" altLang="es-ES" sz="4400"/>
              </a:p>
            </p:txBody>
          </p:sp>
          <p:sp>
            <p:nvSpPr>
              <p:cNvPr id="873548" name="Rectangle 76">
                <a:extLst>
                  <a:ext uri="{FF2B5EF4-FFF2-40B4-BE49-F238E27FC236}">
                    <a16:creationId xmlns:a16="http://schemas.microsoft.com/office/drawing/2014/main" id="{65E1DB1A-98A9-83AD-9007-7FF438D090F2}"/>
                  </a:ext>
                </a:extLst>
              </p:cNvPr>
              <p:cNvSpPr>
                <a:spLocks noChangeArrowheads="1"/>
              </p:cNvSpPr>
              <p:nvPr/>
            </p:nvSpPr>
            <p:spPr bwMode="auto">
              <a:xfrm>
                <a:off x="4112"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3</a:t>
                </a:r>
                <a:endParaRPr lang="en-US" altLang="es-ES" sz="4400"/>
              </a:p>
            </p:txBody>
          </p:sp>
          <p:sp>
            <p:nvSpPr>
              <p:cNvPr id="873549" name="Rectangle 77">
                <a:extLst>
                  <a:ext uri="{FF2B5EF4-FFF2-40B4-BE49-F238E27FC236}">
                    <a16:creationId xmlns:a16="http://schemas.microsoft.com/office/drawing/2014/main" id="{A393CC3D-BC2A-CDC8-8CC7-2F9D6B3BBFC6}"/>
                  </a:ext>
                </a:extLst>
              </p:cNvPr>
              <p:cNvSpPr>
                <a:spLocks noChangeArrowheads="1"/>
              </p:cNvSpPr>
              <p:nvPr/>
            </p:nvSpPr>
            <p:spPr bwMode="auto">
              <a:xfrm>
                <a:off x="4053" y="3967"/>
                <a:ext cx="21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MW</a:t>
                </a:r>
                <a:endParaRPr lang="en-US" altLang="es-ES" sz="4400"/>
              </a:p>
            </p:txBody>
          </p:sp>
          <p:sp>
            <p:nvSpPr>
              <p:cNvPr id="873550" name="Rectangle 78">
                <a:extLst>
                  <a:ext uri="{FF2B5EF4-FFF2-40B4-BE49-F238E27FC236}">
                    <a16:creationId xmlns:a16="http://schemas.microsoft.com/office/drawing/2014/main" id="{A1F97B81-5FFB-1E56-1B12-D36B285CE41B}"/>
                  </a:ext>
                </a:extLst>
              </p:cNvPr>
              <p:cNvSpPr>
                <a:spLocks noChangeArrowheads="1"/>
              </p:cNvSpPr>
              <p:nvPr/>
            </p:nvSpPr>
            <p:spPr bwMode="auto">
              <a:xfrm>
                <a:off x="4326"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2</a:t>
                </a:r>
                <a:endParaRPr lang="en-US" altLang="es-ES" sz="4400"/>
              </a:p>
            </p:txBody>
          </p:sp>
          <p:sp>
            <p:nvSpPr>
              <p:cNvPr id="873551" name="Rectangle 79">
                <a:extLst>
                  <a:ext uri="{FF2B5EF4-FFF2-40B4-BE49-F238E27FC236}">
                    <a16:creationId xmlns:a16="http://schemas.microsoft.com/office/drawing/2014/main" id="{C3C4E2FF-1CE2-632E-D6C6-2EF08D39EDC3}"/>
                  </a:ext>
                </a:extLst>
              </p:cNvPr>
              <p:cNvSpPr>
                <a:spLocks noChangeArrowheads="1"/>
              </p:cNvSpPr>
              <p:nvPr/>
            </p:nvSpPr>
            <p:spPr bwMode="auto">
              <a:xfrm>
                <a:off x="4295" y="3967"/>
                <a:ext cx="14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PL</a:t>
                </a:r>
                <a:endParaRPr lang="en-US" altLang="es-ES" sz="4400"/>
              </a:p>
            </p:txBody>
          </p:sp>
          <p:sp>
            <p:nvSpPr>
              <p:cNvPr id="873552" name="Rectangle 80">
                <a:extLst>
                  <a:ext uri="{FF2B5EF4-FFF2-40B4-BE49-F238E27FC236}">
                    <a16:creationId xmlns:a16="http://schemas.microsoft.com/office/drawing/2014/main" id="{8992415E-0217-7B28-48C4-5CD9F77448DE}"/>
                  </a:ext>
                </a:extLst>
              </p:cNvPr>
              <p:cNvSpPr>
                <a:spLocks noChangeArrowheads="1"/>
              </p:cNvSpPr>
              <p:nvPr/>
            </p:nvSpPr>
            <p:spPr bwMode="auto">
              <a:xfrm>
                <a:off x="4550"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a:t>
                </a:r>
                <a:endParaRPr lang="en-US" altLang="es-ES" sz="4400"/>
              </a:p>
            </p:txBody>
          </p:sp>
          <p:sp>
            <p:nvSpPr>
              <p:cNvPr id="873553" name="Rectangle 81">
                <a:extLst>
                  <a:ext uri="{FF2B5EF4-FFF2-40B4-BE49-F238E27FC236}">
                    <a16:creationId xmlns:a16="http://schemas.microsoft.com/office/drawing/2014/main" id="{AA67E4ED-271A-AD64-D65D-DBC2FE896AB9}"/>
                  </a:ext>
                </a:extLst>
              </p:cNvPr>
              <p:cNvSpPr>
                <a:spLocks noChangeArrowheads="1"/>
              </p:cNvSpPr>
              <p:nvPr/>
            </p:nvSpPr>
            <p:spPr bwMode="auto">
              <a:xfrm>
                <a:off x="4523" y="3967"/>
                <a:ext cx="1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JB</a:t>
                </a:r>
                <a:endParaRPr lang="en-US" altLang="es-ES" sz="4400"/>
              </a:p>
            </p:txBody>
          </p:sp>
          <p:sp>
            <p:nvSpPr>
              <p:cNvPr id="873554" name="Rectangle 82">
                <a:extLst>
                  <a:ext uri="{FF2B5EF4-FFF2-40B4-BE49-F238E27FC236}">
                    <a16:creationId xmlns:a16="http://schemas.microsoft.com/office/drawing/2014/main" id="{A77CBA87-1F3B-5A16-9B7C-E1AB262C7316}"/>
                  </a:ext>
                </a:extLst>
              </p:cNvPr>
              <p:cNvSpPr>
                <a:spLocks noChangeArrowheads="1"/>
              </p:cNvSpPr>
              <p:nvPr/>
            </p:nvSpPr>
            <p:spPr bwMode="auto">
              <a:xfrm>
                <a:off x="4774" y="369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400"/>
              </a:p>
            </p:txBody>
          </p:sp>
          <p:sp>
            <p:nvSpPr>
              <p:cNvPr id="873555" name="Rectangle 83">
                <a:extLst>
                  <a:ext uri="{FF2B5EF4-FFF2-40B4-BE49-F238E27FC236}">
                    <a16:creationId xmlns:a16="http://schemas.microsoft.com/office/drawing/2014/main" id="{0632A93F-8283-3C3C-EF34-8117A1FF2E25}"/>
                  </a:ext>
                </a:extLst>
              </p:cNvPr>
              <p:cNvSpPr>
                <a:spLocks noChangeArrowheads="1"/>
              </p:cNvSpPr>
              <p:nvPr/>
            </p:nvSpPr>
            <p:spPr bwMode="auto">
              <a:xfrm>
                <a:off x="4734" y="3967"/>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BC</a:t>
                </a:r>
                <a:endParaRPr lang="en-US" altLang="es-ES" sz="4400"/>
              </a:p>
            </p:txBody>
          </p:sp>
          <p:sp>
            <p:nvSpPr>
              <p:cNvPr id="873556" name="Rectangle 84">
                <a:extLst>
                  <a:ext uri="{FF2B5EF4-FFF2-40B4-BE49-F238E27FC236}">
                    <a16:creationId xmlns:a16="http://schemas.microsoft.com/office/drawing/2014/main" id="{0CCACD00-70D0-4783-9B1A-6E032F340126}"/>
                  </a:ext>
                </a:extLst>
              </p:cNvPr>
              <p:cNvSpPr>
                <a:spLocks noChangeArrowheads="1"/>
              </p:cNvSpPr>
              <p:nvPr/>
            </p:nvSpPr>
            <p:spPr bwMode="auto">
              <a:xfrm>
                <a:off x="3013" y="1202"/>
                <a:ext cx="5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a:t>
                </a:r>
                <a:endParaRPr lang="en-US" altLang="es-ES" sz="4400"/>
              </a:p>
            </p:txBody>
          </p:sp>
          <p:sp>
            <p:nvSpPr>
              <p:cNvPr id="873557" name="Freeform 85">
                <a:extLst>
                  <a:ext uri="{FF2B5EF4-FFF2-40B4-BE49-F238E27FC236}">
                    <a16:creationId xmlns:a16="http://schemas.microsoft.com/office/drawing/2014/main" id="{5CD08C3C-9768-F64F-73AB-5495B1607BB7}"/>
                  </a:ext>
                </a:extLst>
              </p:cNvPr>
              <p:cNvSpPr>
                <a:spLocks/>
              </p:cNvSpPr>
              <p:nvPr/>
            </p:nvSpPr>
            <p:spPr bwMode="auto">
              <a:xfrm>
                <a:off x="1945" y="1316"/>
                <a:ext cx="2526" cy="343"/>
              </a:xfrm>
              <a:custGeom>
                <a:avLst/>
                <a:gdLst>
                  <a:gd name="T0" fmla="*/ 1172 w 2500"/>
                  <a:gd name="T1" fmla="*/ 334 h 334"/>
                  <a:gd name="T2" fmla="*/ 0 w 2500"/>
                  <a:gd name="T3" fmla="*/ 334 h 334"/>
                  <a:gd name="T4" fmla="*/ 0 w 2500"/>
                  <a:gd name="T5" fmla="*/ 0 h 334"/>
                  <a:gd name="T6" fmla="*/ 1172 w 2500"/>
                  <a:gd name="T7" fmla="*/ 0 h 334"/>
                  <a:gd name="T8" fmla="*/ 2500 w 2500"/>
                  <a:gd name="T9" fmla="*/ 0 h 334"/>
                  <a:gd name="T10" fmla="*/ 2500 w 2500"/>
                  <a:gd name="T11" fmla="*/ 334 h 334"/>
                  <a:gd name="T12" fmla="*/ 1172 w 2500"/>
                  <a:gd name="T13" fmla="*/ 334 h 334"/>
                </a:gdLst>
                <a:ahLst/>
                <a:cxnLst>
                  <a:cxn ang="0">
                    <a:pos x="T0" y="T1"/>
                  </a:cxn>
                  <a:cxn ang="0">
                    <a:pos x="T2" y="T3"/>
                  </a:cxn>
                  <a:cxn ang="0">
                    <a:pos x="T4" y="T5"/>
                  </a:cxn>
                  <a:cxn ang="0">
                    <a:pos x="T6" y="T7"/>
                  </a:cxn>
                  <a:cxn ang="0">
                    <a:pos x="T8" y="T9"/>
                  </a:cxn>
                  <a:cxn ang="0">
                    <a:pos x="T10" y="T11"/>
                  </a:cxn>
                  <a:cxn ang="0">
                    <a:pos x="T12" y="T13"/>
                  </a:cxn>
                </a:cxnLst>
                <a:rect l="0" t="0" r="r" b="b"/>
                <a:pathLst>
                  <a:path w="2500" h="334">
                    <a:moveTo>
                      <a:pt x="1172" y="334"/>
                    </a:moveTo>
                    <a:lnTo>
                      <a:pt x="0" y="334"/>
                    </a:lnTo>
                    <a:lnTo>
                      <a:pt x="0" y="0"/>
                    </a:lnTo>
                    <a:lnTo>
                      <a:pt x="1172" y="0"/>
                    </a:lnTo>
                    <a:lnTo>
                      <a:pt x="2500" y="0"/>
                    </a:lnTo>
                    <a:lnTo>
                      <a:pt x="2500" y="334"/>
                    </a:lnTo>
                    <a:lnTo>
                      <a:pt x="1172" y="334"/>
                    </a:lnTo>
                    <a:close/>
                  </a:path>
                </a:pathLst>
              </a:custGeom>
              <a:noFill/>
              <a:ln w="15875" cap="flat">
                <a:solidFill>
                  <a:srgbClr val="00A0C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558" name="Rectangle 86">
                <a:extLst>
                  <a:ext uri="{FF2B5EF4-FFF2-40B4-BE49-F238E27FC236}">
                    <a16:creationId xmlns:a16="http://schemas.microsoft.com/office/drawing/2014/main" id="{108373B3-6ED9-B3CC-0600-0E9066472269}"/>
                  </a:ext>
                </a:extLst>
              </p:cNvPr>
              <p:cNvSpPr>
                <a:spLocks noChangeArrowheads="1"/>
              </p:cNvSpPr>
              <p:nvPr/>
            </p:nvSpPr>
            <p:spPr bwMode="auto">
              <a:xfrm>
                <a:off x="2424" y="1392"/>
                <a:ext cx="3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Opcode</a:t>
                </a:r>
                <a:endParaRPr lang="en-US" altLang="es-ES" sz="4400"/>
              </a:p>
            </p:txBody>
          </p:sp>
          <p:sp>
            <p:nvSpPr>
              <p:cNvPr id="873559" name="Rectangle 87">
                <a:extLst>
                  <a:ext uri="{FF2B5EF4-FFF2-40B4-BE49-F238E27FC236}">
                    <a16:creationId xmlns:a16="http://schemas.microsoft.com/office/drawing/2014/main" id="{9283EA51-BA17-03F8-D3B1-45909F220ACD}"/>
                  </a:ext>
                </a:extLst>
              </p:cNvPr>
              <p:cNvSpPr>
                <a:spLocks noChangeArrowheads="1"/>
              </p:cNvSpPr>
              <p:nvPr/>
            </p:nvSpPr>
            <p:spPr bwMode="auto">
              <a:xfrm>
                <a:off x="3297" y="1395"/>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DR</a:t>
                </a:r>
                <a:endParaRPr lang="en-US" altLang="es-ES" sz="4400"/>
              </a:p>
            </p:txBody>
          </p:sp>
          <p:sp>
            <p:nvSpPr>
              <p:cNvPr id="873560" name="Rectangle 88">
                <a:extLst>
                  <a:ext uri="{FF2B5EF4-FFF2-40B4-BE49-F238E27FC236}">
                    <a16:creationId xmlns:a16="http://schemas.microsoft.com/office/drawing/2014/main" id="{69B9330D-0E23-41E9-4D5E-190251FF4B9E}"/>
                  </a:ext>
                </a:extLst>
              </p:cNvPr>
              <p:cNvSpPr>
                <a:spLocks noChangeArrowheads="1"/>
              </p:cNvSpPr>
              <p:nvPr/>
            </p:nvSpPr>
            <p:spPr bwMode="auto">
              <a:xfrm>
                <a:off x="3747" y="1395"/>
                <a:ext cx="14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SA</a:t>
                </a:r>
                <a:endParaRPr lang="en-US" altLang="es-ES" sz="4400"/>
              </a:p>
            </p:txBody>
          </p:sp>
          <p:sp>
            <p:nvSpPr>
              <p:cNvPr id="873561" name="Rectangle 89">
                <a:extLst>
                  <a:ext uri="{FF2B5EF4-FFF2-40B4-BE49-F238E27FC236}">
                    <a16:creationId xmlns:a16="http://schemas.microsoft.com/office/drawing/2014/main" id="{02D28D87-D819-09B9-45AB-2471C215EA4F}"/>
                  </a:ext>
                </a:extLst>
              </p:cNvPr>
              <p:cNvSpPr>
                <a:spLocks noChangeArrowheads="1"/>
              </p:cNvSpPr>
              <p:nvPr/>
            </p:nvSpPr>
            <p:spPr bwMode="auto">
              <a:xfrm>
                <a:off x="4197" y="1395"/>
                <a:ext cx="1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SB</a:t>
                </a:r>
                <a:endParaRPr lang="en-US" altLang="es-ES" sz="4400"/>
              </a:p>
            </p:txBody>
          </p:sp>
          <p:sp>
            <p:nvSpPr>
              <p:cNvPr id="873562" name="Rectangle 90">
                <a:extLst>
                  <a:ext uri="{FF2B5EF4-FFF2-40B4-BE49-F238E27FC236}">
                    <a16:creationId xmlns:a16="http://schemas.microsoft.com/office/drawing/2014/main" id="{3C94F2F9-A3F9-3FFA-D42E-08EEEB3A707F}"/>
                  </a:ext>
                </a:extLst>
              </p:cNvPr>
              <p:cNvSpPr>
                <a:spLocks noChangeArrowheads="1"/>
              </p:cNvSpPr>
              <p:nvPr/>
            </p:nvSpPr>
            <p:spPr bwMode="auto">
              <a:xfrm>
                <a:off x="3094" y="4161"/>
                <a:ext cx="65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Control word</a:t>
                </a:r>
                <a:endParaRPr lang="en-US" altLang="es-ES" sz="4400"/>
              </a:p>
            </p:txBody>
          </p:sp>
          <p:sp>
            <p:nvSpPr>
              <p:cNvPr id="873563" name="Rectangle 91">
                <a:extLst>
                  <a:ext uri="{FF2B5EF4-FFF2-40B4-BE49-F238E27FC236}">
                    <a16:creationId xmlns:a16="http://schemas.microsoft.com/office/drawing/2014/main" id="{4D7470FB-4539-B629-98AB-AC3FB7226A17}"/>
                  </a:ext>
                </a:extLst>
              </p:cNvPr>
              <p:cNvSpPr>
                <a:spLocks noChangeArrowheads="1"/>
              </p:cNvSpPr>
              <p:nvPr/>
            </p:nvSpPr>
            <p:spPr bwMode="auto">
              <a:xfrm>
                <a:off x="1767" y="3681"/>
                <a:ext cx="3133" cy="460"/>
              </a:xfrm>
              <a:prstGeom prst="rect">
                <a:avLst/>
              </a:prstGeom>
              <a:noFill/>
              <a:ln w="15875">
                <a:solidFill>
                  <a:srgbClr val="00A0C6"/>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564" name="Rectangle 92">
                <a:extLst>
                  <a:ext uri="{FF2B5EF4-FFF2-40B4-BE49-F238E27FC236}">
                    <a16:creationId xmlns:a16="http://schemas.microsoft.com/office/drawing/2014/main" id="{CF524416-8646-437C-6200-CA044A6D69C2}"/>
                  </a:ext>
                </a:extLst>
              </p:cNvPr>
              <p:cNvSpPr>
                <a:spLocks noChangeArrowheads="1"/>
              </p:cNvSpPr>
              <p:nvPr/>
            </p:nvSpPr>
            <p:spPr bwMode="auto">
              <a:xfrm>
                <a:off x="2062"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15</a:t>
                </a:r>
                <a:endParaRPr lang="en-US" altLang="es-ES" sz="4400"/>
              </a:p>
            </p:txBody>
          </p:sp>
          <p:sp>
            <p:nvSpPr>
              <p:cNvPr id="873565" name="Rectangle 93">
                <a:extLst>
                  <a:ext uri="{FF2B5EF4-FFF2-40B4-BE49-F238E27FC236}">
                    <a16:creationId xmlns:a16="http://schemas.microsoft.com/office/drawing/2014/main" id="{7BABC021-0495-C905-7843-A0062F457014}"/>
                  </a:ext>
                </a:extLst>
              </p:cNvPr>
              <p:cNvSpPr>
                <a:spLocks noChangeArrowheads="1"/>
              </p:cNvSpPr>
              <p:nvPr/>
            </p:nvSpPr>
            <p:spPr bwMode="auto">
              <a:xfrm>
                <a:off x="2219"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14</a:t>
                </a:r>
                <a:endParaRPr lang="en-US" altLang="es-ES" sz="4400"/>
              </a:p>
            </p:txBody>
          </p:sp>
          <p:sp>
            <p:nvSpPr>
              <p:cNvPr id="873566" name="Rectangle 94">
                <a:extLst>
                  <a:ext uri="{FF2B5EF4-FFF2-40B4-BE49-F238E27FC236}">
                    <a16:creationId xmlns:a16="http://schemas.microsoft.com/office/drawing/2014/main" id="{AE83298A-A22F-5026-3476-02824EAB7147}"/>
                  </a:ext>
                </a:extLst>
              </p:cNvPr>
              <p:cNvSpPr>
                <a:spLocks noChangeArrowheads="1"/>
              </p:cNvSpPr>
              <p:nvPr/>
            </p:nvSpPr>
            <p:spPr bwMode="auto">
              <a:xfrm>
                <a:off x="2376"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13</a:t>
                </a:r>
                <a:endParaRPr lang="en-US" altLang="es-ES" sz="4400"/>
              </a:p>
            </p:txBody>
          </p:sp>
          <p:sp>
            <p:nvSpPr>
              <p:cNvPr id="873567" name="Rectangle 95">
                <a:extLst>
                  <a:ext uri="{FF2B5EF4-FFF2-40B4-BE49-F238E27FC236}">
                    <a16:creationId xmlns:a16="http://schemas.microsoft.com/office/drawing/2014/main" id="{3BCC05E6-2CE5-1672-E8F4-46DD23A0F530}"/>
                  </a:ext>
                </a:extLst>
              </p:cNvPr>
              <p:cNvSpPr>
                <a:spLocks noChangeArrowheads="1"/>
              </p:cNvSpPr>
              <p:nvPr/>
            </p:nvSpPr>
            <p:spPr bwMode="auto">
              <a:xfrm>
                <a:off x="2534"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12</a:t>
                </a:r>
                <a:endParaRPr lang="en-US" altLang="es-ES" sz="4400"/>
              </a:p>
            </p:txBody>
          </p:sp>
          <p:sp>
            <p:nvSpPr>
              <p:cNvPr id="873568" name="Rectangle 96">
                <a:extLst>
                  <a:ext uri="{FF2B5EF4-FFF2-40B4-BE49-F238E27FC236}">
                    <a16:creationId xmlns:a16="http://schemas.microsoft.com/office/drawing/2014/main" id="{52BBF2D1-E125-5E92-2FB9-235A7108A21F}"/>
                  </a:ext>
                </a:extLst>
              </p:cNvPr>
              <p:cNvSpPr>
                <a:spLocks noChangeArrowheads="1"/>
              </p:cNvSpPr>
              <p:nvPr/>
            </p:nvSpPr>
            <p:spPr bwMode="auto">
              <a:xfrm>
                <a:off x="2690"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11</a:t>
                </a:r>
                <a:endParaRPr lang="en-US" altLang="es-ES" sz="4400"/>
              </a:p>
            </p:txBody>
          </p:sp>
          <p:sp>
            <p:nvSpPr>
              <p:cNvPr id="873569" name="Rectangle 97">
                <a:extLst>
                  <a:ext uri="{FF2B5EF4-FFF2-40B4-BE49-F238E27FC236}">
                    <a16:creationId xmlns:a16="http://schemas.microsoft.com/office/drawing/2014/main" id="{12C3645F-A5E2-F052-BFCA-7A5A76AC5813}"/>
                  </a:ext>
                </a:extLst>
              </p:cNvPr>
              <p:cNvSpPr>
                <a:spLocks noChangeArrowheads="1"/>
              </p:cNvSpPr>
              <p:nvPr/>
            </p:nvSpPr>
            <p:spPr bwMode="auto">
              <a:xfrm>
                <a:off x="2848" y="154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10</a:t>
                </a:r>
                <a:endParaRPr lang="en-US" altLang="es-ES" sz="4400"/>
              </a:p>
            </p:txBody>
          </p:sp>
          <p:sp>
            <p:nvSpPr>
              <p:cNvPr id="873570" name="Rectangle 98">
                <a:extLst>
                  <a:ext uri="{FF2B5EF4-FFF2-40B4-BE49-F238E27FC236}">
                    <a16:creationId xmlns:a16="http://schemas.microsoft.com/office/drawing/2014/main" id="{B99B8A16-9992-3607-2D3D-75FB5108E4FB}"/>
                  </a:ext>
                </a:extLst>
              </p:cNvPr>
              <p:cNvSpPr>
                <a:spLocks noChangeArrowheads="1"/>
              </p:cNvSpPr>
              <p:nvPr/>
            </p:nvSpPr>
            <p:spPr bwMode="auto">
              <a:xfrm>
                <a:off x="3026" y="154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9</a:t>
                </a:r>
                <a:endParaRPr lang="en-US" altLang="es-ES" sz="4400"/>
              </a:p>
            </p:txBody>
          </p:sp>
          <p:sp>
            <p:nvSpPr>
              <p:cNvPr id="873571" name="Rectangle 99">
                <a:extLst>
                  <a:ext uri="{FF2B5EF4-FFF2-40B4-BE49-F238E27FC236}">
                    <a16:creationId xmlns:a16="http://schemas.microsoft.com/office/drawing/2014/main" id="{E3860228-CD33-71D9-D7DB-364D29CB124D}"/>
                  </a:ext>
                </a:extLst>
              </p:cNvPr>
              <p:cNvSpPr>
                <a:spLocks noChangeArrowheads="1"/>
              </p:cNvSpPr>
              <p:nvPr/>
            </p:nvSpPr>
            <p:spPr bwMode="auto">
              <a:xfrm>
                <a:off x="3300"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8</a:t>
                </a:r>
                <a:endParaRPr lang="en-US" altLang="es-ES" sz="4400"/>
              </a:p>
            </p:txBody>
          </p:sp>
          <p:sp>
            <p:nvSpPr>
              <p:cNvPr id="873572" name="Rectangle 100">
                <a:extLst>
                  <a:ext uri="{FF2B5EF4-FFF2-40B4-BE49-F238E27FC236}">
                    <a16:creationId xmlns:a16="http://schemas.microsoft.com/office/drawing/2014/main" id="{1D111CEC-2EB2-95CB-8CF1-1DE99CAD5E0C}"/>
                  </a:ext>
                </a:extLst>
              </p:cNvPr>
              <p:cNvSpPr>
                <a:spLocks noChangeArrowheads="1"/>
              </p:cNvSpPr>
              <p:nvPr/>
            </p:nvSpPr>
            <p:spPr bwMode="auto">
              <a:xfrm>
                <a:off x="3341"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3573" name="Rectangle 101">
                <a:extLst>
                  <a:ext uri="{FF2B5EF4-FFF2-40B4-BE49-F238E27FC236}">
                    <a16:creationId xmlns:a16="http://schemas.microsoft.com/office/drawing/2014/main" id="{B6E1E1C4-BBD3-1EBC-1D49-68FE46D10D3A}"/>
                  </a:ext>
                </a:extLst>
              </p:cNvPr>
              <p:cNvSpPr>
                <a:spLocks noChangeArrowheads="1"/>
              </p:cNvSpPr>
              <p:nvPr/>
            </p:nvSpPr>
            <p:spPr bwMode="auto">
              <a:xfrm>
                <a:off x="3381"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6</a:t>
                </a:r>
                <a:endParaRPr lang="en-US" altLang="es-ES" sz="4400"/>
              </a:p>
            </p:txBody>
          </p:sp>
          <p:sp>
            <p:nvSpPr>
              <p:cNvPr id="873574" name="Rectangle 102">
                <a:extLst>
                  <a:ext uri="{FF2B5EF4-FFF2-40B4-BE49-F238E27FC236}">
                    <a16:creationId xmlns:a16="http://schemas.microsoft.com/office/drawing/2014/main" id="{FCDC07BE-7BAA-3B5E-7F5C-75AA7DB88A10}"/>
                  </a:ext>
                </a:extLst>
              </p:cNvPr>
              <p:cNvSpPr>
                <a:spLocks noChangeArrowheads="1"/>
              </p:cNvSpPr>
              <p:nvPr/>
            </p:nvSpPr>
            <p:spPr bwMode="auto">
              <a:xfrm>
                <a:off x="3743" y="15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5</a:t>
                </a:r>
                <a:endParaRPr lang="en-US" altLang="es-ES" sz="4400"/>
              </a:p>
            </p:txBody>
          </p:sp>
          <p:sp>
            <p:nvSpPr>
              <p:cNvPr id="873575" name="Rectangle 103">
                <a:extLst>
                  <a:ext uri="{FF2B5EF4-FFF2-40B4-BE49-F238E27FC236}">
                    <a16:creationId xmlns:a16="http://schemas.microsoft.com/office/drawing/2014/main" id="{CAA0A6CA-37ED-C97A-EF4C-F20ADAC5C1CB}"/>
                  </a:ext>
                </a:extLst>
              </p:cNvPr>
              <p:cNvSpPr>
                <a:spLocks noChangeArrowheads="1"/>
              </p:cNvSpPr>
              <p:nvPr/>
            </p:nvSpPr>
            <p:spPr bwMode="auto">
              <a:xfrm>
                <a:off x="3784" y="15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3576" name="Rectangle 104">
                <a:extLst>
                  <a:ext uri="{FF2B5EF4-FFF2-40B4-BE49-F238E27FC236}">
                    <a16:creationId xmlns:a16="http://schemas.microsoft.com/office/drawing/2014/main" id="{BE226CB3-33CD-8678-E5D5-4B3D0F466302}"/>
                  </a:ext>
                </a:extLst>
              </p:cNvPr>
              <p:cNvSpPr>
                <a:spLocks noChangeArrowheads="1"/>
              </p:cNvSpPr>
              <p:nvPr/>
            </p:nvSpPr>
            <p:spPr bwMode="auto">
              <a:xfrm>
                <a:off x="3825" y="15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3</a:t>
                </a:r>
                <a:endParaRPr lang="en-US" altLang="es-ES" sz="4400"/>
              </a:p>
            </p:txBody>
          </p:sp>
          <p:sp>
            <p:nvSpPr>
              <p:cNvPr id="873577" name="Rectangle 105">
                <a:extLst>
                  <a:ext uri="{FF2B5EF4-FFF2-40B4-BE49-F238E27FC236}">
                    <a16:creationId xmlns:a16="http://schemas.microsoft.com/office/drawing/2014/main" id="{0A291C64-6D0D-125E-27B8-9096D3DA20E2}"/>
                  </a:ext>
                </a:extLst>
              </p:cNvPr>
              <p:cNvSpPr>
                <a:spLocks noChangeArrowheads="1"/>
              </p:cNvSpPr>
              <p:nvPr/>
            </p:nvSpPr>
            <p:spPr bwMode="auto">
              <a:xfrm>
                <a:off x="4186"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2</a:t>
                </a:r>
                <a:endParaRPr lang="en-US" altLang="es-ES" sz="4400"/>
              </a:p>
            </p:txBody>
          </p:sp>
          <p:sp>
            <p:nvSpPr>
              <p:cNvPr id="873578" name="Rectangle 106">
                <a:extLst>
                  <a:ext uri="{FF2B5EF4-FFF2-40B4-BE49-F238E27FC236}">
                    <a16:creationId xmlns:a16="http://schemas.microsoft.com/office/drawing/2014/main" id="{D5776321-8C90-B301-0BCF-FF579C411E08}"/>
                  </a:ext>
                </a:extLst>
              </p:cNvPr>
              <p:cNvSpPr>
                <a:spLocks noChangeArrowheads="1"/>
              </p:cNvSpPr>
              <p:nvPr/>
            </p:nvSpPr>
            <p:spPr bwMode="auto">
              <a:xfrm>
                <a:off x="4227"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t>
                </a:r>
                <a:endParaRPr lang="en-US" altLang="es-ES" sz="4400"/>
              </a:p>
            </p:txBody>
          </p:sp>
          <p:sp>
            <p:nvSpPr>
              <p:cNvPr id="873579" name="Rectangle 107">
                <a:extLst>
                  <a:ext uri="{FF2B5EF4-FFF2-40B4-BE49-F238E27FC236}">
                    <a16:creationId xmlns:a16="http://schemas.microsoft.com/office/drawing/2014/main" id="{9ABE7E98-9F7A-45E5-B0BA-8BE73B48D294}"/>
                  </a:ext>
                </a:extLst>
              </p:cNvPr>
              <p:cNvSpPr>
                <a:spLocks noChangeArrowheads="1"/>
              </p:cNvSpPr>
              <p:nvPr/>
            </p:nvSpPr>
            <p:spPr bwMode="auto">
              <a:xfrm>
                <a:off x="4268" y="154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400"/>
              </a:p>
            </p:txBody>
          </p:sp>
        </p:grpSp>
        <p:sp>
          <p:nvSpPr>
            <p:cNvPr id="873580" name="Text Box 108">
              <a:extLst>
                <a:ext uri="{FF2B5EF4-FFF2-40B4-BE49-F238E27FC236}">
                  <a16:creationId xmlns:a16="http://schemas.microsoft.com/office/drawing/2014/main" id="{40381EAD-355F-54F7-48D9-DD96514CA045}"/>
                </a:ext>
              </a:extLst>
            </p:cNvPr>
            <p:cNvSpPr txBox="1">
              <a:spLocks noChangeArrowheads="1"/>
            </p:cNvSpPr>
            <p:nvPr/>
          </p:nvSpPr>
          <p:spPr bwMode="auto">
            <a:xfrm>
              <a:off x="1602" y="956"/>
              <a:ext cx="10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1 1  0   0   0  0  0</a:t>
              </a:r>
            </a:p>
          </p:txBody>
        </p:sp>
        <p:sp>
          <p:nvSpPr>
            <p:cNvPr id="873581" name="Text Box 109">
              <a:extLst>
                <a:ext uri="{FF2B5EF4-FFF2-40B4-BE49-F238E27FC236}">
                  <a16:creationId xmlns:a16="http://schemas.microsoft.com/office/drawing/2014/main" id="{FD082C37-BFC4-4DF6-3801-BEBC040C1A67}"/>
                </a:ext>
              </a:extLst>
            </p:cNvPr>
            <p:cNvSpPr txBox="1">
              <a:spLocks noChangeArrowheads="1"/>
            </p:cNvSpPr>
            <p:nvPr/>
          </p:nvSpPr>
          <p:spPr bwMode="auto">
            <a:xfrm>
              <a:off x="2526" y="348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73582" name="Text Box 110">
              <a:extLst>
                <a:ext uri="{FF2B5EF4-FFF2-40B4-BE49-F238E27FC236}">
                  <a16:creationId xmlns:a16="http://schemas.microsoft.com/office/drawing/2014/main" id="{794D49E0-3F81-8508-FFED-C5E6568E0344}"/>
                </a:ext>
              </a:extLst>
            </p:cNvPr>
            <p:cNvSpPr txBox="1">
              <a:spLocks noChangeArrowheads="1"/>
            </p:cNvSpPr>
            <p:nvPr/>
          </p:nvSpPr>
          <p:spPr bwMode="auto">
            <a:xfrm>
              <a:off x="3414" y="347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3583" name="Text Box 111">
              <a:extLst>
                <a:ext uri="{FF2B5EF4-FFF2-40B4-BE49-F238E27FC236}">
                  <a16:creationId xmlns:a16="http://schemas.microsoft.com/office/drawing/2014/main" id="{AA372C5C-215E-E15F-ABDC-067B72AB30B6}"/>
                </a:ext>
              </a:extLst>
            </p:cNvPr>
            <p:cNvSpPr txBox="1">
              <a:spLocks noChangeArrowheads="1"/>
            </p:cNvSpPr>
            <p:nvPr/>
          </p:nvSpPr>
          <p:spPr bwMode="auto">
            <a:xfrm>
              <a:off x="2694" y="3488"/>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0 0 0 0</a:t>
              </a:r>
            </a:p>
          </p:txBody>
        </p:sp>
        <p:sp>
          <p:nvSpPr>
            <p:cNvPr id="873584" name="Text Box 112">
              <a:extLst>
                <a:ext uri="{FF2B5EF4-FFF2-40B4-BE49-F238E27FC236}">
                  <a16:creationId xmlns:a16="http://schemas.microsoft.com/office/drawing/2014/main" id="{3B413556-C190-40A0-D6D2-A39579470994}"/>
                </a:ext>
              </a:extLst>
            </p:cNvPr>
            <p:cNvSpPr txBox="1">
              <a:spLocks noChangeArrowheads="1"/>
            </p:cNvSpPr>
            <p:nvPr/>
          </p:nvSpPr>
          <p:spPr bwMode="auto">
            <a:xfrm>
              <a:off x="3180" y="348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3585" name="Text Box 113">
              <a:extLst>
                <a:ext uri="{FF2B5EF4-FFF2-40B4-BE49-F238E27FC236}">
                  <a16:creationId xmlns:a16="http://schemas.microsoft.com/office/drawing/2014/main" id="{BBC2043B-F3D8-A78F-65D2-9618D346C626}"/>
                </a:ext>
              </a:extLst>
            </p:cNvPr>
            <p:cNvSpPr txBox="1">
              <a:spLocks noChangeArrowheads="1"/>
            </p:cNvSpPr>
            <p:nvPr/>
          </p:nvSpPr>
          <p:spPr bwMode="auto">
            <a:xfrm>
              <a:off x="3840" y="347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73586" name="Text Box 114">
              <a:extLst>
                <a:ext uri="{FF2B5EF4-FFF2-40B4-BE49-F238E27FC236}">
                  <a16:creationId xmlns:a16="http://schemas.microsoft.com/office/drawing/2014/main" id="{1D5030BB-4077-C6CB-A1D4-E86771E51144}"/>
                </a:ext>
              </a:extLst>
            </p:cNvPr>
            <p:cNvSpPr txBox="1">
              <a:spLocks noChangeArrowheads="1"/>
            </p:cNvSpPr>
            <p:nvPr/>
          </p:nvSpPr>
          <p:spPr bwMode="auto">
            <a:xfrm>
              <a:off x="3636" y="347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3587" name="Text Box 115">
              <a:extLst>
                <a:ext uri="{FF2B5EF4-FFF2-40B4-BE49-F238E27FC236}">
                  <a16:creationId xmlns:a16="http://schemas.microsoft.com/office/drawing/2014/main" id="{309D4BDE-7435-0666-FEAE-75AC32E5B6C2}"/>
                </a:ext>
              </a:extLst>
            </p:cNvPr>
            <p:cNvSpPr txBox="1">
              <a:spLocks noChangeArrowheads="1"/>
            </p:cNvSpPr>
            <p:nvPr/>
          </p:nvSpPr>
          <p:spPr bwMode="auto">
            <a:xfrm>
              <a:off x="4062" y="347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73588" name="Text Box 116">
              <a:extLst>
                <a:ext uri="{FF2B5EF4-FFF2-40B4-BE49-F238E27FC236}">
                  <a16:creationId xmlns:a16="http://schemas.microsoft.com/office/drawing/2014/main" id="{725C3442-0C9D-4DBE-DDA2-C7F62CC7E49E}"/>
                </a:ext>
              </a:extLst>
            </p:cNvPr>
            <p:cNvSpPr txBox="1">
              <a:spLocks noChangeArrowheads="1"/>
            </p:cNvSpPr>
            <p:nvPr/>
          </p:nvSpPr>
          <p:spPr bwMode="auto">
            <a:xfrm>
              <a:off x="4278" y="347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58E825B3-D1A5-94B5-C6DF-2BCC9C5F6D9E}"/>
              </a:ext>
            </a:extLst>
          </p:cNvPr>
          <p:cNvSpPr>
            <a:spLocks noGrp="1"/>
          </p:cNvSpPr>
          <p:nvPr>
            <p:ph type="sldNum" sz="quarter" idx="10"/>
          </p:nvPr>
        </p:nvSpPr>
        <p:spPr/>
        <p:txBody>
          <a:bodyPr/>
          <a:lstStyle/>
          <a:p>
            <a:r>
              <a:rPr lang="en-US" altLang="es-ES"/>
              <a:t>Chapter 9  Part 2   </a:t>
            </a:r>
            <a:fld id="{1253297E-D899-409B-B966-011B1D5E791E}" type="slidenum">
              <a:rPr lang="en-US" altLang="es-ES"/>
              <a:pPr/>
              <a:t>30</a:t>
            </a:fld>
            <a:endParaRPr lang="en-US" altLang="es-ES"/>
          </a:p>
        </p:txBody>
      </p:sp>
      <p:grpSp>
        <p:nvGrpSpPr>
          <p:cNvPr id="869600" name="Group 224">
            <a:extLst>
              <a:ext uri="{FF2B5EF4-FFF2-40B4-BE49-F238E27FC236}">
                <a16:creationId xmlns:a16="http://schemas.microsoft.com/office/drawing/2014/main" id="{05368A8E-2E0B-661C-166D-B76FD0F91BAA}"/>
              </a:ext>
            </a:extLst>
          </p:cNvPr>
          <p:cNvGrpSpPr>
            <a:grpSpLocks/>
          </p:cNvGrpSpPr>
          <p:nvPr/>
        </p:nvGrpSpPr>
        <p:grpSpPr bwMode="auto">
          <a:xfrm>
            <a:off x="-11113" y="100013"/>
            <a:ext cx="8688388" cy="6661150"/>
            <a:chOff x="-7" y="63"/>
            <a:chExt cx="5473" cy="4196"/>
          </a:xfrm>
        </p:grpSpPr>
        <p:sp>
          <p:nvSpPr>
            <p:cNvPr id="869379" name="Rectangle 3">
              <a:extLst>
                <a:ext uri="{FF2B5EF4-FFF2-40B4-BE49-F238E27FC236}">
                  <a16:creationId xmlns:a16="http://schemas.microsoft.com/office/drawing/2014/main" id="{27D789A0-69E4-C428-F665-3DAAF878721D}"/>
                </a:ext>
              </a:extLst>
            </p:cNvPr>
            <p:cNvSpPr>
              <a:spLocks noChangeArrowheads="1"/>
            </p:cNvSpPr>
            <p:nvPr/>
          </p:nvSpPr>
          <p:spPr bwMode="auto">
            <a:xfrm>
              <a:off x="127" y="65"/>
              <a:ext cx="1774" cy="2774"/>
            </a:xfrm>
            <a:prstGeom prst="rect">
              <a:avLst/>
            </a:prstGeom>
            <a:solidFill>
              <a:srgbClr val="E5F5F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869380" name="Freeform 4">
              <a:extLst>
                <a:ext uri="{FF2B5EF4-FFF2-40B4-BE49-F238E27FC236}">
                  <a16:creationId xmlns:a16="http://schemas.microsoft.com/office/drawing/2014/main" id="{A63739A8-2E3D-AD87-7F6F-50E55F892A8F}"/>
                </a:ext>
              </a:extLst>
            </p:cNvPr>
            <p:cNvSpPr>
              <a:spLocks/>
            </p:cNvSpPr>
            <p:nvPr/>
          </p:nvSpPr>
          <p:spPr bwMode="auto">
            <a:xfrm>
              <a:off x="1901" y="63"/>
              <a:ext cx="1642" cy="4188"/>
            </a:xfrm>
            <a:custGeom>
              <a:avLst/>
              <a:gdLst>
                <a:gd name="T0" fmla="*/ 0 w 1642"/>
                <a:gd name="T1" fmla="*/ 2 h 4188"/>
                <a:gd name="T2" fmla="*/ 1642 w 1642"/>
                <a:gd name="T3" fmla="*/ 0 h 4188"/>
                <a:gd name="T4" fmla="*/ 1642 w 1642"/>
                <a:gd name="T5" fmla="*/ 4188 h 4188"/>
                <a:gd name="T6" fmla="*/ 0 w 1642"/>
                <a:gd name="T7" fmla="*/ 4188 h 4188"/>
                <a:gd name="T8" fmla="*/ 0 w 1642"/>
                <a:gd name="T9" fmla="*/ 276 h 4188"/>
                <a:gd name="T10" fmla="*/ 0 w 1642"/>
                <a:gd name="T11" fmla="*/ 2 h 4188"/>
              </a:gdLst>
              <a:ahLst/>
              <a:cxnLst>
                <a:cxn ang="0">
                  <a:pos x="T0" y="T1"/>
                </a:cxn>
                <a:cxn ang="0">
                  <a:pos x="T2" y="T3"/>
                </a:cxn>
                <a:cxn ang="0">
                  <a:pos x="T4" y="T5"/>
                </a:cxn>
                <a:cxn ang="0">
                  <a:pos x="T6" y="T7"/>
                </a:cxn>
                <a:cxn ang="0">
                  <a:pos x="T8" y="T9"/>
                </a:cxn>
                <a:cxn ang="0">
                  <a:pos x="T10" y="T11"/>
                </a:cxn>
              </a:cxnLst>
              <a:rect l="0" t="0" r="r" b="b"/>
              <a:pathLst>
                <a:path w="1642" h="4188">
                  <a:moveTo>
                    <a:pt x="0" y="2"/>
                  </a:moveTo>
                  <a:lnTo>
                    <a:pt x="1642" y="0"/>
                  </a:lnTo>
                  <a:lnTo>
                    <a:pt x="1642" y="4188"/>
                  </a:lnTo>
                  <a:lnTo>
                    <a:pt x="0" y="4188"/>
                  </a:lnTo>
                  <a:lnTo>
                    <a:pt x="0" y="276"/>
                  </a:lnTo>
                  <a:lnTo>
                    <a:pt x="0" y="2"/>
                  </a:lnTo>
                  <a:close/>
                </a:path>
              </a:pathLst>
            </a:custGeom>
            <a:solidFill>
              <a:srgbClr val="E5E5E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381" name="Line 5">
              <a:extLst>
                <a:ext uri="{FF2B5EF4-FFF2-40B4-BE49-F238E27FC236}">
                  <a16:creationId xmlns:a16="http://schemas.microsoft.com/office/drawing/2014/main" id="{98C09F09-60DD-3E4D-F3EC-C5C4C8AE0617}"/>
                </a:ext>
              </a:extLst>
            </p:cNvPr>
            <p:cNvSpPr>
              <a:spLocks noChangeShapeType="1"/>
            </p:cNvSpPr>
            <p:nvPr/>
          </p:nvSpPr>
          <p:spPr bwMode="auto">
            <a:xfrm>
              <a:off x="3007" y="1433"/>
              <a:ext cx="1" cy="334"/>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382" name="Freeform 6">
              <a:extLst>
                <a:ext uri="{FF2B5EF4-FFF2-40B4-BE49-F238E27FC236}">
                  <a16:creationId xmlns:a16="http://schemas.microsoft.com/office/drawing/2014/main" id="{1EE75907-0AB4-8007-7A57-D0D273532A67}"/>
                </a:ext>
              </a:extLst>
            </p:cNvPr>
            <p:cNvSpPr>
              <a:spLocks/>
            </p:cNvSpPr>
            <p:nvPr/>
          </p:nvSpPr>
          <p:spPr bwMode="auto">
            <a:xfrm>
              <a:off x="2989" y="1751"/>
              <a:ext cx="38" cy="62"/>
            </a:xfrm>
            <a:custGeom>
              <a:avLst/>
              <a:gdLst>
                <a:gd name="T0" fmla="*/ 9 w 19"/>
                <a:gd name="T1" fmla="*/ 5 h 31"/>
                <a:gd name="T2" fmla="*/ 19 w 19"/>
                <a:gd name="T3" fmla="*/ 0 h 31"/>
                <a:gd name="T4" fmla="*/ 19 w 19"/>
                <a:gd name="T5" fmla="*/ 0 h 31"/>
                <a:gd name="T6" fmla="*/ 13 w 19"/>
                <a:gd name="T7" fmla="*/ 15 h 31"/>
                <a:gd name="T8" fmla="*/ 9 w 19"/>
                <a:gd name="T9" fmla="*/ 31 h 31"/>
                <a:gd name="T10" fmla="*/ 6 w 19"/>
                <a:gd name="T11" fmla="*/ 15 h 31"/>
                <a:gd name="T12" fmla="*/ 0 w 19"/>
                <a:gd name="T13" fmla="*/ 0 h 31"/>
                <a:gd name="T14" fmla="*/ 0 w 19"/>
                <a:gd name="T15" fmla="*/ 0 h 31"/>
                <a:gd name="T16" fmla="*/ 9 w 19"/>
                <a:gd name="T17"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1">
                  <a:moveTo>
                    <a:pt x="9" y="5"/>
                  </a:moveTo>
                  <a:cubicBezTo>
                    <a:pt x="19" y="0"/>
                    <a:pt x="19" y="0"/>
                    <a:pt x="19" y="0"/>
                  </a:cubicBezTo>
                  <a:cubicBezTo>
                    <a:pt x="19" y="0"/>
                    <a:pt x="19" y="0"/>
                    <a:pt x="19" y="0"/>
                  </a:cubicBezTo>
                  <a:cubicBezTo>
                    <a:pt x="13" y="15"/>
                    <a:pt x="13" y="15"/>
                    <a:pt x="13" y="15"/>
                  </a:cubicBezTo>
                  <a:cubicBezTo>
                    <a:pt x="12" y="21"/>
                    <a:pt x="11" y="26"/>
                    <a:pt x="9" y="31"/>
                  </a:cubicBezTo>
                  <a:cubicBezTo>
                    <a:pt x="8" y="26"/>
                    <a:pt x="7" y="21"/>
                    <a:pt x="6" y="15"/>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383" name="Freeform 7">
              <a:extLst>
                <a:ext uri="{FF2B5EF4-FFF2-40B4-BE49-F238E27FC236}">
                  <a16:creationId xmlns:a16="http://schemas.microsoft.com/office/drawing/2014/main" id="{A3BD3E00-E91B-6BEF-2544-4A83B363DDD4}"/>
                </a:ext>
              </a:extLst>
            </p:cNvPr>
            <p:cNvSpPr>
              <a:spLocks/>
            </p:cNvSpPr>
            <p:nvPr/>
          </p:nvSpPr>
          <p:spPr bwMode="auto">
            <a:xfrm>
              <a:off x="2137" y="1561"/>
              <a:ext cx="756" cy="206"/>
            </a:xfrm>
            <a:custGeom>
              <a:avLst/>
              <a:gdLst>
                <a:gd name="T0" fmla="*/ 0 w 756"/>
                <a:gd name="T1" fmla="*/ 0 h 206"/>
                <a:gd name="T2" fmla="*/ 756 w 756"/>
                <a:gd name="T3" fmla="*/ 0 h 206"/>
                <a:gd name="T4" fmla="*/ 756 w 756"/>
                <a:gd name="T5" fmla="*/ 206 h 206"/>
              </a:gdLst>
              <a:ahLst/>
              <a:cxnLst>
                <a:cxn ang="0">
                  <a:pos x="T0" y="T1"/>
                </a:cxn>
                <a:cxn ang="0">
                  <a:pos x="T2" y="T3"/>
                </a:cxn>
                <a:cxn ang="0">
                  <a:pos x="T4" y="T5"/>
                </a:cxn>
              </a:cxnLst>
              <a:rect l="0" t="0" r="r" b="b"/>
              <a:pathLst>
                <a:path w="756" h="206">
                  <a:moveTo>
                    <a:pt x="0" y="0"/>
                  </a:moveTo>
                  <a:lnTo>
                    <a:pt x="756" y="0"/>
                  </a:lnTo>
                  <a:lnTo>
                    <a:pt x="756" y="206"/>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9384" name="Freeform 8">
              <a:extLst>
                <a:ext uri="{FF2B5EF4-FFF2-40B4-BE49-F238E27FC236}">
                  <a16:creationId xmlns:a16="http://schemas.microsoft.com/office/drawing/2014/main" id="{3A997A60-A2CE-9DAA-2AB4-5F0E6E951C7C}"/>
                </a:ext>
              </a:extLst>
            </p:cNvPr>
            <p:cNvSpPr>
              <a:spLocks/>
            </p:cNvSpPr>
            <p:nvPr/>
          </p:nvSpPr>
          <p:spPr bwMode="auto">
            <a:xfrm>
              <a:off x="2875" y="1751"/>
              <a:ext cx="38" cy="62"/>
            </a:xfrm>
            <a:custGeom>
              <a:avLst/>
              <a:gdLst>
                <a:gd name="T0" fmla="*/ 9 w 19"/>
                <a:gd name="T1" fmla="*/ 5 h 31"/>
                <a:gd name="T2" fmla="*/ 19 w 19"/>
                <a:gd name="T3" fmla="*/ 0 h 31"/>
                <a:gd name="T4" fmla="*/ 19 w 19"/>
                <a:gd name="T5" fmla="*/ 0 h 31"/>
                <a:gd name="T6" fmla="*/ 13 w 19"/>
                <a:gd name="T7" fmla="*/ 15 h 31"/>
                <a:gd name="T8" fmla="*/ 9 w 19"/>
                <a:gd name="T9" fmla="*/ 31 h 31"/>
                <a:gd name="T10" fmla="*/ 6 w 19"/>
                <a:gd name="T11" fmla="*/ 15 h 31"/>
                <a:gd name="T12" fmla="*/ 0 w 19"/>
                <a:gd name="T13" fmla="*/ 0 h 31"/>
                <a:gd name="T14" fmla="*/ 0 w 19"/>
                <a:gd name="T15" fmla="*/ 0 h 31"/>
                <a:gd name="T16" fmla="*/ 9 w 19"/>
                <a:gd name="T17"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1">
                  <a:moveTo>
                    <a:pt x="9" y="5"/>
                  </a:moveTo>
                  <a:cubicBezTo>
                    <a:pt x="19" y="0"/>
                    <a:pt x="19" y="0"/>
                    <a:pt x="19" y="0"/>
                  </a:cubicBezTo>
                  <a:cubicBezTo>
                    <a:pt x="19" y="0"/>
                    <a:pt x="19" y="0"/>
                    <a:pt x="19" y="0"/>
                  </a:cubicBezTo>
                  <a:cubicBezTo>
                    <a:pt x="13" y="15"/>
                    <a:pt x="13" y="15"/>
                    <a:pt x="13" y="15"/>
                  </a:cubicBezTo>
                  <a:cubicBezTo>
                    <a:pt x="12" y="21"/>
                    <a:pt x="10" y="26"/>
                    <a:pt x="9" y="31"/>
                  </a:cubicBezTo>
                  <a:cubicBezTo>
                    <a:pt x="8" y="26"/>
                    <a:pt x="7" y="21"/>
                    <a:pt x="6" y="15"/>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385" name="Line 9">
              <a:extLst>
                <a:ext uri="{FF2B5EF4-FFF2-40B4-BE49-F238E27FC236}">
                  <a16:creationId xmlns:a16="http://schemas.microsoft.com/office/drawing/2014/main" id="{ABCB9188-3B37-AA1E-7F26-45C67B3947F8}"/>
                </a:ext>
              </a:extLst>
            </p:cNvPr>
            <p:cNvSpPr>
              <a:spLocks noChangeShapeType="1"/>
            </p:cNvSpPr>
            <p:nvPr/>
          </p:nvSpPr>
          <p:spPr bwMode="auto">
            <a:xfrm>
              <a:off x="2759" y="1433"/>
              <a:ext cx="1" cy="111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386" name="Freeform 10">
              <a:extLst>
                <a:ext uri="{FF2B5EF4-FFF2-40B4-BE49-F238E27FC236}">
                  <a16:creationId xmlns:a16="http://schemas.microsoft.com/office/drawing/2014/main" id="{349411F5-4E99-31D0-142F-4D89D286C53D}"/>
                </a:ext>
              </a:extLst>
            </p:cNvPr>
            <p:cNvSpPr>
              <a:spLocks/>
            </p:cNvSpPr>
            <p:nvPr/>
          </p:nvSpPr>
          <p:spPr bwMode="auto">
            <a:xfrm>
              <a:off x="2741" y="2527"/>
              <a:ext cx="38" cy="64"/>
            </a:xfrm>
            <a:custGeom>
              <a:avLst/>
              <a:gdLst>
                <a:gd name="T0" fmla="*/ 9 w 19"/>
                <a:gd name="T1" fmla="*/ 6 h 32"/>
                <a:gd name="T2" fmla="*/ 19 w 19"/>
                <a:gd name="T3" fmla="*/ 0 h 32"/>
                <a:gd name="T4" fmla="*/ 19 w 19"/>
                <a:gd name="T5" fmla="*/ 1 h 32"/>
                <a:gd name="T6" fmla="*/ 13 w 19"/>
                <a:gd name="T7" fmla="*/ 16 h 32"/>
                <a:gd name="T8" fmla="*/ 9 w 19"/>
                <a:gd name="T9" fmla="*/ 32 h 32"/>
                <a:gd name="T10" fmla="*/ 6 w 19"/>
                <a:gd name="T11" fmla="*/ 16 h 32"/>
                <a:gd name="T12" fmla="*/ 0 w 19"/>
                <a:gd name="T13" fmla="*/ 1 h 32"/>
                <a:gd name="T14" fmla="*/ 0 w 19"/>
                <a:gd name="T15" fmla="*/ 0 h 32"/>
                <a:gd name="T16" fmla="*/ 9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6"/>
                  </a:moveTo>
                  <a:cubicBezTo>
                    <a:pt x="19" y="0"/>
                    <a:pt x="19" y="0"/>
                    <a:pt x="19" y="0"/>
                  </a:cubicBezTo>
                  <a:cubicBezTo>
                    <a:pt x="19" y="1"/>
                    <a:pt x="19" y="1"/>
                    <a:pt x="19" y="1"/>
                  </a:cubicBezTo>
                  <a:cubicBezTo>
                    <a:pt x="13" y="16"/>
                    <a:pt x="13" y="16"/>
                    <a:pt x="13" y="16"/>
                  </a:cubicBezTo>
                  <a:cubicBezTo>
                    <a:pt x="12" y="21"/>
                    <a:pt x="11" y="27"/>
                    <a:pt x="9" y="32"/>
                  </a:cubicBezTo>
                  <a:cubicBezTo>
                    <a:pt x="8" y="27"/>
                    <a:pt x="7" y="21"/>
                    <a:pt x="6" y="16"/>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387" name="Freeform 11">
              <a:extLst>
                <a:ext uri="{FF2B5EF4-FFF2-40B4-BE49-F238E27FC236}">
                  <a16:creationId xmlns:a16="http://schemas.microsoft.com/office/drawing/2014/main" id="{1D538D35-CBAD-F080-1F30-D0A9262C7953}"/>
                </a:ext>
              </a:extLst>
            </p:cNvPr>
            <p:cNvSpPr>
              <a:spLocks/>
            </p:cNvSpPr>
            <p:nvPr/>
          </p:nvSpPr>
          <p:spPr bwMode="auto">
            <a:xfrm>
              <a:off x="2256" y="903"/>
              <a:ext cx="823" cy="3228"/>
            </a:xfrm>
            <a:custGeom>
              <a:avLst/>
              <a:gdLst>
                <a:gd name="T0" fmla="*/ 823 w 823"/>
                <a:gd name="T1" fmla="*/ 3158 h 3228"/>
                <a:gd name="T2" fmla="*/ 823 w 823"/>
                <a:gd name="T3" fmla="*/ 3224 h 3228"/>
                <a:gd name="T4" fmla="*/ 0 w 823"/>
                <a:gd name="T5" fmla="*/ 3228 h 3228"/>
                <a:gd name="T6" fmla="*/ 0 w 823"/>
                <a:gd name="T7" fmla="*/ 0 h 3228"/>
                <a:gd name="T8" fmla="*/ 637 w 823"/>
                <a:gd name="T9" fmla="*/ 0 h 3228"/>
                <a:gd name="T10" fmla="*/ 637 w 823"/>
                <a:gd name="T11" fmla="*/ 94 h 3228"/>
              </a:gdLst>
              <a:ahLst/>
              <a:cxnLst>
                <a:cxn ang="0">
                  <a:pos x="T0" y="T1"/>
                </a:cxn>
                <a:cxn ang="0">
                  <a:pos x="T2" y="T3"/>
                </a:cxn>
                <a:cxn ang="0">
                  <a:pos x="T4" y="T5"/>
                </a:cxn>
                <a:cxn ang="0">
                  <a:pos x="T6" y="T7"/>
                </a:cxn>
                <a:cxn ang="0">
                  <a:pos x="T8" y="T9"/>
                </a:cxn>
                <a:cxn ang="0">
                  <a:pos x="T10" y="T11"/>
                </a:cxn>
              </a:cxnLst>
              <a:rect l="0" t="0" r="r" b="b"/>
              <a:pathLst>
                <a:path w="823" h="3228">
                  <a:moveTo>
                    <a:pt x="823" y="3158"/>
                  </a:moveTo>
                  <a:lnTo>
                    <a:pt x="823" y="3224"/>
                  </a:lnTo>
                  <a:lnTo>
                    <a:pt x="0" y="3228"/>
                  </a:lnTo>
                  <a:lnTo>
                    <a:pt x="0" y="0"/>
                  </a:lnTo>
                  <a:lnTo>
                    <a:pt x="637" y="0"/>
                  </a:lnTo>
                  <a:lnTo>
                    <a:pt x="637" y="94"/>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9388" name="Freeform 12">
              <a:extLst>
                <a:ext uri="{FF2B5EF4-FFF2-40B4-BE49-F238E27FC236}">
                  <a16:creationId xmlns:a16="http://schemas.microsoft.com/office/drawing/2014/main" id="{71F10FAE-C1A5-C856-40FF-C555B86DF2F2}"/>
                </a:ext>
              </a:extLst>
            </p:cNvPr>
            <p:cNvSpPr>
              <a:spLocks/>
            </p:cNvSpPr>
            <p:nvPr/>
          </p:nvSpPr>
          <p:spPr bwMode="auto">
            <a:xfrm>
              <a:off x="2875" y="979"/>
              <a:ext cx="38" cy="64"/>
            </a:xfrm>
            <a:custGeom>
              <a:avLst/>
              <a:gdLst>
                <a:gd name="T0" fmla="*/ 9 w 19"/>
                <a:gd name="T1" fmla="*/ 6 h 32"/>
                <a:gd name="T2" fmla="*/ 19 w 19"/>
                <a:gd name="T3" fmla="*/ 0 h 32"/>
                <a:gd name="T4" fmla="*/ 19 w 19"/>
                <a:gd name="T5" fmla="*/ 1 h 32"/>
                <a:gd name="T6" fmla="*/ 13 w 19"/>
                <a:gd name="T7" fmla="*/ 16 h 32"/>
                <a:gd name="T8" fmla="*/ 9 w 19"/>
                <a:gd name="T9" fmla="*/ 32 h 32"/>
                <a:gd name="T10" fmla="*/ 6 w 19"/>
                <a:gd name="T11" fmla="*/ 16 h 32"/>
                <a:gd name="T12" fmla="*/ 0 w 19"/>
                <a:gd name="T13" fmla="*/ 1 h 32"/>
                <a:gd name="T14" fmla="*/ 0 w 19"/>
                <a:gd name="T15" fmla="*/ 0 h 32"/>
                <a:gd name="T16" fmla="*/ 9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6"/>
                  </a:moveTo>
                  <a:cubicBezTo>
                    <a:pt x="19" y="0"/>
                    <a:pt x="19" y="0"/>
                    <a:pt x="19" y="0"/>
                  </a:cubicBezTo>
                  <a:cubicBezTo>
                    <a:pt x="19" y="1"/>
                    <a:pt x="19" y="1"/>
                    <a:pt x="19" y="1"/>
                  </a:cubicBezTo>
                  <a:cubicBezTo>
                    <a:pt x="13" y="16"/>
                    <a:pt x="13" y="16"/>
                    <a:pt x="13" y="16"/>
                  </a:cubicBezTo>
                  <a:cubicBezTo>
                    <a:pt x="12" y="22"/>
                    <a:pt x="10" y="27"/>
                    <a:pt x="9" y="32"/>
                  </a:cubicBezTo>
                  <a:cubicBezTo>
                    <a:pt x="8" y="27"/>
                    <a:pt x="7" y="22"/>
                    <a:pt x="6" y="16"/>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389" name="Freeform 13">
              <a:extLst>
                <a:ext uri="{FF2B5EF4-FFF2-40B4-BE49-F238E27FC236}">
                  <a16:creationId xmlns:a16="http://schemas.microsoft.com/office/drawing/2014/main" id="{33AAD473-6FBA-2BC5-F219-57223084643F}"/>
                </a:ext>
              </a:extLst>
            </p:cNvPr>
            <p:cNvSpPr>
              <a:spLocks/>
            </p:cNvSpPr>
            <p:nvPr/>
          </p:nvSpPr>
          <p:spPr bwMode="auto">
            <a:xfrm>
              <a:off x="2955" y="2009"/>
              <a:ext cx="878" cy="536"/>
            </a:xfrm>
            <a:custGeom>
              <a:avLst/>
              <a:gdLst>
                <a:gd name="T0" fmla="*/ 0 w 878"/>
                <a:gd name="T1" fmla="*/ 0 h 536"/>
                <a:gd name="T2" fmla="*/ 0 w 878"/>
                <a:gd name="T3" fmla="*/ 386 h 536"/>
                <a:gd name="T4" fmla="*/ 878 w 878"/>
                <a:gd name="T5" fmla="*/ 386 h 536"/>
                <a:gd name="T6" fmla="*/ 878 w 878"/>
                <a:gd name="T7" fmla="*/ 536 h 536"/>
              </a:gdLst>
              <a:ahLst/>
              <a:cxnLst>
                <a:cxn ang="0">
                  <a:pos x="T0" y="T1"/>
                </a:cxn>
                <a:cxn ang="0">
                  <a:pos x="T2" y="T3"/>
                </a:cxn>
                <a:cxn ang="0">
                  <a:pos x="T4" y="T5"/>
                </a:cxn>
                <a:cxn ang="0">
                  <a:pos x="T6" y="T7"/>
                </a:cxn>
              </a:cxnLst>
              <a:rect l="0" t="0" r="r" b="b"/>
              <a:pathLst>
                <a:path w="878" h="536">
                  <a:moveTo>
                    <a:pt x="0" y="0"/>
                  </a:moveTo>
                  <a:lnTo>
                    <a:pt x="0" y="386"/>
                  </a:lnTo>
                  <a:lnTo>
                    <a:pt x="878" y="386"/>
                  </a:lnTo>
                  <a:lnTo>
                    <a:pt x="878" y="536"/>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9390" name="Freeform 14">
              <a:extLst>
                <a:ext uri="{FF2B5EF4-FFF2-40B4-BE49-F238E27FC236}">
                  <a16:creationId xmlns:a16="http://schemas.microsoft.com/office/drawing/2014/main" id="{2BF3D7F8-C49A-B5A3-48E0-85B8B74BF6FF}"/>
                </a:ext>
              </a:extLst>
            </p:cNvPr>
            <p:cNvSpPr>
              <a:spLocks/>
            </p:cNvSpPr>
            <p:nvPr/>
          </p:nvSpPr>
          <p:spPr bwMode="auto">
            <a:xfrm>
              <a:off x="3813" y="2527"/>
              <a:ext cx="40" cy="64"/>
            </a:xfrm>
            <a:custGeom>
              <a:avLst/>
              <a:gdLst>
                <a:gd name="T0" fmla="*/ 10 w 20"/>
                <a:gd name="T1" fmla="*/ 6 h 32"/>
                <a:gd name="T2" fmla="*/ 19 w 20"/>
                <a:gd name="T3" fmla="*/ 0 h 32"/>
                <a:gd name="T4" fmla="*/ 20 w 20"/>
                <a:gd name="T5" fmla="*/ 1 h 32"/>
                <a:gd name="T6" fmla="*/ 14 w 20"/>
                <a:gd name="T7" fmla="*/ 16 h 32"/>
                <a:gd name="T8" fmla="*/ 10 w 20"/>
                <a:gd name="T9" fmla="*/ 32 h 32"/>
                <a:gd name="T10" fmla="*/ 7 w 20"/>
                <a:gd name="T11" fmla="*/ 16 h 32"/>
                <a:gd name="T12" fmla="*/ 0 w 20"/>
                <a:gd name="T13" fmla="*/ 1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19" y="0"/>
                    <a:pt x="19" y="0"/>
                    <a:pt x="19" y="0"/>
                  </a:cubicBezTo>
                  <a:cubicBezTo>
                    <a:pt x="20" y="1"/>
                    <a:pt x="20" y="1"/>
                    <a:pt x="20" y="1"/>
                  </a:cubicBezTo>
                  <a:cubicBezTo>
                    <a:pt x="14" y="16"/>
                    <a:pt x="14" y="16"/>
                    <a:pt x="14" y="16"/>
                  </a:cubicBezTo>
                  <a:cubicBezTo>
                    <a:pt x="12" y="21"/>
                    <a:pt x="11" y="27"/>
                    <a:pt x="10" y="32"/>
                  </a:cubicBezTo>
                  <a:cubicBezTo>
                    <a:pt x="9" y="27"/>
                    <a:pt x="8" y="21"/>
                    <a:pt x="7" y="16"/>
                  </a:cubicBezTo>
                  <a:cubicBezTo>
                    <a:pt x="0" y="1"/>
                    <a:pt x="0" y="1"/>
                    <a:pt x="0" y="1"/>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391" name="Freeform 15">
              <a:extLst>
                <a:ext uri="{FF2B5EF4-FFF2-40B4-BE49-F238E27FC236}">
                  <a16:creationId xmlns:a16="http://schemas.microsoft.com/office/drawing/2014/main" id="{8732289D-AD25-BA57-802B-5F98008B6964}"/>
                </a:ext>
              </a:extLst>
            </p:cNvPr>
            <p:cNvSpPr>
              <a:spLocks/>
            </p:cNvSpPr>
            <p:nvPr/>
          </p:nvSpPr>
          <p:spPr bwMode="auto">
            <a:xfrm>
              <a:off x="981" y="135"/>
              <a:ext cx="3252" cy="2410"/>
            </a:xfrm>
            <a:custGeom>
              <a:avLst/>
              <a:gdLst>
                <a:gd name="T0" fmla="*/ 3252 w 3252"/>
                <a:gd name="T1" fmla="*/ 2410 h 2410"/>
                <a:gd name="T2" fmla="*/ 3252 w 3252"/>
                <a:gd name="T3" fmla="*/ 2070 h 2410"/>
                <a:gd name="T4" fmla="*/ 1778 w 3252"/>
                <a:gd name="T5" fmla="*/ 2070 h 2410"/>
                <a:gd name="T6" fmla="*/ 1234 w 3252"/>
                <a:gd name="T7" fmla="*/ 2070 h 2410"/>
                <a:gd name="T8" fmla="*/ 1234 w 3252"/>
                <a:gd name="T9" fmla="*/ 0 h 2410"/>
                <a:gd name="T10" fmla="*/ 0 w 3252"/>
                <a:gd name="T11" fmla="*/ 0 h 2410"/>
                <a:gd name="T12" fmla="*/ 0 w 3252"/>
                <a:gd name="T13" fmla="*/ 214 h 2410"/>
              </a:gdLst>
              <a:ahLst/>
              <a:cxnLst>
                <a:cxn ang="0">
                  <a:pos x="T0" y="T1"/>
                </a:cxn>
                <a:cxn ang="0">
                  <a:pos x="T2" y="T3"/>
                </a:cxn>
                <a:cxn ang="0">
                  <a:pos x="T4" y="T5"/>
                </a:cxn>
                <a:cxn ang="0">
                  <a:pos x="T6" y="T7"/>
                </a:cxn>
                <a:cxn ang="0">
                  <a:pos x="T8" y="T9"/>
                </a:cxn>
                <a:cxn ang="0">
                  <a:pos x="T10" y="T11"/>
                </a:cxn>
                <a:cxn ang="0">
                  <a:pos x="T12" y="T13"/>
                </a:cxn>
              </a:cxnLst>
              <a:rect l="0" t="0" r="r" b="b"/>
              <a:pathLst>
                <a:path w="3252" h="2410">
                  <a:moveTo>
                    <a:pt x="3252" y="2410"/>
                  </a:moveTo>
                  <a:lnTo>
                    <a:pt x="3252" y="2070"/>
                  </a:lnTo>
                  <a:lnTo>
                    <a:pt x="1778" y="2070"/>
                  </a:lnTo>
                  <a:lnTo>
                    <a:pt x="1234" y="2070"/>
                  </a:lnTo>
                  <a:lnTo>
                    <a:pt x="1234" y="0"/>
                  </a:lnTo>
                  <a:lnTo>
                    <a:pt x="0" y="0"/>
                  </a:lnTo>
                  <a:lnTo>
                    <a:pt x="0" y="214"/>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9392" name="Freeform 16">
              <a:extLst>
                <a:ext uri="{FF2B5EF4-FFF2-40B4-BE49-F238E27FC236}">
                  <a16:creationId xmlns:a16="http://schemas.microsoft.com/office/drawing/2014/main" id="{8F1059DE-7433-EFDC-B293-31425B506F9A}"/>
                </a:ext>
              </a:extLst>
            </p:cNvPr>
            <p:cNvSpPr>
              <a:spLocks/>
            </p:cNvSpPr>
            <p:nvPr/>
          </p:nvSpPr>
          <p:spPr bwMode="auto">
            <a:xfrm>
              <a:off x="4215" y="2527"/>
              <a:ext cx="38" cy="64"/>
            </a:xfrm>
            <a:custGeom>
              <a:avLst/>
              <a:gdLst>
                <a:gd name="T0" fmla="*/ 9 w 19"/>
                <a:gd name="T1" fmla="*/ 6 h 32"/>
                <a:gd name="T2" fmla="*/ 19 w 19"/>
                <a:gd name="T3" fmla="*/ 0 h 32"/>
                <a:gd name="T4" fmla="*/ 19 w 19"/>
                <a:gd name="T5" fmla="*/ 1 h 32"/>
                <a:gd name="T6" fmla="*/ 13 w 19"/>
                <a:gd name="T7" fmla="*/ 16 h 32"/>
                <a:gd name="T8" fmla="*/ 9 w 19"/>
                <a:gd name="T9" fmla="*/ 32 h 32"/>
                <a:gd name="T10" fmla="*/ 6 w 19"/>
                <a:gd name="T11" fmla="*/ 16 h 32"/>
                <a:gd name="T12" fmla="*/ 0 w 19"/>
                <a:gd name="T13" fmla="*/ 1 h 32"/>
                <a:gd name="T14" fmla="*/ 0 w 19"/>
                <a:gd name="T15" fmla="*/ 0 h 32"/>
                <a:gd name="T16" fmla="*/ 9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6"/>
                  </a:moveTo>
                  <a:cubicBezTo>
                    <a:pt x="19" y="0"/>
                    <a:pt x="19" y="0"/>
                    <a:pt x="19" y="0"/>
                  </a:cubicBezTo>
                  <a:cubicBezTo>
                    <a:pt x="19" y="1"/>
                    <a:pt x="19" y="1"/>
                    <a:pt x="19" y="1"/>
                  </a:cubicBezTo>
                  <a:cubicBezTo>
                    <a:pt x="13" y="16"/>
                    <a:pt x="13" y="16"/>
                    <a:pt x="13" y="16"/>
                  </a:cubicBezTo>
                  <a:cubicBezTo>
                    <a:pt x="12" y="21"/>
                    <a:pt x="11" y="27"/>
                    <a:pt x="9" y="32"/>
                  </a:cubicBezTo>
                  <a:cubicBezTo>
                    <a:pt x="8" y="27"/>
                    <a:pt x="7" y="21"/>
                    <a:pt x="6" y="16"/>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393" name="Freeform 17">
              <a:extLst>
                <a:ext uri="{FF2B5EF4-FFF2-40B4-BE49-F238E27FC236}">
                  <a16:creationId xmlns:a16="http://schemas.microsoft.com/office/drawing/2014/main" id="{0A26D91A-4E41-C8A6-FF80-BC337E33D5E4}"/>
                </a:ext>
              </a:extLst>
            </p:cNvPr>
            <p:cNvSpPr>
              <a:spLocks/>
            </p:cNvSpPr>
            <p:nvPr/>
          </p:nvSpPr>
          <p:spPr bwMode="auto">
            <a:xfrm>
              <a:off x="961" y="333"/>
              <a:ext cx="40" cy="64"/>
            </a:xfrm>
            <a:custGeom>
              <a:avLst/>
              <a:gdLst>
                <a:gd name="T0" fmla="*/ 10 w 20"/>
                <a:gd name="T1" fmla="*/ 6 h 32"/>
                <a:gd name="T2" fmla="*/ 20 w 20"/>
                <a:gd name="T3" fmla="*/ 0 h 32"/>
                <a:gd name="T4" fmla="*/ 20 w 20"/>
                <a:gd name="T5" fmla="*/ 0 h 32"/>
                <a:gd name="T6" fmla="*/ 14 w 20"/>
                <a:gd name="T7" fmla="*/ 16 h 32"/>
                <a:gd name="T8" fmla="*/ 10 w 20"/>
                <a:gd name="T9" fmla="*/ 32 h 32"/>
                <a:gd name="T10" fmla="*/ 7 w 20"/>
                <a:gd name="T11" fmla="*/ 16 h 32"/>
                <a:gd name="T12" fmla="*/ 0 w 20"/>
                <a:gd name="T13" fmla="*/ 0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20" y="0"/>
                    <a:pt x="20" y="0"/>
                    <a:pt x="20" y="0"/>
                  </a:cubicBezTo>
                  <a:cubicBezTo>
                    <a:pt x="20" y="0"/>
                    <a:pt x="20" y="0"/>
                    <a:pt x="20" y="0"/>
                  </a:cubicBezTo>
                  <a:cubicBezTo>
                    <a:pt x="14" y="16"/>
                    <a:pt x="14" y="16"/>
                    <a:pt x="14" y="16"/>
                  </a:cubicBezTo>
                  <a:cubicBezTo>
                    <a:pt x="13" y="21"/>
                    <a:pt x="11" y="27"/>
                    <a:pt x="10" y="32"/>
                  </a:cubicBezTo>
                  <a:cubicBezTo>
                    <a:pt x="9" y="27"/>
                    <a:pt x="8" y="21"/>
                    <a:pt x="7" y="16"/>
                  </a:cubicBezTo>
                  <a:cubicBezTo>
                    <a:pt x="0" y="0"/>
                    <a:pt x="0" y="0"/>
                    <a:pt x="0" y="0"/>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394" name="Line 18">
              <a:extLst>
                <a:ext uri="{FF2B5EF4-FFF2-40B4-BE49-F238E27FC236}">
                  <a16:creationId xmlns:a16="http://schemas.microsoft.com/office/drawing/2014/main" id="{F330C597-2BBA-8DEC-3CD1-36044D8C1DB5}"/>
                </a:ext>
              </a:extLst>
            </p:cNvPr>
            <p:cNvSpPr>
              <a:spLocks noChangeShapeType="1"/>
            </p:cNvSpPr>
            <p:nvPr/>
          </p:nvSpPr>
          <p:spPr bwMode="auto">
            <a:xfrm>
              <a:off x="3279" y="2395"/>
              <a:ext cx="1" cy="15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395" name="Freeform 19">
              <a:extLst>
                <a:ext uri="{FF2B5EF4-FFF2-40B4-BE49-F238E27FC236}">
                  <a16:creationId xmlns:a16="http://schemas.microsoft.com/office/drawing/2014/main" id="{622F277D-6286-1107-B9A5-3425117C6362}"/>
                </a:ext>
              </a:extLst>
            </p:cNvPr>
            <p:cNvSpPr>
              <a:spLocks/>
            </p:cNvSpPr>
            <p:nvPr/>
          </p:nvSpPr>
          <p:spPr bwMode="auto">
            <a:xfrm>
              <a:off x="3261" y="2527"/>
              <a:ext cx="38" cy="64"/>
            </a:xfrm>
            <a:custGeom>
              <a:avLst/>
              <a:gdLst>
                <a:gd name="T0" fmla="*/ 9 w 19"/>
                <a:gd name="T1" fmla="*/ 6 h 32"/>
                <a:gd name="T2" fmla="*/ 19 w 19"/>
                <a:gd name="T3" fmla="*/ 0 h 32"/>
                <a:gd name="T4" fmla="*/ 19 w 19"/>
                <a:gd name="T5" fmla="*/ 1 h 32"/>
                <a:gd name="T6" fmla="*/ 13 w 19"/>
                <a:gd name="T7" fmla="*/ 16 h 32"/>
                <a:gd name="T8" fmla="*/ 9 w 19"/>
                <a:gd name="T9" fmla="*/ 32 h 32"/>
                <a:gd name="T10" fmla="*/ 6 w 19"/>
                <a:gd name="T11" fmla="*/ 16 h 32"/>
                <a:gd name="T12" fmla="*/ 0 w 19"/>
                <a:gd name="T13" fmla="*/ 1 h 32"/>
                <a:gd name="T14" fmla="*/ 0 w 19"/>
                <a:gd name="T15" fmla="*/ 0 h 32"/>
                <a:gd name="T16" fmla="*/ 9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6"/>
                  </a:moveTo>
                  <a:cubicBezTo>
                    <a:pt x="19" y="0"/>
                    <a:pt x="19" y="0"/>
                    <a:pt x="19" y="0"/>
                  </a:cubicBezTo>
                  <a:cubicBezTo>
                    <a:pt x="19" y="1"/>
                    <a:pt x="19" y="1"/>
                    <a:pt x="19" y="1"/>
                  </a:cubicBezTo>
                  <a:cubicBezTo>
                    <a:pt x="13" y="16"/>
                    <a:pt x="13" y="16"/>
                    <a:pt x="13" y="16"/>
                  </a:cubicBezTo>
                  <a:cubicBezTo>
                    <a:pt x="12" y="21"/>
                    <a:pt x="11" y="27"/>
                    <a:pt x="9" y="32"/>
                  </a:cubicBezTo>
                  <a:cubicBezTo>
                    <a:pt x="8" y="27"/>
                    <a:pt x="7" y="21"/>
                    <a:pt x="6" y="16"/>
                  </a:cubicBezTo>
                  <a:cubicBezTo>
                    <a:pt x="0" y="1"/>
                    <a:pt x="0" y="1"/>
                    <a:pt x="0" y="1"/>
                  </a:cubicBezTo>
                  <a:cubicBezTo>
                    <a:pt x="0" y="0"/>
                    <a:pt x="0" y="0"/>
                    <a:pt x="0" y="0"/>
                  </a:cubicBez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396" name="Line 20">
              <a:extLst>
                <a:ext uri="{FF2B5EF4-FFF2-40B4-BE49-F238E27FC236}">
                  <a16:creationId xmlns:a16="http://schemas.microsoft.com/office/drawing/2014/main" id="{7E694753-B929-1EFC-6F50-38155B4BA94C}"/>
                </a:ext>
              </a:extLst>
            </p:cNvPr>
            <p:cNvSpPr>
              <a:spLocks noChangeShapeType="1"/>
            </p:cNvSpPr>
            <p:nvPr/>
          </p:nvSpPr>
          <p:spPr bwMode="auto">
            <a:xfrm>
              <a:off x="3017" y="3363"/>
              <a:ext cx="1" cy="43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397" name="Freeform 21">
              <a:extLst>
                <a:ext uri="{FF2B5EF4-FFF2-40B4-BE49-F238E27FC236}">
                  <a16:creationId xmlns:a16="http://schemas.microsoft.com/office/drawing/2014/main" id="{525F61A1-33B9-4B98-D260-531223B07349}"/>
                </a:ext>
              </a:extLst>
            </p:cNvPr>
            <p:cNvSpPr>
              <a:spLocks/>
            </p:cNvSpPr>
            <p:nvPr/>
          </p:nvSpPr>
          <p:spPr bwMode="auto">
            <a:xfrm>
              <a:off x="2999" y="3779"/>
              <a:ext cx="38" cy="64"/>
            </a:xfrm>
            <a:custGeom>
              <a:avLst/>
              <a:gdLst>
                <a:gd name="T0" fmla="*/ 9 w 19"/>
                <a:gd name="T1" fmla="*/ 5 h 32"/>
                <a:gd name="T2" fmla="*/ 19 w 19"/>
                <a:gd name="T3" fmla="*/ 0 h 32"/>
                <a:gd name="T4" fmla="*/ 19 w 19"/>
                <a:gd name="T5" fmla="*/ 0 h 32"/>
                <a:gd name="T6" fmla="*/ 13 w 19"/>
                <a:gd name="T7" fmla="*/ 15 h 32"/>
                <a:gd name="T8" fmla="*/ 9 w 19"/>
                <a:gd name="T9" fmla="*/ 32 h 32"/>
                <a:gd name="T10" fmla="*/ 6 w 19"/>
                <a:gd name="T11" fmla="*/ 15 h 32"/>
                <a:gd name="T12" fmla="*/ 0 w 19"/>
                <a:gd name="T13" fmla="*/ 0 h 32"/>
                <a:gd name="T14" fmla="*/ 0 w 19"/>
                <a:gd name="T15" fmla="*/ 0 h 32"/>
                <a:gd name="T16" fmla="*/ 9 w 19"/>
                <a:gd name="T17"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5"/>
                  </a:moveTo>
                  <a:cubicBezTo>
                    <a:pt x="19" y="0"/>
                    <a:pt x="19" y="0"/>
                    <a:pt x="19" y="0"/>
                  </a:cubicBezTo>
                  <a:cubicBezTo>
                    <a:pt x="19" y="0"/>
                    <a:pt x="19" y="0"/>
                    <a:pt x="19" y="0"/>
                  </a:cubicBezTo>
                  <a:cubicBezTo>
                    <a:pt x="13" y="15"/>
                    <a:pt x="13" y="15"/>
                    <a:pt x="13" y="15"/>
                  </a:cubicBezTo>
                  <a:cubicBezTo>
                    <a:pt x="12" y="21"/>
                    <a:pt x="10" y="26"/>
                    <a:pt x="9" y="32"/>
                  </a:cubicBezTo>
                  <a:cubicBezTo>
                    <a:pt x="8" y="26"/>
                    <a:pt x="7" y="21"/>
                    <a:pt x="6" y="15"/>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398" name="Freeform 22">
              <a:extLst>
                <a:ext uri="{FF2B5EF4-FFF2-40B4-BE49-F238E27FC236}">
                  <a16:creationId xmlns:a16="http://schemas.microsoft.com/office/drawing/2014/main" id="{8F1269D0-3BD3-FB4F-3800-8312040B5E85}"/>
                </a:ext>
              </a:extLst>
            </p:cNvPr>
            <p:cNvSpPr>
              <a:spLocks/>
            </p:cNvSpPr>
            <p:nvPr/>
          </p:nvSpPr>
          <p:spPr bwMode="auto">
            <a:xfrm>
              <a:off x="3127" y="3231"/>
              <a:ext cx="930" cy="564"/>
            </a:xfrm>
            <a:custGeom>
              <a:avLst/>
              <a:gdLst>
                <a:gd name="T0" fmla="*/ 930 w 930"/>
                <a:gd name="T1" fmla="*/ 0 h 564"/>
                <a:gd name="T2" fmla="*/ 930 w 930"/>
                <a:gd name="T3" fmla="*/ 386 h 564"/>
                <a:gd name="T4" fmla="*/ 0 w 930"/>
                <a:gd name="T5" fmla="*/ 386 h 564"/>
                <a:gd name="T6" fmla="*/ 0 w 930"/>
                <a:gd name="T7" fmla="*/ 564 h 564"/>
              </a:gdLst>
              <a:ahLst/>
              <a:cxnLst>
                <a:cxn ang="0">
                  <a:pos x="T0" y="T1"/>
                </a:cxn>
                <a:cxn ang="0">
                  <a:pos x="T2" y="T3"/>
                </a:cxn>
                <a:cxn ang="0">
                  <a:pos x="T4" y="T5"/>
                </a:cxn>
                <a:cxn ang="0">
                  <a:pos x="T6" y="T7"/>
                </a:cxn>
              </a:cxnLst>
              <a:rect l="0" t="0" r="r" b="b"/>
              <a:pathLst>
                <a:path w="930" h="564">
                  <a:moveTo>
                    <a:pt x="930" y="0"/>
                  </a:moveTo>
                  <a:lnTo>
                    <a:pt x="930" y="386"/>
                  </a:lnTo>
                  <a:lnTo>
                    <a:pt x="0" y="386"/>
                  </a:lnTo>
                  <a:lnTo>
                    <a:pt x="0" y="564"/>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9399" name="Freeform 23">
              <a:extLst>
                <a:ext uri="{FF2B5EF4-FFF2-40B4-BE49-F238E27FC236}">
                  <a16:creationId xmlns:a16="http://schemas.microsoft.com/office/drawing/2014/main" id="{E47ED55E-C9B6-1E7B-400B-69B3CEDF3898}"/>
                </a:ext>
              </a:extLst>
            </p:cNvPr>
            <p:cNvSpPr>
              <a:spLocks/>
            </p:cNvSpPr>
            <p:nvPr/>
          </p:nvSpPr>
          <p:spPr bwMode="auto">
            <a:xfrm>
              <a:off x="3107" y="3779"/>
              <a:ext cx="40" cy="64"/>
            </a:xfrm>
            <a:custGeom>
              <a:avLst/>
              <a:gdLst>
                <a:gd name="T0" fmla="*/ 10 w 20"/>
                <a:gd name="T1" fmla="*/ 5 h 32"/>
                <a:gd name="T2" fmla="*/ 20 w 20"/>
                <a:gd name="T3" fmla="*/ 0 h 32"/>
                <a:gd name="T4" fmla="*/ 20 w 20"/>
                <a:gd name="T5" fmla="*/ 0 h 32"/>
                <a:gd name="T6" fmla="*/ 14 w 20"/>
                <a:gd name="T7" fmla="*/ 15 h 32"/>
                <a:gd name="T8" fmla="*/ 10 w 20"/>
                <a:gd name="T9" fmla="*/ 32 h 32"/>
                <a:gd name="T10" fmla="*/ 7 w 20"/>
                <a:gd name="T11" fmla="*/ 15 h 32"/>
                <a:gd name="T12" fmla="*/ 0 w 20"/>
                <a:gd name="T13" fmla="*/ 0 h 32"/>
                <a:gd name="T14" fmla="*/ 1 w 20"/>
                <a:gd name="T15" fmla="*/ 0 h 32"/>
                <a:gd name="T16" fmla="*/ 10 w 20"/>
                <a:gd name="T17" fmla="*/ 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5"/>
                  </a:moveTo>
                  <a:cubicBezTo>
                    <a:pt x="20" y="0"/>
                    <a:pt x="20" y="0"/>
                    <a:pt x="20" y="0"/>
                  </a:cubicBezTo>
                  <a:cubicBezTo>
                    <a:pt x="20" y="0"/>
                    <a:pt x="20" y="0"/>
                    <a:pt x="20" y="0"/>
                  </a:cubicBezTo>
                  <a:cubicBezTo>
                    <a:pt x="14" y="15"/>
                    <a:pt x="14" y="15"/>
                    <a:pt x="14" y="15"/>
                  </a:cubicBezTo>
                  <a:cubicBezTo>
                    <a:pt x="12" y="21"/>
                    <a:pt x="11" y="26"/>
                    <a:pt x="10" y="32"/>
                  </a:cubicBezTo>
                  <a:cubicBezTo>
                    <a:pt x="9" y="26"/>
                    <a:pt x="8" y="21"/>
                    <a:pt x="7" y="15"/>
                  </a:cubicBezTo>
                  <a:cubicBezTo>
                    <a:pt x="0" y="0"/>
                    <a:pt x="0" y="0"/>
                    <a:pt x="0" y="0"/>
                  </a:cubicBezTo>
                  <a:cubicBezTo>
                    <a:pt x="1" y="0"/>
                    <a:pt x="1" y="0"/>
                    <a:pt x="1" y="0"/>
                  </a:cubicBez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00" name="Line 24">
              <a:extLst>
                <a:ext uri="{FF2B5EF4-FFF2-40B4-BE49-F238E27FC236}">
                  <a16:creationId xmlns:a16="http://schemas.microsoft.com/office/drawing/2014/main" id="{9141DB22-CAC7-669A-6E96-9803A50EBB6B}"/>
                </a:ext>
              </a:extLst>
            </p:cNvPr>
            <p:cNvSpPr>
              <a:spLocks noChangeShapeType="1"/>
            </p:cNvSpPr>
            <p:nvPr/>
          </p:nvSpPr>
          <p:spPr bwMode="auto">
            <a:xfrm>
              <a:off x="4033" y="2457"/>
              <a:ext cx="1" cy="9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01" name="Freeform 25">
              <a:extLst>
                <a:ext uri="{FF2B5EF4-FFF2-40B4-BE49-F238E27FC236}">
                  <a16:creationId xmlns:a16="http://schemas.microsoft.com/office/drawing/2014/main" id="{69FEF1E1-EA8D-B476-DE04-291123DB6FD4}"/>
                </a:ext>
              </a:extLst>
            </p:cNvPr>
            <p:cNvSpPr>
              <a:spLocks/>
            </p:cNvSpPr>
            <p:nvPr/>
          </p:nvSpPr>
          <p:spPr bwMode="auto">
            <a:xfrm>
              <a:off x="4015" y="2533"/>
              <a:ext cx="34" cy="58"/>
            </a:xfrm>
            <a:custGeom>
              <a:avLst/>
              <a:gdLst>
                <a:gd name="T0" fmla="*/ 9 w 17"/>
                <a:gd name="T1" fmla="*/ 5 h 29"/>
                <a:gd name="T2" fmla="*/ 17 w 17"/>
                <a:gd name="T3" fmla="*/ 0 h 29"/>
                <a:gd name="T4" fmla="*/ 17 w 17"/>
                <a:gd name="T5" fmla="*/ 0 h 29"/>
                <a:gd name="T6" fmla="*/ 12 w 17"/>
                <a:gd name="T7" fmla="*/ 14 h 29"/>
                <a:gd name="T8" fmla="*/ 9 w 17"/>
                <a:gd name="T9" fmla="*/ 29 h 29"/>
                <a:gd name="T10" fmla="*/ 5 w 17"/>
                <a:gd name="T11" fmla="*/ 14 h 29"/>
                <a:gd name="T12" fmla="*/ 0 w 17"/>
                <a:gd name="T13" fmla="*/ 0 h 29"/>
                <a:gd name="T14" fmla="*/ 0 w 17"/>
                <a:gd name="T15" fmla="*/ 0 h 29"/>
                <a:gd name="T16" fmla="*/ 9 w 1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9">
                  <a:moveTo>
                    <a:pt x="9" y="5"/>
                  </a:moveTo>
                  <a:cubicBezTo>
                    <a:pt x="17" y="0"/>
                    <a:pt x="17" y="0"/>
                    <a:pt x="17" y="0"/>
                  </a:cubicBezTo>
                  <a:cubicBezTo>
                    <a:pt x="17" y="0"/>
                    <a:pt x="17" y="0"/>
                    <a:pt x="17" y="0"/>
                  </a:cubicBezTo>
                  <a:cubicBezTo>
                    <a:pt x="12" y="14"/>
                    <a:pt x="12" y="14"/>
                    <a:pt x="12" y="14"/>
                  </a:cubicBezTo>
                  <a:cubicBezTo>
                    <a:pt x="11" y="19"/>
                    <a:pt x="10" y="24"/>
                    <a:pt x="9" y="29"/>
                  </a:cubicBezTo>
                  <a:cubicBezTo>
                    <a:pt x="8" y="24"/>
                    <a:pt x="6" y="19"/>
                    <a:pt x="5" y="14"/>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02" name="Rectangle 26">
              <a:extLst>
                <a:ext uri="{FF2B5EF4-FFF2-40B4-BE49-F238E27FC236}">
                  <a16:creationId xmlns:a16="http://schemas.microsoft.com/office/drawing/2014/main" id="{8E4E546B-AF65-F181-0F16-5B4CBBB7F860}"/>
                </a:ext>
              </a:extLst>
            </p:cNvPr>
            <p:cNvSpPr>
              <a:spLocks noChangeArrowheads="1"/>
            </p:cNvSpPr>
            <p:nvPr/>
          </p:nvSpPr>
          <p:spPr bwMode="auto">
            <a:xfrm>
              <a:off x="2496" y="2212"/>
              <a:ext cx="29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Bus A</a:t>
              </a:r>
              <a:endParaRPr lang="en-US" altLang="es-ES" sz="4000" u="none"/>
            </a:p>
          </p:txBody>
        </p:sp>
        <p:sp>
          <p:nvSpPr>
            <p:cNvPr id="869403" name="Rectangle 27">
              <a:extLst>
                <a:ext uri="{FF2B5EF4-FFF2-40B4-BE49-F238E27FC236}">
                  <a16:creationId xmlns:a16="http://schemas.microsoft.com/office/drawing/2014/main" id="{E151DF41-0FD2-7FBA-32EF-B0D73EBD6FA3}"/>
                </a:ext>
              </a:extLst>
            </p:cNvPr>
            <p:cNvSpPr>
              <a:spLocks noChangeArrowheads="1"/>
            </p:cNvSpPr>
            <p:nvPr/>
          </p:nvSpPr>
          <p:spPr bwMode="auto">
            <a:xfrm>
              <a:off x="2985" y="2212"/>
              <a:ext cx="2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Bus B</a:t>
              </a:r>
              <a:endParaRPr lang="en-US" altLang="es-ES" sz="4000" u="none"/>
            </a:p>
          </p:txBody>
        </p:sp>
        <p:sp>
          <p:nvSpPr>
            <p:cNvPr id="869404" name="Rectangle 28">
              <a:extLst>
                <a:ext uri="{FF2B5EF4-FFF2-40B4-BE49-F238E27FC236}">
                  <a16:creationId xmlns:a16="http://schemas.microsoft.com/office/drawing/2014/main" id="{CECC1D22-9902-D489-DEE3-759993367493}"/>
                </a:ext>
              </a:extLst>
            </p:cNvPr>
            <p:cNvSpPr>
              <a:spLocks noChangeArrowheads="1"/>
            </p:cNvSpPr>
            <p:nvPr/>
          </p:nvSpPr>
          <p:spPr bwMode="auto">
            <a:xfrm>
              <a:off x="3540" y="2081"/>
              <a:ext cx="57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Address out</a:t>
              </a:r>
              <a:endParaRPr lang="en-US" altLang="es-ES" sz="4000" u="none"/>
            </a:p>
          </p:txBody>
        </p:sp>
        <p:sp>
          <p:nvSpPr>
            <p:cNvPr id="869405" name="Rectangle 29">
              <a:extLst>
                <a:ext uri="{FF2B5EF4-FFF2-40B4-BE49-F238E27FC236}">
                  <a16:creationId xmlns:a16="http://schemas.microsoft.com/office/drawing/2014/main" id="{4D143B37-F65D-2FED-F32D-D2A7FE8F9886}"/>
                </a:ext>
              </a:extLst>
            </p:cNvPr>
            <p:cNvSpPr>
              <a:spLocks noChangeArrowheads="1"/>
            </p:cNvSpPr>
            <p:nvPr/>
          </p:nvSpPr>
          <p:spPr bwMode="auto">
            <a:xfrm>
              <a:off x="3498" y="2277"/>
              <a:ext cx="41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 out</a:t>
              </a:r>
              <a:endParaRPr lang="en-US" altLang="es-ES" sz="4000" u="none"/>
            </a:p>
          </p:txBody>
        </p:sp>
        <p:sp>
          <p:nvSpPr>
            <p:cNvPr id="869406" name="Rectangle 30">
              <a:extLst>
                <a:ext uri="{FF2B5EF4-FFF2-40B4-BE49-F238E27FC236}">
                  <a16:creationId xmlns:a16="http://schemas.microsoft.com/office/drawing/2014/main" id="{B197B980-47FE-6B63-2B45-A7013AE33E60}"/>
                </a:ext>
              </a:extLst>
            </p:cNvPr>
            <p:cNvSpPr>
              <a:spLocks noChangeArrowheads="1"/>
            </p:cNvSpPr>
            <p:nvPr/>
          </p:nvSpPr>
          <p:spPr bwMode="auto">
            <a:xfrm>
              <a:off x="3939" y="2347"/>
              <a:ext cx="21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MW</a:t>
              </a:r>
              <a:endParaRPr lang="en-US" altLang="es-ES" sz="4000" u="none"/>
            </a:p>
          </p:txBody>
        </p:sp>
        <p:sp>
          <p:nvSpPr>
            <p:cNvPr id="869407" name="Rectangle 31">
              <a:extLst>
                <a:ext uri="{FF2B5EF4-FFF2-40B4-BE49-F238E27FC236}">
                  <a16:creationId xmlns:a16="http://schemas.microsoft.com/office/drawing/2014/main" id="{139003EE-81D5-202F-FAEB-879B3ABCE2E1}"/>
                </a:ext>
              </a:extLst>
            </p:cNvPr>
            <p:cNvSpPr>
              <a:spLocks noChangeArrowheads="1"/>
            </p:cNvSpPr>
            <p:nvPr/>
          </p:nvSpPr>
          <p:spPr bwMode="auto">
            <a:xfrm>
              <a:off x="3571" y="3490"/>
              <a:ext cx="35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 in</a:t>
              </a:r>
              <a:endParaRPr lang="en-US" altLang="es-ES" sz="4000" u="none"/>
            </a:p>
          </p:txBody>
        </p:sp>
        <p:sp>
          <p:nvSpPr>
            <p:cNvPr id="869408" name="Freeform 32">
              <a:extLst>
                <a:ext uri="{FF2B5EF4-FFF2-40B4-BE49-F238E27FC236}">
                  <a16:creationId xmlns:a16="http://schemas.microsoft.com/office/drawing/2014/main" id="{E4DA537B-CBBE-8255-72F9-042002641BED}"/>
                </a:ext>
              </a:extLst>
            </p:cNvPr>
            <p:cNvSpPr>
              <a:spLocks/>
            </p:cNvSpPr>
            <p:nvPr/>
          </p:nvSpPr>
          <p:spPr bwMode="auto">
            <a:xfrm>
              <a:off x="2827" y="1813"/>
              <a:ext cx="374" cy="224"/>
            </a:xfrm>
            <a:custGeom>
              <a:avLst/>
              <a:gdLst>
                <a:gd name="T0" fmla="*/ 0 w 374"/>
                <a:gd name="T1" fmla="*/ 0 h 224"/>
                <a:gd name="T2" fmla="*/ 374 w 374"/>
                <a:gd name="T3" fmla="*/ 0 h 224"/>
                <a:gd name="T4" fmla="*/ 374 w 374"/>
                <a:gd name="T5" fmla="*/ 224 h 224"/>
                <a:gd name="T6" fmla="*/ 0 w 374"/>
                <a:gd name="T7" fmla="*/ 224 h 224"/>
                <a:gd name="T8" fmla="*/ 0 w 374"/>
                <a:gd name="T9" fmla="*/ 0 h 224"/>
                <a:gd name="T10" fmla="*/ 0 w 374"/>
                <a:gd name="T11" fmla="*/ 0 h 224"/>
              </a:gdLst>
              <a:ahLst/>
              <a:cxnLst>
                <a:cxn ang="0">
                  <a:pos x="T0" y="T1"/>
                </a:cxn>
                <a:cxn ang="0">
                  <a:pos x="T2" y="T3"/>
                </a:cxn>
                <a:cxn ang="0">
                  <a:pos x="T4" y="T5"/>
                </a:cxn>
                <a:cxn ang="0">
                  <a:pos x="T6" y="T7"/>
                </a:cxn>
                <a:cxn ang="0">
                  <a:pos x="T8" y="T9"/>
                </a:cxn>
                <a:cxn ang="0">
                  <a:pos x="T10" y="T11"/>
                </a:cxn>
              </a:cxnLst>
              <a:rect l="0" t="0" r="r" b="b"/>
              <a:pathLst>
                <a:path w="374" h="224">
                  <a:moveTo>
                    <a:pt x="0" y="0"/>
                  </a:moveTo>
                  <a:lnTo>
                    <a:pt x="374" y="0"/>
                  </a:lnTo>
                  <a:lnTo>
                    <a:pt x="374" y="224"/>
                  </a:lnTo>
                  <a:lnTo>
                    <a:pt x="0" y="224"/>
                  </a:lnTo>
                  <a:lnTo>
                    <a:pt x="0" y="0"/>
                  </a:lnTo>
                  <a:lnTo>
                    <a:pt x="0" y="0"/>
                  </a:lnTo>
                  <a:close/>
                </a:path>
              </a:pathLst>
            </a:custGeom>
            <a:solidFill>
              <a:srgbClr val="FFFFFF"/>
            </a:solidFill>
            <a:ln w="19050" cap="flat">
              <a:solidFill>
                <a:srgbClr val="000000"/>
              </a:solidFill>
              <a:prstDash val="solid"/>
              <a:miter lim="800000"/>
              <a:headEnd/>
              <a:tailEnd/>
            </a:ln>
          </p:spPr>
          <p:txBody>
            <a:bodyPr/>
            <a:lstStyle/>
            <a:p>
              <a:endParaRPr lang="es-ES"/>
            </a:p>
          </p:txBody>
        </p:sp>
        <p:sp>
          <p:nvSpPr>
            <p:cNvPr id="869409" name="Rectangle 33">
              <a:extLst>
                <a:ext uri="{FF2B5EF4-FFF2-40B4-BE49-F238E27FC236}">
                  <a16:creationId xmlns:a16="http://schemas.microsoft.com/office/drawing/2014/main" id="{BA6B0CBA-4A8D-B5DF-5CD8-B8482546FCCE}"/>
                </a:ext>
              </a:extLst>
            </p:cNvPr>
            <p:cNvSpPr>
              <a:spLocks noChangeArrowheads="1"/>
            </p:cNvSpPr>
            <p:nvPr/>
          </p:nvSpPr>
          <p:spPr bwMode="auto">
            <a:xfrm>
              <a:off x="2843" y="1924"/>
              <a:ext cx="37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MUX B</a:t>
              </a:r>
              <a:endParaRPr lang="en-US" altLang="es-ES" sz="4000" u="none"/>
            </a:p>
          </p:txBody>
        </p:sp>
        <p:sp>
          <p:nvSpPr>
            <p:cNvPr id="869410" name="Rectangle 34">
              <a:extLst>
                <a:ext uri="{FF2B5EF4-FFF2-40B4-BE49-F238E27FC236}">
                  <a16:creationId xmlns:a16="http://schemas.microsoft.com/office/drawing/2014/main" id="{D77AE145-6F28-0FEC-FF8F-BD04BD93EC93}"/>
                </a:ext>
              </a:extLst>
            </p:cNvPr>
            <p:cNvSpPr>
              <a:spLocks noChangeArrowheads="1"/>
            </p:cNvSpPr>
            <p:nvPr/>
          </p:nvSpPr>
          <p:spPr bwMode="auto">
            <a:xfrm>
              <a:off x="2874" y="181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a:t>
              </a:r>
              <a:endParaRPr lang="en-US" altLang="es-ES" sz="4000" u="none"/>
            </a:p>
          </p:txBody>
        </p:sp>
        <p:sp>
          <p:nvSpPr>
            <p:cNvPr id="869411" name="Rectangle 35">
              <a:extLst>
                <a:ext uri="{FF2B5EF4-FFF2-40B4-BE49-F238E27FC236}">
                  <a16:creationId xmlns:a16="http://schemas.microsoft.com/office/drawing/2014/main" id="{9F550572-9E58-177D-137A-92B36FFF410F}"/>
                </a:ext>
              </a:extLst>
            </p:cNvPr>
            <p:cNvSpPr>
              <a:spLocks noChangeArrowheads="1"/>
            </p:cNvSpPr>
            <p:nvPr/>
          </p:nvSpPr>
          <p:spPr bwMode="auto">
            <a:xfrm>
              <a:off x="2989" y="181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000" u="none"/>
            </a:p>
          </p:txBody>
        </p:sp>
        <p:sp>
          <p:nvSpPr>
            <p:cNvPr id="869412" name="Freeform 36">
              <a:extLst>
                <a:ext uri="{FF2B5EF4-FFF2-40B4-BE49-F238E27FC236}">
                  <a16:creationId xmlns:a16="http://schemas.microsoft.com/office/drawing/2014/main" id="{F2EDEFF9-76A8-58BC-79F3-1FE6581CB765}"/>
                </a:ext>
              </a:extLst>
            </p:cNvPr>
            <p:cNvSpPr>
              <a:spLocks/>
            </p:cNvSpPr>
            <p:nvPr/>
          </p:nvSpPr>
          <p:spPr bwMode="auto">
            <a:xfrm>
              <a:off x="2907" y="3843"/>
              <a:ext cx="396" cy="222"/>
            </a:xfrm>
            <a:custGeom>
              <a:avLst/>
              <a:gdLst>
                <a:gd name="T0" fmla="*/ 0 w 396"/>
                <a:gd name="T1" fmla="*/ 0 h 222"/>
                <a:gd name="T2" fmla="*/ 396 w 396"/>
                <a:gd name="T3" fmla="*/ 0 h 222"/>
                <a:gd name="T4" fmla="*/ 396 w 396"/>
                <a:gd name="T5" fmla="*/ 222 h 222"/>
                <a:gd name="T6" fmla="*/ 0 w 396"/>
                <a:gd name="T7" fmla="*/ 222 h 222"/>
                <a:gd name="T8" fmla="*/ 0 w 396"/>
                <a:gd name="T9" fmla="*/ 26 h 222"/>
                <a:gd name="T10" fmla="*/ 0 w 396"/>
                <a:gd name="T11" fmla="*/ 0 h 222"/>
              </a:gdLst>
              <a:ahLst/>
              <a:cxnLst>
                <a:cxn ang="0">
                  <a:pos x="T0" y="T1"/>
                </a:cxn>
                <a:cxn ang="0">
                  <a:pos x="T2" y="T3"/>
                </a:cxn>
                <a:cxn ang="0">
                  <a:pos x="T4" y="T5"/>
                </a:cxn>
                <a:cxn ang="0">
                  <a:pos x="T6" y="T7"/>
                </a:cxn>
                <a:cxn ang="0">
                  <a:pos x="T8" y="T9"/>
                </a:cxn>
                <a:cxn ang="0">
                  <a:pos x="T10" y="T11"/>
                </a:cxn>
              </a:cxnLst>
              <a:rect l="0" t="0" r="r" b="b"/>
              <a:pathLst>
                <a:path w="396" h="222">
                  <a:moveTo>
                    <a:pt x="0" y="0"/>
                  </a:moveTo>
                  <a:lnTo>
                    <a:pt x="396" y="0"/>
                  </a:lnTo>
                  <a:lnTo>
                    <a:pt x="396" y="222"/>
                  </a:lnTo>
                  <a:lnTo>
                    <a:pt x="0" y="222"/>
                  </a:lnTo>
                  <a:lnTo>
                    <a:pt x="0" y="26"/>
                  </a:lnTo>
                  <a:lnTo>
                    <a:pt x="0" y="0"/>
                  </a:lnTo>
                  <a:close/>
                </a:path>
              </a:pathLst>
            </a:custGeom>
            <a:solidFill>
              <a:srgbClr val="FFFFFF"/>
            </a:solidFill>
            <a:ln w="19050" cap="flat">
              <a:solidFill>
                <a:srgbClr val="000000"/>
              </a:solidFill>
              <a:prstDash val="solid"/>
              <a:miter lim="800000"/>
              <a:headEnd/>
              <a:tailEnd/>
            </a:ln>
          </p:spPr>
          <p:txBody>
            <a:bodyPr/>
            <a:lstStyle/>
            <a:p>
              <a:endParaRPr lang="es-ES"/>
            </a:p>
          </p:txBody>
        </p:sp>
        <p:sp>
          <p:nvSpPr>
            <p:cNvPr id="869413" name="Rectangle 37">
              <a:extLst>
                <a:ext uri="{FF2B5EF4-FFF2-40B4-BE49-F238E27FC236}">
                  <a16:creationId xmlns:a16="http://schemas.microsoft.com/office/drawing/2014/main" id="{5C4938DD-9765-1350-22F9-B2BB49049160}"/>
                </a:ext>
              </a:extLst>
            </p:cNvPr>
            <p:cNvSpPr>
              <a:spLocks noChangeArrowheads="1"/>
            </p:cNvSpPr>
            <p:nvPr/>
          </p:nvSpPr>
          <p:spPr bwMode="auto">
            <a:xfrm>
              <a:off x="2931" y="3949"/>
              <a:ext cx="37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MUX D</a:t>
              </a:r>
              <a:endParaRPr lang="en-US" altLang="es-ES" sz="4000" u="none"/>
            </a:p>
          </p:txBody>
        </p:sp>
        <p:sp>
          <p:nvSpPr>
            <p:cNvPr id="869414" name="Rectangle 38">
              <a:extLst>
                <a:ext uri="{FF2B5EF4-FFF2-40B4-BE49-F238E27FC236}">
                  <a16:creationId xmlns:a16="http://schemas.microsoft.com/office/drawing/2014/main" id="{FEEFF8AB-FDD7-6696-A7CF-F6F8387FC5BB}"/>
                </a:ext>
              </a:extLst>
            </p:cNvPr>
            <p:cNvSpPr>
              <a:spLocks noChangeArrowheads="1"/>
            </p:cNvSpPr>
            <p:nvPr/>
          </p:nvSpPr>
          <p:spPr bwMode="auto">
            <a:xfrm>
              <a:off x="2998" y="38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0</a:t>
              </a:r>
              <a:endParaRPr lang="en-US" altLang="es-ES" sz="4000" u="none"/>
            </a:p>
          </p:txBody>
        </p:sp>
        <p:sp>
          <p:nvSpPr>
            <p:cNvPr id="869415" name="Rectangle 39">
              <a:extLst>
                <a:ext uri="{FF2B5EF4-FFF2-40B4-BE49-F238E27FC236}">
                  <a16:creationId xmlns:a16="http://schemas.microsoft.com/office/drawing/2014/main" id="{977ED941-F16B-3748-9301-72DC6391C5A6}"/>
                </a:ext>
              </a:extLst>
            </p:cNvPr>
            <p:cNvSpPr>
              <a:spLocks noChangeArrowheads="1"/>
            </p:cNvSpPr>
            <p:nvPr/>
          </p:nvSpPr>
          <p:spPr bwMode="auto">
            <a:xfrm>
              <a:off x="3108" y="384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1</a:t>
              </a:r>
              <a:endParaRPr lang="en-US" altLang="es-ES" sz="4000" u="none"/>
            </a:p>
          </p:txBody>
        </p:sp>
        <p:sp>
          <p:nvSpPr>
            <p:cNvPr id="869416" name="Line 40">
              <a:extLst>
                <a:ext uri="{FF2B5EF4-FFF2-40B4-BE49-F238E27FC236}">
                  <a16:creationId xmlns:a16="http://schemas.microsoft.com/office/drawing/2014/main" id="{4126064B-A4CD-55C1-099F-FF26514280FB}"/>
                </a:ext>
              </a:extLst>
            </p:cNvPr>
            <p:cNvSpPr>
              <a:spLocks noChangeShapeType="1"/>
            </p:cNvSpPr>
            <p:nvPr/>
          </p:nvSpPr>
          <p:spPr bwMode="auto">
            <a:xfrm>
              <a:off x="2519" y="1107"/>
              <a:ext cx="88"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17" name="Freeform 41">
              <a:extLst>
                <a:ext uri="{FF2B5EF4-FFF2-40B4-BE49-F238E27FC236}">
                  <a16:creationId xmlns:a16="http://schemas.microsoft.com/office/drawing/2014/main" id="{89F9AD7D-A33A-A94F-E6E8-A5CA6692B071}"/>
                </a:ext>
              </a:extLst>
            </p:cNvPr>
            <p:cNvSpPr>
              <a:spLocks/>
            </p:cNvSpPr>
            <p:nvPr/>
          </p:nvSpPr>
          <p:spPr bwMode="auto">
            <a:xfrm>
              <a:off x="2591" y="1091"/>
              <a:ext cx="58" cy="34"/>
            </a:xfrm>
            <a:custGeom>
              <a:avLst/>
              <a:gdLst>
                <a:gd name="T0" fmla="*/ 6 w 29"/>
                <a:gd name="T1" fmla="*/ 8 h 17"/>
                <a:gd name="T2" fmla="*/ 0 w 29"/>
                <a:gd name="T3" fmla="*/ 0 h 17"/>
                <a:gd name="T4" fmla="*/ 1 w 29"/>
                <a:gd name="T5" fmla="*/ 0 h 17"/>
                <a:gd name="T6" fmla="*/ 15 w 29"/>
                <a:gd name="T7" fmla="*/ 5 h 17"/>
                <a:gd name="T8" fmla="*/ 29 w 29"/>
                <a:gd name="T9" fmla="*/ 8 h 17"/>
                <a:gd name="T10" fmla="*/ 15 w 29"/>
                <a:gd name="T11" fmla="*/ 12 h 17"/>
                <a:gd name="T12" fmla="*/ 1 w 29"/>
                <a:gd name="T13" fmla="*/ 17 h 17"/>
                <a:gd name="T14" fmla="*/ 0 w 29"/>
                <a:gd name="T15" fmla="*/ 17 h 17"/>
                <a:gd name="T16" fmla="*/ 6 w 29"/>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6" y="8"/>
                  </a:moveTo>
                  <a:cubicBezTo>
                    <a:pt x="0" y="0"/>
                    <a:pt x="0" y="0"/>
                    <a:pt x="0" y="0"/>
                  </a:cubicBezTo>
                  <a:cubicBezTo>
                    <a:pt x="1" y="0"/>
                    <a:pt x="1" y="0"/>
                    <a:pt x="1" y="0"/>
                  </a:cubicBezTo>
                  <a:cubicBezTo>
                    <a:pt x="15" y="5"/>
                    <a:pt x="15" y="5"/>
                    <a:pt x="15" y="5"/>
                  </a:cubicBezTo>
                  <a:cubicBezTo>
                    <a:pt x="20" y="6"/>
                    <a:pt x="25" y="7"/>
                    <a:pt x="29" y="8"/>
                  </a:cubicBezTo>
                  <a:cubicBezTo>
                    <a:pt x="25" y="9"/>
                    <a:pt x="20" y="11"/>
                    <a:pt x="15" y="12"/>
                  </a:cubicBezTo>
                  <a:cubicBezTo>
                    <a:pt x="1" y="17"/>
                    <a:pt x="1" y="17"/>
                    <a:pt x="1" y="17"/>
                  </a:cubicBezTo>
                  <a:cubicBezTo>
                    <a:pt x="0" y="17"/>
                    <a:pt x="0" y="17"/>
                    <a:pt x="0" y="17"/>
                  </a:cubicBezTo>
                  <a:lnTo>
                    <a:pt x="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18" name="Line 42">
              <a:extLst>
                <a:ext uri="{FF2B5EF4-FFF2-40B4-BE49-F238E27FC236}">
                  <a16:creationId xmlns:a16="http://schemas.microsoft.com/office/drawing/2014/main" id="{8400DC13-C27E-5229-116A-096146706E29}"/>
                </a:ext>
              </a:extLst>
            </p:cNvPr>
            <p:cNvSpPr>
              <a:spLocks noChangeShapeType="1"/>
            </p:cNvSpPr>
            <p:nvPr/>
          </p:nvSpPr>
          <p:spPr bwMode="auto">
            <a:xfrm>
              <a:off x="2501" y="1213"/>
              <a:ext cx="10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19" name="Freeform 43">
              <a:extLst>
                <a:ext uri="{FF2B5EF4-FFF2-40B4-BE49-F238E27FC236}">
                  <a16:creationId xmlns:a16="http://schemas.microsoft.com/office/drawing/2014/main" id="{85A109BD-F8F2-5DB6-8306-3B5C3DAB3A5A}"/>
                </a:ext>
              </a:extLst>
            </p:cNvPr>
            <p:cNvSpPr>
              <a:spLocks/>
            </p:cNvSpPr>
            <p:nvPr/>
          </p:nvSpPr>
          <p:spPr bwMode="auto">
            <a:xfrm>
              <a:off x="2587" y="1193"/>
              <a:ext cx="64" cy="40"/>
            </a:xfrm>
            <a:custGeom>
              <a:avLst/>
              <a:gdLst>
                <a:gd name="T0" fmla="*/ 6 w 32"/>
                <a:gd name="T1" fmla="*/ 10 h 20"/>
                <a:gd name="T2" fmla="*/ 0 w 32"/>
                <a:gd name="T3" fmla="*/ 0 h 20"/>
                <a:gd name="T4" fmla="*/ 0 w 32"/>
                <a:gd name="T5" fmla="*/ 0 h 20"/>
                <a:gd name="T6" fmla="*/ 16 w 32"/>
                <a:gd name="T7" fmla="*/ 6 h 20"/>
                <a:gd name="T8" fmla="*/ 32 w 32"/>
                <a:gd name="T9" fmla="*/ 10 h 20"/>
                <a:gd name="T10" fmla="*/ 16 w 32"/>
                <a:gd name="T11" fmla="*/ 13 h 20"/>
                <a:gd name="T12" fmla="*/ 0 w 32"/>
                <a:gd name="T13" fmla="*/ 20 h 20"/>
                <a:gd name="T14" fmla="*/ 0 w 32"/>
                <a:gd name="T15" fmla="*/ 19 h 20"/>
                <a:gd name="T16" fmla="*/ 6 w 32"/>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0">
                  <a:moveTo>
                    <a:pt x="6" y="10"/>
                  </a:moveTo>
                  <a:cubicBezTo>
                    <a:pt x="0" y="0"/>
                    <a:pt x="0" y="0"/>
                    <a:pt x="0" y="0"/>
                  </a:cubicBezTo>
                  <a:cubicBezTo>
                    <a:pt x="0" y="0"/>
                    <a:pt x="0" y="0"/>
                    <a:pt x="0" y="0"/>
                  </a:cubicBezTo>
                  <a:cubicBezTo>
                    <a:pt x="16" y="6"/>
                    <a:pt x="16" y="6"/>
                    <a:pt x="16" y="6"/>
                  </a:cubicBezTo>
                  <a:cubicBezTo>
                    <a:pt x="21" y="8"/>
                    <a:pt x="26" y="9"/>
                    <a:pt x="32" y="10"/>
                  </a:cubicBezTo>
                  <a:cubicBezTo>
                    <a:pt x="26" y="11"/>
                    <a:pt x="21" y="12"/>
                    <a:pt x="16" y="13"/>
                  </a:cubicBezTo>
                  <a:cubicBezTo>
                    <a:pt x="0" y="20"/>
                    <a:pt x="0" y="20"/>
                    <a:pt x="0" y="20"/>
                  </a:cubicBezTo>
                  <a:cubicBezTo>
                    <a:pt x="0" y="19"/>
                    <a:pt x="0" y="19"/>
                    <a:pt x="0" y="19"/>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20" name="Line 44">
              <a:extLst>
                <a:ext uri="{FF2B5EF4-FFF2-40B4-BE49-F238E27FC236}">
                  <a16:creationId xmlns:a16="http://schemas.microsoft.com/office/drawing/2014/main" id="{9B6A0335-4B53-A66D-A388-DA9AB3962C63}"/>
                </a:ext>
              </a:extLst>
            </p:cNvPr>
            <p:cNvSpPr>
              <a:spLocks noChangeShapeType="1"/>
            </p:cNvSpPr>
            <p:nvPr/>
          </p:nvSpPr>
          <p:spPr bwMode="auto">
            <a:xfrm>
              <a:off x="2419" y="2705"/>
              <a:ext cx="17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21" name="Freeform 45">
              <a:extLst>
                <a:ext uri="{FF2B5EF4-FFF2-40B4-BE49-F238E27FC236}">
                  <a16:creationId xmlns:a16="http://schemas.microsoft.com/office/drawing/2014/main" id="{42EE6EE1-1975-3A8E-5B33-6C3283E1CF03}"/>
                </a:ext>
              </a:extLst>
            </p:cNvPr>
            <p:cNvSpPr>
              <a:spLocks/>
            </p:cNvSpPr>
            <p:nvPr/>
          </p:nvSpPr>
          <p:spPr bwMode="auto">
            <a:xfrm>
              <a:off x="2575" y="2687"/>
              <a:ext cx="62" cy="38"/>
            </a:xfrm>
            <a:custGeom>
              <a:avLst/>
              <a:gdLst>
                <a:gd name="T0" fmla="*/ 5 w 31"/>
                <a:gd name="T1" fmla="*/ 9 h 19"/>
                <a:gd name="T2" fmla="*/ 0 w 31"/>
                <a:gd name="T3" fmla="*/ 0 h 19"/>
                <a:gd name="T4" fmla="*/ 0 w 31"/>
                <a:gd name="T5" fmla="*/ 0 h 19"/>
                <a:gd name="T6" fmla="*/ 15 w 31"/>
                <a:gd name="T7" fmla="*/ 6 h 19"/>
                <a:gd name="T8" fmla="*/ 31 w 31"/>
                <a:gd name="T9" fmla="*/ 9 h 19"/>
                <a:gd name="T10" fmla="*/ 15 w 31"/>
                <a:gd name="T11" fmla="*/ 13 h 19"/>
                <a:gd name="T12" fmla="*/ 0 w 31"/>
                <a:gd name="T13" fmla="*/ 19 h 19"/>
                <a:gd name="T14" fmla="*/ 0 w 31"/>
                <a:gd name="T15" fmla="*/ 19 h 19"/>
                <a:gd name="T16" fmla="*/ 5 w 31"/>
                <a:gd name="T17" fmla="*/ 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19">
                  <a:moveTo>
                    <a:pt x="5" y="9"/>
                  </a:moveTo>
                  <a:cubicBezTo>
                    <a:pt x="0" y="0"/>
                    <a:pt x="0" y="0"/>
                    <a:pt x="0" y="0"/>
                  </a:cubicBezTo>
                  <a:cubicBezTo>
                    <a:pt x="0" y="0"/>
                    <a:pt x="0" y="0"/>
                    <a:pt x="0" y="0"/>
                  </a:cubicBezTo>
                  <a:cubicBezTo>
                    <a:pt x="15" y="6"/>
                    <a:pt x="15" y="6"/>
                    <a:pt x="15" y="6"/>
                  </a:cubicBezTo>
                  <a:cubicBezTo>
                    <a:pt x="21" y="7"/>
                    <a:pt x="26" y="8"/>
                    <a:pt x="31" y="9"/>
                  </a:cubicBezTo>
                  <a:cubicBezTo>
                    <a:pt x="26" y="11"/>
                    <a:pt x="21" y="12"/>
                    <a:pt x="15" y="13"/>
                  </a:cubicBezTo>
                  <a:cubicBezTo>
                    <a:pt x="0" y="19"/>
                    <a:pt x="0" y="19"/>
                    <a:pt x="0" y="19"/>
                  </a:cubicBezTo>
                  <a:cubicBezTo>
                    <a:pt x="0" y="19"/>
                    <a:pt x="0" y="19"/>
                    <a:pt x="0" y="19"/>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22" name="Line 46">
              <a:extLst>
                <a:ext uri="{FF2B5EF4-FFF2-40B4-BE49-F238E27FC236}">
                  <a16:creationId xmlns:a16="http://schemas.microsoft.com/office/drawing/2014/main" id="{0B82BF9C-8023-4B96-1C20-C5C6ACB6F0B8}"/>
                </a:ext>
              </a:extLst>
            </p:cNvPr>
            <p:cNvSpPr>
              <a:spLocks noChangeShapeType="1"/>
            </p:cNvSpPr>
            <p:nvPr/>
          </p:nvSpPr>
          <p:spPr bwMode="auto">
            <a:xfrm flipH="1">
              <a:off x="2461" y="2839"/>
              <a:ext cx="17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23" name="Freeform 47">
              <a:extLst>
                <a:ext uri="{FF2B5EF4-FFF2-40B4-BE49-F238E27FC236}">
                  <a16:creationId xmlns:a16="http://schemas.microsoft.com/office/drawing/2014/main" id="{3325D902-0BEF-923D-9BB5-36C1F08EED04}"/>
                </a:ext>
              </a:extLst>
            </p:cNvPr>
            <p:cNvSpPr>
              <a:spLocks/>
            </p:cNvSpPr>
            <p:nvPr/>
          </p:nvSpPr>
          <p:spPr bwMode="auto">
            <a:xfrm>
              <a:off x="2419" y="2821"/>
              <a:ext cx="58" cy="36"/>
            </a:xfrm>
            <a:custGeom>
              <a:avLst/>
              <a:gdLst>
                <a:gd name="T0" fmla="*/ 24 w 29"/>
                <a:gd name="T1" fmla="*/ 9 h 18"/>
                <a:gd name="T2" fmla="*/ 29 w 29"/>
                <a:gd name="T3" fmla="*/ 18 h 18"/>
                <a:gd name="T4" fmla="*/ 29 w 29"/>
                <a:gd name="T5" fmla="*/ 18 h 18"/>
                <a:gd name="T6" fmla="*/ 15 w 29"/>
                <a:gd name="T7" fmla="*/ 12 h 18"/>
                <a:gd name="T8" fmla="*/ 0 w 29"/>
                <a:gd name="T9" fmla="*/ 9 h 18"/>
                <a:gd name="T10" fmla="*/ 15 w 29"/>
                <a:gd name="T11" fmla="*/ 6 h 18"/>
                <a:gd name="T12" fmla="*/ 29 w 29"/>
                <a:gd name="T13" fmla="*/ 0 h 18"/>
                <a:gd name="T14" fmla="*/ 29 w 29"/>
                <a:gd name="T15" fmla="*/ 1 h 18"/>
                <a:gd name="T16" fmla="*/ 24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24" y="9"/>
                  </a:moveTo>
                  <a:cubicBezTo>
                    <a:pt x="29" y="18"/>
                    <a:pt x="29" y="18"/>
                    <a:pt x="29" y="18"/>
                  </a:cubicBezTo>
                  <a:cubicBezTo>
                    <a:pt x="29" y="18"/>
                    <a:pt x="29" y="18"/>
                    <a:pt x="29" y="18"/>
                  </a:cubicBezTo>
                  <a:cubicBezTo>
                    <a:pt x="15" y="12"/>
                    <a:pt x="15" y="12"/>
                    <a:pt x="15" y="12"/>
                  </a:cubicBezTo>
                  <a:cubicBezTo>
                    <a:pt x="10" y="11"/>
                    <a:pt x="5" y="10"/>
                    <a:pt x="0" y="9"/>
                  </a:cubicBezTo>
                  <a:cubicBezTo>
                    <a:pt x="5" y="8"/>
                    <a:pt x="10" y="7"/>
                    <a:pt x="15" y="6"/>
                  </a:cubicBezTo>
                  <a:cubicBezTo>
                    <a:pt x="29" y="0"/>
                    <a:pt x="29" y="0"/>
                    <a:pt x="29" y="0"/>
                  </a:cubicBezTo>
                  <a:cubicBezTo>
                    <a:pt x="29" y="1"/>
                    <a:pt x="29" y="1"/>
                    <a:pt x="29" y="1"/>
                  </a:cubicBezTo>
                  <a:lnTo>
                    <a:pt x="2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24" name="Line 48">
              <a:extLst>
                <a:ext uri="{FF2B5EF4-FFF2-40B4-BE49-F238E27FC236}">
                  <a16:creationId xmlns:a16="http://schemas.microsoft.com/office/drawing/2014/main" id="{84D45D3F-61EB-14A4-1115-87A7DB5831CF}"/>
                </a:ext>
              </a:extLst>
            </p:cNvPr>
            <p:cNvSpPr>
              <a:spLocks noChangeShapeType="1"/>
            </p:cNvSpPr>
            <p:nvPr/>
          </p:nvSpPr>
          <p:spPr bwMode="auto">
            <a:xfrm flipH="1">
              <a:off x="2461" y="2973"/>
              <a:ext cx="17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25" name="Freeform 49">
              <a:extLst>
                <a:ext uri="{FF2B5EF4-FFF2-40B4-BE49-F238E27FC236}">
                  <a16:creationId xmlns:a16="http://schemas.microsoft.com/office/drawing/2014/main" id="{DA5F2ED2-C58B-B12D-0075-F1AC6FF7DDE4}"/>
                </a:ext>
              </a:extLst>
            </p:cNvPr>
            <p:cNvSpPr>
              <a:spLocks/>
            </p:cNvSpPr>
            <p:nvPr/>
          </p:nvSpPr>
          <p:spPr bwMode="auto">
            <a:xfrm>
              <a:off x="2419" y="2955"/>
              <a:ext cx="58" cy="36"/>
            </a:xfrm>
            <a:custGeom>
              <a:avLst/>
              <a:gdLst>
                <a:gd name="T0" fmla="*/ 24 w 29"/>
                <a:gd name="T1" fmla="*/ 9 h 18"/>
                <a:gd name="T2" fmla="*/ 29 w 29"/>
                <a:gd name="T3" fmla="*/ 18 h 18"/>
                <a:gd name="T4" fmla="*/ 29 w 29"/>
                <a:gd name="T5" fmla="*/ 18 h 18"/>
                <a:gd name="T6" fmla="*/ 15 w 29"/>
                <a:gd name="T7" fmla="*/ 12 h 18"/>
                <a:gd name="T8" fmla="*/ 0 w 29"/>
                <a:gd name="T9" fmla="*/ 9 h 18"/>
                <a:gd name="T10" fmla="*/ 15 w 29"/>
                <a:gd name="T11" fmla="*/ 6 h 18"/>
                <a:gd name="T12" fmla="*/ 29 w 29"/>
                <a:gd name="T13" fmla="*/ 0 h 18"/>
                <a:gd name="T14" fmla="*/ 29 w 29"/>
                <a:gd name="T15" fmla="*/ 0 h 18"/>
                <a:gd name="T16" fmla="*/ 24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24" y="9"/>
                  </a:moveTo>
                  <a:cubicBezTo>
                    <a:pt x="29" y="18"/>
                    <a:pt x="29" y="18"/>
                    <a:pt x="29" y="18"/>
                  </a:cubicBezTo>
                  <a:cubicBezTo>
                    <a:pt x="29" y="18"/>
                    <a:pt x="29" y="18"/>
                    <a:pt x="29" y="18"/>
                  </a:cubicBezTo>
                  <a:cubicBezTo>
                    <a:pt x="15" y="12"/>
                    <a:pt x="15" y="12"/>
                    <a:pt x="15" y="12"/>
                  </a:cubicBezTo>
                  <a:cubicBezTo>
                    <a:pt x="10" y="11"/>
                    <a:pt x="5" y="10"/>
                    <a:pt x="0" y="9"/>
                  </a:cubicBezTo>
                  <a:cubicBezTo>
                    <a:pt x="5" y="8"/>
                    <a:pt x="10" y="7"/>
                    <a:pt x="15" y="6"/>
                  </a:cubicBezTo>
                  <a:cubicBezTo>
                    <a:pt x="29" y="0"/>
                    <a:pt x="29" y="0"/>
                    <a:pt x="29" y="0"/>
                  </a:cubicBezTo>
                  <a:cubicBezTo>
                    <a:pt x="29" y="0"/>
                    <a:pt x="29" y="0"/>
                    <a:pt x="29" y="0"/>
                  </a:cubicBezTo>
                  <a:lnTo>
                    <a:pt x="2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26" name="Line 50">
              <a:extLst>
                <a:ext uri="{FF2B5EF4-FFF2-40B4-BE49-F238E27FC236}">
                  <a16:creationId xmlns:a16="http://schemas.microsoft.com/office/drawing/2014/main" id="{8FA9B0D9-F696-F3E0-C334-66F0001CF30D}"/>
                </a:ext>
              </a:extLst>
            </p:cNvPr>
            <p:cNvSpPr>
              <a:spLocks noChangeShapeType="1"/>
            </p:cNvSpPr>
            <p:nvPr/>
          </p:nvSpPr>
          <p:spPr bwMode="auto">
            <a:xfrm flipH="1">
              <a:off x="2461" y="3107"/>
              <a:ext cx="17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27" name="Freeform 51">
              <a:extLst>
                <a:ext uri="{FF2B5EF4-FFF2-40B4-BE49-F238E27FC236}">
                  <a16:creationId xmlns:a16="http://schemas.microsoft.com/office/drawing/2014/main" id="{6925633D-0A91-1C6D-6393-56FABCFA9ADD}"/>
                </a:ext>
              </a:extLst>
            </p:cNvPr>
            <p:cNvSpPr>
              <a:spLocks/>
            </p:cNvSpPr>
            <p:nvPr/>
          </p:nvSpPr>
          <p:spPr bwMode="auto">
            <a:xfrm>
              <a:off x="2419" y="3089"/>
              <a:ext cx="58" cy="34"/>
            </a:xfrm>
            <a:custGeom>
              <a:avLst/>
              <a:gdLst>
                <a:gd name="T0" fmla="*/ 24 w 29"/>
                <a:gd name="T1" fmla="*/ 9 h 17"/>
                <a:gd name="T2" fmla="*/ 29 w 29"/>
                <a:gd name="T3" fmla="*/ 17 h 17"/>
                <a:gd name="T4" fmla="*/ 29 w 29"/>
                <a:gd name="T5" fmla="*/ 17 h 17"/>
                <a:gd name="T6" fmla="*/ 15 w 29"/>
                <a:gd name="T7" fmla="*/ 12 h 17"/>
                <a:gd name="T8" fmla="*/ 0 w 29"/>
                <a:gd name="T9" fmla="*/ 9 h 17"/>
                <a:gd name="T10" fmla="*/ 15 w 29"/>
                <a:gd name="T11" fmla="*/ 5 h 17"/>
                <a:gd name="T12" fmla="*/ 29 w 29"/>
                <a:gd name="T13" fmla="*/ 0 h 17"/>
                <a:gd name="T14" fmla="*/ 29 w 29"/>
                <a:gd name="T15" fmla="*/ 0 h 17"/>
                <a:gd name="T16" fmla="*/ 24 w 29"/>
                <a:gd name="T17"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24" y="9"/>
                  </a:moveTo>
                  <a:cubicBezTo>
                    <a:pt x="29" y="17"/>
                    <a:pt x="29" y="17"/>
                    <a:pt x="29" y="17"/>
                  </a:cubicBezTo>
                  <a:cubicBezTo>
                    <a:pt x="29" y="17"/>
                    <a:pt x="29" y="17"/>
                    <a:pt x="29" y="17"/>
                  </a:cubicBezTo>
                  <a:cubicBezTo>
                    <a:pt x="15" y="12"/>
                    <a:pt x="15" y="12"/>
                    <a:pt x="15" y="12"/>
                  </a:cubicBezTo>
                  <a:cubicBezTo>
                    <a:pt x="10" y="11"/>
                    <a:pt x="5" y="10"/>
                    <a:pt x="0" y="9"/>
                  </a:cubicBezTo>
                  <a:cubicBezTo>
                    <a:pt x="5" y="8"/>
                    <a:pt x="10" y="7"/>
                    <a:pt x="15" y="5"/>
                  </a:cubicBezTo>
                  <a:cubicBezTo>
                    <a:pt x="29" y="0"/>
                    <a:pt x="29" y="0"/>
                    <a:pt x="29" y="0"/>
                  </a:cubicBezTo>
                  <a:cubicBezTo>
                    <a:pt x="29" y="0"/>
                    <a:pt x="29" y="0"/>
                    <a:pt x="29" y="0"/>
                  </a:cubicBezTo>
                  <a:lnTo>
                    <a:pt x="2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28" name="Line 52">
              <a:extLst>
                <a:ext uri="{FF2B5EF4-FFF2-40B4-BE49-F238E27FC236}">
                  <a16:creationId xmlns:a16="http://schemas.microsoft.com/office/drawing/2014/main" id="{85D4DF40-3E80-9167-FA3B-07E8B324D40E}"/>
                </a:ext>
              </a:extLst>
            </p:cNvPr>
            <p:cNvSpPr>
              <a:spLocks noChangeShapeType="1"/>
            </p:cNvSpPr>
            <p:nvPr/>
          </p:nvSpPr>
          <p:spPr bwMode="auto">
            <a:xfrm flipH="1">
              <a:off x="2461" y="3239"/>
              <a:ext cx="17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29" name="Freeform 53">
              <a:extLst>
                <a:ext uri="{FF2B5EF4-FFF2-40B4-BE49-F238E27FC236}">
                  <a16:creationId xmlns:a16="http://schemas.microsoft.com/office/drawing/2014/main" id="{7E47009E-B64D-988F-B23A-4CE29005CD14}"/>
                </a:ext>
              </a:extLst>
            </p:cNvPr>
            <p:cNvSpPr>
              <a:spLocks/>
            </p:cNvSpPr>
            <p:nvPr/>
          </p:nvSpPr>
          <p:spPr bwMode="auto">
            <a:xfrm>
              <a:off x="2419" y="3223"/>
              <a:ext cx="58" cy="34"/>
            </a:xfrm>
            <a:custGeom>
              <a:avLst/>
              <a:gdLst>
                <a:gd name="T0" fmla="*/ 24 w 29"/>
                <a:gd name="T1" fmla="*/ 8 h 17"/>
                <a:gd name="T2" fmla="*/ 29 w 29"/>
                <a:gd name="T3" fmla="*/ 17 h 17"/>
                <a:gd name="T4" fmla="*/ 29 w 29"/>
                <a:gd name="T5" fmla="*/ 17 h 17"/>
                <a:gd name="T6" fmla="*/ 15 w 29"/>
                <a:gd name="T7" fmla="*/ 12 h 17"/>
                <a:gd name="T8" fmla="*/ 0 w 29"/>
                <a:gd name="T9" fmla="*/ 8 h 17"/>
                <a:gd name="T10" fmla="*/ 15 w 29"/>
                <a:gd name="T11" fmla="*/ 5 h 17"/>
                <a:gd name="T12" fmla="*/ 29 w 29"/>
                <a:gd name="T13" fmla="*/ 0 h 17"/>
                <a:gd name="T14" fmla="*/ 29 w 29"/>
                <a:gd name="T15" fmla="*/ 0 h 17"/>
                <a:gd name="T16" fmla="*/ 24 w 29"/>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24" y="8"/>
                  </a:moveTo>
                  <a:cubicBezTo>
                    <a:pt x="29" y="17"/>
                    <a:pt x="29" y="17"/>
                    <a:pt x="29" y="17"/>
                  </a:cubicBezTo>
                  <a:cubicBezTo>
                    <a:pt x="29" y="17"/>
                    <a:pt x="29" y="17"/>
                    <a:pt x="29" y="17"/>
                  </a:cubicBezTo>
                  <a:cubicBezTo>
                    <a:pt x="15" y="12"/>
                    <a:pt x="15" y="12"/>
                    <a:pt x="15" y="12"/>
                  </a:cubicBezTo>
                  <a:cubicBezTo>
                    <a:pt x="10" y="11"/>
                    <a:pt x="5" y="10"/>
                    <a:pt x="0" y="8"/>
                  </a:cubicBezTo>
                  <a:cubicBezTo>
                    <a:pt x="5" y="7"/>
                    <a:pt x="10" y="6"/>
                    <a:pt x="15" y="5"/>
                  </a:cubicBezTo>
                  <a:cubicBezTo>
                    <a:pt x="29" y="0"/>
                    <a:pt x="29" y="0"/>
                    <a:pt x="29" y="0"/>
                  </a:cubicBezTo>
                  <a:cubicBezTo>
                    <a:pt x="29" y="0"/>
                    <a:pt x="29" y="0"/>
                    <a:pt x="29" y="0"/>
                  </a:cubicBezTo>
                  <a:lnTo>
                    <a:pt x="2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30" name="Line 54">
              <a:extLst>
                <a:ext uri="{FF2B5EF4-FFF2-40B4-BE49-F238E27FC236}">
                  <a16:creationId xmlns:a16="http://schemas.microsoft.com/office/drawing/2014/main" id="{F7BF0537-F7F5-26E7-2D18-12FD540DD3AE}"/>
                </a:ext>
              </a:extLst>
            </p:cNvPr>
            <p:cNvSpPr>
              <a:spLocks noChangeShapeType="1"/>
            </p:cNvSpPr>
            <p:nvPr/>
          </p:nvSpPr>
          <p:spPr bwMode="auto">
            <a:xfrm>
              <a:off x="2501" y="1357"/>
              <a:ext cx="10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31" name="Freeform 55">
              <a:extLst>
                <a:ext uri="{FF2B5EF4-FFF2-40B4-BE49-F238E27FC236}">
                  <a16:creationId xmlns:a16="http://schemas.microsoft.com/office/drawing/2014/main" id="{84DC221B-1F44-262C-3168-AAA553819829}"/>
                </a:ext>
              </a:extLst>
            </p:cNvPr>
            <p:cNvSpPr>
              <a:spLocks/>
            </p:cNvSpPr>
            <p:nvPr/>
          </p:nvSpPr>
          <p:spPr bwMode="auto">
            <a:xfrm>
              <a:off x="2587" y="1337"/>
              <a:ext cx="64" cy="40"/>
            </a:xfrm>
            <a:custGeom>
              <a:avLst/>
              <a:gdLst>
                <a:gd name="T0" fmla="*/ 6 w 32"/>
                <a:gd name="T1" fmla="*/ 10 h 20"/>
                <a:gd name="T2" fmla="*/ 0 w 32"/>
                <a:gd name="T3" fmla="*/ 1 h 20"/>
                <a:gd name="T4" fmla="*/ 0 w 32"/>
                <a:gd name="T5" fmla="*/ 0 h 20"/>
                <a:gd name="T6" fmla="*/ 16 w 32"/>
                <a:gd name="T7" fmla="*/ 7 h 20"/>
                <a:gd name="T8" fmla="*/ 32 w 32"/>
                <a:gd name="T9" fmla="*/ 10 h 20"/>
                <a:gd name="T10" fmla="*/ 16 w 32"/>
                <a:gd name="T11" fmla="*/ 14 h 20"/>
                <a:gd name="T12" fmla="*/ 0 w 32"/>
                <a:gd name="T13" fmla="*/ 20 h 20"/>
                <a:gd name="T14" fmla="*/ 0 w 32"/>
                <a:gd name="T15" fmla="*/ 20 h 20"/>
                <a:gd name="T16" fmla="*/ 6 w 32"/>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0">
                  <a:moveTo>
                    <a:pt x="6" y="10"/>
                  </a:moveTo>
                  <a:cubicBezTo>
                    <a:pt x="0" y="1"/>
                    <a:pt x="0" y="1"/>
                    <a:pt x="0" y="1"/>
                  </a:cubicBezTo>
                  <a:cubicBezTo>
                    <a:pt x="0" y="0"/>
                    <a:pt x="0" y="0"/>
                    <a:pt x="0" y="0"/>
                  </a:cubicBezTo>
                  <a:cubicBezTo>
                    <a:pt x="16" y="7"/>
                    <a:pt x="16" y="7"/>
                    <a:pt x="16" y="7"/>
                  </a:cubicBezTo>
                  <a:cubicBezTo>
                    <a:pt x="21" y="8"/>
                    <a:pt x="26" y="9"/>
                    <a:pt x="32" y="10"/>
                  </a:cubicBezTo>
                  <a:cubicBezTo>
                    <a:pt x="26" y="11"/>
                    <a:pt x="21" y="12"/>
                    <a:pt x="16" y="14"/>
                  </a:cubicBezTo>
                  <a:cubicBezTo>
                    <a:pt x="0" y="20"/>
                    <a:pt x="0" y="20"/>
                    <a:pt x="0" y="20"/>
                  </a:cubicBezTo>
                  <a:cubicBezTo>
                    <a:pt x="0" y="20"/>
                    <a:pt x="0" y="20"/>
                    <a:pt x="0" y="20"/>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32" name="Line 56">
              <a:extLst>
                <a:ext uri="{FF2B5EF4-FFF2-40B4-BE49-F238E27FC236}">
                  <a16:creationId xmlns:a16="http://schemas.microsoft.com/office/drawing/2014/main" id="{9440C565-D47E-EE03-A59C-88E83AD51FB7}"/>
                </a:ext>
              </a:extLst>
            </p:cNvPr>
            <p:cNvSpPr>
              <a:spLocks noChangeShapeType="1"/>
            </p:cNvSpPr>
            <p:nvPr/>
          </p:nvSpPr>
          <p:spPr bwMode="auto">
            <a:xfrm>
              <a:off x="2775" y="3963"/>
              <a:ext cx="8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33" name="Freeform 57">
              <a:extLst>
                <a:ext uri="{FF2B5EF4-FFF2-40B4-BE49-F238E27FC236}">
                  <a16:creationId xmlns:a16="http://schemas.microsoft.com/office/drawing/2014/main" id="{2EAFC6D9-2AEE-8070-89F3-8F8005DD4482}"/>
                </a:ext>
              </a:extLst>
            </p:cNvPr>
            <p:cNvSpPr>
              <a:spLocks/>
            </p:cNvSpPr>
            <p:nvPr/>
          </p:nvSpPr>
          <p:spPr bwMode="auto">
            <a:xfrm>
              <a:off x="2843" y="3943"/>
              <a:ext cx="64" cy="40"/>
            </a:xfrm>
            <a:custGeom>
              <a:avLst/>
              <a:gdLst>
                <a:gd name="T0" fmla="*/ 6 w 32"/>
                <a:gd name="T1" fmla="*/ 10 h 20"/>
                <a:gd name="T2" fmla="*/ 0 w 32"/>
                <a:gd name="T3" fmla="*/ 1 h 20"/>
                <a:gd name="T4" fmla="*/ 1 w 32"/>
                <a:gd name="T5" fmla="*/ 0 h 20"/>
                <a:gd name="T6" fmla="*/ 16 w 32"/>
                <a:gd name="T7" fmla="*/ 6 h 20"/>
                <a:gd name="T8" fmla="*/ 32 w 32"/>
                <a:gd name="T9" fmla="*/ 10 h 20"/>
                <a:gd name="T10" fmla="*/ 16 w 32"/>
                <a:gd name="T11" fmla="*/ 14 h 20"/>
                <a:gd name="T12" fmla="*/ 1 w 32"/>
                <a:gd name="T13" fmla="*/ 20 h 20"/>
                <a:gd name="T14" fmla="*/ 0 w 32"/>
                <a:gd name="T15" fmla="*/ 20 h 20"/>
                <a:gd name="T16" fmla="*/ 6 w 32"/>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0">
                  <a:moveTo>
                    <a:pt x="6" y="10"/>
                  </a:moveTo>
                  <a:cubicBezTo>
                    <a:pt x="0" y="1"/>
                    <a:pt x="0" y="1"/>
                    <a:pt x="0" y="1"/>
                  </a:cubicBezTo>
                  <a:cubicBezTo>
                    <a:pt x="1" y="0"/>
                    <a:pt x="1" y="0"/>
                    <a:pt x="1" y="0"/>
                  </a:cubicBezTo>
                  <a:cubicBezTo>
                    <a:pt x="16" y="6"/>
                    <a:pt x="16" y="6"/>
                    <a:pt x="16" y="6"/>
                  </a:cubicBezTo>
                  <a:cubicBezTo>
                    <a:pt x="22" y="8"/>
                    <a:pt x="27" y="9"/>
                    <a:pt x="32" y="10"/>
                  </a:cubicBezTo>
                  <a:cubicBezTo>
                    <a:pt x="27" y="11"/>
                    <a:pt x="22" y="12"/>
                    <a:pt x="16" y="14"/>
                  </a:cubicBezTo>
                  <a:cubicBezTo>
                    <a:pt x="1" y="20"/>
                    <a:pt x="1" y="20"/>
                    <a:pt x="1" y="20"/>
                  </a:cubicBezTo>
                  <a:cubicBezTo>
                    <a:pt x="0" y="20"/>
                    <a:pt x="0" y="20"/>
                    <a:pt x="0" y="20"/>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34" name="Rectangle 58">
              <a:extLst>
                <a:ext uri="{FF2B5EF4-FFF2-40B4-BE49-F238E27FC236}">
                  <a16:creationId xmlns:a16="http://schemas.microsoft.com/office/drawing/2014/main" id="{8301DBD7-2168-23D3-72DB-D15E4E80405A}"/>
                </a:ext>
              </a:extLst>
            </p:cNvPr>
            <p:cNvSpPr>
              <a:spLocks noChangeArrowheads="1"/>
            </p:cNvSpPr>
            <p:nvPr/>
          </p:nvSpPr>
          <p:spPr bwMode="auto">
            <a:xfrm>
              <a:off x="2927" y="4125"/>
              <a:ext cx="62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DATAPATH</a:t>
              </a:r>
              <a:endParaRPr lang="en-US" altLang="es-ES" sz="4000" u="none"/>
            </a:p>
          </p:txBody>
        </p:sp>
        <p:sp>
          <p:nvSpPr>
            <p:cNvPr id="869435" name="Rectangle 59">
              <a:extLst>
                <a:ext uri="{FF2B5EF4-FFF2-40B4-BE49-F238E27FC236}">
                  <a16:creationId xmlns:a16="http://schemas.microsoft.com/office/drawing/2014/main" id="{5940A4CA-3E01-986F-7CDF-BB7BE3807C43}"/>
                </a:ext>
              </a:extLst>
            </p:cNvPr>
            <p:cNvSpPr>
              <a:spLocks noChangeArrowheads="1"/>
            </p:cNvSpPr>
            <p:nvPr/>
          </p:nvSpPr>
          <p:spPr bwMode="auto">
            <a:xfrm>
              <a:off x="2314" y="1044"/>
              <a:ext cx="1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RW</a:t>
              </a:r>
              <a:endParaRPr lang="en-US" altLang="es-ES" sz="4000" u="none"/>
            </a:p>
          </p:txBody>
        </p:sp>
        <p:sp>
          <p:nvSpPr>
            <p:cNvPr id="869436" name="Rectangle 60">
              <a:extLst>
                <a:ext uri="{FF2B5EF4-FFF2-40B4-BE49-F238E27FC236}">
                  <a16:creationId xmlns:a16="http://schemas.microsoft.com/office/drawing/2014/main" id="{A14778DB-B2B2-C259-BF8E-8506755E2BB7}"/>
                </a:ext>
              </a:extLst>
            </p:cNvPr>
            <p:cNvSpPr>
              <a:spLocks noChangeArrowheads="1"/>
            </p:cNvSpPr>
            <p:nvPr/>
          </p:nvSpPr>
          <p:spPr bwMode="auto">
            <a:xfrm>
              <a:off x="2324" y="1150"/>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a:t>
              </a:r>
              <a:endParaRPr lang="en-US" altLang="es-ES" sz="4000" u="none"/>
            </a:p>
          </p:txBody>
        </p:sp>
        <p:sp>
          <p:nvSpPr>
            <p:cNvPr id="869437" name="Rectangle 61">
              <a:extLst>
                <a:ext uri="{FF2B5EF4-FFF2-40B4-BE49-F238E27FC236}">
                  <a16:creationId xmlns:a16="http://schemas.microsoft.com/office/drawing/2014/main" id="{D94558FC-D878-022F-B869-B961D593723A}"/>
                </a:ext>
              </a:extLst>
            </p:cNvPr>
            <p:cNvSpPr>
              <a:spLocks noChangeArrowheads="1"/>
            </p:cNvSpPr>
            <p:nvPr/>
          </p:nvSpPr>
          <p:spPr bwMode="auto">
            <a:xfrm>
              <a:off x="2316" y="1295"/>
              <a:ext cx="1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a:t>
              </a:r>
              <a:endParaRPr lang="en-US" altLang="es-ES" sz="4000" u="none"/>
            </a:p>
          </p:txBody>
        </p:sp>
        <p:sp>
          <p:nvSpPr>
            <p:cNvPr id="869438" name="Rectangle 62">
              <a:extLst>
                <a:ext uri="{FF2B5EF4-FFF2-40B4-BE49-F238E27FC236}">
                  <a16:creationId xmlns:a16="http://schemas.microsoft.com/office/drawing/2014/main" id="{73B2ED48-F4AC-8C89-3AD2-348B61B34438}"/>
                </a:ext>
              </a:extLst>
            </p:cNvPr>
            <p:cNvSpPr>
              <a:spLocks noChangeArrowheads="1"/>
            </p:cNvSpPr>
            <p:nvPr/>
          </p:nvSpPr>
          <p:spPr bwMode="auto">
            <a:xfrm>
              <a:off x="2281" y="1569"/>
              <a:ext cx="4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Constant</a:t>
              </a:r>
              <a:endParaRPr lang="en-US" altLang="es-ES" sz="4000" u="none"/>
            </a:p>
          </p:txBody>
        </p:sp>
        <p:sp>
          <p:nvSpPr>
            <p:cNvPr id="869439" name="Rectangle 63">
              <a:extLst>
                <a:ext uri="{FF2B5EF4-FFF2-40B4-BE49-F238E27FC236}">
                  <a16:creationId xmlns:a16="http://schemas.microsoft.com/office/drawing/2014/main" id="{2E7463DA-156C-C626-336B-C0B37810CE85}"/>
                </a:ext>
              </a:extLst>
            </p:cNvPr>
            <p:cNvSpPr>
              <a:spLocks noChangeArrowheads="1"/>
            </p:cNvSpPr>
            <p:nvPr/>
          </p:nvSpPr>
          <p:spPr bwMode="auto">
            <a:xfrm>
              <a:off x="2281" y="1677"/>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a:t>
              </a:r>
              <a:endParaRPr lang="en-US" altLang="es-ES" sz="4000" u="none"/>
            </a:p>
          </p:txBody>
        </p:sp>
        <p:sp>
          <p:nvSpPr>
            <p:cNvPr id="869440" name="Rectangle 64">
              <a:extLst>
                <a:ext uri="{FF2B5EF4-FFF2-40B4-BE49-F238E27FC236}">
                  <a16:creationId xmlns:a16="http://schemas.microsoft.com/office/drawing/2014/main" id="{B578C760-1F33-069C-5CA5-8AB997D7464C}"/>
                </a:ext>
              </a:extLst>
            </p:cNvPr>
            <p:cNvSpPr>
              <a:spLocks noChangeArrowheads="1"/>
            </p:cNvSpPr>
            <p:nvPr/>
          </p:nvSpPr>
          <p:spPr bwMode="auto">
            <a:xfrm>
              <a:off x="3297" y="1297"/>
              <a:ext cx="1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a:t>
              </a:r>
              <a:endParaRPr lang="en-US" altLang="es-ES" sz="4000" u="none"/>
            </a:p>
          </p:txBody>
        </p:sp>
        <p:sp>
          <p:nvSpPr>
            <p:cNvPr id="869441" name="Line 65">
              <a:extLst>
                <a:ext uri="{FF2B5EF4-FFF2-40B4-BE49-F238E27FC236}">
                  <a16:creationId xmlns:a16="http://schemas.microsoft.com/office/drawing/2014/main" id="{C3DB526F-1B90-17DE-01A0-D8BFEDD6FB7F}"/>
                </a:ext>
              </a:extLst>
            </p:cNvPr>
            <p:cNvSpPr>
              <a:spLocks noChangeShapeType="1"/>
            </p:cNvSpPr>
            <p:nvPr/>
          </p:nvSpPr>
          <p:spPr bwMode="auto">
            <a:xfrm flipH="1">
              <a:off x="3185" y="1357"/>
              <a:ext cx="8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42" name="Freeform 66">
              <a:extLst>
                <a:ext uri="{FF2B5EF4-FFF2-40B4-BE49-F238E27FC236}">
                  <a16:creationId xmlns:a16="http://schemas.microsoft.com/office/drawing/2014/main" id="{3361D07F-D484-3BDC-F8A5-446F657C56F5}"/>
                </a:ext>
              </a:extLst>
            </p:cNvPr>
            <p:cNvSpPr>
              <a:spLocks/>
            </p:cNvSpPr>
            <p:nvPr/>
          </p:nvSpPr>
          <p:spPr bwMode="auto">
            <a:xfrm>
              <a:off x="3139" y="1337"/>
              <a:ext cx="64" cy="40"/>
            </a:xfrm>
            <a:custGeom>
              <a:avLst/>
              <a:gdLst>
                <a:gd name="T0" fmla="*/ 26 w 32"/>
                <a:gd name="T1" fmla="*/ 10 h 20"/>
                <a:gd name="T2" fmla="*/ 32 w 32"/>
                <a:gd name="T3" fmla="*/ 20 h 20"/>
                <a:gd name="T4" fmla="*/ 32 w 32"/>
                <a:gd name="T5" fmla="*/ 20 h 20"/>
                <a:gd name="T6" fmla="*/ 16 w 32"/>
                <a:gd name="T7" fmla="*/ 14 h 20"/>
                <a:gd name="T8" fmla="*/ 0 w 32"/>
                <a:gd name="T9" fmla="*/ 10 h 20"/>
                <a:gd name="T10" fmla="*/ 16 w 32"/>
                <a:gd name="T11" fmla="*/ 7 h 20"/>
                <a:gd name="T12" fmla="*/ 32 w 32"/>
                <a:gd name="T13" fmla="*/ 0 h 20"/>
                <a:gd name="T14" fmla="*/ 32 w 32"/>
                <a:gd name="T15" fmla="*/ 1 h 20"/>
                <a:gd name="T16" fmla="*/ 26 w 32"/>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0">
                  <a:moveTo>
                    <a:pt x="26" y="10"/>
                  </a:moveTo>
                  <a:cubicBezTo>
                    <a:pt x="32" y="20"/>
                    <a:pt x="32" y="20"/>
                    <a:pt x="32" y="20"/>
                  </a:cubicBezTo>
                  <a:cubicBezTo>
                    <a:pt x="32" y="20"/>
                    <a:pt x="32" y="20"/>
                    <a:pt x="32" y="20"/>
                  </a:cubicBezTo>
                  <a:cubicBezTo>
                    <a:pt x="16" y="14"/>
                    <a:pt x="16" y="14"/>
                    <a:pt x="16" y="14"/>
                  </a:cubicBezTo>
                  <a:cubicBezTo>
                    <a:pt x="11" y="13"/>
                    <a:pt x="5" y="11"/>
                    <a:pt x="0" y="10"/>
                  </a:cubicBezTo>
                  <a:cubicBezTo>
                    <a:pt x="5" y="9"/>
                    <a:pt x="11" y="8"/>
                    <a:pt x="16" y="7"/>
                  </a:cubicBezTo>
                  <a:cubicBezTo>
                    <a:pt x="32" y="0"/>
                    <a:pt x="32" y="0"/>
                    <a:pt x="32" y="0"/>
                  </a:cubicBezTo>
                  <a:cubicBezTo>
                    <a:pt x="32" y="1"/>
                    <a:pt x="32" y="1"/>
                    <a:pt x="32" y="1"/>
                  </a:cubicBezTo>
                  <a:lnTo>
                    <a:pt x="2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43" name="Rectangle 67">
              <a:extLst>
                <a:ext uri="{FF2B5EF4-FFF2-40B4-BE49-F238E27FC236}">
                  <a16:creationId xmlns:a16="http://schemas.microsoft.com/office/drawing/2014/main" id="{F637BEE3-7208-7FCF-6B7C-A8435CB5EC8A}"/>
                </a:ext>
              </a:extLst>
            </p:cNvPr>
            <p:cNvSpPr>
              <a:spLocks noChangeArrowheads="1"/>
            </p:cNvSpPr>
            <p:nvPr/>
          </p:nvSpPr>
          <p:spPr bwMode="auto">
            <a:xfrm>
              <a:off x="3344" y="1872"/>
              <a:ext cx="1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MB</a:t>
              </a:r>
              <a:endParaRPr lang="en-US" altLang="es-ES" sz="4000" u="none"/>
            </a:p>
          </p:txBody>
        </p:sp>
        <p:sp>
          <p:nvSpPr>
            <p:cNvPr id="869444" name="Line 68">
              <a:extLst>
                <a:ext uri="{FF2B5EF4-FFF2-40B4-BE49-F238E27FC236}">
                  <a16:creationId xmlns:a16="http://schemas.microsoft.com/office/drawing/2014/main" id="{3438ECE9-9DCF-4BB5-B01B-4CC51FE152E2}"/>
                </a:ext>
              </a:extLst>
            </p:cNvPr>
            <p:cNvSpPr>
              <a:spLocks noChangeShapeType="1"/>
            </p:cNvSpPr>
            <p:nvPr/>
          </p:nvSpPr>
          <p:spPr bwMode="auto">
            <a:xfrm flipH="1">
              <a:off x="3247" y="1931"/>
              <a:ext cx="7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45" name="Freeform 69">
              <a:extLst>
                <a:ext uri="{FF2B5EF4-FFF2-40B4-BE49-F238E27FC236}">
                  <a16:creationId xmlns:a16="http://schemas.microsoft.com/office/drawing/2014/main" id="{CE13E93B-F100-3A0B-DF5A-9E36C36EF62E}"/>
                </a:ext>
              </a:extLst>
            </p:cNvPr>
            <p:cNvSpPr>
              <a:spLocks/>
            </p:cNvSpPr>
            <p:nvPr/>
          </p:nvSpPr>
          <p:spPr bwMode="auto">
            <a:xfrm>
              <a:off x="3201" y="1911"/>
              <a:ext cx="62" cy="40"/>
            </a:xfrm>
            <a:custGeom>
              <a:avLst/>
              <a:gdLst>
                <a:gd name="T0" fmla="*/ 26 w 31"/>
                <a:gd name="T1" fmla="*/ 10 h 20"/>
                <a:gd name="T2" fmla="*/ 31 w 31"/>
                <a:gd name="T3" fmla="*/ 19 h 20"/>
                <a:gd name="T4" fmla="*/ 31 w 31"/>
                <a:gd name="T5" fmla="*/ 20 h 20"/>
                <a:gd name="T6" fmla="*/ 16 w 31"/>
                <a:gd name="T7" fmla="*/ 13 h 20"/>
                <a:gd name="T8" fmla="*/ 0 w 31"/>
                <a:gd name="T9" fmla="*/ 10 h 20"/>
                <a:gd name="T10" fmla="*/ 16 w 31"/>
                <a:gd name="T11" fmla="*/ 6 h 20"/>
                <a:gd name="T12" fmla="*/ 31 w 31"/>
                <a:gd name="T13" fmla="*/ 0 h 20"/>
                <a:gd name="T14" fmla="*/ 31 w 31"/>
                <a:gd name="T15" fmla="*/ 0 h 20"/>
                <a:gd name="T16" fmla="*/ 26 w 31"/>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0">
                  <a:moveTo>
                    <a:pt x="26" y="10"/>
                  </a:moveTo>
                  <a:cubicBezTo>
                    <a:pt x="31" y="19"/>
                    <a:pt x="31" y="19"/>
                    <a:pt x="31" y="19"/>
                  </a:cubicBezTo>
                  <a:cubicBezTo>
                    <a:pt x="31" y="20"/>
                    <a:pt x="31" y="20"/>
                    <a:pt x="31" y="20"/>
                  </a:cubicBezTo>
                  <a:cubicBezTo>
                    <a:pt x="16" y="13"/>
                    <a:pt x="16" y="13"/>
                    <a:pt x="16" y="13"/>
                  </a:cubicBezTo>
                  <a:cubicBezTo>
                    <a:pt x="10" y="12"/>
                    <a:pt x="5" y="11"/>
                    <a:pt x="0" y="10"/>
                  </a:cubicBezTo>
                  <a:cubicBezTo>
                    <a:pt x="5" y="9"/>
                    <a:pt x="10" y="8"/>
                    <a:pt x="16" y="6"/>
                  </a:cubicBezTo>
                  <a:cubicBezTo>
                    <a:pt x="31" y="0"/>
                    <a:pt x="31" y="0"/>
                    <a:pt x="31" y="0"/>
                  </a:cubicBezTo>
                  <a:cubicBezTo>
                    <a:pt x="31" y="0"/>
                    <a:pt x="31" y="0"/>
                    <a:pt x="31" y="0"/>
                  </a:cubicBezTo>
                  <a:lnTo>
                    <a:pt x="2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46" name="Rectangle 70">
              <a:extLst>
                <a:ext uri="{FF2B5EF4-FFF2-40B4-BE49-F238E27FC236}">
                  <a16:creationId xmlns:a16="http://schemas.microsoft.com/office/drawing/2014/main" id="{8EB2D720-7E77-FE39-57D7-83C6AD19B63F}"/>
                </a:ext>
              </a:extLst>
            </p:cNvPr>
            <p:cNvSpPr>
              <a:spLocks noChangeArrowheads="1"/>
            </p:cNvSpPr>
            <p:nvPr/>
          </p:nvSpPr>
          <p:spPr bwMode="auto">
            <a:xfrm>
              <a:off x="2292" y="2643"/>
              <a:ext cx="1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FS</a:t>
              </a:r>
              <a:endParaRPr lang="en-US" altLang="es-ES" sz="4000" u="none"/>
            </a:p>
          </p:txBody>
        </p:sp>
        <p:sp>
          <p:nvSpPr>
            <p:cNvPr id="869447" name="Rectangle 71">
              <a:extLst>
                <a:ext uri="{FF2B5EF4-FFF2-40B4-BE49-F238E27FC236}">
                  <a16:creationId xmlns:a16="http://schemas.microsoft.com/office/drawing/2014/main" id="{A5FD34A4-8D99-1DD5-816F-63247412A25E}"/>
                </a:ext>
              </a:extLst>
            </p:cNvPr>
            <p:cNvSpPr>
              <a:spLocks noChangeArrowheads="1"/>
            </p:cNvSpPr>
            <p:nvPr/>
          </p:nvSpPr>
          <p:spPr bwMode="auto">
            <a:xfrm>
              <a:off x="2326" y="2776"/>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V</a:t>
              </a:r>
              <a:endParaRPr lang="en-US" altLang="es-ES" sz="4000" u="none"/>
            </a:p>
          </p:txBody>
        </p:sp>
        <p:sp>
          <p:nvSpPr>
            <p:cNvPr id="869448" name="Rectangle 72">
              <a:extLst>
                <a:ext uri="{FF2B5EF4-FFF2-40B4-BE49-F238E27FC236}">
                  <a16:creationId xmlns:a16="http://schemas.microsoft.com/office/drawing/2014/main" id="{51A8A86C-2A20-3E89-B501-F6FD591B66BF}"/>
                </a:ext>
              </a:extLst>
            </p:cNvPr>
            <p:cNvSpPr>
              <a:spLocks noChangeArrowheads="1"/>
            </p:cNvSpPr>
            <p:nvPr/>
          </p:nvSpPr>
          <p:spPr bwMode="auto">
            <a:xfrm>
              <a:off x="2331" y="2909"/>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a:t>
              </a:r>
              <a:endParaRPr lang="en-US" altLang="es-ES" sz="4000" u="none"/>
            </a:p>
          </p:txBody>
        </p:sp>
        <p:sp>
          <p:nvSpPr>
            <p:cNvPr id="869449" name="Rectangle 73">
              <a:extLst>
                <a:ext uri="{FF2B5EF4-FFF2-40B4-BE49-F238E27FC236}">
                  <a16:creationId xmlns:a16="http://schemas.microsoft.com/office/drawing/2014/main" id="{6EE140FC-104D-F90C-71C3-8CF978CA9EDC}"/>
                </a:ext>
              </a:extLst>
            </p:cNvPr>
            <p:cNvSpPr>
              <a:spLocks noChangeArrowheads="1"/>
            </p:cNvSpPr>
            <p:nvPr/>
          </p:nvSpPr>
          <p:spPr bwMode="auto">
            <a:xfrm>
              <a:off x="2327" y="304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N</a:t>
              </a:r>
              <a:endParaRPr lang="en-US" altLang="es-ES" sz="4000" u="none"/>
            </a:p>
          </p:txBody>
        </p:sp>
        <p:sp>
          <p:nvSpPr>
            <p:cNvPr id="869450" name="Rectangle 74">
              <a:extLst>
                <a:ext uri="{FF2B5EF4-FFF2-40B4-BE49-F238E27FC236}">
                  <a16:creationId xmlns:a16="http://schemas.microsoft.com/office/drawing/2014/main" id="{45ECD4BF-C8A9-4C1D-2CC4-05F52BBE6AA8}"/>
                </a:ext>
              </a:extLst>
            </p:cNvPr>
            <p:cNvSpPr>
              <a:spLocks noChangeArrowheads="1"/>
            </p:cNvSpPr>
            <p:nvPr/>
          </p:nvSpPr>
          <p:spPr bwMode="auto">
            <a:xfrm>
              <a:off x="2332" y="3176"/>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Z</a:t>
              </a:r>
              <a:endParaRPr lang="en-US" altLang="es-ES" sz="4000" u="none"/>
            </a:p>
          </p:txBody>
        </p:sp>
        <p:sp>
          <p:nvSpPr>
            <p:cNvPr id="869451" name="Freeform 75">
              <a:extLst>
                <a:ext uri="{FF2B5EF4-FFF2-40B4-BE49-F238E27FC236}">
                  <a16:creationId xmlns:a16="http://schemas.microsoft.com/office/drawing/2014/main" id="{A9C4AAAF-FADA-10DB-0623-C7BF1520F100}"/>
                </a:ext>
              </a:extLst>
            </p:cNvPr>
            <p:cNvSpPr>
              <a:spLocks/>
            </p:cNvSpPr>
            <p:nvPr/>
          </p:nvSpPr>
          <p:spPr bwMode="auto">
            <a:xfrm>
              <a:off x="2637" y="2591"/>
              <a:ext cx="776" cy="770"/>
            </a:xfrm>
            <a:custGeom>
              <a:avLst/>
              <a:gdLst>
                <a:gd name="T0" fmla="*/ 0 w 776"/>
                <a:gd name="T1" fmla="*/ 0 h 770"/>
                <a:gd name="T2" fmla="*/ 776 w 776"/>
                <a:gd name="T3" fmla="*/ 0 h 770"/>
                <a:gd name="T4" fmla="*/ 776 w 776"/>
                <a:gd name="T5" fmla="*/ 770 h 770"/>
                <a:gd name="T6" fmla="*/ 0 w 776"/>
                <a:gd name="T7" fmla="*/ 770 h 770"/>
                <a:gd name="T8" fmla="*/ 0 w 776"/>
                <a:gd name="T9" fmla="*/ 0 h 770"/>
                <a:gd name="T10" fmla="*/ 0 w 776"/>
                <a:gd name="T11" fmla="*/ 0 h 770"/>
              </a:gdLst>
              <a:ahLst/>
              <a:cxnLst>
                <a:cxn ang="0">
                  <a:pos x="T0" y="T1"/>
                </a:cxn>
                <a:cxn ang="0">
                  <a:pos x="T2" y="T3"/>
                </a:cxn>
                <a:cxn ang="0">
                  <a:pos x="T4" y="T5"/>
                </a:cxn>
                <a:cxn ang="0">
                  <a:pos x="T6" y="T7"/>
                </a:cxn>
                <a:cxn ang="0">
                  <a:pos x="T8" y="T9"/>
                </a:cxn>
                <a:cxn ang="0">
                  <a:pos x="T10" y="T11"/>
                </a:cxn>
              </a:cxnLst>
              <a:rect l="0" t="0" r="r" b="b"/>
              <a:pathLst>
                <a:path w="776" h="770">
                  <a:moveTo>
                    <a:pt x="0" y="0"/>
                  </a:moveTo>
                  <a:lnTo>
                    <a:pt x="776" y="0"/>
                  </a:lnTo>
                  <a:lnTo>
                    <a:pt x="776" y="770"/>
                  </a:lnTo>
                  <a:lnTo>
                    <a:pt x="0" y="770"/>
                  </a:lnTo>
                  <a:lnTo>
                    <a:pt x="0" y="0"/>
                  </a:lnTo>
                  <a:lnTo>
                    <a:pt x="0" y="0"/>
                  </a:lnTo>
                  <a:close/>
                </a:path>
              </a:pathLst>
            </a:custGeom>
            <a:solidFill>
              <a:srgbClr val="CCCCCC"/>
            </a:solidFill>
            <a:ln w="19050" cap="flat">
              <a:solidFill>
                <a:srgbClr val="000000"/>
              </a:solidFill>
              <a:prstDash val="solid"/>
              <a:miter lim="800000"/>
              <a:headEnd/>
              <a:tailEnd/>
            </a:ln>
          </p:spPr>
          <p:txBody>
            <a:bodyPr/>
            <a:lstStyle/>
            <a:p>
              <a:endParaRPr lang="es-ES"/>
            </a:p>
          </p:txBody>
        </p:sp>
        <p:sp>
          <p:nvSpPr>
            <p:cNvPr id="869452" name="Rectangle 76">
              <a:extLst>
                <a:ext uri="{FF2B5EF4-FFF2-40B4-BE49-F238E27FC236}">
                  <a16:creationId xmlns:a16="http://schemas.microsoft.com/office/drawing/2014/main" id="{241179EA-7836-9BF4-847A-3163AA25E847}"/>
                </a:ext>
              </a:extLst>
            </p:cNvPr>
            <p:cNvSpPr>
              <a:spLocks noChangeArrowheads="1"/>
            </p:cNvSpPr>
            <p:nvPr/>
          </p:nvSpPr>
          <p:spPr bwMode="auto">
            <a:xfrm>
              <a:off x="2838" y="2870"/>
              <a:ext cx="4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Function</a:t>
              </a:r>
              <a:endParaRPr lang="en-US" altLang="es-ES" sz="4000" u="none"/>
            </a:p>
          </p:txBody>
        </p:sp>
        <p:sp>
          <p:nvSpPr>
            <p:cNvPr id="869453" name="Rectangle 77">
              <a:extLst>
                <a:ext uri="{FF2B5EF4-FFF2-40B4-BE49-F238E27FC236}">
                  <a16:creationId xmlns:a16="http://schemas.microsoft.com/office/drawing/2014/main" id="{CE56AA59-3134-37FF-B4B7-F4E823FED1CD}"/>
                </a:ext>
              </a:extLst>
            </p:cNvPr>
            <p:cNvSpPr>
              <a:spLocks noChangeArrowheads="1"/>
            </p:cNvSpPr>
            <p:nvPr/>
          </p:nvSpPr>
          <p:spPr bwMode="auto">
            <a:xfrm>
              <a:off x="2942" y="2978"/>
              <a:ext cx="19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unit</a:t>
              </a:r>
              <a:endParaRPr lang="en-US" altLang="es-ES" sz="4000" u="none"/>
            </a:p>
          </p:txBody>
        </p:sp>
        <p:sp>
          <p:nvSpPr>
            <p:cNvPr id="869454" name="Rectangle 78">
              <a:extLst>
                <a:ext uri="{FF2B5EF4-FFF2-40B4-BE49-F238E27FC236}">
                  <a16:creationId xmlns:a16="http://schemas.microsoft.com/office/drawing/2014/main" id="{26AB54CB-03F2-4F87-461C-AB81E21899B8}"/>
                </a:ext>
              </a:extLst>
            </p:cNvPr>
            <p:cNvSpPr>
              <a:spLocks noChangeArrowheads="1"/>
            </p:cNvSpPr>
            <p:nvPr/>
          </p:nvSpPr>
          <p:spPr bwMode="auto">
            <a:xfrm>
              <a:off x="2714" y="2596"/>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u="none"/>
            </a:p>
          </p:txBody>
        </p:sp>
        <p:sp>
          <p:nvSpPr>
            <p:cNvPr id="869455" name="Rectangle 79">
              <a:extLst>
                <a:ext uri="{FF2B5EF4-FFF2-40B4-BE49-F238E27FC236}">
                  <a16:creationId xmlns:a16="http://schemas.microsoft.com/office/drawing/2014/main" id="{C0BB374E-91C5-B899-DF4C-4B8DF9DF1FF3}"/>
                </a:ext>
              </a:extLst>
            </p:cNvPr>
            <p:cNvSpPr>
              <a:spLocks noChangeArrowheads="1"/>
            </p:cNvSpPr>
            <p:nvPr/>
          </p:nvSpPr>
          <p:spPr bwMode="auto">
            <a:xfrm>
              <a:off x="3243" y="2596"/>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u="none"/>
            </a:p>
          </p:txBody>
        </p:sp>
        <p:sp>
          <p:nvSpPr>
            <p:cNvPr id="869456" name="Rectangle 80">
              <a:extLst>
                <a:ext uri="{FF2B5EF4-FFF2-40B4-BE49-F238E27FC236}">
                  <a16:creationId xmlns:a16="http://schemas.microsoft.com/office/drawing/2014/main" id="{D4509A1A-89E5-E710-8A87-4D1DF71D4F44}"/>
                </a:ext>
              </a:extLst>
            </p:cNvPr>
            <p:cNvSpPr>
              <a:spLocks noChangeArrowheads="1"/>
            </p:cNvSpPr>
            <p:nvPr/>
          </p:nvSpPr>
          <p:spPr bwMode="auto">
            <a:xfrm>
              <a:off x="2988" y="3248"/>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a:t>
              </a:r>
              <a:endParaRPr lang="en-US" altLang="es-ES" sz="4000" u="none"/>
            </a:p>
          </p:txBody>
        </p:sp>
        <p:sp>
          <p:nvSpPr>
            <p:cNvPr id="869457" name="Rectangle 81">
              <a:extLst>
                <a:ext uri="{FF2B5EF4-FFF2-40B4-BE49-F238E27FC236}">
                  <a16:creationId xmlns:a16="http://schemas.microsoft.com/office/drawing/2014/main" id="{1A0B9AE7-F09D-1444-FEFA-A107C035E771}"/>
                </a:ext>
              </a:extLst>
            </p:cNvPr>
            <p:cNvSpPr>
              <a:spLocks noChangeArrowheads="1"/>
            </p:cNvSpPr>
            <p:nvPr/>
          </p:nvSpPr>
          <p:spPr bwMode="auto">
            <a:xfrm>
              <a:off x="2580" y="3912"/>
              <a:ext cx="1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MD</a:t>
              </a:r>
              <a:endParaRPr lang="en-US" altLang="es-ES" sz="4000" u="none"/>
            </a:p>
          </p:txBody>
        </p:sp>
        <p:sp>
          <p:nvSpPr>
            <p:cNvPr id="869458" name="Rectangle 82">
              <a:extLst>
                <a:ext uri="{FF2B5EF4-FFF2-40B4-BE49-F238E27FC236}">
                  <a16:creationId xmlns:a16="http://schemas.microsoft.com/office/drawing/2014/main" id="{DC2F32D2-4506-5EE3-4782-E47DA9603F3C}"/>
                </a:ext>
              </a:extLst>
            </p:cNvPr>
            <p:cNvSpPr>
              <a:spLocks noChangeArrowheads="1"/>
            </p:cNvSpPr>
            <p:nvPr/>
          </p:nvSpPr>
          <p:spPr bwMode="auto">
            <a:xfrm>
              <a:off x="2281" y="4002"/>
              <a:ext cx="29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Bus D</a:t>
              </a:r>
              <a:endParaRPr lang="en-US" altLang="es-ES" sz="4000" u="none"/>
            </a:p>
          </p:txBody>
        </p:sp>
        <p:sp>
          <p:nvSpPr>
            <p:cNvPr id="869459" name="Rectangle 83">
              <a:extLst>
                <a:ext uri="{FF2B5EF4-FFF2-40B4-BE49-F238E27FC236}">
                  <a16:creationId xmlns:a16="http://schemas.microsoft.com/office/drawing/2014/main" id="{5673B686-B105-0638-BE11-A50C6CBCA5CB}"/>
                </a:ext>
              </a:extLst>
            </p:cNvPr>
            <p:cNvSpPr>
              <a:spLocks noChangeArrowheads="1"/>
            </p:cNvSpPr>
            <p:nvPr/>
          </p:nvSpPr>
          <p:spPr bwMode="auto">
            <a:xfrm>
              <a:off x="1375" y="1562"/>
              <a:ext cx="3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IR(2:0)</a:t>
              </a:r>
              <a:endParaRPr lang="en-US" altLang="es-ES" sz="4000" u="none"/>
            </a:p>
          </p:txBody>
        </p:sp>
        <p:sp>
          <p:nvSpPr>
            <p:cNvPr id="869460" name="Freeform 84">
              <a:extLst>
                <a:ext uri="{FF2B5EF4-FFF2-40B4-BE49-F238E27FC236}">
                  <a16:creationId xmlns:a16="http://schemas.microsoft.com/office/drawing/2014/main" id="{5F089C6E-9A24-48FA-ED3F-1E1511491F22}"/>
                </a:ext>
              </a:extLst>
            </p:cNvPr>
            <p:cNvSpPr>
              <a:spLocks/>
            </p:cNvSpPr>
            <p:nvPr/>
          </p:nvSpPr>
          <p:spPr bwMode="auto">
            <a:xfrm>
              <a:off x="2651" y="1043"/>
              <a:ext cx="486" cy="390"/>
            </a:xfrm>
            <a:custGeom>
              <a:avLst/>
              <a:gdLst>
                <a:gd name="T0" fmla="*/ 0 w 486"/>
                <a:gd name="T1" fmla="*/ 0 h 390"/>
                <a:gd name="T2" fmla="*/ 486 w 486"/>
                <a:gd name="T3" fmla="*/ 0 h 390"/>
                <a:gd name="T4" fmla="*/ 486 w 486"/>
                <a:gd name="T5" fmla="*/ 390 h 390"/>
                <a:gd name="T6" fmla="*/ 0 w 486"/>
                <a:gd name="T7" fmla="*/ 390 h 390"/>
                <a:gd name="T8" fmla="*/ 0 w 486"/>
                <a:gd name="T9" fmla="*/ 0 h 390"/>
                <a:gd name="T10" fmla="*/ 0 w 486"/>
                <a:gd name="T11" fmla="*/ 0 h 390"/>
              </a:gdLst>
              <a:ahLst/>
              <a:cxnLst>
                <a:cxn ang="0">
                  <a:pos x="T0" y="T1"/>
                </a:cxn>
                <a:cxn ang="0">
                  <a:pos x="T2" y="T3"/>
                </a:cxn>
                <a:cxn ang="0">
                  <a:pos x="T4" y="T5"/>
                </a:cxn>
                <a:cxn ang="0">
                  <a:pos x="T6" y="T7"/>
                </a:cxn>
                <a:cxn ang="0">
                  <a:pos x="T8" y="T9"/>
                </a:cxn>
                <a:cxn ang="0">
                  <a:pos x="T10" y="T11"/>
                </a:cxn>
              </a:cxnLst>
              <a:rect l="0" t="0" r="r" b="b"/>
              <a:pathLst>
                <a:path w="486" h="390">
                  <a:moveTo>
                    <a:pt x="0" y="0"/>
                  </a:moveTo>
                  <a:lnTo>
                    <a:pt x="486" y="0"/>
                  </a:lnTo>
                  <a:lnTo>
                    <a:pt x="486" y="390"/>
                  </a:lnTo>
                  <a:lnTo>
                    <a:pt x="0" y="390"/>
                  </a:lnTo>
                  <a:lnTo>
                    <a:pt x="0" y="0"/>
                  </a:lnTo>
                  <a:lnTo>
                    <a:pt x="0" y="0"/>
                  </a:lnTo>
                  <a:close/>
                </a:path>
              </a:pathLst>
            </a:custGeom>
            <a:solidFill>
              <a:srgbClr val="CCECF4"/>
            </a:solidFill>
            <a:ln w="19050" cap="flat">
              <a:solidFill>
                <a:srgbClr val="00A0C6"/>
              </a:solidFill>
              <a:prstDash val="solid"/>
              <a:miter lim="800000"/>
              <a:headEnd/>
              <a:tailEnd/>
            </a:ln>
          </p:spPr>
          <p:txBody>
            <a:bodyPr/>
            <a:lstStyle/>
            <a:p>
              <a:endParaRPr lang="es-ES"/>
            </a:p>
          </p:txBody>
        </p:sp>
        <p:sp>
          <p:nvSpPr>
            <p:cNvPr id="869461" name="Freeform 85">
              <a:extLst>
                <a:ext uri="{FF2B5EF4-FFF2-40B4-BE49-F238E27FC236}">
                  <a16:creationId xmlns:a16="http://schemas.microsoft.com/office/drawing/2014/main" id="{4C19667A-0B51-5EB7-AE67-3088491A6C9F}"/>
                </a:ext>
              </a:extLst>
            </p:cNvPr>
            <p:cNvSpPr>
              <a:spLocks/>
            </p:cNvSpPr>
            <p:nvPr/>
          </p:nvSpPr>
          <p:spPr bwMode="auto">
            <a:xfrm>
              <a:off x="3659" y="2591"/>
              <a:ext cx="768" cy="640"/>
            </a:xfrm>
            <a:custGeom>
              <a:avLst/>
              <a:gdLst>
                <a:gd name="T0" fmla="*/ 0 w 768"/>
                <a:gd name="T1" fmla="*/ 0 h 640"/>
                <a:gd name="T2" fmla="*/ 768 w 768"/>
                <a:gd name="T3" fmla="*/ 0 h 640"/>
                <a:gd name="T4" fmla="*/ 768 w 768"/>
                <a:gd name="T5" fmla="*/ 640 h 640"/>
                <a:gd name="T6" fmla="*/ 0 w 768"/>
                <a:gd name="T7" fmla="*/ 640 h 640"/>
                <a:gd name="T8" fmla="*/ 0 w 768"/>
                <a:gd name="T9" fmla="*/ 0 h 640"/>
                <a:gd name="T10" fmla="*/ 0 w 768"/>
                <a:gd name="T11" fmla="*/ 0 h 640"/>
              </a:gdLst>
              <a:ahLst/>
              <a:cxnLst>
                <a:cxn ang="0">
                  <a:pos x="T0" y="T1"/>
                </a:cxn>
                <a:cxn ang="0">
                  <a:pos x="T2" y="T3"/>
                </a:cxn>
                <a:cxn ang="0">
                  <a:pos x="T4" y="T5"/>
                </a:cxn>
                <a:cxn ang="0">
                  <a:pos x="T6" y="T7"/>
                </a:cxn>
                <a:cxn ang="0">
                  <a:pos x="T8" y="T9"/>
                </a:cxn>
                <a:cxn ang="0">
                  <a:pos x="T10" y="T11"/>
                </a:cxn>
              </a:cxnLst>
              <a:rect l="0" t="0" r="r" b="b"/>
              <a:pathLst>
                <a:path w="768" h="640">
                  <a:moveTo>
                    <a:pt x="0" y="0"/>
                  </a:moveTo>
                  <a:lnTo>
                    <a:pt x="768" y="0"/>
                  </a:lnTo>
                  <a:lnTo>
                    <a:pt x="768" y="640"/>
                  </a:lnTo>
                  <a:lnTo>
                    <a:pt x="0" y="640"/>
                  </a:lnTo>
                  <a:lnTo>
                    <a:pt x="0" y="0"/>
                  </a:lnTo>
                  <a:lnTo>
                    <a:pt x="0" y="0"/>
                  </a:lnTo>
                  <a:close/>
                </a:path>
              </a:pathLst>
            </a:custGeom>
            <a:solidFill>
              <a:srgbClr val="CCECF4"/>
            </a:solidFill>
            <a:ln w="19050" cap="flat">
              <a:solidFill>
                <a:srgbClr val="00A0C6"/>
              </a:solidFill>
              <a:prstDash val="solid"/>
              <a:miter lim="800000"/>
              <a:headEnd/>
              <a:tailEnd/>
            </a:ln>
          </p:spPr>
          <p:txBody>
            <a:bodyPr/>
            <a:lstStyle/>
            <a:p>
              <a:endParaRPr lang="es-ES"/>
            </a:p>
          </p:txBody>
        </p:sp>
        <p:sp>
          <p:nvSpPr>
            <p:cNvPr id="869462" name="Rectangle 86">
              <a:extLst>
                <a:ext uri="{FF2B5EF4-FFF2-40B4-BE49-F238E27FC236}">
                  <a16:creationId xmlns:a16="http://schemas.microsoft.com/office/drawing/2014/main" id="{FB9B67B1-74D9-F262-1F84-C12DEE4FB3D6}"/>
                </a:ext>
              </a:extLst>
            </p:cNvPr>
            <p:cNvSpPr>
              <a:spLocks noChangeArrowheads="1"/>
            </p:cNvSpPr>
            <p:nvPr/>
          </p:nvSpPr>
          <p:spPr bwMode="auto">
            <a:xfrm>
              <a:off x="3692" y="2596"/>
              <a:ext cx="35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 in</a:t>
              </a:r>
              <a:endParaRPr lang="en-US" altLang="es-ES" sz="4000" u="none"/>
            </a:p>
          </p:txBody>
        </p:sp>
        <p:sp>
          <p:nvSpPr>
            <p:cNvPr id="869463" name="Rectangle 87">
              <a:extLst>
                <a:ext uri="{FF2B5EF4-FFF2-40B4-BE49-F238E27FC236}">
                  <a16:creationId xmlns:a16="http://schemas.microsoft.com/office/drawing/2014/main" id="{B6D95664-61E6-896B-2710-2AEA6519B895}"/>
                </a:ext>
              </a:extLst>
            </p:cNvPr>
            <p:cNvSpPr>
              <a:spLocks noChangeArrowheads="1"/>
            </p:cNvSpPr>
            <p:nvPr/>
          </p:nvSpPr>
          <p:spPr bwMode="auto">
            <a:xfrm>
              <a:off x="4073" y="2596"/>
              <a:ext cx="3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Address</a:t>
              </a:r>
              <a:endParaRPr lang="en-US" altLang="es-ES" sz="4000" u="none"/>
            </a:p>
          </p:txBody>
        </p:sp>
        <p:sp>
          <p:nvSpPr>
            <p:cNvPr id="869464" name="Rectangle 88">
              <a:extLst>
                <a:ext uri="{FF2B5EF4-FFF2-40B4-BE49-F238E27FC236}">
                  <a16:creationId xmlns:a16="http://schemas.microsoft.com/office/drawing/2014/main" id="{B3A55DCE-B852-8065-1A33-707BDCAA7BB9}"/>
                </a:ext>
              </a:extLst>
            </p:cNvPr>
            <p:cNvSpPr>
              <a:spLocks noChangeArrowheads="1"/>
            </p:cNvSpPr>
            <p:nvPr/>
          </p:nvSpPr>
          <p:spPr bwMode="auto">
            <a:xfrm>
              <a:off x="3939" y="2804"/>
              <a:ext cx="2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a:t>
              </a:r>
              <a:endParaRPr lang="en-US" altLang="es-ES" sz="4000" u="none"/>
            </a:p>
          </p:txBody>
        </p:sp>
        <p:sp>
          <p:nvSpPr>
            <p:cNvPr id="869465" name="Rectangle 89">
              <a:extLst>
                <a:ext uri="{FF2B5EF4-FFF2-40B4-BE49-F238E27FC236}">
                  <a16:creationId xmlns:a16="http://schemas.microsoft.com/office/drawing/2014/main" id="{8FA4CEAE-6C16-C7BC-FC62-E29FF67F4034}"/>
                </a:ext>
              </a:extLst>
            </p:cNvPr>
            <p:cNvSpPr>
              <a:spLocks noChangeArrowheads="1"/>
            </p:cNvSpPr>
            <p:nvPr/>
          </p:nvSpPr>
          <p:spPr bwMode="auto">
            <a:xfrm>
              <a:off x="3869" y="2912"/>
              <a:ext cx="39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memory</a:t>
              </a:r>
              <a:endParaRPr lang="en-US" altLang="es-ES" sz="4000" u="none"/>
            </a:p>
          </p:txBody>
        </p:sp>
        <p:sp>
          <p:nvSpPr>
            <p:cNvPr id="869466" name="Rectangle 90">
              <a:extLst>
                <a:ext uri="{FF2B5EF4-FFF2-40B4-BE49-F238E27FC236}">
                  <a16:creationId xmlns:a16="http://schemas.microsoft.com/office/drawing/2014/main" id="{72ED8CA9-0470-4BFF-A5C7-DCFFA79AC2DA}"/>
                </a:ext>
              </a:extLst>
            </p:cNvPr>
            <p:cNvSpPr>
              <a:spLocks noChangeArrowheads="1"/>
            </p:cNvSpPr>
            <p:nvPr/>
          </p:nvSpPr>
          <p:spPr bwMode="auto">
            <a:xfrm>
              <a:off x="3893" y="3114"/>
              <a:ext cx="41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Data out</a:t>
              </a:r>
              <a:endParaRPr lang="en-US" altLang="es-ES" sz="4000" u="none"/>
            </a:p>
          </p:txBody>
        </p:sp>
        <p:sp>
          <p:nvSpPr>
            <p:cNvPr id="869467" name="Rectangle 91">
              <a:extLst>
                <a:ext uri="{FF2B5EF4-FFF2-40B4-BE49-F238E27FC236}">
                  <a16:creationId xmlns:a16="http://schemas.microsoft.com/office/drawing/2014/main" id="{48DDE341-BBAD-E61F-A4EF-ADBF489C4DB9}"/>
                </a:ext>
              </a:extLst>
            </p:cNvPr>
            <p:cNvSpPr>
              <a:spLocks noChangeArrowheads="1"/>
            </p:cNvSpPr>
            <p:nvPr/>
          </p:nvSpPr>
          <p:spPr bwMode="auto">
            <a:xfrm>
              <a:off x="2719" y="1132"/>
              <a:ext cx="39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Register</a:t>
              </a:r>
              <a:endParaRPr lang="en-US" altLang="es-ES" sz="4000" u="none"/>
            </a:p>
          </p:txBody>
        </p:sp>
        <p:sp>
          <p:nvSpPr>
            <p:cNvPr id="869468" name="Rectangle 92">
              <a:extLst>
                <a:ext uri="{FF2B5EF4-FFF2-40B4-BE49-F238E27FC236}">
                  <a16:creationId xmlns:a16="http://schemas.microsoft.com/office/drawing/2014/main" id="{C3FD9E91-F389-A10B-75C2-8FEE8AF180D1}"/>
                </a:ext>
              </a:extLst>
            </p:cNvPr>
            <p:cNvSpPr>
              <a:spLocks noChangeArrowheads="1"/>
            </p:cNvSpPr>
            <p:nvPr/>
          </p:nvSpPr>
          <p:spPr bwMode="auto">
            <a:xfrm>
              <a:off x="2829" y="1240"/>
              <a:ext cx="14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file</a:t>
              </a:r>
              <a:endParaRPr lang="en-US" altLang="es-ES" sz="4000" u="none"/>
            </a:p>
          </p:txBody>
        </p:sp>
        <p:sp>
          <p:nvSpPr>
            <p:cNvPr id="869469" name="Rectangle 93">
              <a:extLst>
                <a:ext uri="{FF2B5EF4-FFF2-40B4-BE49-F238E27FC236}">
                  <a16:creationId xmlns:a16="http://schemas.microsoft.com/office/drawing/2014/main" id="{ADC39634-130E-C5BF-B5CC-C05E4B3C1319}"/>
                </a:ext>
              </a:extLst>
            </p:cNvPr>
            <p:cNvSpPr>
              <a:spLocks noChangeArrowheads="1"/>
            </p:cNvSpPr>
            <p:nvPr/>
          </p:nvSpPr>
          <p:spPr bwMode="auto">
            <a:xfrm>
              <a:off x="2858" y="1052"/>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
              </a:r>
              <a:endParaRPr lang="en-US" altLang="es-ES" sz="4000" u="none"/>
            </a:p>
          </p:txBody>
        </p:sp>
        <p:sp>
          <p:nvSpPr>
            <p:cNvPr id="869470" name="Rectangle 94">
              <a:extLst>
                <a:ext uri="{FF2B5EF4-FFF2-40B4-BE49-F238E27FC236}">
                  <a16:creationId xmlns:a16="http://schemas.microsoft.com/office/drawing/2014/main" id="{FF6F0ADB-8300-FDFD-E021-ACB572E86592}"/>
                </a:ext>
              </a:extLst>
            </p:cNvPr>
            <p:cNvSpPr>
              <a:spLocks noChangeArrowheads="1"/>
            </p:cNvSpPr>
            <p:nvPr/>
          </p:nvSpPr>
          <p:spPr bwMode="auto">
            <a:xfrm>
              <a:off x="2723" y="131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u="none"/>
            </a:p>
          </p:txBody>
        </p:sp>
        <p:sp>
          <p:nvSpPr>
            <p:cNvPr id="869471" name="Rectangle 95">
              <a:extLst>
                <a:ext uri="{FF2B5EF4-FFF2-40B4-BE49-F238E27FC236}">
                  <a16:creationId xmlns:a16="http://schemas.microsoft.com/office/drawing/2014/main" id="{BB40BC79-48B2-AAB4-9468-379489EDD243}"/>
                </a:ext>
              </a:extLst>
            </p:cNvPr>
            <p:cNvSpPr>
              <a:spLocks noChangeArrowheads="1"/>
            </p:cNvSpPr>
            <p:nvPr/>
          </p:nvSpPr>
          <p:spPr bwMode="auto">
            <a:xfrm>
              <a:off x="2982" y="1313"/>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u="none"/>
            </a:p>
          </p:txBody>
        </p:sp>
        <p:sp>
          <p:nvSpPr>
            <p:cNvPr id="869472" name="Line 96">
              <a:extLst>
                <a:ext uri="{FF2B5EF4-FFF2-40B4-BE49-F238E27FC236}">
                  <a16:creationId xmlns:a16="http://schemas.microsoft.com/office/drawing/2014/main" id="{F3E53BC1-0F56-F085-43D7-A4C8CA93BC05}"/>
                </a:ext>
              </a:extLst>
            </p:cNvPr>
            <p:cNvSpPr>
              <a:spLocks noChangeShapeType="1"/>
            </p:cNvSpPr>
            <p:nvPr/>
          </p:nvSpPr>
          <p:spPr bwMode="auto">
            <a:xfrm>
              <a:off x="1075" y="531"/>
              <a:ext cx="1" cy="204"/>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73" name="Freeform 97">
              <a:extLst>
                <a:ext uri="{FF2B5EF4-FFF2-40B4-BE49-F238E27FC236}">
                  <a16:creationId xmlns:a16="http://schemas.microsoft.com/office/drawing/2014/main" id="{25CEC78F-82B6-47D7-6387-01C137A92F22}"/>
                </a:ext>
              </a:extLst>
            </p:cNvPr>
            <p:cNvSpPr>
              <a:spLocks/>
            </p:cNvSpPr>
            <p:nvPr/>
          </p:nvSpPr>
          <p:spPr bwMode="auto">
            <a:xfrm>
              <a:off x="1055" y="717"/>
              <a:ext cx="40" cy="64"/>
            </a:xfrm>
            <a:custGeom>
              <a:avLst/>
              <a:gdLst>
                <a:gd name="T0" fmla="*/ 10 w 20"/>
                <a:gd name="T1" fmla="*/ 6 h 32"/>
                <a:gd name="T2" fmla="*/ 20 w 20"/>
                <a:gd name="T3" fmla="*/ 0 h 32"/>
                <a:gd name="T4" fmla="*/ 20 w 20"/>
                <a:gd name="T5" fmla="*/ 0 h 32"/>
                <a:gd name="T6" fmla="*/ 14 w 20"/>
                <a:gd name="T7" fmla="*/ 16 h 32"/>
                <a:gd name="T8" fmla="*/ 10 w 20"/>
                <a:gd name="T9" fmla="*/ 32 h 32"/>
                <a:gd name="T10" fmla="*/ 7 w 20"/>
                <a:gd name="T11" fmla="*/ 16 h 32"/>
                <a:gd name="T12" fmla="*/ 0 w 20"/>
                <a:gd name="T13" fmla="*/ 0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20" y="0"/>
                    <a:pt x="20" y="0"/>
                    <a:pt x="20" y="0"/>
                  </a:cubicBezTo>
                  <a:cubicBezTo>
                    <a:pt x="20" y="0"/>
                    <a:pt x="20" y="0"/>
                    <a:pt x="20" y="0"/>
                  </a:cubicBezTo>
                  <a:cubicBezTo>
                    <a:pt x="14" y="16"/>
                    <a:pt x="14" y="16"/>
                    <a:pt x="14" y="16"/>
                  </a:cubicBezTo>
                  <a:cubicBezTo>
                    <a:pt x="13" y="21"/>
                    <a:pt x="11" y="27"/>
                    <a:pt x="10" y="32"/>
                  </a:cubicBezTo>
                  <a:cubicBezTo>
                    <a:pt x="9" y="27"/>
                    <a:pt x="8" y="21"/>
                    <a:pt x="7" y="16"/>
                  </a:cubicBezTo>
                  <a:cubicBezTo>
                    <a:pt x="0" y="0"/>
                    <a:pt x="0" y="0"/>
                    <a:pt x="0" y="0"/>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74" name="Line 98">
              <a:extLst>
                <a:ext uri="{FF2B5EF4-FFF2-40B4-BE49-F238E27FC236}">
                  <a16:creationId xmlns:a16="http://schemas.microsoft.com/office/drawing/2014/main" id="{65BF886B-E3C8-60F1-239E-C726417D29B0}"/>
                </a:ext>
              </a:extLst>
            </p:cNvPr>
            <p:cNvSpPr>
              <a:spLocks noChangeShapeType="1"/>
            </p:cNvSpPr>
            <p:nvPr/>
          </p:nvSpPr>
          <p:spPr bwMode="auto">
            <a:xfrm>
              <a:off x="1075" y="1293"/>
              <a:ext cx="1" cy="35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75" name="Freeform 99">
              <a:extLst>
                <a:ext uri="{FF2B5EF4-FFF2-40B4-BE49-F238E27FC236}">
                  <a16:creationId xmlns:a16="http://schemas.microsoft.com/office/drawing/2014/main" id="{21BFB6B0-518F-1023-1784-FE83B054CAE6}"/>
                </a:ext>
              </a:extLst>
            </p:cNvPr>
            <p:cNvSpPr>
              <a:spLocks/>
            </p:cNvSpPr>
            <p:nvPr/>
          </p:nvSpPr>
          <p:spPr bwMode="auto">
            <a:xfrm>
              <a:off x="1055" y="1625"/>
              <a:ext cx="38" cy="64"/>
            </a:xfrm>
            <a:custGeom>
              <a:avLst/>
              <a:gdLst>
                <a:gd name="T0" fmla="*/ 10 w 19"/>
                <a:gd name="T1" fmla="*/ 6 h 32"/>
                <a:gd name="T2" fmla="*/ 19 w 19"/>
                <a:gd name="T3" fmla="*/ 0 h 32"/>
                <a:gd name="T4" fmla="*/ 19 w 19"/>
                <a:gd name="T5" fmla="*/ 1 h 32"/>
                <a:gd name="T6" fmla="*/ 13 w 19"/>
                <a:gd name="T7" fmla="*/ 16 h 32"/>
                <a:gd name="T8" fmla="*/ 10 w 19"/>
                <a:gd name="T9" fmla="*/ 32 h 32"/>
                <a:gd name="T10" fmla="*/ 6 w 19"/>
                <a:gd name="T11" fmla="*/ 16 h 32"/>
                <a:gd name="T12" fmla="*/ 0 w 19"/>
                <a:gd name="T13" fmla="*/ 1 h 32"/>
                <a:gd name="T14" fmla="*/ 0 w 19"/>
                <a:gd name="T15" fmla="*/ 0 h 32"/>
                <a:gd name="T16" fmla="*/ 10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0" y="6"/>
                  </a:moveTo>
                  <a:cubicBezTo>
                    <a:pt x="19" y="0"/>
                    <a:pt x="19" y="0"/>
                    <a:pt x="19" y="0"/>
                  </a:cubicBezTo>
                  <a:cubicBezTo>
                    <a:pt x="19" y="1"/>
                    <a:pt x="19" y="1"/>
                    <a:pt x="19" y="1"/>
                  </a:cubicBezTo>
                  <a:cubicBezTo>
                    <a:pt x="13" y="16"/>
                    <a:pt x="13" y="16"/>
                    <a:pt x="13" y="16"/>
                  </a:cubicBezTo>
                  <a:cubicBezTo>
                    <a:pt x="12" y="22"/>
                    <a:pt x="11" y="27"/>
                    <a:pt x="10" y="32"/>
                  </a:cubicBezTo>
                  <a:cubicBezTo>
                    <a:pt x="9" y="27"/>
                    <a:pt x="7" y="22"/>
                    <a:pt x="6" y="16"/>
                  </a:cubicBezTo>
                  <a:cubicBezTo>
                    <a:pt x="0" y="1"/>
                    <a:pt x="0" y="1"/>
                    <a:pt x="0" y="1"/>
                  </a:cubicBezTo>
                  <a:cubicBezTo>
                    <a:pt x="0" y="0"/>
                    <a:pt x="0" y="0"/>
                    <a:pt x="0"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76" name="Line 100">
              <a:extLst>
                <a:ext uri="{FF2B5EF4-FFF2-40B4-BE49-F238E27FC236}">
                  <a16:creationId xmlns:a16="http://schemas.microsoft.com/office/drawing/2014/main" id="{FE09AB80-082E-282D-0D33-881A29A408AC}"/>
                </a:ext>
              </a:extLst>
            </p:cNvPr>
            <p:cNvSpPr>
              <a:spLocks noChangeShapeType="1"/>
            </p:cNvSpPr>
            <p:nvPr/>
          </p:nvSpPr>
          <p:spPr bwMode="auto">
            <a:xfrm>
              <a:off x="1075" y="1561"/>
              <a:ext cx="620"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77" name="Freeform 101">
              <a:extLst>
                <a:ext uri="{FF2B5EF4-FFF2-40B4-BE49-F238E27FC236}">
                  <a16:creationId xmlns:a16="http://schemas.microsoft.com/office/drawing/2014/main" id="{F58B2E0A-4488-FB9B-618B-FB39D709025E}"/>
                </a:ext>
              </a:extLst>
            </p:cNvPr>
            <p:cNvSpPr>
              <a:spLocks/>
            </p:cNvSpPr>
            <p:nvPr/>
          </p:nvSpPr>
          <p:spPr bwMode="auto">
            <a:xfrm>
              <a:off x="1677" y="1541"/>
              <a:ext cx="64" cy="38"/>
            </a:xfrm>
            <a:custGeom>
              <a:avLst/>
              <a:gdLst>
                <a:gd name="T0" fmla="*/ 6 w 32"/>
                <a:gd name="T1" fmla="*/ 10 h 19"/>
                <a:gd name="T2" fmla="*/ 0 w 32"/>
                <a:gd name="T3" fmla="*/ 0 h 19"/>
                <a:gd name="T4" fmla="*/ 1 w 32"/>
                <a:gd name="T5" fmla="*/ 0 h 19"/>
                <a:gd name="T6" fmla="*/ 16 w 32"/>
                <a:gd name="T7" fmla="*/ 6 h 19"/>
                <a:gd name="T8" fmla="*/ 32 w 32"/>
                <a:gd name="T9" fmla="*/ 10 h 19"/>
                <a:gd name="T10" fmla="*/ 16 w 32"/>
                <a:gd name="T11" fmla="*/ 13 h 19"/>
                <a:gd name="T12" fmla="*/ 1 w 32"/>
                <a:gd name="T13" fmla="*/ 19 h 19"/>
                <a:gd name="T14" fmla="*/ 0 w 32"/>
                <a:gd name="T15" fmla="*/ 19 h 19"/>
                <a:gd name="T16" fmla="*/ 6 w 32"/>
                <a:gd name="T17" fmla="*/ 1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9">
                  <a:moveTo>
                    <a:pt x="6" y="10"/>
                  </a:moveTo>
                  <a:cubicBezTo>
                    <a:pt x="0" y="0"/>
                    <a:pt x="0" y="0"/>
                    <a:pt x="0" y="0"/>
                  </a:cubicBezTo>
                  <a:cubicBezTo>
                    <a:pt x="1" y="0"/>
                    <a:pt x="1" y="0"/>
                    <a:pt x="1" y="0"/>
                  </a:cubicBezTo>
                  <a:cubicBezTo>
                    <a:pt x="16" y="6"/>
                    <a:pt x="16" y="6"/>
                    <a:pt x="16" y="6"/>
                  </a:cubicBezTo>
                  <a:cubicBezTo>
                    <a:pt x="21" y="7"/>
                    <a:pt x="27" y="9"/>
                    <a:pt x="32" y="10"/>
                  </a:cubicBezTo>
                  <a:cubicBezTo>
                    <a:pt x="27" y="11"/>
                    <a:pt x="21" y="12"/>
                    <a:pt x="16" y="13"/>
                  </a:cubicBezTo>
                  <a:cubicBezTo>
                    <a:pt x="1" y="19"/>
                    <a:pt x="1" y="19"/>
                    <a:pt x="1" y="19"/>
                  </a:cubicBezTo>
                  <a:cubicBezTo>
                    <a:pt x="0" y="19"/>
                    <a:pt x="0" y="19"/>
                    <a:pt x="0" y="19"/>
                  </a:cubicBez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78" name="Line 102">
              <a:extLst>
                <a:ext uri="{FF2B5EF4-FFF2-40B4-BE49-F238E27FC236}">
                  <a16:creationId xmlns:a16="http://schemas.microsoft.com/office/drawing/2014/main" id="{81358D6C-EAEC-420F-5C14-C65343061B63}"/>
                </a:ext>
              </a:extLst>
            </p:cNvPr>
            <p:cNvSpPr>
              <a:spLocks noChangeShapeType="1"/>
            </p:cNvSpPr>
            <p:nvPr/>
          </p:nvSpPr>
          <p:spPr bwMode="auto">
            <a:xfrm>
              <a:off x="373"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79" name="Freeform 103">
              <a:extLst>
                <a:ext uri="{FF2B5EF4-FFF2-40B4-BE49-F238E27FC236}">
                  <a16:creationId xmlns:a16="http://schemas.microsoft.com/office/drawing/2014/main" id="{86593AE1-5241-54EC-AE11-DD2BF5798F13}"/>
                </a:ext>
              </a:extLst>
            </p:cNvPr>
            <p:cNvSpPr>
              <a:spLocks/>
            </p:cNvSpPr>
            <p:nvPr/>
          </p:nvSpPr>
          <p:spPr bwMode="auto">
            <a:xfrm>
              <a:off x="353" y="2399"/>
              <a:ext cx="38" cy="64"/>
            </a:xfrm>
            <a:custGeom>
              <a:avLst/>
              <a:gdLst>
                <a:gd name="T0" fmla="*/ 10 w 19"/>
                <a:gd name="T1" fmla="*/ 6 h 32"/>
                <a:gd name="T2" fmla="*/ 19 w 19"/>
                <a:gd name="T3" fmla="*/ 0 h 32"/>
                <a:gd name="T4" fmla="*/ 19 w 19"/>
                <a:gd name="T5" fmla="*/ 1 h 32"/>
                <a:gd name="T6" fmla="*/ 13 w 19"/>
                <a:gd name="T7" fmla="*/ 16 h 32"/>
                <a:gd name="T8" fmla="*/ 10 w 19"/>
                <a:gd name="T9" fmla="*/ 32 h 32"/>
                <a:gd name="T10" fmla="*/ 6 w 19"/>
                <a:gd name="T11" fmla="*/ 16 h 32"/>
                <a:gd name="T12" fmla="*/ 0 w 19"/>
                <a:gd name="T13" fmla="*/ 1 h 32"/>
                <a:gd name="T14" fmla="*/ 0 w 19"/>
                <a:gd name="T15" fmla="*/ 0 h 32"/>
                <a:gd name="T16" fmla="*/ 10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0" y="6"/>
                  </a:moveTo>
                  <a:cubicBezTo>
                    <a:pt x="19" y="0"/>
                    <a:pt x="19" y="0"/>
                    <a:pt x="19" y="0"/>
                  </a:cubicBezTo>
                  <a:cubicBezTo>
                    <a:pt x="19" y="1"/>
                    <a:pt x="19" y="1"/>
                    <a:pt x="19" y="1"/>
                  </a:cubicBezTo>
                  <a:cubicBezTo>
                    <a:pt x="13" y="16"/>
                    <a:pt x="13" y="16"/>
                    <a:pt x="13" y="16"/>
                  </a:cubicBezTo>
                  <a:cubicBezTo>
                    <a:pt x="12" y="21"/>
                    <a:pt x="11" y="27"/>
                    <a:pt x="10" y="32"/>
                  </a:cubicBezTo>
                  <a:cubicBezTo>
                    <a:pt x="8" y="27"/>
                    <a:pt x="7" y="21"/>
                    <a:pt x="6" y="16"/>
                  </a:cubicBezTo>
                  <a:cubicBezTo>
                    <a:pt x="0" y="1"/>
                    <a:pt x="0" y="1"/>
                    <a:pt x="0" y="1"/>
                  </a:cubicBezTo>
                  <a:cubicBezTo>
                    <a:pt x="0" y="0"/>
                    <a:pt x="0" y="0"/>
                    <a:pt x="0"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80" name="Line 104">
              <a:extLst>
                <a:ext uri="{FF2B5EF4-FFF2-40B4-BE49-F238E27FC236}">
                  <a16:creationId xmlns:a16="http://schemas.microsoft.com/office/drawing/2014/main" id="{9BA18427-8333-6E28-2390-2E800D24ECC8}"/>
                </a:ext>
              </a:extLst>
            </p:cNvPr>
            <p:cNvSpPr>
              <a:spLocks noChangeShapeType="1"/>
            </p:cNvSpPr>
            <p:nvPr/>
          </p:nvSpPr>
          <p:spPr bwMode="auto">
            <a:xfrm>
              <a:off x="517"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81" name="Freeform 105">
              <a:extLst>
                <a:ext uri="{FF2B5EF4-FFF2-40B4-BE49-F238E27FC236}">
                  <a16:creationId xmlns:a16="http://schemas.microsoft.com/office/drawing/2014/main" id="{EFFBBF32-3DE5-B16B-4B0D-515C2889A604}"/>
                </a:ext>
              </a:extLst>
            </p:cNvPr>
            <p:cNvSpPr>
              <a:spLocks/>
            </p:cNvSpPr>
            <p:nvPr/>
          </p:nvSpPr>
          <p:spPr bwMode="auto">
            <a:xfrm>
              <a:off x="497" y="2399"/>
              <a:ext cx="40" cy="64"/>
            </a:xfrm>
            <a:custGeom>
              <a:avLst/>
              <a:gdLst>
                <a:gd name="T0" fmla="*/ 10 w 20"/>
                <a:gd name="T1" fmla="*/ 6 h 32"/>
                <a:gd name="T2" fmla="*/ 20 w 20"/>
                <a:gd name="T3" fmla="*/ 0 h 32"/>
                <a:gd name="T4" fmla="*/ 20 w 20"/>
                <a:gd name="T5" fmla="*/ 1 h 32"/>
                <a:gd name="T6" fmla="*/ 14 w 20"/>
                <a:gd name="T7" fmla="*/ 16 h 32"/>
                <a:gd name="T8" fmla="*/ 10 w 20"/>
                <a:gd name="T9" fmla="*/ 32 h 32"/>
                <a:gd name="T10" fmla="*/ 7 w 20"/>
                <a:gd name="T11" fmla="*/ 16 h 32"/>
                <a:gd name="T12" fmla="*/ 0 w 20"/>
                <a:gd name="T13" fmla="*/ 1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20" y="0"/>
                    <a:pt x="20" y="0"/>
                    <a:pt x="20" y="0"/>
                  </a:cubicBezTo>
                  <a:cubicBezTo>
                    <a:pt x="20" y="1"/>
                    <a:pt x="20" y="1"/>
                    <a:pt x="20" y="1"/>
                  </a:cubicBezTo>
                  <a:cubicBezTo>
                    <a:pt x="14" y="16"/>
                    <a:pt x="14" y="16"/>
                    <a:pt x="14" y="16"/>
                  </a:cubicBezTo>
                  <a:cubicBezTo>
                    <a:pt x="13" y="21"/>
                    <a:pt x="11" y="27"/>
                    <a:pt x="10" y="32"/>
                  </a:cubicBezTo>
                  <a:cubicBezTo>
                    <a:pt x="9" y="27"/>
                    <a:pt x="8" y="21"/>
                    <a:pt x="7" y="16"/>
                  </a:cubicBezTo>
                  <a:cubicBezTo>
                    <a:pt x="0" y="1"/>
                    <a:pt x="0" y="1"/>
                    <a:pt x="0" y="1"/>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82" name="Line 106">
              <a:extLst>
                <a:ext uri="{FF2B5EF4-FFF2-40B4-BE49-F238E27FC236}">
                  <a16:creationId xmlns:a16="http://schemas.microsoft.com/office/drawing/2014/main" id="{74A64EF4-531E-E70F-EA4F-2B36A21BA275}"/>
                </a:ext>
              </a:extLst>
            </p:cNvPr>
            <p:cNvSpPr>
              <a:spLocks noChangeShapeType="1"/>
            </p:cNvSpPr>
            <p:nvPr/>
          </p:nvSpPr>
          <p:spPr bwMode="auto">
            <a:xfrm>
              <a:off x="663"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83" name="Freeform 107">
              <a:extLst>
                <a:ext uri="{FF2B5EF4-FFF2-40B4-BE49-F238E27FC236}">
                  <a16:creationId xmlns:a16="http://schemas.microsoft.com/office/drawing/2014/main" id="{55024567-907C-3733-1169-BDB61F33F118}"/>
                </a:ext>
              </a:extLst>
            </p:cNvPr>
            <p:cNvSpPr>
              <a:spLocks/>
            </p:cNvSpPr>
            <p:nvPr/>
          </p:nvSpPr>
          <p:spPr bwMode="auto">
            <a:xfrm>
              <a:off x="643" y="2399"/>
              <a:ext cx="38" cy="64"/>
            </a:xfrm>
            <a:custGeom>
              <a:avLst/>
              <a:gdLst>
                <a:gd name="T0" fmla="*/ 10 w 19"/>
                <a:gd name="T1" fmla="*/ 6 h 32"/>
                <a:gd name="T2" fmla="*/ 19 w 19"/>
                <a:gd name="T3" fmla="*/ 0 h 32"/>
                <a:gd name="T4" fmla="*/ 19 w 19"/>
                <a:gd name="T5" fmla="*/ 1 h 32"/>
                <a:gd name="T6" fmla="*/ 13 w 19"/>
                <a:gd name="T7" fmla="*/ 16 h 32"/>
                <a:gd name="T8" fmla="*/ 10 w 19"/>
                <a:gd name="T9" fmla="*/ 32 h 32"/>
                <a:gd name="T10" fmla="*/ 6 w 19"/>
                <a:gd name="T11" fmla="*/ 16 h 32"/>
                <a:gd name="T12" fmla="*/ 0 w 19"/>
                <a:gd name="T13" fmla="*/ 1 h 32"/>
                <a:gd name="T14" fmla="*/ 0 w 19"/>
                <a:gd name="T15" fmla="*/ 0 h 32"/>
                <a:gd name="T16" fmla="*/ 10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0" y="6"/>
                  </a:moveTo>
                  <a:cubicBezTo>
                    <a:pt x="19" y="0"/>
                    <a:pt x="19" y="0"/>
                    <a:pt x="19" y="0"/>
                  </a:cubicBezTo>
                  <a:cubicBezTo>
                    <a:pt x="19" y="1"/>
                    <a:pt x="19" y="1"/>
                    <a:pt x="19" y="1"/>
                  </a:cubicBezTo>
                  <a:cubicBezTo>
                    <a:pt x="13" y="16"/>
                    <a:pt x="13" y="16"/>
                    <a:pt x="13" y="16"/>
                  </a:cubicBezTo>
                  <a:cubicBezTo>
                    <a:pt x="12" y="21"/>
                    <a:pt x="11" y="27"/>
                    <a:pt x="10" y="32"/>
                  </a:cubicBezTo>
                  <a:cubicBezTo>
                    <a:pt x="9" y="27"/>
                    <a:pt x="7" y="21"/>
                    <a:pt x="6" y="16"/>
                  </a:cubicBezTo>
                  <a:cubicBezTo>
                    <a:pt x="0" y="1"/>
                    <a:pt x="0" y="1"/>
                    <a:pt x="0" y="1"/>
                  </a:cubicBezTo>
                  <a:cubicBezTo>
                    <a:pt x="0" y="0"/>
                    <a:pt x="0" y="0"/>
                    <a:pt x="0"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84" name="Line 108">
              <a:extLst>
                <a:ext uri="{FF2B5EF4-FFF2-40B4-BE49-F238E27FC236}">
                  <a16:creationId xmlns:a16="http://schemas.microsoft.com/office/drawing/2014/main" id="{9297FC43-F3D1-86CB-0B67-E877DEF9870A}"/>
                </a:ext>
              </a:extLst>
            </p:cNvPr>
            <p:cNvSpPr>
              <a:spLocks noChangeShapeType="1"/>
            </p:cNvSpPr>
            <p:nvPr/>
          </p:nvSpPr>
          <p:spPr bwMode="auto">
            <a:xfrm>
              <a:off x="953"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85" name="Freeform 109">
              <a:extLst>
                <a:ext uri="{FF2B5EF4-FFF2-40B4-BE49-F238E27FC236}">
                  <a16:creationId xmlns:a16="http://schemas.microsoft.com/office/drawing/2014/main" id="{0E32FFC4-3680-43E9-B3EA-D1766757408E}"/>
                </a:ext>
              </a:extLst>
            </p:cNvPr>
            <p:cNvSpPr>
              <a:spLocks/>
            </p:cNvSpPr>
            <p:nvPr/>
          </p:nvSpPr>
          <p:spPr bwMode="auto">
            <a:xfrm>
              <a:off x="933" y="2399"/>
              <a:ext cx="38" cy="64"/>
            </a:xfrm>
            <a:custGeom>
              <a:avLst/>
              <a:gdLst>
                <a:gd name="T0" fmla="*/ 10 w 19"/>
                <a:gd name="T1" fmla="*/ 6 h 32"/>
                <a:gd name="T2" fmla="*/ 19 w 19"/>
                <a:gd name="T3" fmla="*/ 0 h 32"/>
                <a:gd name="T4" fmla="*/ 19 w 19"/>
                <a:gd name="T5" fmla="*/ 1 h 32"/>
                <a:gd name="T6" fmla="*/ 13 w 19"/>
                <a:gd name="T7" fmla="*/ 16 h 32"/>
                <a:gd name="T8" fmla="*/ 10 w 19"/>
                <a:gd name="T9" fmla="*/ 32 h 32"/>
                <a:gd name="T10" fmla="*/ 6 w 19"/>
                <a:gd name="T11" fmla="*/ 16 h 32"/>
                <a:gd name="T12" fmla="*/ 0 w 19"/>
                <a:gd name="T13" fmla="*/ 1 h 32"/>
                <a:gd name="T14" fmla="*/ 0 w 19"/>
                <a:gd name="T15" fmla="*/ 0 h 32"/>
                <a:gd name="T16" fmla="*/ 10 w 19"/>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10" y="6"/>
                  </a:moveTo>
                  <a:cubicBezTo>
                    <a:pt x="19" y="0"/>
                    <a:pt x="19" y="0"/>
                    <a:pt x="19" y="0"/>
                  </a:cubicBezTo>
                  <a:cubicBezTo>
                    <a:pt x="19" y="1"/>
                    <a:pt x="19" y="1"/>
                    <a:pt x="19" y="1"/>
                  </a:cubicBezTo>
                  <a:cubicBezTo>
                    <a:pt x="13" y="16"/>
                    <a:pt x="13" y="16"/>
                    <a:pt x="13" y="16"/>
                  </a:cubicBezTo>
                  <a:cubicBezTo>
                    <a:pt x="12" y="21"/>
                    <a:pt x="11" y="27"/>
                    <a:pt x="10" y="32"/>
                  </a:cubicBezTo>
                  <a:cubicBezTo>
                    <a:pt x="9" y="27"/>
                    <a:pt x="7" y="21"/>
                    <a:pt x="6" y="16"/>
                  </a:cubicBezTo>
                  <a:cubicBezTo>
                    <a:pt x="0" y="1"/>
                    <a:pt x="0" y="1"/>
                    <a:pt x="0" y="1"/>
                  </a:cubicBezTo>
                  <a:cubicBezTo>
                    <a:pt x="0" y="0"/>
                    <a:pt x="0" y="0"/>
                    <a:pt x="0"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86" name="Line 110">
              <a:extLst>
                <a:ext uri="{FF2B5EF4-FFF2-40B4-BE49-F238E27FC236}">
                  <a16:creationId xmlns:a16="http://schemas.microsoft.com/office/drawing/2014/main" id="{9676BAEE-C823-AEE8-CE59-C4A0BEA18E29}"/>
                </a:ext>
              </a:extLst>
            </p:cNvPr>
            <p:cNvSpPr>
              <a:spLocks noChangeShapeType="1"/>
            </p:cNvSpPr>
            <p:nvPr/>
          </p:nvSpPr>
          <p:spPr bwMode="auto">
            <a:xfrm>
              <a:off x="1097"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87" name="Freeform 111">
              <a:extLst>
                <a:ext uri="{FF2B5EF4-FFF2-40B4-BE49-F238E27FC236}">
                  <a16:creationId xmlns:a16="http://schemas.microsoft.com/office/drawing/2014/main" id="{62B19D7A-5A89-03F6-99AD-D7CD850660FE}"/>
                </a:ext>
              </a:extLst>
            </p:cNvPr>
            <p:cNvSpPr>
              <a:spLocks/>
            </p:cNvSpPr>
            <p:nvPr/>
          </p:nvSpPr>
          <p:spPr bwMode="auto">
            <a:xfrm>
              <a:off x="1081" y="2405"/>
              <a:ext cx="34" cy="58"/>
            </a:xfrm>
            <a:custGeom>
              <a:avLst/>
              <a:gdLst>
                <a:gd name="T0" fmla="*/ 8 w 17"/>
                <a:gd name="T1" fmla="*/ 5 h 29"/>
                <a:gd name="T2" fmla="*/ 17 w 17"/>
                <a:gd name="T3" fmla="*/ 0 h 29"/>
                <a:gd name="T4" fmla="*/ 17 w 17"/>
                <a:gd name="T5" fmla="*/ 0 h 29"/>
                <a:gd name="T6" fmla="*/ 12 w 17"/>
                <a:gd name="T7" fmla="*/ 14 h 29"/>
                <a:gd name="T8" fmla="*/ 8 w 17"/>
                <a:gd name="T9" fmla="*/ 29 h 29"/>
                <a:gd name="T10" fmla="*/ 5 w 17"/>
                <a:gd name="T11" fmla="*/ 14 h 29"/>
                <a:gd name="T12" fmla="*/ 0 w 17"/>
                <a:gd name="T13" fmla="*/ 0 h 29"/>
                <a:gd name="T14" fmla="*/ 0 w 17"/>
                <a:gd name="T15" fmla="*/ 0 h 29"/>
                <a:gd name="T16" fmla="*/ 8 w 1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9">
                  <a:moveTo>
                    <a:pt x="8" y="5"/>
                  </a:moveTo>
                  <a:cubicBezTo>
                    <a:pt x="17" y="0"/>
                    <a:pt x="17" y="0"/>
                    <a:pt x="17" y="0"/>
                  </a:cubicBezTo>
                  <a:cubicBezTo>
                    <a:pt x="17" y="0"/>
                    <a:pt x="17" y="0"/>
                    <a:pt x="17" y="0"/>
                  </a:cubicBezTo>
                  <a:cubicBezTo>
                    <a:pt x="12" y="14"/>
                    <a:pt x="12" y="14"/>
                    <a:pt x="12" y="14"/>
                  </a:cubicBezTo>
                  <a:cubicBezTo>
                    <a:pt x="11" y="19"/>
                    <a:pt x="9" y="24"/>
                    <a:pt x="8" y="29"/>
                  </a:cubicBezTo>
                  <a:cubicBezTo>
                    <a:pt x="7" y="24"/>
                    <a:pt x="6" y="19"/>
                    <a:pt x="5" y="14"/>
                  </a:cubicBezTo>
                  <a:cubicBezTo>
                    <a:pt x="0" y="0"/>
                    <a:pt x="0" y="0"/>
                    <a:pt x="0" y="0"/>
                  </a:cubicBezTo>
                  <a:cubicBezTo>
                    <a:pt x="0" y="0"/>
                    <a:pt x="0" y="0"/>
                    <a:pt x="0" y="0"/>
                  </a:cubicBez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88" name="Line 112">
              <a:extLst>
                <a:ext uri="{FF2B5EF4-FFF2-40B4-BE49-F238E27FC236}">
                  <a16:creationId xmlns:a16="http://schemas.microsoft.com/office/drawing/2014/main" id="{DC2C258E-E93B-F21C-C03D-8E2CCC321EB8}"/>
                </a:ext>
              </a:extLst>
            </p:cNvPr>
            <p:cNvSpPr>
              <a:spLocks noChangeShapeType="1"/>
            </p:cNvSpPr>
            <p:nvPr/>
          </p:nvSpPr>
          <p:spPr bwMode="auto">
            <a:xfrm>
              <a:off x="1243"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89" name="Freeform 113">
              <a:extLst>
                <a:ext uri="{FF2B5EF4-FFF2-40B4-BE49-F238E27FC236}">
                  <a16:creationId xmlns:a16="http://schemas.microsoft.com/office/drawing/2014/main" id="{FC01F9B6-F7DD-B574-7C6F-0E72BD45AAD8}"/>
                </a:ext>
              </a:extLst>
            </p:cNvPr>
            <p:cNvSpPr>
              <a:spLocks/>
            </p:cNvSpPr>
            <p:nvPr/>
          </p:nvSpPr>
          <p:spPr bwMode="auto">
            <a:xfrm>
              <a:off x="1225" y="2405"/>
              <a:ext cx="36" cy="58"/>
            </a:xfrm>
            <a:custGeom>
              <a:avLst/>
              <a:gdLst>
                <a:gd name="T0" fmla="*/ 9 w 18"/>
                <a:gd name="T1" fmla="*/ 5 h 29"/>
                <a:gd name="T2" fmla="*/ 18 w 18"/>
                <a:gd name="T3" fmla="*/ 0 h 29"/>
                <a:gd name="T4" fmla="*/ 18 w 18"/>
                <a:gd name="T5" fmla="*/ 0 h 29"/>
                <a:gd name="T6" fmla="*/ 12 w 18"/>
                <a:gd name="T7" fmla="*/ 14 h 29"/>
                <a:gd name="T8" fmla="*/ 9 w 18"/>
                <a:gd name="T9" fmla="*/ 29 h 29"/>
                <a:gd name="T10" fmla="*/ 6 w 18"/>
                <a:gd name="T11" fmla="*/ 14 h 29"/>
                <a:gd name="T12" fmla="*/ 0 w 18"/>
                <a:gd name="T13" fmla="*/ 0 h 29"/>
                <a:gd name="T14" fmla="*/ 0 w 18"/>
                <a:gd name="T15" fmla="*/ 0 h 29"/>
                <a:gd name="T16" fmla="*/ 9 w 18"/>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5"/>
                  </a:moveTo>
                  <a:cubicBezTo>
                    <a:pt x="18" y="0"/>
                    <a:pt x="18" y="0"/>
                    <a:pt x="18" y="0"/>
                  </a:cubicBezTo>
                  <a:cubicBezTo>
                    <a:pt x="18" y="0"/>
                    <a:pt x="18" y="0"/>
                    <a:pt x="18" y="0"/>
                  </a:cubicBezTo>
                  <a:cubicBezTo>
                    <a:pt x="12" y="14"/>
                    <a:pt x="12" y="14"/>
                    <a:pt x="12" y="14"/>
                  </a:cubicBezTo>
                  <a:cubicBezTo>
                    <a:pt x="11" y="19"/>
                    <a:pt x="10" y="24"/>
                    <a:pt x="9" y="29"/>
                  </a:cubicBezTo>
                  <a:cubicBezTo>
                    <a:pt x="8" y="24"/>
                    <a:pt x="7" y="19"/>
                    <a:pt x="6" y="14"/>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90" name="Line 114">
              <a:extLst>
                <a:ext uri="{FF2B5EF4-FFF2-40B4-BE49-F238E27FC236}">
                  <a16:creationId xmlns:a16="http://schemas.microsoft.com/office/drawing/2014/main" id="{5B6E1F13-4341-DDA5-ABC4-D4BD3D4F88AB}"/>
                </a:ext>
              </a:extLst>
            </p:cNvPr>
            <p:cNvSpPr>
              <a:spLocks noChangeShapeType="1"/>
            </p:cNvSpPr>
            <p:nvPr/>
          </p:nvSpPr>
          <p:spPr bwMode="auto">
            <a:xfrm>
              <a:off x="1387"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491" name="Freeform 115">
              <a:extLst>
                <a:ext uri="{FF2B5EF4-FFF2-40B4-BE49-F238E27FC236}">
                  <a16:creationId xmlns:a16="http://schemas.microsoft.com/office/drawing/2014/main" id="{E3043B04-5A3C-E728-CAB2-FEFB4FBDED39}"/>
                </a:ext>
              </a:extLst>
            </p:cNvPr>
            <p:cNvSpPr>
              <a:spLocks/>
            </p:cNvSpPr>
            <p:nvPr/>
          </p:nvSpPr>
          <p:spPr bwMode="auto">
            <a:xfrm>
              <a:off x="1371" y="2405"/>
              <a:ext cx="34" cy="58"/>
            </a:xfrm>
            <a:custGeom>
              <a:avLst/>
              <a:gdLst>
                <a:gd name="T0" fmla="*/ 8 w 17"/>
                <a:gd name="T1" fmla="*/ 5 h 29"/>
                <a:gd name="T2" fmla="*/ 17 w 17"/>
                <a:gd name="T3" fmla="*/ 0 h 29"/>
                <a:gd name="T4" fmla="*/ 17 w 17"/>
                <a:gd name="T5" fmla="*/ 0 h 29"/>
                <a:gd name="T6" fmla="*/ 12 w 17"/>
                <a:gd name="T7" fmla="*/ 14 h 29"/>
                <a:gd name="T8" fmla="*/ 8 w 17"/>
                <a:gd name="T9" fmla="*/ 29 h 29"/>
                <a:gd name="T10" fmla="*/ 5 w 17"/>
                <a:gd name="T11" fmla="*/ 14 h 29"/>
                <a:gd name="T12" fmla="*/ 0 w 17"/>
                <a:gd name="T13" fmla="*/ 0 h 29"/>
                <a:gd name="T14" fmla="*/ 0 w 17"/>
                <a:gd name="T15" fmla="*/ 0 h 29"/>
                <a:gd name="T16" fmla="*/ 8 w 1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9">
                  <a:moveTo>
                    <a:pt x="8" y="5"/>
                  </a:moveTo>
                  <a:cubicBezTo>
                    <a:pt x="17" y="0"/>
                    <a:pt x="17" y="0"/>
                    <a:pt x="17" y="0"/>
                  </a:cubicBezTo>
                  <a:cubicBezTo>
                    <a:pt x="17" y="0"/>
                    <a:pt x="17" y="0"/>
                    <a:pt x="17" y="0"/>
                  </a:cubicBezTo>
                  <a:cubicBezTo>
                    <a:pt x="12" y="14"/>
                    <a:pt x="12" y="14"/>
                    <a:pt x="12" y="14"/>
                  </a:cubicBezTo>
                  <a:cubicBezTo>
                    <a:pt x="11" y="19"/>
                    <a:pt x="10" y="24"/>
                    <a:pt x="8" y="29"/>
                  </a:cubicBezTo>
                  <a:cubicBezTo>
                    <a:pt x="7" y="24"/>
                    <a:pt x="6" y="19"/>
                    <a:pt x="5" y="14"/>
                  </a:cubicBezTo>
                  <a:cubicBezTo>
                    <a:pt x="0" y="0"/>
                    <a:pt x="0" y="0"/>
                    <a:pt x="0" y="0"/>
                  </a:cubicBezTo>
                  <a:cubicBezTo>
                    <a:pt x="0" y="0"/>
                    <a:pt x="0" y="0"/>
                    <a:pt x="0" y="0"/>
                  </a:cubicBez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492" name="Freeform 116">
              <a:extLst>
                <a:ext uri="{FF2B5EF4-FFF2-40B4-BE49-F238E27FC236}">
                  <a16:creationId xmlns:a16="http://schemas.microsoft.com/office/drawing/2014/main" id="{403F2B06-BC1E-6E74-4314-1B06F21B64AD}"/>
                </a:ext>
              </a:extLst>
            </p:cNvPr>
            <p:cNvSpPr>
              <a:spLocks/>
            </p:cNvSpPr>
            <p:nvPr/>
          </p:nvSpPr>
          <p:spPr bwMode="auto">
            <a:xfrm>
              <a:off x="823" y="781"/>
              <a:ext cx="506" cy="512"/>
            </a:xfrm>
            <a:custGeom>
              <a:avLst/>
              <a:gdLst>
                <a:gd name="T0" fmla="*/ 0 w 506"/>
                <a:gd name="T1" fmla="*/ 0 h 512"/>
                <a:gd name="T2" fmla="*/ 506 w 506"/>
                <a:gd name="T3" fmla="*/ 0 h 512"/>
                <a:gd name="T4" fmla="*/ 506 w 506"/>
                <a:gd name="T5" fmla="*/ 512 h 512"/>
                <a:gd name="T6" fmla="*/ 0 w 506"/>
                <a:gd name="T7" fmla="*/ 512 h 512"/>
                <a:gd name="T8" fmla="*/ 0 w 506"/>
                <a:gd name="T9" fmla="*/ 0 h 512"/>
                <a:gd name="T10" fmla="*/ 0 w 506"/>
                <a:gd name="T11" fmla="*/ 0 h 512"/>
              </a:gdLst>
              <a:ahLst/>
              <a:cxnLst>
                <a:cxn ang="0">
                  <a:pos x="T0" y="T1"/>
                </a:cxn>
                <a:cxn ang="0">
                  <a:pos x="T2" y="T3"/>
                </a:cxn>
                <a:cxn ang="0">
                  <a:pos x="T4" y="T5"/>
                </a:cxn>
                <a:cxn ang="0">
                  <a:pos x="T6" y="T7"/>
                </a:cxn>
                <a:cxn ang="0">
                  <a:pos x="T8" y="T9"/>
                </a:cxn>
                <a:cxn ang="0">
                  <a:pos x="T10" y="T11"/>
                </a:cxn>
              </a:cxnLst>
              <a:rect l="0" t="0" r="r" b="b"/>
              <a:pathLst>
                <a:path w="506" h="512">
                  <a:moveTo>
                    <a:pt x="0" y="0"/>
                  </a:moveTo>
                  <a:lnTo>
                    <a:pt x="506" y="0"/>
                  </a:lnTo>
                  <a:lnTo>
                    <a:pt x="506" y="512"/>
                  </a:lnTo>
                  <a:lnTo>
                    <a:pt x="0" y="512"/>
                  </a:lnTo>
                  <a:lnTo>
                    <a:pt x="0" y="0"/>
                  </a:lnTo>
                  <a:lnTo>
                    <a:pt x="0" y="0"/>
                  </a:lnTo>
                  <a:close/>
                </a:path>
              </a:pathLst>
            </a:custGeom>
            <a:solidFill>
              <a:srgbClr val="CCCCCC"/>
            </a:solidFill>
            <a:ln w="19050" cap="flat">
              <a:solidFill>
                <a:srgbClr val="000000"/>
              </a:solidFill>
              <a:prstDash val="solid"/>
              <a:miter lim="800000"/>
              <a:headEnd/>
              <a:tailEnd/>
            </a:ln>
          </p:spPr>
          <p:txBody>
            <a:bodyPr/>
            <a:lstStyle/>
            <a:p>
              <a:endParaRPr lang="es-ES"/>
            </a:p>
          </p:txBody>
        </p:sp>
        <p:sp>
          <p:nvSpPr>
            <p:cNvPr id="869493" name="Rectangle 117">
              <a:extLst>
                <a:ext uri="{FF2B5EF4-FFF2-40B4-BE49-F238E27FC236}">
                  <a16:creationId xmlns:a16="http://schemas.microsoft.com/office/drawing/2014/main" id="{F44207A5-8BD2-0BA5-EB0D-0CFDD4138FA4}"/>
                </a:ext>
              </a:extLst>
            </p:cNvPr>
            <p:cNvSpPr>
              <a:spLocks noChangeArrowheads="1"/>
            </p:cNvSpPr>
            <p:nvPr/>
          </p:nvSpPr>
          <p:spPr bwMode="auto">
            <a:xfrm>
              <a:off x="847" y="936"/>
              <a:ext cx="5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a:t>
              </a:r>
              <a:endParaRPr lang="en-US" altLang="es-ES" sz="4000" u="none"/>
            </a:p>
          </p:txBody>
        </p:sp>
        <p:sp>
          <p:nvSpPr>
            <p:cNvPr id="869494" name="Rectangle 118">
              <a:extLst>
                <a:ext uri="{FF2B5EF4-FFF2-40B4-BE49-F238E27FC236}">
                  <a16:creationId xmlns:a16="http://schemas.microsoft.com/office/drawing/2014/main" id="{5650279C-37D4-3A31-2A5A-C83FD01BC3F5}"/>
                </a:ext>
              </a:extLst>
            </p:cNvPr>
            <p:cNvSpPr>
              <a:spLocks noChangeArrowheads="1"/>
            </p:cNvSpPr>
            <p:nvPr/>
          </p:nvSpPr>
          <p:spPr bwMode="auto">
            <a:xfrm>
              <a:off x="903" y="1044"/>
              <a:ext cx="39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memory</a:t>
              </a:r>
              <a:endParaRPr lang="en-US" altLang="es-ES" sz="4000" u="none"/>
            </a:p>
          </p:txBody>
        </p:sp>
        <p:sp>
          <p:nvSpPr>
            <p:cNvPr id="869495" name="Rectangle 119">
              <a:extLst>
                <a:ext uri="{FF2B5EF4-FFF2-40B4-BE49-F238E27FC236}">
                  <a16:creationId xmlns:a16="http://schemas.microsoft.com/office/drawing/2014/main" id="{32E6D1E4-1254-03F4-C315-E13FEFF88B89}"/>
                </a:ext>
              </a:extLst>
            </p:cNvPr>
            <p:cNvSpPr>
              <a:spLocks noChangeArrowheads="1"/>
            </p:cNvSpPr>
            <p:nvPr/>
          </p:nvSpPr>
          <p:spPr bwMode="auto">
            <a:xfrm>
              <a:off x="894" y="779"/>
              <a:ext cx="3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Address</a:t>
              </a:r>
              <a:endParaRPr lang="en-US" altLang="es-ES" sz="4000" u="none"/>
            </a:p>
          </p:txBody>
        </p:sp>
        <p:sp>
          <p:nvSpPr>
            <p:cNvPr id="869496" name="Rectangle 120">
              <a:extLst>
                <a:ext uri="{FF2B5EF4-FFF2-40B4-BE49-F238E27FC236}">
                  <a16:creationId xmlns:a16="http://schemas.microsoft.com/office/drawing/2014/main" id="{B9D3F6C9-C107-90C2-52E3-5EB5A5D10FC2}"/>
                </a:ext>
              </a:extLst>
            </p:cNvPr>
            <p:cNvSpPr>
              <a:spLocks noChangeArrowheads="1"/>
            </p:cNvSpPr>
            <p:nvPr/>
          </p:nvSpPr>
          <p:spPr bwMode="auto">
            <a:xfrm>
              <a:off x="844" y="1170"/>
              <a:ext cx="5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a:t>
              </a:r>
              <a:endParaRPr lang="en-US" altLang="es-ES" sz="4000" u="none"/>
            </a:p>
          </p:txBody>
        </p:sp>
        <p:sp>
          <p:nvSpPr>
            <p:cNvPr id="869497" name="Freeform 121">
              <a:extLst>
                <a:ext uri="{FF2B5EF4-FFF2-40B4-BE49-F238E27FC236}">
                  <a16:creationId xmlns:a16="http://schemas.microsoft.com/office/drawing/2014/main" id="{7F55C78D-003C-7C8E-DF1B-85EBE389D674}"/>
                </a:ext>
              </a:extLst>
            </p:cNvPr>
            <p:cNvSpPr>
              <a:spLocks/>
            </p:cNvSpPr>
            <p:nvPr/>
          </p:nvSpPr>
          <p:spPr bwMode="auto">
            <a:xfrm>
              <a:off x="1741" y="1487"/>
              <a:ext cx="396" cy="148"/>
            </a:xfrm>
            <a:custGeom>
              <a:avLst/>
              <a:gdLst>
                <a:gd name="T0" fmla="*/ 0 w 396"/>
                <a:gd name="T1" fmla="*/ 0 h 148"/>
                <a:gd name="T2" fmla="*/ 396 w 396"/>
                <a:gd name="T3" fmla="*/ 0 h 148"/>
                <a:gd name="T4" fmla="*/ 396 w 396"/>
                <a:gd name="T5" fmla="*/ 148 h 148"/>
                <a:gd name="T6" fmla="*/ 0 w 396"/>
                <a:gd name="T7" fmla="*/ 148 h 148"/>
                <a:gd name="T8" fmla="*/ 0 w 396"/>
                <a:gd name="T9" fmla="*/ 0 h 148"/>
                <a:gd name="T10" fmla="*/ 0 w 396"/>
                <a:gd name="T11" fmla="*/ 0 h 148"/>
              </a:gdLst>
              <a:ahLst/>
              <a:cxnLst>
                <a:cxn ang="0">
                  <a:pos x="T0" y="T1"/>
                </a:cxn>
                <a:cxn ang="0">
                  <a:pos x="T2" y="T3"/>
                </a:cxn>
                <a:cxn ang="0">
                  <a:pos x="T4" y="T5"/>
                </a:cxn>
                <a:cxn ang="0">
                  <a:pos x="T6" y="T7"/>
                </a:cxn>
                <a:cxn ang="0">
                  <a:pos x="T8" y="T9"/>
                </a:cxn>
                <a:cxn ang="0">
                  <a:pos x="T10" y="T11"/>
                </a:cxn>
              </a:cxnLst>
              <a:rect l="0" t="0" r="r" b="b"/>
              <a:pathLst>
                <a:path w="396" h="148">
                  <a:moveTo>
                    <a:pt x="0" y="0"/>
                  </a:moveTo>
                  <a:lnTo>
                    <a:pt x="396" y="0"/>
                  </a:lnTo>
                  <a:lnTo>
                    <a:pt x="396" y="148"/>
                  </a:lnTo>
                  <a:lnTo>
                    <a:pt x="0" y="148"/>
                  </a:lnTo>
                  <a:lnTo>
                    <a:pt x="0" y="0"/>
                  </a:lnTo>
                  <a:lnTo>
                    <a:pt x="0" y="0"/>
                  </a:lnTo>
                  <a:close/>
                </a:path>
              </a:pathLst>
            </a:custGeom>
            <a:solidFill>
              <a:srgbClr val="FFFFFF"/>
            </a:solidFill>
            <a:ln w="19050" cap="flat">
              <a:solidFill>
                <a:srgbClr val="000000"/>
              </a:solidFill>
              <a:prstDash val="solid"/>
              <a:miter lim="800000"/>
              <a:headEnd/>
              <a:tailEnd/>
            </a:ln>
          </p:spPr>
          <p:txBody>
            <a:bodyPr/>
            <a:lstStyle/>
            <a:p>
              <a:endParaRPr lang="es-ES"/>
            </a:p>
          </p:txBody>
        </p:sp>
        <p:sp>
          <p:nvSpPr>
            <p:cNvPr id="869498" name="Rectangle 122">
              <a:extLst>
                <a:ext uri="{FF2B5EF4-FFF2-40B4-BE49-F238E27FC236}">
                  <a16:creationId xmlns:a16="http://schemas.microsoft.com/office/drawing/2014/main" id="{D58A8731-EB52-0772-D987-114A40314C13}"/>
                </a:ext>
              </a:extLst>
            </p:cNvPr>
            <p:cNvSpPr>
              <a:spLocks noChangeArrowheads="1"/>
            </p:cNvSpPr>
            <p:nvPr/>
          </p:nvSpPr>
          <p:spPr bwMode="auto">
            <a:xfrm>
              <a:off x="1751" y="1498"/>
              <a:ext cx="38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Zero fill</a:t>
              </a:r>
              <a:endParaRPr lang="en-US" altLang="es-ES" sz="4000" u="none"/>
            </a:p>
          </p:txBody>
        </p:sp>
        <p:sp>
          <p:nvSpPr>
            <p:cNvPr id="869499" name="Rectangle 123">
              <a:extLst>
                <a:ext uri="{FF2B5EF4-FFF2-40B4-BE49-F238E27FC236}">
                  <a16:creationId xmlns:a16="http://schemas.microsoft.com/office/drawing/2014/main" id="{3B67B202-7033-E4D8-47B3-F88CF9D21C3A}"/>
                </a:ext>
              </a:extLst>
            </p:cNvPr>
            <p:cNvSpPr>
              <a:spLocks noChangeArrowheads="1"/>
            </p:cNvSpPr>
            <p:nvPr/>
          </p:nvSpPr>
          <p:spPr bwMode="auto">
            <a:xfrm>
              <a:off x="332" y="2469"/>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
              </a:r>
              <a:endParaRPr lang="en-US" altLang="es-ES" sz="4000" u="none"/>
            </a:p>
          </p:txBody>
        </p:sp>
        <p:sp>
          <p:nvSpPr>
            <p:cNvPr id="869500" name="Rectangle 124">
              <a:extLst>
                <a:ext uri="{FF2B5EF4-FFF2-40B4-BE49-F238E27FC236}">
                  <a16:creationId xmlns:a16="http://schemas.microsoft.com/office/drawing/2014/main" id="{8B50F088-A11B-D81F-3864-E477C3BC6642}"/>
                </a:ext>
              </a:extLst>
            </p:cNvPr>
            <p:cNvSpPr>
              <a:spLocks noChangeArrowheads="1"/>
            </p:cNvSpPr>
            <p:nvPr/>
          </p:nvSpPr>
          <p:spPr bwMode="auto">
            <a:xfrm>
              <a:off x="332" y="2561"/>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u="none"/>
            </a:p>
          </p:txBody>
        </p:sp>
        <p:sp>
          <p:nvSpPr>
            <p:cNvPr id="869501" name="Rectangle 125">
              <a:extLst>
                <a:ext uri="{FF2B5EF4-FFF2-40B4-BE49-F238E27FC236}">
                  <a16:creationId xmlns:a16="http://schemas.microsoft.com/office/drawing/2014/main" id="{61EA8C58-9B7F-244B-3280-16B988EF2763}"/>
                </a:ext>
              </a:extLst>
            </p:cNvPr>
            <p:cNvSpPr>
              <a:spLocks noChangeArrowheads="1"/>
            </p:cNvSpPr>
            <p:nvPr/>
          </p:nvSpPr>
          <p:spPr bwMode="auto">
            <a:xfrm>
              <a:off x="483" y="2469"/>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u="none"/>
            </a:p>
          </p:txBody>
        </p:sp>
        <p:sp>
          <p:nvSpPr>
            <p:cNvPr id="869502" name="Rectangle 126">
              <a:extLst>
                <a:ext uri="{FF2B5EF4-FFF2-40B4-BE49-F238E27FC236}">
                  <a16:creationId xmlns:a16="http://schemas.microsoft.com/office/drawing/2014/main" id="{6B62FDC2-5846-62F5-E85A-16524F97BF1E}"/>
                </a:ext>
              </a:extLst>
            </p:cNvPr>
            <p:cNvSpPr>
              <a:spLocks noChangeArrowheads="1"/>
            </p:cNvSpPr>
            <p:nvPr/>
          </p:nvSpPr>
          <p:spPr bwMode="auto">
            <a:xfrm>
              <a:off x="477" y="2561"/>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u="none"/>
            </a:p>
          </p:txBody>
        </p:sp>
        <p:sp>
          <p:nvSpPr>
            <p:cNvPr id="869503" name="Rectangle 127">
              <a:extLst>
                <a:ext uri="{FF2B5EF4-FFF2-40B4-BE49-F238E27FC236}">
                  <a16:creationId xmlns:a16="http://schemas.microsoft.com/office/drawing/2014/main" id="{7C7E2E5B-5D9A-268D-7999-AD25FF151336}"/>
                </a:ext>
              </a:extLst>
            </p:cNvPr>
            <p:cNvSpPr>
              <a:spLocks noChangeArrowheads="1"/>
            </p:cNvSpPr>
            <p:nvPr/>
          </p:nvSpPr>
          <p:spPr bwMode="auto">
            <a:xfrm>
              <a:off x="622" y="2469"/>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u="none"/>
            </a:p>
          </p:txBody>
        </p:sp>
        <p:sp>
          <p:nvSpPr>
            <p:cNvPr id="869504" name="Rectangle 128">
              <a:extLst>
                <a:ext uri="{FF2B5EF4-FFF2-40B4-BE49-F238E27FC236}">
                  <a16:creationId xmlns:a16="http://schemas.microsoft.com/office/drawing/2014/main" id="{DE90BE59-E7BA-D2FD-034A-6981688B82F7}"/>
                </a:ext>
              </a:extLst>
            </p:cNvPr>
            <p:cNvSpPr>
              <a:spLocks noChangeArrowheads="1"/>
            </p:cNvSpPr>
            <p:nvPr/>
          </p:nvSpPr>
          <p:spPr bwMode="auto">
            <a:xfrm>
              <a:off x="622" y="2561"/>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A</a:t>
              </a:r>
              <a:endParaRPr lang="en-US" altLang="es-ES" sz="4000" u="none"/>
            </a:p>
          </p:txBody>
        </p:sp>
        <p:sp>
          <p:nvSpPr>
            <p:cNvPr id="869505" name="Rectangle 129">
              <a:extLst>
                <a:ext uri="{FF2B5EF4-FFF2-40B4-BE49-F238E27FC236}">
                  <a16:creationId xmlns:a16="http://schemas.microsoft.com/office/drawing/2014/main" id="{85C703AC-EB1E-0D5C-8A74-7886712CF32D}"/>
                </a:ext>
              </a:extLst>
            </p:cNvPr>
            <p:cNvSpPr>
              <a:spLocks noChangeArrowheads="1"/>
            </p:cNvSpPr>
            <p:nvPr/>
          </p:nvSpPr>
          <p:spPr bwMode="auto">
            <a:xfrm>
              <a:off x="923" y="2469"/>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F</a:t>
              </a:r>
              <a:endParaRPr lang="en-US" altLang="es-ES" sz="4000" u="none"/>
            </a:p>
          </p:txBody>
        </p:sp>
        <p:sp>
          <p:nvSpPr>
            <p:cNvPr id="869506" name="Rectangle 130">
              <a:extLst>
                <a:ext uri="{FF2B5EF4-FFF2-40B4-BE49-F238E27FC236}">
                  <a16:creationId xmlns:a16="http://schemas.microsoft.com/office/drawing/2014/main" id="{E46F741E-FE6B-57EA-26CF-F3B1B9B6970B}"/>
                </a:ext>
              </a:extLst>
            </p:cNvPr>
            <p:cNvSpPr>
              <a:spLocks noChangeArrowheads="1"/>
            </p:cNvSpPr>
            <p:nvPr/>
          </p:nvSpPr>
          <p:spPr bwMode="auto">
            <a:xfrm>
              <a:off x="926" y="256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S</a:t>
              </a:r>
              <a:endParaRPr lang="en-US" altLang="es-ES" sz="4000" u="none"/>
            </a:p>
          </p:txBody>
        </p:sp>
        <p:sp>
          <p:nvSpPr>
            <p:cNvPr id="869507" name="Rectangle 131">
              <a:extLst>
                <a:ext uri="{FF2B5EF4-FFF2-40B4-BE49-F238E27FC236}">
                  <a16:creationId xmlns:a16="http://schemas.microsoft.com/office/drawing/2014/main" id="{901F351B-EE12-FF7E-A953-786D68A43379}"/>
                </a:ext>
              </a:extLst>
            </p:cNvPr>
            <p:cNvSpPr>
              <a:spLocks noChangeArrowheads="1"/>
            </p:cNvSpPr>
            <p:nvPr/>
          </p:nvSpPr>
          <p:spPr bwMode="auto">
            <a:xfrm>
              <a:off x="1052" y="2469"/>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a:t>
              </a:r>
              <a:endParaRPr lang="en-US" altLang="es-ES" sz="4000" u="none"/>
            </a:p>
          </p:txBody>
        </p:sp>
        <p:sp>
          <p:nvSpPr>
            <p:cNvPr id="869508" name="Rectangle 132">
              <a:extLst>
                <a:ext uri="{FF2B5EF4-FFF2-40B4-BE49-F238E27FC236}">
                  <a16:creationId xmlns:a16="http://schemas.microsoft.com/office/drawing/2014/main" id="{5B16D248-9630-0D6D-AD92-CC1296F909C6}"/>
                </a:ext>
              </a:extLst>
            </p:cNvPr>
            <p:cNvSpPr>
              <a:spLocks noChangeArrowheads="1"/>
            </p:cNvSpPr>
            <p:nvPr/>
          </p:nvSpPr>
          <p:spPr bwMode="auto">
            <a:xfrm>
              <a:off x="1058" y="2562"/>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D</a:t>
              </a:r>
              <a:endParaRPr lang="en-US" altLang="es-ES" sz="4000" u="none"/>
            </a:p>
          </p:txBody>
        </p:sp>
        <p:sp>
          <p:nvSpPr>
            <p:cNvPr id="869509" name="Rectangle 133">
              <a:extLst>
                <a:ext uri="{FF2B5EF4-FFF2-40B4-BE49-F238E27FC236}">
                  <a16:creationId xmlns:a16="http://schemas.microsoft.com/office/drawing/2014/main" id="{DCE07E3E-543F-389D-8104-BD48E6A43382}"/>
                </a:ext>
              </a:extLst>
            </p:cNvPr>
            <p:cNvSpPr>
              <a:spLocks noChangeArrowheads="1"/>
            </p:cNvSpPr>
            <p:nvPr/>
          </p:nvSpPr>
          <p:spPr bwMode="auto">
            <a:xfrm>
              <a:off x="1206" y="2469"/>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R</a:t>
              </a:r>
              <a:endParaRPr lang="en-US" altLang="es-ES" sz="4000" u="none"/>
            </a:p>
          </p:txBody>
        </p:sp>
        <p:sp>
          <p:nvSpPr>
            <p:cNvPr id="869510" name="Rectangle 134">
              <a:extLst>
                <a:ext uri="{FF2B5EF4-FFF2-40B4-BE49-F238E27FC236}">
                  <a16:creationId xmlns:a16="http://schemas.microsoft.com/office/drawing/2014/main" id="{A6DB454C-4544-63EA-BA2E-FEA116D0F216}"/>
                </a:ext>
              </a:extLst>
            </p:cNvPr>
            <p:cNvSpPr>
              <a:spLocks noChangeArrowheads="1"/>
            </p:cNvSpPr>
            <p:nvPr/>
          </p:nvSpPr>
          <p:spPr bwMode="auto">
            <a:xfrm>
              <a:off x="1195" y="2561"/>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W</a:t>
              </a:r>
              <a:endParaRPr lang="en-US" altLang="es-ES" sz="4000" u="none"/>
            </a:p>
          </p:txBody>
        </p:sp>
        <p:sp>
          <p:nvSpPr>
            <p:cNvPr id="869511" name="Rectangle 135">
              <a:extLst>
                <a:ext uri="{FF2B5EF4-FFF2-40B4-BE49-F238E27FC236}">
                  <a16:creationId xmlns:a16="http://schemas.microsoft.com/office/drawing/2014/main" id="{3A965EB2-3C27-19E1-ED02-596AFEC2048F}"/>
                </a:ext>
              </a:extLst>
            </p:cNvPr>
            <p:cNvSpPr>
              <a:spLocks noChangeArrowheads="1"/>
            </p:cNvSpPr>
            <p:nvPr/>
          </p:nvSpPr>
          <p:spPr bwMode="auto">
            <a:xfrm>
              <a:off x="1343" y="2469"/>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a:t>
              </a:r>
              <a:endParaRPr lang="en-US" altLang="es-ES" sz="4000" u="none"/>
            </a:p>
          </p:txBody>
        </p:sp>
        <p:sp>
          <p:nvSpPr>
            <p:cNvPr id="869512" name="Rectangle 136">
              <a:extLst>
                <a:ext uri="{FF2B5EF4-FFF2-40B4-BE49-F238E27FC236}">
                  <a16:creationId xmlns:a16="http://schemas.microsoft.com/office/drawing/2014/main" id="{48B8EBBE-6730-002B-BBC0-53F1FCBCA70A}"/>
                </a:ext>
              </a:extLst>
            </p:cNvPr>
            <p:cNvSpPr>
              <a:spLocks noChangeArrowheads="1"/>
            </p:cNvSpPr>
            <p:nvPr/>
          </p:nvSpPr>
          <p:spPr bwMode="auto">
            <a:xfrm>
              <a:off x="1340" y="2561"/>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W</a:t>
              </a:r>
              <a:endParaRPr lang="en-US" altLang="es-ES" sz="4000" u="none"/>
            </a:p>
          </p:txBody>
        </p:sp>
        <p:sp>
          <p:nvSpPr>
            <p:cNvPr id="869513" name="Freeform 137">
              <a:extLst>
                <a:ext uri="{FF2B5EF4-FFF2-40B4-BE49-F238E27FC236}">
                  <a16:creationId xmlns:a16="http://schemas.microsoft.com/office/drawing/2014/main" id="{A5447224-9CDD-4D6F-40F3-C484B098CA28}"/>
                </a:ext>
              </a:extLst>
            </p:cNvPr>
            <p:cNvSpPr>
              <a:spLocks/>
            </p:cNvSpPr>
            <p:nvPr/>
          </p:nvSpPr>
          <p:spPr bwMode="auto">
            <a:xfrm>
              <a:off x="1075" y="267"/>
              <a:ext cx="454" cy="1294"/>
            </a:xfrm>
            <a:custGeom>
              <a:avLst/>
              <a:gdLst>
                <a:gd name="T0" fmla="*/ 454 w 454"/>
                <a:gd name="T1" fmla="*/ 1294 h 1294"/>
                <a:gd name="T2" fmla="*/ 454 w 454"/>
                <a:gd name="T3" fmla="*/ 0 h 1294"/>
                <a:gd name="T4" fmla="*/ 0 w 454"/>
                <a:gd name="T5" fmla="*/ 0 h 1294"/>
                <a:gd name="T6" fmla="*/ 0 w 454"/>
                <a:gd name="T7" fmla="*/ 84 h 1294"/>
              </a:gdLst>
              <a:ahLst/>
              <a:cxnLst>
                <a:cxn ang="0">
                  <a:pos x="T0" y="T1"/>
                </a:cxn>
                <a:cxn ang="0">
                  <a:pos x="T2" y="T3"/>
                </a:cxn>
                <a:cxn ang="0">
                  <a:pos x="T4" y="T5"/>
                </a:cxn>
                <a:cxn ang="0">
                  <a:pos x="T6" y="T7"/>
                </a:cxn>
              </a:cxnLst>
              <a:rect l="0" t="0" r="r" b="b"/>
              <a:pathLst>
                <a:path w="454" h="1294">
                  <a:moveTo>
                    <a:pt x="454" y="1294"/>
                  </a:moveTo>
                  <a:lnTo>
                    <a:pt x="454" y="0"/>
                  </a:lnTo>
                  <a:lnTo>
                    <a:pt x="0" y="0"/>
                  </a:lnTo>
                  <a:lnTo>
                    <a:pt x="0" y="84"/>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9514" name="Freeform 138">
              <a:extLst>
                <a:ext uri="{FF2B5EF4-FFF2-40B4-BE49-F238E27FC236}">
                  <a16:creationId xmlns:a16="http://schemas.microsoft.com/office/drawing/2014/main" id="{E7A656AE-C995-CB70-978A-4B7A2417C02E}"/>
                </a:ext>
              </a:extLst>
            </p:cNvPr>
            <p:cNvSpPr>
              <a:spLocks/>
            </p:cNvSpPr>
            <p:nvPr/>
          </p:nvSpPr>
          <p:spPr bwMode="auto">
            <a:xfrm>
              <a:off x="1055" y="335"/>
              <a:ext cx="38" cy="62"/>
            </a:xfrm>
            <a:custGeom>
              <a:avLst/>
              <a:gdLst>
                <a:gd name="T0" fmla="*/ 10 w 19"/>
                <a:gd name="T1" fmla="*/ 5 h 31"/>
                <a:gd name="T2" fmla="*/ 19 w 19"/>
                <a:gd name="T3" fmla="*/ 0 h 31"/>
                <a:gd name="T4" fmla="*/ 19 w 19"/>
                <a:gd name="T5" fmla="*/ 0 h 31"/>
                <a:gd name="T6" fmla="*/ 13 w 19"/>
                <a:gd name="T7" fmla="*/ 15 h 31"/>
                <a:gd name="T8" fmla="*/ 10 w 19"/>
                <a:gd name="T9" fmla="*/ 31 h 31"/>
                <a:gd name="T10" fmla="*/ 6 w 19"/>
                <a:gd name="T11" fmla="*/ 15 h 31"/>
                <a:gd name="T12" fmla="*/ 0 w 19"/>
                <a:gd name="T13" fmla="*/ 0 h 31"/>
                <a:gd name="T14" fmla="*/ 0 w 19"/>
                <a:gd name="T15" fmla="*/ 0 h 31"/>
                <a:gd name="T16" fmla="*/ 10 w 19"/>
                <a:gd name="T17"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1">
                  <a:moveTo>
                    <a:pt x="10" y="5"/>
                  </a:moveTo>
                  <a:cubicBezTo>
                    <a:pt x="19" y="0"/>
                    <a:pt x="19" y="0"/>
                    <a:pt x="19" y="0"/>
                  </a:cubicBezTo>
                  <a:cubicBezTo>
                    <a:pt x="19" y="0"/>
                    <a:pt x="19" y="0"/>
                    <a:pt x="19" y="0"/>
                  </a:cubicBezTo>
                  <a:cubicBezTo>
                    <a:pt x="13" y="15"/>
                    <a:pt x="13" y="15"/>
                    <a:pt x="13" y="15"/>
                  </a:cubicBezTo>
                  <a:cubicBezTo>
                    <a:pt x="12" y="21"/>
                    <a:pt x="11" y="26"/>
                    <a:pt x="10" y="31"/>
                  </a:cubicBezTo>
                  <a:cubicBezTo>
                    <a:pt x="9" y="26"/>
                    <a:pt x="7" y="21"/>
                    <a:pt x="6" y="15"/>
                  </a:cubicBezTo>
                  <a:cubicBezTo>
                    <a:pt x="0" y="0"/>
                    <a:pt x="0" y="0"/>
                    <a:pt x="0" y="0"/>
                  </a:cubicBezTo>
                  <a:cubicBezTo>
                    <a:pt x="0" y="0"/>
                    <a:pt x="0" y="0"/>
                    <a:pt x="0" y="0"/>
                  </a:cubicBez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15" name="Line 139">
              <a:extLst>
                <a:ext uri="{FF2B5EF4-FFF2-40B4-BE49-F238E27FC236}">
                  <a16:creationId xmlns:a16="http://schemas.microsoft.com/office/drawing/2014/main" id="{1C759ADA-45B3-2FB1-DFF6-FF4773D124FE}"/>
                </a:ext>
              </a:extLst>
            </p:cNvPr>
            <p:cNvSpPr>
              <a:spLocks noChangeShapeType="1"/>
            </p:cNvSpPr>
            <p:nvPr/>
          </p:nvSpPr>
          <p:spPr bwMode="auto">
            <a:xfrm>
              <a:off x="677" y="459"/>
              <a:ext cx="8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516" name="Freeform 140">
              <a:extLst>
                <a:ext uri="{FF2B5EF4-FFF2-40B4-BE49-F238E27FC236}">
                  <a16:creationId xmlns:a16="http://schemas.microsoft.com/office/drawing/2014/main" id="{BB9C77D6-5733-62D1-EF2D-6DF3A916C8EC}"/>
                </a:ext>
              </a:extLst>
            </p:cNvPr>
            <p:cNvSpPr>
              <a:spLocks/>
            </p:cNvSpPr>
            <p:nvPr/>
          </p:nvSpPr>
          <p:spPr bwMode="auto">
            <a:xfrm>
              <a:off x="749" y="441"/>
              <a:ext cx="64" cy="38"/>
            </a:xfrm>
            <a:custGeom>
              <a:avLst/>
              <a:gdLst>
                <a:gd name="T0" fmla="*/ 6 w 32"/>
                <a:gd name="T1" fmla="*/ 9 h 19"/>
                <a:gd name="T2" fmla="*/ 0 w 32"/>
                <a:gd name="T3" fmla="*/ 0 h 19"/>
                <a:gd name="T4" fmla="*/ 0 w 32"/>
                <a:gd name="T5" fmla="*/ 0 h 19"/>
                <a:gd name="T6" fmla="*/ 16 w 32"/>
                <a:gd name="T7" fmla="*/ 6 h 19"/>
                <a:gd name="T8" fmla="*/ 32 w 32"/>
                <a:gd name="T9" fmla="*/ 9 h 19"/>
                <a:gd name="T10" fmla="*/ 16 w 32"/>
                <a:gd name="T11" fmla="*/ 13 h 19"/>
                <a:gd name="T12" fmla="*/ 0 w 32"/>
                <a:gd name="T13" fmla="*/ 19 h 19"/>
                <a:gd name="T14" fmla="*/ 0 w 32"/>
                <a:gd name="T15" fmla="*/ 19 h 19"/>
                <a:gd name="T16" fmla="*/ 6 w 32"/>
                <a:gd name="T17" fmla="*/ 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19">
                  <a:moveTo>
                    <a:pt x="6" y="9"/>
                  </a:moveTo>
                  <a:cubicBezTo>
                    <a:pt x="0" y="0"/>
                    <a:pt x="0" y="0"/>
                    <a:pt x="0" y="0"/>
                  </a:cubicBezTo>
                  <a:cubicBezTo>
                    <a:pt x="0" y="0"/>
                    <a:pt x="0" y="0"/>
                    <a:pt x="0" y="0"/>
                  </a:cubicBezTo>
                  <a:cubicBezTo>
                    <a:pt x="16" y="6"/>
                    <a:pt x="16" y="6"/>
                    <a:pt x="16" y="6"/>
                  </a:cubicBezTo>
                  <a:cubicBezTo>
                    <a:pt x="21" y="7"/>
                    <a:pt x="26" y="8"/>
                    <a:pt x="32" y="9"/>
                  </a:cubicBezTo>
                  <a:cubicBezTo>
                    <a:pt x="26" y="10"/>
                    <a:pt x="21" y="12"/>
                    <a:pt x="16" y="13"/>
                  </a:cubicBezTo>
                  <a:cubicBezTo>
                    <a:pt x="0" y="19"/>
                    <a:pt x="0" y="19"/>
                    <a:pt x="0" y="19"/>
                  </a:cubicBezTo>
                  <a:cubicBezTo>
                    <a:pt x="0" y="19"/>
                    <a:pt x="0" y="19"/>
                    <a:pt x="0" y="19"/>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17" name="Line 141">
              <a:extLst>
                <a:ext uri="{FF2B5EF4-FFF2-40B4-BE49-F238E27FC236}">
                  <a16:creationId xmlns:a16="http://schemas.microsoft.com/office/drawing/2014/main" id="{73604C9C-03C8-ECA5-1C8A-A0E13EC895F2}"/>
                </a:ext>
              </a:extLst>
            </p:cNvPr>
            <p:cNvSpPr>
              <a:spLocks noChangeShapeType="1"/>
            </p:cNvSpPr>
            <p:nvPr/>
          </p:nvSpPr>
          <p:spPr bwMode="auto">
            <a:xfrm>
              <a:off x="1679"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518" name="Freeform 142">
              <a:extLst>
                <a:ext uri="{FF2B5EF4-FFF2-40B4-BE49-F238E27FC236}">
                  <a16:creationId xmlns:a16="http://schemas.microsoft.com/office/drawing/2014/main" id="{93F5113A-9587-AED5-262C-2BE4CC775317}"/>
                </a:ext>
              </a:extLst>
            </p:cNvPr>
            <p:cNvSpPr>
              <a:spLocks/>
            </p:cNvSpPr>
            <p:nvPr/>
          </p:nvSpPr>
          <p:spPr bwMode="auto">
            <a:xfrm>
              <a:off x="1661" y="2405"/>
              <a:ext cx="34" cy="58"/>
            </a:xfrm>
            <a:custGeom>
              <a:avLst/>
              <a:gdLst>
                <a:gd name="T0" fmla="*/ 9 w 17"/>
                <a:gd name="T1" fmla="*/ 5 h 29"/>
                <a:gd name="T2" fmla="*/ 17 w 17"/>
                <a:gd name="T3" fmla="*/ 0 h 29"/>
                <a:gd name="T4" fmla="*/ 17 w 17"/>
                <a:gd name="T5" fmla="*/ 0 h 29"/>
                <a:gd name="T6" fmla="*/ 12 w 17"/>
                <a:gd name="T7" fmla="*/ 14 h 29"/>
                <a:gd name="T8" fmla="*/ 9 w 17"/>
                <a:gd name="T9" fmla="*/ 29 h 29"/>
                <a:gd name="T10" fmla="*/ 5 w 17"/>
                <a:gd name="T11" fmla="*/ 14 h 29"/>
                <a:gd name="T12" fmla="*/ 0 w 17"/>
                <a:gd name="T13" fmla="*/ 0 h 29"/>
                <a:gd name="T14" fmla="*/ 0 w 17"/>
                <a:gd name="T15" fmla="*/ 0 h 29"/>
                <a:gd name="T16" fmla="*/ 9 w 17"/>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9">
                  <a:moveTo>
                    <a:pt x="9" y="5"/>
                  </a:moveTo>
                  <a:cubicBezTo>
                    <a:pt x="17" y="0"/>
                    <a:pt x="17" y="0"/>
                    <a:pt x="17" y="0"/>
                  </a:cubicBezTo>
                  <a:cubicBezTo>
                    <a:pt x="17" y="0"/>
                    <a:pt x="17" y="0"/>
                    <a:pt x="17" y="0"/>
                  </a:cubicBezTo>
                  <a:cubicBezTo>
                    <a:pt x="12" y="14"/>
                    <a:pt x="12" y="14"/>
                    <a:pt x="12" y="14"/>
                  </a:cubicBezTo>
                  <a:cubicBezTo>
                    <a:pt x="11" y="19"/>
                    <a:pt x="10" y="24"/>
                    <a:pt x="9" y="29"/>
                  </a:cubicBezTo>
                  <a:cubicBezTo>
                    <a:pt x="8" y="24"/>
                    <a:pt x="6" y="19"/>
                    <a:pt x="5" y="14"/>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19" name="Line 143">
              <a:extLst>
                <a:ext uri="{FF2B5EF4-FFF2-40B4-BE49-F238E27FC236}">
                  <a16:creationId xmlns:a16="http://schemas.microsoft.com/office/drawing/2014/main" id="{ABC38969-C9ED-581B-066B-8F833AA73813}"/>
                </a:ext>
              </a:extLst>
            </p:cNvPr>
            <p:cNvSpPr>
              <a:spLocks noChangeShapeType="1"/>
            </p:cNvSpPr>
            <p:nvPr/>
          </p:nvSpPr>
          <p:spPr bwMode="auto">
            <a:xfrm>
              <a:off x="807" y="1925"/>
              <a:ext cx="1" cy="4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520" name="Freeform 144">
              <a:extLst>
                <a:ext uri="{FF2B5EF4-FFF2-40B4-BE49-F238E27FC236}">
                  <a16:creationId xmlns:a16="http://schemas.microsoft.com/office/drawing/2014/main" id="{398D332C-5957-1D42-3DE3-9BB89454B0FB}"/>
                </a:ext>
              </a:extLst>
            </p:cNvPr>
            <p:cNvSpPr>
              <a:spLocks/>
            </p:cNvSpPr>
            <p:nvPr/>
          </p:nvSpPr>
          <p:spPr bwMode="auto">
            <a:xfrm>
              <a:off x="789" y="2405"/>
              <a:ext cx="36" cy="58"/>
            </a:xfrm>
            <a:custGeom>
              <a:avLst/>
              <a:gdLst>
                <a:gd name="T0" fmla="*/ 9 w 18"/>
                <a:gd name="T1" fmla="*/ 5 h 29"/>
                <a:gd name="T2" fmla="*/ 18 w 18"/>
                <a:gd name="T3" fmla="*/ 0 h 29"/>
                <a:gd name="T4" fmla="*/ 18 w 18"/>
                <a:gd name="T5" fmla="*/ 0 h 29"/>
                <a:gd name="T6" fmla="*/ 12 w 18"/>
                <a:gd name="T7" fmla="*/ 14 h 29"/>
                <a:gd name="T8" fmla="*/ 9 w 18"/>
                <a:gd name="T9" fmla="*/ 29 h 29"/>
                <a:gd name="T10" fmla="*/ 6 w 18"/>
                <a:gd name="T11" fmla="*/ 14 h 29"/>
                <a:gd name="T12" fmla="*/ 0 w 18"/>
                <a:gd name="T13" fmla="*/ 0 h 29"/>
                <a:gd name="T14" fmla="*/ 1 w 18"/>
                <a:gd name="T15" fmla="*/ 0 h 29"/>
                <a:gd name="T16" fmla="*/ 9 w 18"/>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5"/>
                  </a:moveTo>
                  <a:cubicBezTo>
                    <a:pt x="18" y="0"/>
                    <a:pt x="18" y="0"/>
                    <a:pt x="18" y="0"/>
                  </a:cubicBezTo>
                  <a:cubicBezTo>
                    <a:pt x="18" y="0"/>
                    <a:pt x="18" y="0"/>
                    <a:pt x="18" y="0"/>
                  </a:cubicBezTo>
                  <a:cubicBezTo>
                    <a:pt x="12" y="14"/>
                    <a:pt x="12" y="14"/>
                    <a:pt x="12" y="14"/>
                  </a:cubicBezTo>
                  <a:cubicBezTo>
                    <a:pt x="11" y="19"/>
                    <a:pt x="10" y="24"/>
                    <a:pt x="9" y="29"/>
                  </a:cubicBezTo>
                  <a:cubicBezTo>
                    <a:pt x="8" y="24"/>
                    <a:pt x="7" y="19"/>
                    <a:pt x="6" y="14"/>
                  </a:cubicBezTo>
                  <a:cubicBezTo>
                    <a:pt x="0" y="0"/>
                    <a:pt x="0" y="0"/>
                    <a:pt x="0" y="0"/>
                  </a:cubicBezTo>
                  <a:cubicBezTo>
                    <a:pt x="1" y="0"/>
                    <a:pt x="1" y="0"/>
                    <a:pt x="1"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21" name="Rectangle 145">
              <a:extLst>
                <a:ext uri="{FF2B5EF4-FFF2-40B4-BE49-F238E27FC236}">
                  <a16:creationId xmlns:a16="http://schemas.microsoft.com/office/drawing/2014/main" id="{B266056D-48CD-22A5-4AE9-B4D2ECCEB688}"/>
                </a:ext>
              </a:extLst>
            </p:cNvPr>
            <p:cNvSpPr>
              <a:spLocks noChangeArrowheads="1"/>
            </p:cNvSpPr>
            <p:nvPr/>
          </p:nvSpPr>
          <p:spPr bwMode="auto">
            <a:xfrm>
              <a:off x="762" y="2469"/>
              <a:ext cx="1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M</a:t>
              </a:r>
              <a:endParaRPr lang="en-US" altLang="es-ES" sz="4000" u="none"/>
            </a:p>
          </p:txBody>
        </p:sp>
        <p:sp>
          <p:nvSpPr>
            <p:cNvPr id="869522" name="Rectangle 146">
              <a:extLst>
                <a:ext uri="{FF2B5EF4-FFF2-40B4-BE49-F238E27FC236}">
                  <a16:creationId xmlns:a16="http://schemas.microsoft.com/office/drawing/2014/main" id="{E9B4C11C-6C9C-CDC4-BB10-87564A82A8DB}"/>
                </a:ext>
              </a:extLst>
            </p:cNvPr>
            <p:cNvSpPr>
              <a:spLocks noChangeArrowheads="1"/>
            </p:cNvSpPr>
            <p:nvPr/>
          </p:nvSpPr>
          <p:spPr bwMode="auto">
            <a:xfrm>
              <a:off x="773" y="256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u="none"/>
            </a:p>
          </p:txBody>
        </p:sp>
        <p:sp>
          <p:nvSpPr>
            <p:cNvPr id="869523" name="Freeform 147">
              <a:extLst>
                <a:ext uri="{FF2B5EF4-FFF2-40B4-BE49-F238E27FC236}">
                  <a16:creationId xmlns:a16="http://schemas.microsoft.com/office/drawing/2014/main" id="{8B7DD025-8196-7D63-C81C-B83DA34A0603}"/>
                </a:ext>
              </a:extLst>
            </p:cNvPr>
            <p:cNvSpPr>
              <a:spLocks/>
            </p:cNvSpPr>
            <p:nvPr/>
          </p:nvSpPr>
          <p:spPr bwMode="auto">
            <a:xfrm>
              <a:off x="301" y="1689"/>
              <a:ext cx="1570" cy="236"/>
            </a:xfrm>
            <a:custGeom>
              <a:avLst/>
              <a:gdLst>
                <a:gd name="T0" fmla="*/ 146 w 1570"/>
                <a:gd name="T1" fmla="*/ 0 h 236"/>
                <a:gd name="T2" fmla="*/ 1570 w 1570"/>
                <a:gd name="T3" fmla="*/ 0 h 236"/>
                <a:gd name="T4" fmla="*/ 1570 w 1570"/>
                <a:gd name="T5" fmla="*/ 236 h 236"/>
                <a:gd name="T6" fmla="*/ 0 w 1570"/>
                <a:gd name="T7" fmla="*/ 236 h 236"/>
                <a:gd name="T8" fmla="*/ 0 w 1570"/>
                <a:gd name="T9" fmla="*/ 0 h 236"/>
                <a:gd name="T10" fmla="*/ 146 w 1570"/>
                <a:gd name="T11" fmla="*/ 0 h 236"/>
              </a:gdLst>
              <a:ahLst/>
              <a:cxnLst>
                <a:cxn ang="0">
                  <a:pos x="T0" y="T1"/>
                </a:cxn>
                <a:cxn ang="0">
                  <a:pos x="T2" y="T3"/>
                </a:cxn>
                <a:cxn ang="0">
                  <a:pos x="T4" y="T5"/>
                </a:cxn>
                <a:cxn ang="0">
                  <a:pos x="T6" y="T7"/>
                </a:cxn>
                <a:cxn ang="0">
                  <a:pos x="T8" y="T9"/>
                </a:cxn>
                <a:cxn ang="0">
                  <a:pos x="T10" y="T11"/>
                </a:cxn>
              </a:cxnLst>
              <a:rect l="0" t="0" r="r" b="b"/>
              <a:pathLst>
                <a:path w="1570" h="236">
                  <a:moveTo>
                    <a:pt x="146" y="0"/>
                  </a:moveTo>
                  <a:lnTo>
                    <a:pt x="1570" y="0"/>
                  </a:lnTo>
                  <a:lnTo>
                    <a:pt x="1570" y="236"/>
                  </a:lnTo>
                  <a:lnTo>
                    <a:pt x="0" y="236"/>
                  </a:lnTo>
                  <a:lnTo>
                    <a:pt x="0" y="0"/>
                  </a:lnTo>
                  <a:lnTo>
                    <a:pt x="146" y="0"/>
                  </a:lnTo>
                  <a:close/>
                </a:path>
              </a:pathLst>
            </a:custGeom>
            <a:solidFill>
              <a:srgbClr val="FFFFFF"/>
            </a:solidFill>
            <a:ln w="19050" cap="flat">
              <a:solidFill>
                <a:srgbClr val="000000"/>
              </a:solidFill>
              <a:prstDash val="solid"/>
              <a:miter lim="800000"/>
              <a:headEnd/>
              <a:tailEnd/>
            </a:ln>
          </p:spPr>
          <p:txBody>
            <a:bodyPr/>
            <a:lstStyle/>
            <a:p>
              <a:endParaRPr lang="es-ES"/>
            </a:p>
          </p:txBody>
        </p:sp>
        <p:sp>
          <p:nvSpPr>
            <p:cNvPr id="869524" name="Rectangle 148">
              <a:extLst>
                <a:ext uri="{FF2B5EF4-FFF2-40B4-BE49-F238E27FC236}">
                  <a16:creationId xmlns:a16="http://schemas.microsoft.com/office/drawing/2014/main" id="{202F9AE8-F535-B04F-D7A2-FE409CBE4D2C}"/>
                </a:ext>
              </a:extLst>
            </p:cNvPr>
            <p:cNvSpPr>
              <a:spLocks noChangeArrowheads="1"/>
            </p:cNvSpPr>
            <p:nvPr/>
          </p:nvSpPr>
          <p:spPr bwMode="auto">
            <a:xfrm>
              <a:off x="677" y="1744"/>
              <a:ext cx="94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Instruction decoder</a:t>
              </a:r>
              <a:endParaRPr lang="en-US" altLang="es-ES" sz="4000" u="none"/>
            </a:p>
          </p:txBody>
        </p:sp>
        <p:sp>
          <p:nvSpPr>
            <p:cNvPr id="869525" name="Rectangle 149">
              <a:extLst>
                <a:ext uri="{FF2B5EF4-FFF2-40B4-BE49-F238E27FC236}">
                  <a16:creationId xmlns:a16="http://schemas.microsoft.com/office/drawing/2014/main" id="{4C95EBA9-B1C1-D7D0-8E49-9744D622128E}"/>
                </a:ext>
              </a:extLst>
            </p:cNvPr>
            <p:cNvSpPr>
              <a:spLocks noChangeArrowheads="1"/>
            </p:cNvSpPr>
            <p:nvPr/>
          </p:nvSpPr>
          <p:spPr bwMode="auto">
            <a:xfrm>
              <a:off x="1657" y="246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J</a:t>
              </a:r>
              <a:endParaRPr lang="en-US" altLang="es-ES" sz="4000" u="none"/>
            </a:p>
          </p:txBody>
        </p:sp>
        <p:sp>
          <p:nvSpPr>
            <p:cNvPr id="869526" name="Rectangle 150">
              <a:extLst>
                <a:ext uri="{FF2B5EF4-FFF2-40B4-BE49-F238E27FC236}">
                  <a16:creationId xmlns:a16="http://schemas.microsoft.com/office/drawing/2014/main" id="{3BC87A9F-828C-8E44-8B90-47B9A1D0C44E}"/>
                </a:ext>
              </a:extLst>
            </p:cNvPr>
            <p:cNvSpPr>
              <a:spLocks noChangeArrowheads="1"/>
            </p:cNvSpPr>
            <p:nvPr/>
          </p:nvSpPr>
          <p:spPr bwMode="auto">
            <a:xfrm>
              <a:off x="1644" y="2562"/>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u="none"/>
            </a:p>
          </p:txBody>
        </p:sp>
        <p:sp>
          <p:nvSpPr>
            <p:cNvPr id="869527" name="Rectangle 151">
              <a:extLst>
                <a:ext uri="{FF2B5EF4-FFF2-40B4-BE49-F238E27FC236}">
                  <a16:creationId xmlns:a16="http://schemas.microsoft.com/office/drawing/2014/main" id="{BAC0A54B-FE26-0220-284F-DB8AB46B3669}"/>
                </a:ext>
              </a:extLst>
            </p:cNvPr>
            <p:cNvSpPr>
              <a:spLocks noChangeArrowheads="1"/>
            </p:cNvSpPr>
            <p:nvPr/>
          </p:nvSpPr>
          <p:spPr bwMode="auto">
            <a:xfrm>
              <a:off x="1125" y="197"/>
              <a:ext cx="362" cy="128"/>
            </a:xfrm>
            <a:prstGeom prst="rect">
              <a:avLst/>
            </a:prstGeom>
            <a:solidFill>
              <a:srgbClr val="FFFFFF"/>
            </a:solidFill>
            <a:ln w="19050">
              <a:solidFill>
                <a:srgbClr val="000000"/>
              </a:solidFill>
              <a:miter lim="800000"/>
              <a:headEnd/>
              <a:tailEnd/>
            </a:ln>
          </p:spPr>
          <p:txBody>
            <a:bodyPr/>
            <a:lstStyle/>
            <a:p>
              <a:endParaRPr lang="es-ES"/>
            </a:p>
          </p:txBody>
        </p:sp>
        <p:sp>
          <p:nvSpPr>
            <p:cNvPr id="869528" name="Rectangle 152">
              <a:extLst>
                <a:ext uri="{FF2B5EF4-FFF2-40B4-BE49-F238E27FC236}">
                  <a16:creationId xmlns:a16="http://schemas.microsoft.com/office/drawing/2014/main" id="{8643B289-BFD7-AC12-3B9D-EEC2A86E0E62}"/>
                </a:ext>
              </a:extLst>
            </p:cNvPr>
            <p:cNvSpPr>
              <a:spLocks noChangeArrowheads="1"/>
            </p:cNvSpPr>
            <p:nvPr/>
          </p:nvSpPr>
          <p:spPr bwMode="auto">
            <a:xfrm>
              <a:off x="1153" y="202"/>
              <a:ext cx="34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Extend</a:t>
              </a:r>
              <a:endParaRPr lang="en-US" altLang="es-ES" sz="4000" u="none"/>
            </a:p>
          </p:txBody>
        </p:sp>
        <p:sp>
          <p:nvSpPr>
            <p:cNvPr id="869529" name="Line 153">
              <a:extLst>
                <a:ext uri="{FF2B5EF4-FFF2-40B4-BE49-F238E27FC236}">
                  <a16:creationId xmlns:a16="http://schemas.microsoft.com/office/drawing/2014/main" id="{07CD7AC0-6DA1-01AB-2097-573BB9E3A0C6}"/>
                </a:ext>
              </a:extLst>
            </p:cNvPr>
            <p:cNvSpPr>
              <a:spLocks noChangeShapeType="1"/>
            </p:cNvSpPr>
            <p:nvPr/>
          </p:nvSpPr>
          <p:spPr bwMode="auto">
            <a:xfrm flipH="1">
              <a:off x="1533" y="1925"/>
              <a:ext cx="2" cy="49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530" name="Freeform 154">
              <a:extLst>
                <a:ext uri="{FF2B5EF4-FFF2-40B4-BE49-F238E27FC236}">
                  <a16:creationId xmlns:a16="http://schemas.microsoft.com/office/drawing/2014/main" id="{F29CDEF2-FBF2-2E88-BBD9-5C7A74A3C1D6}"/>
                </a:ext>
              </a:extLst>
            </p:cNvPr>
            <p:cNvSpPr>
              <a:spLocks/>
            </p:cNvSpPr>
            <p:nvPr/>
          </p:nvSpPr>
          <p:spPr bwMode="auto">
            <a:xfrm>
              <a:off x="1515" y="2405"/>
              <a:ext cx="36" cy="58"/>
            </a:xfrm>
            <a:custGeom>
              <a:avLst/>
              <a:gdLst>
                <a:gd name="T0" fmla="*/ 9 w 18"/>
                <a:gd name="T1" fmla="*/ 5 h 29"/>
                <a:gd name="T2" fmla="*/ 18 w 18"/>
                <a:gd name="T3" fmla="*/ 0 h 29"/>
                <a:gd name="T4" fmla="*/ 18 w 18"/>
                <a:gd name="T5" fmla="*/ 0 h 29"/>
                <a:gd name="T6" fmla="*/ 12 w 18"/>
                <a:gd name="T7" fmla="*/ 14 h 29"/>
                <a:gd name="T8" fmla="*/ 9 w 18"/>
                <a:gd name="T9" fmla="*/ 29 h 29"/>
                <a:gd name="T10" fmla="*/ 6 w 18"/>
                <a:gd name="T11" fmla="*/ 14 h 29"/>
                <a:gd name="T12" fmla="*/ 0 w 18"/>
                <a:gd name="T13" fmla="*/ 0 h 29"/>
                <a:gd name="T14" fmla="*/ 0 w 18"/>
                <a:gd name="T15" fmla="*/ 0 h 29"/>
                <a:gd name="T16" fmla="*/ 9 w 18"/>
                <a:gd name="T17" fmla="*/ 5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5"/>
                  </a:moveTo>
                  <a:cubicBezTo>
                    <a:pt x="18" y="0"/>
                    <a:pt x="18" y="0"/>
                    <a:pt x="18" y="0"/>
                  </a:cubicBezTo>
                  <a:cubicBezTo>
                    <a:pt x="18" y="0"/>
                    <a:pt x="18" y="0"/>
                    <a:pt x="18" y="0"/>
                  </a:cubicBezTo>
                  <a:cubicBezTo>
                    <a:pt x="12" y="14"/>
                    <a:pt x="12" y="14"/>
                    <a:pt x="12" y="14"/>
                  </a:cubicBezTo>
                  <a:cubicBezTo>
                    <a:pt x="11" y="19"/>
                    <a:pt x="10" y="24"/>
                    <a:pt x="9" y="29"/>
                  </a:cubicBezTo>
                  <a:cubicBezTo>
                    <a:pt x="8" y="24"/>
                    <a:pt x="7" y="19"/>
                    <a:pt x="6" y="14"/>
                  </a:cubicBezTo>
                  <a:cubicBezTo>
                    <a:pt x="0" y="0"/>
                    <a:pt x="0" y="0"/>
                    <a:pt x="0" y="0"/>
                  </a:cubicBezTo>
                  <a:cubicBezTo>
                    <a:pt x="0" y="0"/>
                    <a:pt x="0" y="0"/>
                    <a:pt x="0" y="0"/>
                  </a:cubicBez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31" name="Rectangle 155">
              <a:extLst>
                <a:ext uri="{FF2B5EF4-FFF2-40B4-BE49-F238E27FC236}">
                  <a16:creationId xmlns:a16="http://schemas.microsoft.com/office/drawing/2014/main" id="{020795DC-C29B-1481-C693-1CF0AE72DD8B}"/>
                </a:ext>
              </a:extLst>
            </p:cNvPr>
            <p:cNvSpPr>
              <a:spLocks noChangeArrowheads="1"/>
            </p:cNvSpPr>
            <p:nvPr/>
          </p:nvSpPr>
          <p:spPr bwMode="auto">
            <a:xfrm>
              <a:off x="1501" y="2561"/>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L</a:t>
              </a:r>
              <a:endParaRPr lang="en-US" altLang="es-ES" sz="4000" u="none"/>
            </a:p>
          </p:txBody>
        </p:sp>
        <p:sp>
          <p:nvSpPr>
            <p:cNvPr id="869532" name="Rectangle 156">
              <a:extLst>
                <a:ext uri="{FF2B5EF4-FFF2-40B4-BE49-F238E27FC236}">
                  <a16:creationId xmlns:a16="http://schemas.microsoft.com/office/drawing/2014/main" id="{D490E972-B555-2AAB-5E29-D485ABA4E21D}"/>
                </a:ext>
              </a:extLst>
            </p:cNvPr>
            <p:cNvSpPr>
              <a:spLocks noChangeArrowheads="1"/>
            </p:cNvSpPr>
            <p:nvPr/>
          </p:nvSpPr>
          <p:spPr bwMode="auto">
            <a:xfrm>
              <a:off x="1504" y="2469"/>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a:t>
              </a:r>
              <a:endParaRPr lang="en-US" altLang="es-ES" sz="4000" u="none"/>
            </a:p>
          </p:txBody>
        </p:sp>
        <p:sp>
          <p:nvSpPr>
            <p:cNvPr id="869533" name="Line 157">
              <a:extLst>
                <a:ext uri="{FF2B5EF4-FFF2-40B4-BE49-F238E27FC236}">
                  <a16:creationId xmlns:a16="http://schemas.microsoft.com/office/drawing/2014/main" id="{28125296-15F7-6D16-C30E-1A02D7341204}"/>
                </a:ext>
              </a:extLst>
            </p:cNvPr>
            <p:cNvSpPr>
              <a:spLocks noChangeShapeType="1"/>
            </p:cNvSpPr>
            <p:nvPr/>
          </p:nvSpPr>
          <p:spPr bwMode="auto">
            <a:xfrm>
              <a:off x="1823" y="1925"/>
              <a:ext cx="1" cy="49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534" name="Freeform 158">
              <a:extLst>
                <a:ext uri="{FF2B5EF4-FFF2-40B4-BE49-F238E27FC236}">
                  <a16:creationId xmlns:a16="http://schemas.microsoft.com/office/drawing/2014/main" id="{2B4C8085-A8F5-A76E-A655-003702DE06E9}"/>
                </a:ext>
              </a:extLst>
            </p:cNvPr>
            <p:cNvSpPr>
              <a:spLocks/>
            </p:cNvSpPr>
            <p:nvPr/>
          </p:nvSpPr>
          <p:spPr bwMode="auto">
            <a:xfrm>
              <a:off x="1803" y="2399"/>
              <a:ext cx="40" cy="64"/>
            </a:xfrm>
            <a:custGeom>
              <a:avLst/>
              <a:gdLst>
                <a:gd name="T0" fmla="*/ 10 w 20"/>
                <a:gd name="T1" fmla="*/ 6 h 32"/>
                <a:gd name="T2" fmla="*/ 20 w 20"/>
                <a:gd name="T3" fmla="*/ 0 h 32"/>
                <a:gd name="T4" fmla="*/ 20 w 20"/>
                <a:gd name="T5" fmla="*/ 0 h 32"/>
                <a:gd name="T6" fmla="*/ 14 w 20"/>
                <a:gd name="T7" fmla="*/ 16 h 32"/>
                <a:gd name="T8" fmla="*/ 10 w 20"/>
                <a:gd name="T9" fmla="*/ 32 h 32"/>
                <a:gd name="T10" fmla="*/ 7 w 20"/>
                <a:gd name="T11" fmla="*/ 16 h 32"/>
                <a:gd name="T12" fmla="*/ 0 w 20"/>
                <a:gd name="T13" fmla="*/ 0 h 32"/>
                <a:gd name="T14" fmla="*/ 1 w 20"/>
                <a:gd name="T15" fmla="*/ 0 h 32"/>
                <a:gd name="T16" fmla="*/ 10 w 20"/>
                <a:gd name="T17"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32">
                  <a:moveTo>
                    <a:pt x="10" y="6"/>
                  </a:moveTo>
                  <a:cubicBezTo>
                    <a:pt x="20" y="0"/>
                    <a:pt x="20" y="0"/>
                    <a:pt x="20" y="0"/>
                  </a:cubicBezTo>
                  <a:cubicBezTo>
                    <a:pt x="20" y="0"/>
                    <a:pt x="20" y="0"/>
                    <a:pt x="20" y="0"/>
                  </a:cubicBezTo>
                  <a:cubicBezTo>
                    <a:pt x="14" y="16"/>
                    <a:pt x="14" y="16"/>
                    <a:pt x="14" y="16"/>
                  </a:cubicBezTo>
                  <a:cubicBezTo>
                    <a:pt x="12" y="21"/>
                    <a:pt x="11" y="27"/>
                    <a:pt x="10" y="32"/>
                  </a:cubicBezTo>
                  <a:cubicBezTo>
                    <a:pt x="9" y="27"/>
                    <a:pt x="8" y="21"/>
                    <a:pt x="7" y="16"/>
                  </a:cubicBezTo>
                  <a:cubicBezTo>
                    <a:pt x="0" y="0"/>
                    <a:pt x="0" y="0"/>
                    <a:pt x="0" y="0"/>
                  </a:cubicBezTo>
                  <a:cubicBezTo>
                    <a:pt x="1" y="0"/>
                    <a:pt x="1" y="0"/>
                    <a:pt x="1" y="0"/>
                  </a:cubicBez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35" name="Rectangle 159">
              <a:extLst>
                <a:ext uri="{FF2B5EF4-FFF2-40B4-BE49-F238E27FC236}">
                  <a16:creationId xmlns:a16="http://schemas.microsoft.com/office/drawing/2014/main" id="{70DF818E-88D6-1189-A9A0-A7B38B49E309}"/>
                </a:ext>
              </a:extLst>
            </p:cNvPr>
            <p:cNvSpPr>
              <a:spLocks noChangeArrowheads="1"/>
            </p:cNvSpPr>
            <p:nvPr/>
          </p:nvSpPr>
          <p:spPr bwMode="auto">
            <a:xfrm>
              <a:off x="1789" y="2469"/>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u="none"/>
            </a:p>
          </p:txBody>
        </p:sp>
        <p:sp>
          <p:nvSpPr>
            <p:cNvPr id="869536" name="Rectangle 160">
              <a:extLst>
                <a:ext uri="{FF2B5EF4-FFF2-40B4-BE49-F238E27FC236}">
                  <a16:creationId xmlns:a16="http://schemas.microsoft.com/office/drawing/2014/main" id="{AD349A1B-248B-3079-8C50-7AB35EB43F32}"/>
                </a:ext>
              </a:extLst>
            </p:cNvPr>
            <p:cNvSpPr>
              <a:spLocks noChangeArrowheads="1"/>
            </p:cNvSpPr>
            <p:nvPr/>
          </p:nvSpPr>
          <p:spPr bwMode="auto">
            <a:xfrm>
              <a:off x="1789" y="2561"/>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a:t>
              </a:r>
              <a:endParaRPr lang="en-US" altLang="es-ES" sz="4000" u="none"/>
            </a:p>
          </p:txBody>
        </p:sp>
        <p:sp>
          <p:nvSpPr>
            <p:cNvPr id="869537" name="Rectangle 161">
              <a:extLst>
                <a:ext uri="{FF2B5EF4-FFF2-40B4-BE49-F238E27FC236}">
                  <a16:creationId xmlns:a16="http://schemas.microsoft.com/office/drawing/2014/main" id="{47A7F0A6-61B5-C6B6-8001-740B13BDEAE4}"/>
                </a:ext>
              </a:extLst>
            </p:cNvPr>
            <p:cNvSpPr>
              <a:spLocks noChangeArrowheads="1"/>
            </p:cNvSpPr>
            <p:nvPr/>
          </p:nvSpPr>
          <p:spPr bwMode="auto">
            <a:xfrm>
              <a:off x="331" y="253"/>
              <a:ext cx="368" cy="416"/>
            </a:xfrm>
            <a:prstGeom prst="rect">
              <a:avLst/>
            </a:prstGeom>
            <a:solidFill>
              <a:srgbClr val="FFFFFF"/>
            </a:solidFill>
            <a:ln w="19050">
              <a:solidFill>
                <a:srgbClr val="000000"/>
              </a:solidFill>
              <a:miter lim="800000"/>
              <a:headEnd/>
              <a:tailEnd/>
            </a:ln>
          </p:spPr>
          <p:txBody>
            <a:bodyPr/>
            <a:lstStyle/>
            <a:p>
              <a:endParaRPr lang="es-ES"/>
            </a:p>
          </p:txBody>
        </p:sp>
        <p:sp>
          <p:nvSpPr>
            <p:cNvPr id="869538" name="Rectangle 162">
              <a:extLst>
                <a:ext uri="{FF2B5EF4-FFF2-40B4-BE49-F238E27FC236}">
                  <a16:creationId xmlns:a16="http://schemas.microsoft.com/office/drawing/2014/main" id="{C0D7CDF7-4E1D-1203-F282-B693B9353FAF}"/>
                </a:ext>
              </a:extLst>
            </p:cNvPr>
            <p:cNvSpPr>
              <a:spLocks noChangeArrowheads="1"/>
            </p:cNvSpPr>
            <p:nvPr/>
          </p:nvSpPr>
          <p:spPr bwMode="auto">
            <a:xfrm>
              <a:off x="344" y="355"/>
              <a:ext cx="3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Branch</a:t>
              </a:r>
              <a:endParaRPr lang="en-US" altLang="es-ES" sz="4000" u="none"/>
            </a:p>
          </p:txBody>
        </p:sp>
        <p:sp>
          <p:nvSpPr>
            <p:cNvPr id="869539" name="Rectangle 163">
              <a:extLst>
                <a:ext uri="{FF2B5EF4-FFF2-40B4-BE49-F238E27FC236}">
                  <a16:creationId xmlns:a16="http://schemas.microsoft.com/office/drawing/2014/main" id="{5E7EB1ED-A341-98B2-DF8A-9E392DF79984}"/>
                </a:ext>
              </a:extLst>
            </p:cNvPr>
            <p:cNvSpPr>
              <a:spLocks noChangeArrowheads="1"/>
            </p:cNvSpPr>
            <p:nvPr/>
          </p:nvSpPr>
          <p:spPr bwMode="auto">
            <a:xfrm>
              <a:off x="333" y="463"/>
              <a:ext cx="3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Control</a:t>
              </a:r>
              <a:endParaRPr lang="en-US" altLang="es-ES" sz="4000" u="none"/>
            </a:p>
          </p:txBody>
        </p:sp>
        <p:sp>
          <p:nvSpPr>
            <p:cNvPr id="869540" name="Line 164">
              <a:extLst>
                <a:ext uri="{FF2B5EF4-FFF2-40B4-BE49-F238E27FC236}">
                  <a16:creationId xmlns:a16="http://schemas.microsoft.com/office/drawing/2014/main" id="{C9E57007-1A05-982B-E4DF-EB34F9C849FB}"/>
                </a:ext>
              </a:extLst>
            </p:cNvPr>
            <p:cNvSpPr>
              <a:spLocks noChangeShapeType="1"/>
            </p:cNvSpPr>
            <p:nvPr/>
          </p:nvSpPr>
          <p:spPr bwMode="auto">
            <a:xfrm>
              <a:off x="233" y="311"/>
              <a:ext cx="5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541" name="Freeform 165">
              <a:extLst>
                <a:ext uri="{FF2B5EF4-FFF2-40B4-BE49-F238E27FC236}">
                  <a16:creationId xmlns:a16="http://schemas.microsoft.com/office/drawing/2014/main" id="{3190AA00-27ED-1F1B-06E3-F7C72236009F}"/>
                </a:ext>
              </a:extLst>
            </p:cNvPr>
            <p:cNvSpPr>
              <a:spLocks/>
            </p:cNvSpPr>
            <p:nvPr/>
          </p:nvSpPr>
          <p:spPr bwMode="auto">
            <a:xfrm>
              <a:off x="273" y="293"/>
              <a:ext cx="58" cy="36"/>
            </a:xfrm>
            <a:custGeom>
              <a:avLst/>
              <a:gdLst>
                <a:gd name="T0" fmla="*/ 6 w 29"/>
                <a:gd name="T1" fmla="*/ 9 h 18"/>
                <a:gd name="T2" fmla="*/ 0 w 29"/>
                <a:gd name="T3" fmla="*/ 0 h 18"/>
                <a:gd name="T4" fmla="*/ 1 w 29"/>
                <a:gd name="T5" fmla="*/ 0 h 18"/>
                <a:gd name="T6" fmla="*/ 15 w 29"/>
                <a:gd name="T7" fmla="*/ 6 h 18"/>
                <a:gd name="T8" fmla="*/ 29 w 29"/>
                <a:gd name="T9" fmla="*/ 9 h 18"/>
                <a:gd name="T10" fmla="*/ 15 w 29"/>
                <a:gd name="T11" fmla="*/ 12 h 18"/>
                <a:gd name="T12" fmla="*/ 1 w 29"/>
                <a:gd name="T13" fmla="*/ 18 h 18"/>
                <a:gd name="T14" fmla="*/ 0 w 29"/>
                <a:gd name="T15" fmla="*/ 18 h 18"/>
                <a:gd name="T16" fmla="*/ 6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6" y="9"/>
                  </a:moveTo>
                  <a:cubicBezTo>
                    <a:pt x="0" y="0"/>
                    <a:pt x="0" y="0"/>
                    <a:pt x="0" y="0"/>
                  </a:cubicBezTo>
                  <a:cubicBezTo>
                    <a:pt x="1" y="0"/>
                    <a:pt x="1" y="0"/>
                    <a:pt x="1" y="0"/>
                  </a:cubicBezTo>
                  <a:cubicBezTo>
                    <a:pt x="15" y="6"/>
                    <a:pt x="15" y="6"/>
                    <a:pt x="15" y="6"/>
                  </a:cubicBezTo>
                  <a:cubicBezTo>
                    <a:pt x="20" y="7"/>
                    <a:pt x="24" y="8"/>
                    <a:pt x="29" y="9"/>
                  </a:cubicBezTo>
                  <a:cubicBezTo>
                    <a:pt x="24" y="10"/>
                    <a:pt x="20" y="11"/>
                    <a:pt x="15" y="12"/>
                  </a:cubicBezTo>
                  <a:cubicBezTo>
                    <a:pt x="1" y="18"/>
                    <a:pt x="1" y="18"/>
                    <a:pt x="1" y="18"/>
                  </a:cubicBezTo>
                  <a:cubicBezTo>
                    <a:pt x="0" y="18"/>
                    <a:pt x="0" y="18"/>
                    <a:pt x="0" y="18"/>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42" name="Line 166">
              <a:extLst>
                <a:ext uri="{FF2B5EF4-FFF2-40B4-BE49-F238E27FC236}">
                  <a16:creationId xmlns:a16="http://schemas.microsoft.com/office/drawing/2014/main" id="{654B5653-2457-F5CB-50CA-5FA08AA08653}"/>
                </a:ext>
              </a:extLst>
            </p:cNvPr>
            <p:cNvSpPr>
              <a:spLocks noChangeShapeType="1"/>
            </p:cNvSpPr>
            <p:nvPr/>
          </p:nvSpPr>
          <p:spPr bwMode="auto">
            <a:xfrm>
              <a:off x="233" y="517"/>
              <a:ext cx="5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543" name="Freeform 167">
              <a:extLst>
                <a:ext uri="{FF2B5EF4-FFF2-40B4-BE49-F238E27FC236}">
                  <a16:creationId xmlns:a16="http://schemas.microsoft.com/office/drawing/2014/main" id="{9993D0E7-85CD-438D-3970-6C9B96B62AF1}"/>
                </a:ext>
              </a:extLst>
            </p:cNvPr>
            <p:cNvSpPr>
              <a:spLocks/>
            </p:cNvSpPr>
            <p:nvPr/>
          </p:nvSpPr>
          <p:spPr bwMode="auto">
            <a:xfrm>
              <a:off x="273" y="499"/>
              <a:ext cx="58" cy="34"/>
            </a:xfrm>
            <a:custGeom>
              <a:avLst/>
              <a:gdLst>
                <a:gd name="T0" fmla="*/ 6 w 29"/>
                <a:gd name="T1" fmla="*/ 9 h 17"/>
                <a:gd name="T2" fmla="*/ 0 w 29"/>
                <a:gd name="T3" fmla="*/ 0 h 17"/>
                <a:gd name="T4" fmla="*/ 1 w 29"/>
                <a:gd name="T5" fmla="*/ 0 h 17"/>
                <a:gd name="T6" fmla="*/ 15 w 29"/>
                <a:gd name="T7" fmla="*/ 5 h 17"/>
                <a:gd name="T8" fmla="*/ 29 w 29"/>
                <a:gd name="T9" fmla="*/ 9 h 17"/>
                <a:gd name="T10" fmla="*/ 15 w 29"/>
                <a:gd name="T11" fmla="*/ 12 h 17"/>
                <a:gd name="T12" fmla="*/ 1 w 29"/>
                <a:gd name="T13" fmla="*/ 17 h 17"/>
                <a:gd name="T14" fmla="*/ 0 w 29"/>
                <a:gd name="T15" fmla="*/ 17 h 17"/>
                <a:gd name="T16" fmla="*/ 6 w 29"/>
                <a:gd name="T17"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6" y="9"/>
                  </a:moveTo>
                  <a:cubicBezTo>
                    <a:pt x="0" y="0"/>
                    <a:pt x="0" y="0"/>
                    <a:pt x="0" y="0"/>
                  </a:cubicBezTo>
                  <a:cubicBezTo>
                    <a:pt x="1" y="0"/>
                    <a:pt x="1" y="0"/>
                    <a:pt x="1" y="0"/>
                  </a:cubicBezTo>
                  <a:cubicBezTo>
                    <a:pt x="15" y="5"/>
                    <a:pt x="15" y="5"/>
                    <a:pt x="15" y="5"/>
                  </a:cubicBezTo>
                  <a:cubicBezTo>
                    <a:pt x="20" y="6"/>
                    <a:pt x="24" y="7"/>
                    <a:pt x="29" y="9"/>
                  </a:cubicBezTo>
                  <a:cubicBezTo>
                    <a:pt x="24" y="10"/>
                    <a:pt x="20" y="11"/>
                    <a:pt x="15" y="12"/>
                  </a:cubicBezTo>
                  <a:cubicBezTo>
                    <a:pt x="1" y="17"/>
                    <a:pt x="1" y="17"/>
                    <a:pt x="1" y="17"/>
                  </a:cubicBezTo>
                  <a:cubicBezTo>
                    <a:pt x="0" y="17"/>
                    <a:pt x="0" y="17"/>
                    <a:pt x="0" y="17"/>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44" name="Line 168">
              <a:extLst>
                <a:ext uri="{FF2B5EF4-FFF2-40B4-BE49-F238E27FC236}">
                  <a16:creationId xmlns:a16="http://schemas.microsoft.com/office/drawing/2014/main" id="{249A17E2-8350-29CC-D533-F951EDC20F4F}"/>
                </a:ext>
              </a:extLst>
            </p:cNvPr>
            <p:cNvSpPr>
              <a:spLocks noChangeShapeType="1"/>
            </p:cNvSpPr>
            <p:nvPr/>
          </p:nvSpPr>
          <p:spPr bwMode="auto">
            <a:xfrm>
              <a:off x="233" y="411"/>
              <a:ext cx="5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545" name="Freeform 169">
              <a:extLst>
                <a:ext uri="{FF2B5EF4-FFF2-40B4-BE49-F238E27FC236}">
                  <a16:creationId xmlns:a16="http://schemas.microsoft.com/office/drawing/2014/main" id="{A6178BD4-8AB0-C7DF-DC45-8F2B77B17E83}"/>
                </a:ext>
              </a:extLst>
            </p:cNvPr>
            <p:cNvSpPr>
              <a:spLocks/>
            </p:cNvSpPr>
            <p:nvPr/>
          </p:nvSpPr>
          <p:spPr bwMode="auto">
            <a:xfrm>
              <a:off x="273" y="393"/>
              <a:ext cx="58" cy="36"/>
            </a:xfrm>
            <a:custGeom>
              <a:avLst/>
              <a:gdLst>
                <a:gd name="T0" fmla="*/ 6 w 29"/>
                <a:gd name="T1" fmla="*/ 9 h 18"/>
                <a:gd name="T2" fmla="*/ 0 w 29"/>
                <a:gd name="T3" fmla="*/ 0 h 18"/>
                <a:gd name="T4" fmla="*/ 1 w 29"/>
                <a:gd name="T5" fmla="*/ 0 h 18"/>
                <a:gd name="T6" fmla="*/ 15 w 29"/>
                <a:gd name="T7" fmla="*/ 6 h 18"/>
                <a:gd name="T8" fmla="*/ 29 w 29"/>
                <a:gd name="T9" fmla="*/ 9 h 18"/>
                <a:gd name="T10" fmla="*/ 15 w 29"/>
                <a:gd name="T11" fmla="*/ 12 h 18"/>
                <a:gd name="T12" fmla="*/ 1 w 29"/>
                <a:gd name="T13" fmla="*/ 18 h 18"/>
                <a:gd name="T14" fmla="*/ 0 w 29"/>
                <a:gd name="T15" fmla="*/ 18 h 18"/>
                <a:gd name="T16" fmla="*/ 6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6" y="9"/>
                  </a:moveTo>
                  <a:cubicBezTo>
                    <a:pt x="0" y="0"/>
                    <a:pt x="0" y="0"/>
                    <a:pt x="0" y="0"/>
                  </a:cubicBezTo>
                  <a:cubicBezTo>
                    <a:pt x="1" y="0"/>
                    <a:pt x="1" y="0"/>
                    <a:pt x="1" y="0"/>
                  </a:cubicBezTo>
                  <a:cubicBezTo>
                    <a:pt x="15" y="6"/>
                    <a:pt x="15" y="6"/>
                    <a:pt x="15" y="6"/>
                  </a:cubicBezTo>
                  <a:cubicBezTo>
                    <a:pt x="20" y="7"/>
                    <a:pt x="24" y="8"/>
                    <a:pt x="29" y="9"/>
                  </a:cubicBezTo>
                  <a:cubicBezTo>
                    <a:pt x="24" y="10"/>
                    <a:pt x="20" y="11"/>
                    <a:pt x="15" y="12"/>
                  </a:cubicBezTo>
                  <a:cubicBezTo>
                    <a:pt x="1" y="18"/>
                    <a:pt x="1" y="18"/>
                    <a:pt x="1" y="18"/>
                  </a:cubicBezTo>
                  <a:cubicBezTo>
                    <a:pt x="0" y="18"/>
                    <a:pt x="0" y="18"/>
                    <a:pt x="0" y="18"/>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46" name="Line 170">
              <a:extLst>
                <a:ext uri="{FF2B5EF4-FFF2-40B4-BE49-F238E27FC236}">
                  <a16:creationId xmlns:a16="http://schemas.microsoft.com/office/drawing/2014/main" id="{8C3AFA72-71DE-36AF-80DC-3972CCCD157C}"/>
                </a:ext>
              </a:extLst>
            </p:cNvPr>
            <p:cNvSpPr>
              <a:spLocks noChangeShapeType="1"/>
            </p:cNvSpPr>
            <p:nvPr/>
          </p:nvSpPr>
          <p:spPr bwMode="auto">
            <a:xfrm>
              <a:off x="233" y="611"/>
              <a:ext cx="56" cy="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547" name="Freeform 171">
              <a:extLst>
                <a:ext uri="{FF2B5EF4-FFF2-40B4-BE49-F238E27FC236}">
                  <a16:creationId xmlns:a16="http://schemas.microsoft.com/office/drawing/2014/main" id="{89826579-6F2A-9855-DCD9-0FA4282A89E3}"/>
                </a:ext>
              </a:extLst>
            </p:cNvPr>
            <p:cNvSpPr>
              <a:spLocks/>
            </p:cNvSpPr>
            <p:nvPr/>
          </p:nvSpPr>
          <p:spPr bwMode="auto">
            <a:xfrm>
              <a:off x="273" y="593"/>
              <a:ext cx="58" cy="36"/>
            </a:xfrm>
            <a:custGeom>
              <a:avLst/>
              <a:gdLst>
                <a:gd name="T0" fmla="*/ 6 w 29"/>
                <a:gd name="T1" fmla="*/ 9 h 18"/>
                <a:gd name="T2" fmla="*/ 0 w 29"/>
                <a:gd name="T3" fmla="*/ 1 h 18"/>
                <a:gd name="T4" fmla="*/ 1 w 29"/>
                <a:gd name="T5" fmla="*/ 0 h 18"/>
                <a:gd name="T6" fmla="*/ 15 w 29"/>
                <a:gd name="T7" fmla="*/ 6 h 18"/>
                <a:gd name="T8" fmla="*/ 29 w 29"/>
                <a:gd name="T9" fmla="*/ 9 h 18"/>
                <a:gd name="T10" fmla="*/ 15 w 29"/>
                <a:gd name="T11" fmla="*/ 12 h 18"/>
                <a:gd name="T12" fmla="*/ 1 w 29"/>
                <a:gd name="T13" fmla="*/ 18 h 18"/>
                <a:gd name="T14" fmla="*/ 0 w 29"/>
                <a:gd name="T15" fmla="*/ 18 h 18"/>
                <a:gd name="T16" fmla="*/ 6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6" y="9"/>
                  </a:moveTo>
                  <a:cubicBezTo>
                    <a:pt x="0" y="1"/>
                    <a:pt x="0" y="1"/>
                    <a:pt x="0" y="1"/>
                  </a:cubicBezTo>
                  <a:cubicBezTo>
                    <a:pt x="1" y="0"/>
                    <a:pt x="1" y="0"/>
                    <a:pt x="1" y="0"/>
                  </a:cubicBezTo>
                  <a:cubicBezTo>
                    <a:pt x="15" y="6"/>
                    <a:pt x="15" y="6"/>
                    <a:pt x="15" y="6"/>
                  </a:cubicBezTo>
                  <a:cubicBezTo>
                    <a:pt x="20" y="7"/>
                    <a:pt x="24" y="8"/>
                    <a:pt x="29" y="9"/>
                  </a:cubicBezTo>
                  <a:cubicBezTo>
                    <a:pt x="24" y="10"/>
                    <a:pt x="20" y="11"/>
                    <a:pt x="15" y="12"/>
                  </a:cubicBezTo>
                  <a:cubicBezTo>
                    <a:pt x="1" y="18"/>
                    <a:pt x="1" y="18"/>
                    <a:pt x="1" y="18"/>
                  </a:cubicBezTo>
                  <a:cubicBezTo>
                    <a:pt x="0" y="18"/>
                    <a:pt x="0" y="18"/>
                    <a:pt x="0" y="18"/>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48" name="Rectangle 172">
              <a:extLst>
                <a:ext uri="{FF2B5EF4-FFF2-40B4-BE49-F238E27FC236}">
                  <a16:creationId xmlns:a16="http://schemas.microsoft.com/office/drawing/2014/main" id="{DBD97B4C-BA84-B052-787A-4CBD5774CA37}"/>
                </a:ext>
              </a:extLst>
            </p:cNvPr>
            <p:cNvSpPr>
              <a:spLocks noChangeArrowheads="1"/>
            </p:cNvSpPr>
            <p:nvPr/>
          </p:nvSpPr>
          <p:spPr bwMode="auto">
            <a:xfrm>
              <a:off x="133" y="24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V</a:t>
              </a:r>
              <a:endParaRPr lang="en-US" altLang="es-ES" sz="4000" u="none"/>
            </a:p>
          </p:txBody>
        </p:sp>
        <p:sp>
          <p:nvSpPr>
            <p:cNvPr id="869549" name="Rectangle 173">
              <a:extLst>
                <a:ext uri="{FF2B5EF4-FFF2-40B4-BE49-F238E27FC236}">
                  <a16:creationId xmlns:a16="http://schemas.microsoft.com/office/drawing/2014/main" id="{140EA4B1-97E3-2974-02CA-42D58B3EEB1A}"/>
                </a:ext>
              </a:extLst>
            </p:cNvPr>
            <p:cNvSpPr>
              <a:spLocks noChangeArrowheads="1"/>
            </p:cNvSpPr>
            <p:nvPr/>
          </p:nvSpPr>
          <p:spPr bwMode="auto">
            <a:xfrm>
              <a:off x="138" y="34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a:t>
              </a:r>
              <a:endParaRPr lang="en-US" altLang="es-ES" sz="4000" u="none"/>
            </a:p>
          </p:txBody>
        </p:sp>
        <p:sp>
          <p:nvSpPr>
            <p:cNvPr id="869550" name="Rectangle 174">
              <a:extLst>
                <a:ext uri="{FF2B5EF4-FFF2-40B4-BE49-F238E27FC236}">
                  <a16:creationId xmlns:a16="http://schemas.microsoft.com/office/drawing/2014/main" id="{7DD5D729-5062-20B1-D20B-D4780D6F89B5}"/>
                </a:ext>
              </a:extLst>
            </p:cNvPr>
            <p:cNvSpPr>
              <a:spLocks noChangeArrowheads="1"/>
            </p:cNvSpPr>
            <p:nvPr/>
          </p:nvSpPr>
          <p:spPr bwMode="auto">
            <a:xfrm>
              <a:off x="134" y="45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N</a:t>
              </a:r>
              <a:endParaRPr lang="en-US" altLang="es-ES" sz="4000" u="none"/>
            </a:p>
          </p:txBody>
        </p:sp>
        <p:sp>
          <p:nvSpPr>
            <p:cNvPr id="869551" name="Rectangle 175">
              <a:extLst>
                <a:ext uri="{FF2B5EF4-FFF2-40B4-BE49-F238E27FC236}">
                  <a16:creationId xmlns:a16="http://schemas.microsoft.com/office/drawing/2014/main" id="{719AB5C2-AE6F-0453-11B7-B63090C6EB1A}"/>
                </a:ext>
              </a:extLst>
            </p:cNvPr>
            <p:cNvSpPr>
              <a:spLocks noChangeArrowheads="1"/>
            </p:cNvSpPr>
            <p:nvPr/>
          </p:nvSpPr>
          <p:spPr bwMode="auto">
            <a:xfrm>
              <a:off x="139" y="54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Z</a:t>
              </a:r>
              <a:endParaRPr lang="en-US" altLang="es-ES" sz="4000" u="none"/>
            </a:p>
          </p:txBody>
        </p:sp>
        <p:sp>
          <p:nvSpPr>
            <p:cNvPr id="869552" name="Line 176">
              <a:extLst>
                <a:ext uri="{FF2B5EF4-FFF2-40B4-BE49-F238E27FC236}">
                  <a16:creationId xmlns:a16="http://schemas.microsoft.com/office/drawing/2014/main" id="{B10B9F1E-D1EE-1BB8-CC88-C8BF52453C25}"/>
                </a:ext>
              </a:extLst>
            </p:cNvPr>
            <p:cNvSpPr>
              <a:spLocks noChangeShapeType="1"/>
            </p:cNvSpPr>
            <p:nvPr/>
          </p:nvSpPr>
          <p:spPr bwMode="auto">
            <a:xfrm flipV="1">
              <a:off x="389" y="711"/>
              <a:ext cx="1" cy="9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553" name="Freeform 177">
              <a:extLst>
                <a:ext uri="{FF2B5EF4-FFF2-40B4-BE49-F238E27FC236}">
                  <a16:creationId xmlns:a16="http://schemas.microsoft.com/office/drawing/2014/main" id="{9429A26C-6BF9-7210-25B5-A405931E3A03}"/>
                </a:ext>
              </a:extLst>
            </p:cNvPr>
            <p:cNvSpPr>
              <a:spLocks/>
            </p:cNvSpPr>
            <p:nvPr/>
          </p:nvSpPr>
          <p:spPr bwMode="auto">
            <a:xfrm>
              <a:off x="371" y="669"/>
              <a:ext cx="36" cy="58"/>
            </a:xfrm>
            <a:custGeom>
              <a:avLst/>
              <a:gdLst>
                <a:gd name="T0" fmla="*/ 9 w 18"/>
                <a:gd name="T1" fmla="*/ 24 h 29"/>
                <a:gd name="T2" fmla="*/ 1 w 18"/>
                <a:gd name="T3" fmla="*/ 29 h 29"/>
                <a:gd name="T4" fmla="*/ 0 w 18"/>
                <a:gd name="T5" fmla="*/ 28 h 29"/>
                <a:gd name="T6" fmla="*/ 6 w 18"/>
                <a:gd name="T7" fmla="*/ 14 h 29"/>
                <a:gd name="T8" fmla="*/ 9 w 18"/>
                <a:gd name="T9" fmla="*/ 0 h 29"/>
                <a:gd name="T10" fmla="*/ 12 w 18"/>
                <a:gd name="T11" fmla="*/ 14 h 29"/>
                <a:gd name="T12" fmla="*/ 18 w 18"/>
                <a:gd name="T13" fmla="*/ 28 h 29"/>
                <a:gd name="T14" fmla="*/ 18 w 18"/>
                <a:gd name="T15" fmla="*/ 29 h 29"/>
                <a:gd name="T16" fmla="*/ 9 w 18"/>
                <a:gd name="T17" fmla="*/ 2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24"/>
                  </a:moveTo>
                  <a:cubicBezTo>
                    <a:pt x="1" y="29"/>
                    <a:pt x="1" y="29"/>
                    <a:pt x="1" y="29"/>
                  </a:cubicBezTo>
                  <a:cubicBezTo>
                    <a:pt x="0" y="28"/>
                    <a:pt x="0" y="28"/>
                    <a:pt x="0" y="28"/>
                  </a:cubicBezTo>
                  <a:cubicBezTo>
                    <a:pt x="6" y="14"/>
                    <a:pt x="6" y="14"/>
                    <a:pt x="6" y="14"/>
                  </a:cubicBezTo>
                  <a:cubicBezTo>
                    <a:pt x="7" y="10"/>
                    <a:pt x="8" y="5"/>
                    <a:pt x="9" y="0"/>
                  </a:cubicBezTo>
                  <a:cubicBezTo>
                    <a:pt x="10" y="5"/>
                    <a:pt x="11" y="10"/>
                    <a:pt x="12" y="14"/>
                  </a:cubicBezTo>
                  <a:cubicBezTo>
                    <a:pt x="18" y="28"/>
                    <a:pt x="18" y="28"/>
                    <a:pt x="18" y="28"/>
                  </a:cubicBezTo>
                  <a:cubicBezTo>
                    <a:pt x="18" y="29"/>
                    <a:pt x="18" y="29"/>
                    <a:pt x="18" y="29"/>
                  </a:cubicBezTo>
                  <a:lnTo>
                    <a:pt x="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54" name="Line 178">
              <a:extLst>
                <a:ext uri="{FF2B5EF4-FFF2-40B4-BE49-F238E27FC236}">
                  <a16:creationId xmlns:a16="http://schemas.microsoft.com/office/drawing/2014/main" id="{660DA090-E2F5-870C-6418-14BC2CCCF961}"/>
                </a:ext>
              </a:extLst>
            </p:cNvPr>
            <p:cNvSpPr>
              <a:spLocks noChangeShapeType="1"/>
            </p:cNvSpPr>
            <p:nvPr/>
          </p:nvSpPr>
          <p:spPr bwMode="auto">
            <a:xfrm flipV="1">
              <a:off x="485" y="711"/>
              <a:ext cx="1" cy="9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555" name="Freeform 179">
              <a:extLst>
                <a:ext uri="{FF2B5EF4-FFF2-40B4-BE49-F238E27FC236}">
                  <a16:creationId xmlns:a16="http://schemas.microsoft.com/office/drawing/2014/main" id="{8684AE6D-1045-4B51-FB74-4CBA3B5E93BA}"/>
                </a:ext>
              </a:extLst>
            </p:cNvPr>
            <p:cNvSpPr>
              <a:spLocks/>
            </p:cNvSpPr>
            <p:nvPr/>
          </p:nvSpPr>
          <p:spPr bwMode="auto">
            <a:xfrm>
              <a:off x="467" y="669"/>
              <a:ext cx="36" cy="58"/>
            </a:xfrm>
            <a:custGeom>
              <a:avLst/>
              <a:gdLst>
                <a:gd name="T0" fmla="*/ 9 w 18"/>
                <a:gd name="T1" fmla="*/ 24 h 29"/>
                <a:gd name="T2" fmla="*/ 0 w 18"/>
                <a:gd name="T3" fmla="*/ 29 h 29"/>
                <a:gd name="T4" fmla="*/ 0 w 18"/>
                <a:gd name="T5" fmla="*/ 29 h 29"/>
                <a:gd name="T6" fmla="*/ 6 w 18"/>
                <a:gd name="T7" fmla="*/ 15 h 29"/>
                <a:gd name="T8" fmla="*/ 9 w 18"/>
                <a:gd name="T9" fmla="*/ 0 h 29"/>
                <a:gd name="T10" fmla="*/ 12 w 18"/>
                <a:gd name="T11" fmla="*/ 15 h 29"/>
                <a:gd name="T12" fmla="*/ 18 w 18"/>
                <a:gd name="T13" fmla="*/ 29 h 29"/>
                <a:gd name="T14" fmla="*/ 17 w 18"/>
                <a:gd name="T15" fmla="*/ 29 h 29"/>
                <a:gd name="T16" fmla="*/ 9 w 18"/>
                <a:gd name="T17" fmla="*/ 2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9">
                  <a:moveTo>
                    <a:pt x="9" y="24"/>
                  </a:moveTo>
                  <a:cubicBezTo>
                    <a:pt x="0" y="29"/>
                    <a:pt x="0" y="29"/>
                    <a:pt x="0" y="29"/>
                  </a:cubicBezTo>
                  <a:cubicBezTo>
                    <a:pt x="0" y="29"/>
                    <a:pt x="0" y="29"/>
                    <a:pt x="0" y="29"/>
                  </a:cubicBezTo>
                  <a:cubicBezTo>
                    <a:pt x="6" y="15"/>
                    <a:pt x="6" y="15"/>
                    <a:pt x="6" y="15"/>
                  </a:cubicBezTo>
                  <a:cubicBezTo>
                    <a:pt x="7" y="10"/>
                    <a:pt x="8" y="5"/>
                    <a:pt x="9" y="0"/>
                  </a:cubicBezTo>
                  <a:cubicBezTo>
                    <a:pt x="10" y="5"/>
                    <a:pt x="11" y="10"/>
                    <a:pt x="12" y="15"/>
                  </a:cubicBezTo>
                  <a:cubicBezTo>
                    <a:pt x="18" y="29"/>
                    <a:pt x="18" y="29"/>
                    <a:pt x="18" y="29"/>
                  </a:cubicBezTo>
                  <a:cubicBezTo>
                    <a:pt x="17" y="29"/>
                    <a:pt x="17" y="29"/>
                    <a:pt x="17" y="29"/>
                  </a:cubicBezTo>
                  <a:lnTo>
                    <a:pt x="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56" name="Line 180">
              <a:extLst>
                <a:ext uri="{FF2B5EF4-FFF2-40B4-BE49-F238E27FC236}">
                  <a16:creationId xmlns:a16="http://schemas.microsoft.com/office/drawing/2014/main" id="{61716084-28C6-A56A-0527-9F01E4CE9228}"/>
                </a:ext>
              </a:extLst>
            </p:cNvPr>
            <p:cNvSpPr>
              <a:spLocks noChangeShapeType="1"/>
            </p:cNvSpPr>
            <p:nvPr/>
          </p:nvSpPr>
          <p:spPr bwMode="auto">
            <a:xfrm flipV="1">
              <a:off x="579" y="715"/>
              <a:ext cx="1" cy="8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s-ES"/>
            </a:p>
          </p:txBody>
        </p:sp>
        <p:sp>
          <p:nvSpPr>
            <p:cNvPr id="869557" name="Freeform 181">
              <a:extLst>
                <a:ext uri="{FF2B5EF4-FFF2-40B4-BE49-F238E27FC236}">
                  <a16:creationId xmlns:a16="http://schemas.microsoft.com/office/drawing/2014/main" id="{8443F1DA-6E0A-CCAF-3E05-0DDDF5396D3A}"/>
                </a:ext>
              </a:extLst>
            </p:cNvPr>
            <p:cNvSpPr>
              <a:spLocks/>
            </p:cNvSpPr>
            <p:nvPr/>
          </p:nvSpPr>
          <p:spPr bwMode="auto">
            <a:xfrm>
              <a:off x="561" y="669"/>
              <a:ext cx="38" cy="64"/>
            </a:xfrm>
            <a:custGeom>
              <a:avLst/>
              <a:gdLst>
                <a:gd name="T0" fmla="*/ 9 w 19"/>
                <a:gd name="T1" fmla="*/ 26 h 32"/>
                <a:gd name="T2" fmla="*/ 0 w 19"/>
                <a:gd name="T3" fmla="*/ 32 h 32"/>
                <a:gd name="T4" fmla="*/ 0 w 19"/>
                <a:gd name="T5" fmla="*/ 31 h 32"/>
                <a:gd name="T6" fmla="*/ 6 w 19"/>
                <a:gd name="T7" fmla="*/ 16 h 32"/>
                <a:gd name="T8" fmla="*/ 9 w 19"/>
                <a:gd name="T9" fmla="*/ 0 h 32"/>
                <a:gd name="T10" fmla="*/ 13 w 19"/>
                <a:gd name="T11" fmla="*/ 16 h 32"/>
                <a:gd name="T12" fmla="*/ 19 w 19"/>
                <a:gd name="T13" fmla="*/ 31 h 32"/>
                <a:gd name="T14" fmla="*/ 19 w 19"/>
                <a:gd name="T15" fmla="*/ 32 h 32"/>
                <a:gd name="T16" fmla="*/ 9 w 19"/>
                <a:gd name="T17"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2">
                  <a:moveTo>
                    <a:pt x="9" y="26"/>
                  </a:moveTo>
                  <a:cubicBezTo>
                    <a:pt x="0" y="32"/>
                    <a:pt x="0" y="32"/>
                    <a:pt x="0" y="32"/>
                  </a:cubicBezTo>
                  <a:cubicBezTo>
                    <a:pt x="0" y="31"/>
                    <a:pt x="0" y="31"/>
                    <a:pt x="0" y="31"/>
                  </a:cubicBezTo>
                  <a:cubicBezTo>
                    <a:pt x="6" y="16"/>
                    <a:pt x="6" y="16"/>
                    <a:pt x="6" y="16"/>
                  </a:cubicBezTo>
                  <a:cubicBezTo>
                    <a:pt x="7" y="11"/>
                    <a:pt x="8" y="5"/>
                    <a:pt x="9" y="0"/>
                  </a:cubicBezTo>
                  <a:cubicBezTo>
                    <a:pt x="11" y="5"/>
                    <a:pt x="12" y="11"/>
                    <a:pt x="13" y="16"/>
                  </a:cubicBezTo>
                  <a:cubicBezTo>
                    <a:pt x="19" y="31"/>
                    <a:pt x="19" y="31"/>
                    <a:pt x="19" y="31"/>
                  </a:cubicBezTo>
                  <a:cubicBezTo>
                    <a:pt x="19" y="32"/>
                    <a:pt x="19" y="32"/>
                    <a:pt x="19" y="32"/>
                  </a:cubicBezTo>
                  <a:lnTo>
                    <a:pt x="9"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58" name="Rectangle 182">
              <a:extLst>
                <a:ext uri="{FF2B5EF4-FFF2-40B4-BE49-F238E27FC236}">
                  <a16:creationId xmlns:a16="http://schemas.microsoft.com/office/drawing/2014/main" id="{731ECCD4-4098-006B-06B2-305D4360E896}"/>
                </a:ext>
              </a:extLst>
            </p:cNvPr>
            <p:cNvSpPr>
              <a:spLocks noChangeArrowheads="1"/>
            </p:cNvSpPr>
            <p:nvPr/>
          </p:nvSpPr>
          <p:spPr bwMode="auto">
            <a:xfrm>
              <a:off x="463" y="80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J</a:t>
              </a:r>
              <a:endParaRPr lang="en-US" altLang="es-ES" sz="4000" u="none"/>
            </a:p>
          </p:txBody>
        </p:sp>
        <p:sp>
          <p:nvSpPr>
            <p:cNvPr id="869559" name="Rectangle 183">
              <a:extLst>
                <a:ext uri="{FF2B5EF4-FFF2-40B4-BE49-F238E27FC236}">
                  <a16:creationId xmlns:a16="http://schemas.microsoft.com/office/drawing/2014/main" id="{DA5ACCA9-7CAB-7E4F-14B3-CC56C0F97FEB}"/>
                </a:ext>
              </a:extLst>
            </p:cNvPr>
            <p:cNvSpPr>
              <a:spLocks noChangeArrowheads="1"/>
            </p:cNvSpPr>
            <p:nvPr/>
          </p:nvSpPr>
          <p:spPr bwMode="auto">
            <a:xfrm>
              <a:off x="450" y="89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u="none"/>
            </a:p>
          </p:txBody>
        </p:sp>
        <p:sp>
          <p:nvSpPr>
            <p:cNvPr id="869560" name="Rectangle 184">
              <a:extLst>
                <a:ext uri="{FF2B5EF4-FFF2-40B4-BE49-F238E27FC236}">
                  <a16:creationId xmlns:a16="http://schemas.microsoft.com/office/drawing/2014/main" id="{A328E1AF-C3C5-C88D-3295-B74B3643E57E}"/>
                </a:ext>
              </a:extLst>
            </p:cNvPr>
            <p:cNvSpPr>
              <a:spLocks noChangeArrowheads="1"/>
            </p:cNvSpPr>
            <p:nvPr/>
          </p:nvSpPr>
          <p:spPr bwMode="auto">
            <a:xfrm>
              <a:off x="357" y="89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L</a:t>
              </a:r>
              <a:endParaRPr lang="en-US" altLang="es-ES" sz="4000" u="none"/>
            </a:p>
          </p:txBody>
        </p:sp>
        <p:sp>
          <p:nvSpPr>
            <p:cNvPr id="869561" name="Rectangle 185">
              <a:extLst>
                <a:ext uri="{FF2B5EF4-FFF2-40B4-BE49-F238E27FC236}">
                  <a16:creationId xmlns:a16="http://schemas.microsoft.com/office/drawing/2014/main" id="{D6D9E448-1647-497C-FD55-06F0D0CED967}"/>
                </a:ext>
              </a:extLst>
            </p:cNvPr>
            <p:cNvSpPr>
              <a:spLocks noChangeArrowheads="1"/>
            </p:cNvSpPr>
            <p:nvPr/>
          </p:nvSpPr>
          <p:spPr bwMode="auto">
            <a:xfrm>
              <a:off x="360" y="809"/>
              <a:ext cx="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a:t>
              </a:r>
              <a:endParaRPr lang="en-US" altLang="es-ES" sz="4000" u="none"/>
            </a:p>
          </p:txBody>
        </p:sp>
        <p:sp>
          <p:nvSpPr>
            <p:cNvPr id="869562" name="Rectangle 186">
              <a:extLst>
                <a:ext uri="{FF2B5EF4-FFF2-40B4-BE49-F238E27FC236}">
                  <a16:creationId xmlns:a16="http://schemas.microsoft.com/office/drawing/2014/main" id="{8F28DA62-DB59-E20E-539D-245B3368CB93}"/>
                </a:ext>
              </a:extLst>
            </p:cNvPr>
            <p:cNvSpPr>
              <a:spLocks noChangeArrowheads="1"/>
            </p:cNvSpPr>
            <p:nvPr/>
          </p:nvSpPr>
          <p:spPr bwMode="auto">
            <a:xfrm>
              <a:off x="545" y="80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B</a:t>
              </a:r>
              <a:endParaRPr lang="en-US" altLang="es-ES" sz="4000" u="none"/>
            </a:p>
          </p:txBody>
        </p:sp>
        <p:sp>
          <p:nvSpPr>
            <p:cNvPr id="869563" name="Rectangle 187">
              <a:extLst>
                <a:ext uri="{FF2B5EF4-FFF2-40B4-BE49-F238E27FC236}">
                  <a16:creationId xmlns:a16="http://schemas.microsoft.com/office/drawing/2014/main" id="{7C528524-E7A9-F4DA-5000-05AAEDDE5DFA}"/>
                </a:ext>
              </a:extLst>
            </p:cNvPr>
            <p:cNvSpPr>
              <a:spLocks noChangeArrowheads="1"/>
            </p:cNvSpPr>
            <p:nvPr/>
          </p:nvSpPr>
          <p:spPr bwMode="auto">
            <a:xfrm>
              <a:off x="545" y="89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C</a:t>
              </a:r>
              <a:endParaRPr lang="en-US" altLang="es-ES" sz="4000" u="none"/>
            </a:p>
          </p:txBody>
        </p:sp>
        <p:sp>
          <p:nvSpPr>
            <p:cNvPr id="869564" name="Rectangle 188">
              <a:extLst>
                <a:ext uri="{FF2B5EF4-FFF2-40B4-BE49-F238E27FC236}">
                  <a16:creationId xmlns:a16="http://schemas.microsoft.com/office/drawing/2014/main" id="{AE7479AF-BE30-0650-4AA2-790CE09DA33C}"/>
                </a:ext>
              </a:extLst>
            </p:cNvPr>
            <p:cNvSpPr>
              <a:spLocks noChangeArrowheads="1"/>
            </p:cNvSpPr>
            <p:nvPr/>
          </p:nvSpPr>
          <p:spPr bwMode="auto">
            <a:xfrm>
              <a:off x="1504" y="144"/>
              <a:ext cx="80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IR(8:6) || IR(2:0)</a:t>
              </a:r>
              <a:endParaRPr lang="en-US" altLang="es-ES" sz="4000" u="none"/>
            </a:p>
          </p:txBody>
        </p:sp>
        <p:sp>
          <p:nvSpPr>
            <p:cNvPr id="869565" name="Rectangle 189">
              <a:extLst>
                <a:ext uri="{FF2B5EF4-FFF2-40B4-BE49-F238E27FC236}">
                  <a16:creationId xmlns:a16="http://schemas.microsoft.com/office/drawing/2014/main" id="{9EB7CB52-3E7C-FC48-5A63-751A14AC8FED}"/>
                </a:ext>
              </a:extLst>
            </p:cNvPr>
            <p:cNvSpPr>
              <a:spLocks noChangeArrowheads="1"/>
            </p:cNvSpPr>
            <p:nvPr/>
          </p:nvSpPr>
          <p:spPr bwMode="auto">
            <a:xfrm>
              <a:off x="813" y="397"/>
              <a:ext cx="524" cy="134"/>
            </a:xfrm>
            <a:prstGeom prst="rect">
              <a:avLst/>
            </a:prstGeom>
            <a:solidFill>
              <a:srgbClr val="CCECF4"/>
            </a:solidFill>
            <a:ln w="19050">
              <a:solidFill>
                <a:srgbClr val="00A0C6"/>
              </a:solidFill>
              <a:miter lim="800000"/>
              <a:headEnd/>
              <a:tailEnd/>
            </a:ln>
          </p:spPr>
          <p:txBody>
            <a:bodyPr/>
            <a:lstStyle/>
            <a:p>
              <a:endParaRPr lang="es-ES"/>
            </a:p>
          </p:txBody>
        </p:sp>
        <p:sp>
          <p:nvSpPr>
            <p:cNvPr id="869566" name="Rectangle 190">
              <a:extLst>
                <a:ext uri="{FF2B5EF4-FFF2-40B4-BE49-F238E27FC236}">
                  <a16:creationId xmlns:a16="http://schemas.microsoft.com/office/drawing/2014/main" id="{FB9BFC04-B371-4771-0D02-992506606C91}"/>
                </a:ext>
              </a:extLst>
            </p:cNvPr>
            <p:cNvSpPr>
              <a:spLocks noChangeArrowheads="1"/>
            </p:cNvSpPr>
            <p:nvPr/>
          </p:nvSpPr>
          <p:spPr bwMode="auto">
            <a:xfrm>
              <a:off x="1011" y="400"/>
              <a:ext cx="14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0000"/>
                  </a:solidFill>
                </a:rPr>
                <a:t>PC</a:t>
              </a:r>
              <a:endParaRPr lang="en-US" altLang="es-ES" sz="4000" u="none"/>
            </a:p>
          </p:txBody>
        </p:sp>
        <p:sp>
          <p:nvSpPr>
            <p:cNvPr id="869567" name="Rectangle 191">
              <a:extLst>
                <a:ext uri="{FF2B5EF4-FFF2-40B4-BE49-F238E27FC236}">
                  <a16:creationId xmlns:a16="http://schemas.microsoft.com/office/drawing/2014/main" id="{612E1351-A5E5-9D5D-6F32-9E1CCB83CD1A}"/>
                </a:ext>
              </a:extLst>
            </p:cNvPr>
            <p:cNvSpPr>
              <a:spLocks noChangeArrowheads="1"/>
            </p:cNvSpPr>
            <p:nvPr/>
          </p:nvSpPr>
          <p:spPr bwMode="auto">
            <a:xfrm>
              <a:off x="1310" y="2713"/>
              <a:ext cx="56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s-ES" sz="1400" u="none" baseline="0">
                  <a:solidFill>
                    <a:srgbClr val="00A0C6"/>
                  </a:solidFill>
                </a:rPr>
                <a:t>CONTROL</a:t>
              </a:r>
              <a:endParaRPr lang="en-US" altLang="es-ES" sz="4000" u="none"/>
            </a:p>
          </p:txBody>
        </p:sp>
        <p:sp>
          <p:nvSpPr>
            <p:cNvPr id="869568" name="Oval 192">
              <a:extLst>
                <a:ext uri="{FF2B5EF4-FFF2-40B4-BE49-F238E27FC236}">
                  <a16:creationId xmlns:a16="http://schemas.microsoft.com/office/drawing/2014/main" id="{0508A53E-D95E-1AE6-3156-AEEE953B3493}"/>
                </a:ext>
              </a:extLst>
            </p:cNvPr>
            <p:cNvSpPr>
              <a:spLocks noChangeArrowheads="1"/>
            </p:cNvSpPr>
            <p:nvPr/>
          </p:nvSpPr>
          <p:spPr bwMode="auto">
            <a:xfrm>
              <a:off x="2741" y="2187"/>
              <a:ext cx="36" cy="3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869569" name="Text Box 193">
              <a:extLst>
                <a:ext uri="{FF2B5EF4-FFF2-40B4-BE49-F238E27FC236}">
                  <a16:creationId xmlns:a16="http://schemas.microsoft.com/office/drawing/2014/main" id="{D6D93561-0E3B-5791-B5CD-A5C1D6FCEAA4}"/>
                </a:ext>
              </a:extLst>
            </p:cNvPr>
            <p:cNvSpPr txBox="1">
              <a:spLocks noChangeArrowheads="1"/>
            </p:cNvSpPr>
            <p:nvPr/>
          </p:nvSpPr>
          <p:spPr bwMode="auto">
            <a:xfrm>
              <a:off x="2526" y="370"/>
              <a:ext cx="29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2400" u="none" baseline="0"/>
                <a:t>Control Inputs and Paths for </a:t>
              </a:r>
              <a:r>
                <a:rPr lang="en-US" altLang="es-ES" sz="2400" u="none" baseline="0">
                  <a:solidFill>
                    <a:schemeClr val="accent2"/>
                  </a:solidFill>
                </a:rPr>
                <a:t>BRZ</a:t>
              </a:r>
            </a:p>
          </p:txBody>
        </p:sp>
        <p:sp>
          <p:nvSpPr>
            <p:cNvPr id="869570" name="Text Box 194">
              <a:extLst>
                <a:ext uri="{FF2B5EF4-FFF2-40B4-BE49-F238E27FC236}">
                  <a16:creationId xmlns:a16="http://schemas.microsoft.com/office/drawing/2014/main" id="{8564049E-3B98-1191-B539-FBD0A7DCE984}"/>
                </a:ext>
              </a:extLst>
            </p:cNvPr>
            <p:cNvSpPr txBox="1">
              <a:spLocks noChangeArrowheads="1"/>
            </p:cNvSpPr>
            <p:nvPr/>
          </p:nvSpPr>
          <p:spPr bwMode="auto">
            <a:xfrm>
              <a:off x="718" y="263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69571" name="Text Box 195">
              <a:extLst>
                <a:ext uri="{FF2B5EF4-FFF2-40B4-BE49-F238E27FC236}">
                  <a16:creationId xmlns:a16="http://schemas.microsoft.com/office/drawing/2014/main" id="{0FB0C36F-B7A8-232E-269F-8D200E09EF4C}"/>
                </a:ext>
              </a:extLst>
            </p:cNvPr>
            <p:cNvSpPr txBox="1">
              <a:spLocks noChangeArrowheads="1"/>
            </p:cNvSpPr>
            <p:nvPr/>
          </p:nvSpPr>
          <p:spPr bwMode="auto">
            <a:xfrm>
              <a:off x="1158" y="26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9572" name="Text Box 196">
              <a:extLst>
                <a:ext uri="{FF2B5EF4-FFF2-40B4-BE49-F238E27FC236}">
                  <a16:creationId xmlns:a16="http://schemas.microsoft.com/office/drawing/2014/main" id="{C46C7D09-930B-480F-9963-038BE8411BAE}"/>
                </a:ext>
              </a:extLst>
            </p:cNvPr>
            <p:cNvSpPr txBox="1">
              <a:spLocks noChangeArrowheads="1"/>
            </p:cNvSpPr>
            <p:nvPr/>
          </p:nvSpPr>
          <p:spPr bwMode="auto">
            <a:xfrm rot="-5400000">
              <a:off x="702" y="2784"/>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0 0 0 0</a:t>
              </a:r>
            </a:p>
          </p:txBody>
        </p:sp>
        <p:sp>
          <p:nvSpPr>
            <p:cNvPr id="869573" name="Text Box 197">
              <a:extLst>
                <a:ext uri="{FF2B5EF4-FFF2-40B4-BE49-F238E27FC236}">
                  <a16:creationId xmlns:a16="http://schemas.microsoft.com/office/drawing/2014/main" id="{696C4476-3CDB-D047-4A0B-BD9B57B55864}"/>
                </a:ext>
              </a:extLst>
            </p:cNvPr>
            <p:cNvSpPr txBox="1">
              <a:spLocks noChangeArrowheads="1"/>
            </p:cNvSpPr>
            <p:nvPr/>
          </p:nvSpPr>
          <p:spPr bwMode="auto">
            <a:xfrm>
              <a:off x="1004" y="262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9574" name="Text Box 198">
              <a:extLst>
                <a:ext uri="{FF2B5EF4-FFF2-40B4-BE49-F238E27FC236}">
                  <a16:creationId xmlns:a16="http://schemas.microsoft.com/office/drawing/2014/main" id="{D4D136CE-BAEF-33DD-8A4C-B86DA4734E05}"/>
                </a:ext>
              </a:extLst>
            </p:cNvPr>
            <p:cNvSpPr txBox="1">
              <a:spLocks noChangeArrowheads="1"/>
            </p:cNvSpPr>
            <p:nvPr/>
          </p:nvSpPr>
          <p:spPr bwMode="auto">
            <a:xfrm>
              <a:off x="1448" y="26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69575" name="Text Box 199">
              <a:extLst>
                <a:ext uri="{FF2B5EF4-FFF2-40B4-BE49-F238E27FC236}">
                  <a16:creationId xmlns:a16="http://schemas.microsoft.com/office/drawing/2014/main" id="{9DD3B31C-32A0-5DAD-8350-629F523B49F7}"/>
                </a:ext>
              </a:extLst>
            </p:cNvPr>
            <p:cNvSpPr txBox="1">
              <a:spLocks noChangeArrowheads="1"/>
            </p:cNvSpPr>
            <p:nvPr/>
          </p:nvSpPr>
          <p:spPr bwMode="auto">
            <a:xfrm>
              <a:off x="1316" y="26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9576" name="Text Box 200">
              <a:extLst>
                <a:ext uri="{FF2B5EF4-FFF2-40B4-BE49-F238E27FC236}">
                  <a16:creationId xmlns:a16="http://schemas.microsoft.com/office/drawing/2014/main" id="{4C00DAC0-5358-1E48-4DC9-E391FE3C4CC5}"/>
                </a:ext>
              </a:extLst>
            </p:cNvPr>
            <p:cNvSpPr txBox="1">
              <a:spLocks noChangeArrowheads="1"/>
            </p:cNvSpPr>
            <p:nvPr/>
          </p:nvSpPr>
          <p:spPr bwMode="auto">
            <a:xfrm>
              <a:off x="1590" y="263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9577" name="Text Box 201">
              <a:extLst>
                <a:ext uri="{FF2B5EF4-FFF2-40B4-BE49-F238E27FC236}">
                  <a16:creationId xmlns:a16="http://schemas.microsoft.com/office/drawing/2014/main" id="{75E57B22-6E2B-21CA-A817-52F781A14CF4}"/>
                </a:ext>
              </a:extLst>
            </p:cNvPr>
            <p:cNvSpPr txBox="1">
              <a:spLocks noChangeArrowheads="1"/>
            </p:cNvSpPr>
            <p:nvPr/>
          </p:nvSpPr>
          <p:spPr bwMode="auto">
            <a:xfrm>
              <a:off x="1742" y="262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9578" name="Text Box 202">
              <a:extLst>
                <a:ext uri="{FF2B5EF4-FFF2-40B4-BE49-F238E27FC236}">
                  <a16:creationId xmlns:a16="http://schemas.microsoft.com/office/drawing/2014/main" id="{56EE512C-2924-42A9-7B07-84DB985395EE}"/>
                </a:ext>
              </a:extLst>
            </p:cNvPr>
            <p:cNvSpPr txBox="1">
              <a:spLocks noChangeArrowheads="1"/>
            </p:cNvSpPr>
            <p:nvPr/>
          </p:nvSpPr>
          <p:spPr bwMode="auto">
            <a:xfrm>
              <a:off x="2110" y="2488"/>
              <a:ext cx="5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0 0 0 0</a:t>
              </a:r>
            </a:p>
          </p:txBody>
        </p:sp>
        <p:sp>
          <p:nvSpPr>
            <p:cNvPr id="869579" name="Text Box 203">
              <a:extLst>
                <a:ext uri="{FF2B5EF4-FFF2-40B4-BE49-F238E27FC236}">
                  <a16:creationId xmlns:a16="http://schemas.microsoft.com/office/drawing/2014/main" id="{148C9CC2-E222-66AD-CC51-8827497BCFDB}"/>
                </a:ext>
              </a:extLst>
            </p:cNvPr>
            <p:cNvSpPr txBox="1">
              <a:spLocks noChangeArrowheads="1"/>
            </p:cNvSpPr>
            <p:nvPr/>
          </p:nvSpPr>
          <p:spPr bwMode="auto">
            <a:xfrm>
              <a:off x="3486" y="182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1</a:t>
              </a:r>
            </a:p>
          </p:txBody>
        </p:sp>
        <p:sp>
          <p:nvSpPr>
            <p:cNvPr id="869580" name="Text Box 204">
              <a:extLst>
                <a:ext uri="{FF2B5EF4-FFF2-40B4-BE49-F238E27FC236}">
                  <a16:creationId xmlns:a16="http://schemas.microsoft.com/office/drawing/2014/main" id="{D4885657-C4D8-E7CD-A301-ACBA89D61418}"/>
                </a:ext>
              </a:extLst>
            </p:cNvPr>
            <p:cNvSpPr txBox="1">
              <a:spLocks noChangeArrowheads="1"/>
            </p:cNvSpPr>
            <p:nvPr/>
          </p:nvSpPr>
          <p:spPr bwMode="auto">
            <a:xfrm>
              <a:off x="2444" y="385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9581" name="Text Box 205">
              <a:extLst>
                <a:ext uri="{FF2B5EF4-FFF2-40B4-BE49-F238E27FC236}">
                  <a16:creationId xmlns:a16="http://schemas.microsoft.com/office/drawing/2014/main" id="{BBFE8E4F-4450-5A1F-6FA5-34A443F2B60D}"/>
                </a:ext>
              </a:extLst>
            </p:cNvPr>
            <p:cNvSpPr txBox="1">
              <a:spLocks noChangeArrowheads="1"/>
            </p:cNvSpPr>
            <p:nvPr/>
          </p:nvSpPr>
          <p:spPr bwMode="auto">
            <a:xfrm>
              <a:off x="2246" y="86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9582" name="Text Box 206">
              <a:extLst>
                <a:ext uri="{FF2B5EF4-FFF2-40B4-BE49-F238E27FC236}">
                  <a16:creationId xmlns:a16="http://schemas.microsoft.com/office/drawing/2014/main" id="{C36660A4-901E-4B50-3FF0-07CBAB12C3A6}"/>
                </a:ext>
              </a:extLst>
            </p:cNvPr>
            <p:cNvSpPr txBox="1">
              <a:spLocks noChangeArrowheads="1"/>
            </p:cNvSpPr>
            <p:nvPr/>
          </p:nvSpPr>
          <p:spPr bwMode="auto">
            <a:xfrm>
              <a:off x="3934" y="218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0</a:t>
              </a:r>
            </a:p>
          </p:txBody>
        </p:sp>
        <p:sp>
          <p:nvSpPr>
            <p:cNvPr id="869583" name="Text Box 207">
              <a:extLst>
                <a:ext uri="{FF2B5EF4-FFF2-40B4-BE49-F238E27FC236}">
                  <a16:creationId xmlns:a16="http://schemas.microsoft.com/office/drawing/2014/main" id="{4576E790-59EF-477B-316D-F02D1AC27D41}"/>
                </a:ext>
              </a:extLst>
            </p:cNvPr>
            <p:cNvSpPr txBox="1">
              <a:spLocks noChangeArrowheads="1"/>
            </p:cNvSpPr>
            <p:nvPr/>
          </p:nvSpPr>
          <p:spPr bwMode="auto">
            <a:xfrm>
              <a:off x="288" y="95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baseline="0">
                  <a:solidFill>
                    <a:schemeClr val="accent2"/>
                  </a:solidFill>
                </a:rPr>
                <a:t>1</a:t>
              </a:r>
            </a:p>
          </p:txBody>
        </p:sp>
        <p:sp>
          <p:nvSpPr>
            <p:cNvPr id="869584" name="Text Box 208">
              <a:extLst>
                <a:ext uri="{FF2B5EF4-FFF2-40B4-BE49-F238E27FC236}">
                  <a16:creationId xmlns:a16="http://schemas.microsoft.com/office/drawing/2014/main" id="{35E7092F-4B0F-3743-78C6-E45028CEC31E}"/>
                </a:ext>
              </a:extLst>
            </p:cNvPr>
            <p:cNvSpPr txBox="1">
              <a:spLocks noChangeArrowheads="1"/>
            </p:cNvSpPr>
            <p:nvPr/>
          </p:nvSpPr>
          <p:spPr bwMode="auto">
            <a:xfrm>
              <a:off x="382" y="95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baseline="0">
                  <a:solidFill>
                    <a:schemeClr val="accent2"/>
                  </a:solidFill>
                </a:rPr>
                <a:t>0</a:t>
              </a:r>
            </a:p>
          </p:txBody>
        </p:sp>
        <p:sp>
          <p:nvSpPr>
            <p:cNvPr id="869585" name="Text Box 209">
              <a:extLst>
                <a:ext uri="{FF2B5EF4-FFF2-40B4-BE49-F238E27FC236}">
                  <a16:creationId xmlns:a16="http://schemas.microsoft.com/office/drawing/2014/main" id="{402A7468-1A03-76D9-60CB-29F8A5EED932}"/>
                </a:ext>
              </a:extLst>
            </p:cNvPr>
            <p:cNvSpPr txBox="1">
              <a:spLocks noChangeArrowheads="1"/>
            </p:cNvSpPr>
            <p:nvPr/>
          </p:nvSpPr>
          <p:spPr bwMode="auto">
            <a:xfrm>
              <a:off x="494" y="95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baseline="0">
                  <a:solidFill>
                    <a:schemeClr val="accent2"/>
                  </a:solidFill>
                </a:rPr>
                <a:t>0</a:t>
              </a:r>
            </a:p>
          </p:txBody>
        </p:sp>
        <p:sp>
          <p:nvSpPr>
            <p:cNvPr id="869588" name="Freeform 212">
              <a:extLst>
                <a:ext uri="{FF2B5EF4-FFF2-40B4-BE49-F238E27FC236}">
                  <a16:creationId xmlns:a16="http://schemas.microsoft.com/office/drawing/2014/main" id="{EE410435-B0E4-63C5-8792-0092CE5F5067}"/>
                </a:ext>
              </a:extLst>
            </p:cNvPr>
            <p:cNvSpPr>
              <a:spLocks/>
            </p:cNvSpPr>
            <p:nvPr/>
          </p:nvSpPr>
          <p:spPr bwMode="auto">
            <a:xfrm>
              <a:off x="2744" y="1440"/>
              <a:ext cx="200" cy="1312"/>
            </a:xfrm>
            <a:custGeom>
              <a:avLst/>
              <a:gdLst>
                <a:gd name="T0" fmla="*/ 8 w 200"/>
                <a:gd name="T1" fmla="*/ 0 h 1312"/>
                <a:gd name="T2" fmla="*/ 8 w 200"/>
                <a:gd name="T3" fmla="*/ 656 h 1312"/>
                <a:gd name="T4" fmla="*/ 16 w 200"/>
                <a:gd name="T5" fmla="*/ 1144 h 1312"/>
                <a:gd name="T6" fmla="*/ 104 w 200"/>
                <a:gd name="T7" fmla="*/ 1264 h 1312"/>
                <a:gd name="T8" fmla="*/ 200 w 200"/>
                <a:gd name="T9" fmla="*/ 1312 h 1312"/>
              </a:gdLst>
              <a:ahLst/>
              <a:cxnLst>
                <a:cxn ang="0">
                  <a:pos x="T0" y="T1"/>
                </a:cxn>
                <a:cxn ang="0">
                  <a:pos x="T2" y="T3"/>
                </a:cxn>
                <a:cxn ang="0">
                  <a:pos x="T4" y="T5"/>
                </a:cxn>
                <a:cxn ang="0">
                  <a:pos x="T6" y="T7"/>
                </a:cxn>
                <a:cxn ang="0">
                  <a:pos x="T8" y="T9"/>
                </a:cxn>
              </a:cxnLst>
              <a:rect l="0" t="0" r="r" b="b"/>
              <a:pathLst>
                <a:path w="200" h="1312">
                  <a:moveTo>
                    <a:pt x="8" y="0"/>
                  </a:moveTo>
                  <a:cubicBezTo>
                    <a:pt x="8" y="109"/>
                    <a:pt x="7" y="465"/>
                    <a:pt x="8" y="656"/>
                  </a:cubicBezTo>
                  <a:cubicBezTo>
                    <a:pt x="9" y="847"/>
                    <a:pt x="0" y="1043"/>
                    <a:pt x="16" y="1144"/>
                  </a:cubicBezTo>
                  <a:cubicBezTo>
                    <a:pt x="31" y="1247"/>
                    <a:pt x="73" y="1236"/>
                    <a:pt x="104" y="1264"/>
                  </a:cubicBezTo>
                  <a:cubicBezTo>
                    <a:pt x="135" y="1292"/>
                    <a:pt x="180" y="1302"/>
                    <a:pt x="200" y="1312"/>
                  </a:cubicBezTo>
                </a:path>
              </a:pathLst>
            </a:custGeom>
            <a:noFill/>
            <a:ln w="38100"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69590" name="Text Box 214">
              <a:extLst>
                <a:ext uri="{FF2B5EF4-FFF2-40B4-BE49-F238E27FC236}">
                  <a16:creationId xmlns:a16="http://schemas.microsoft.com/office/drawing/2014/main" id="{1CEC35F8-B509-383B-A05B-B8E6385D64B1}"/>
                </a:ext>
              </a:extLst>
            </p:cNvPr>
            <p:cNvSpPr txBox="1">
              <a:spLocks noChangeArrowheads="1"/>
            </p:cNvSpPr>
            <p:nvPr/>
          </p:nvSpPr>
          <p:spPr bwMode="auto">
            <a:xfrm>
              <a:off x="4366" y="2176"/>
              <a:ext cx="6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No Write</a:t>
              </a:r>
            </a:p>
          </p:txBody>
        </p:sp>
        <p:sp>
          <p:nvSpPr>
            <p:cNvPr id="869591" name="Line 215">
              <a:extLst>
                <a:ext uri="{FF2B5EF4-FFF2-40B4-BE49-F238E27FC236}">
                  <a16:creationId xmlns:a16="http://schemas.microsoft.com/office/drawing/2014/main" id="{601EB002-7168-8B66-A7B0-B1782774B7F3}"/>
                </a:ext>
              </a:extLst>
            </p:cNvPr>
            <p:cNvSpPr>
              <a:spLocks noChangeShapeType="1"/>
            </p:cNvSpPr>
            <p:nvPr/>
          </p:nvSpPr>
          <p:spPr bwMode="auto">
            <a:xfrm flipV="1">
              <a:off x="4080" y="2288"/>
              <a:ext cx="312" cy="8"/>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69592" name="Text Box 216">
              <a:extLst>
                <a:ext uri="{FF2B5EF4-FFF2-40B4-BE49-F238E27FC236}">
                  <a16:creationId xmlns:a16="http://schemas.microsoft.com/office/drawing/2014/main" id="{1B54BB84-7B3D-FCE7-39CE-DC2A3DAD7A1E}"/>
                </a:ext>
              </a:extLst>
            </p:cNvPr>
            <p:cNvSpPr txBox="1">
              <a:spLocks noChangeArrowheads="1"/>
            </p:cNvSpPr>
            <p:nvPr/>
          </p:nvSpPr>
          <p:spPr bwMode="auto">
            <a:xfrm>
              <a:off x="286" y="1248"/>
              <a:ext cx="7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Branch on</a:t>
              </a:r>
            </a:p>
            <a:p>
              <a:r>
                <a:rPr lang="en-US" altLang="es-ES" sz="1800" u="none" baseline="0">
                  <a:solidFill>
                    <a:schemeClr val="accent2"/>
                  </a:solidFill>
                </a:rPr>
                <a:t>Z</a:t>
              </a:r>
            </a:p>
          </p:txBody>
        </p:sp>
        <p:sp>
          <p:nvSpPr>
            <p:cNvPr id="869593" name="Line 217">
              <a:extLst>
                <a:ext uri="{FF2B5EF4-FFF2-40B4-BE49-F238E27FC236}">
                  <a16:creationId xmlns:a16="http://schemas.microsoft.com/office/drawing/2014/main" id="{77DD70E7-4FA4-38FB-8D6F-81EF41C4DFEB}"/>
                </a:ext>
              </a:extLst>
            </p:cNvPr>
            <p:cNvSpPr>
              <a:spLocks noChangeShapeType="1"/>
            </p:cNvSpPr>
            <p:nvPr/>
          </p:nvSpPr>
          <p:spPr bwMode="auto">
            <a:xfrm>
              <a:off x="372" y="1152"/>
              <a:ext cx="3" cy="138"/>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69594" name="Text Box 218">
              <a:extLst>
                <a:ext uri="{FF2B5EF4-FFF2-40B4-BE49-F238E27FC236}">
                  <a16:creationId xmlns:a16="http://schemas.microsoft.com/office/drawing/2014/main" id="{BFC4AC27-5AD5-5424-0CF3-29FCC93FA2BD}"/>
                </a:ext>
              </a:extLst>
            </p:cNvPr>
            <p:cNvSpPr txBox="1">
              <a:spLocks noChangeArrowheads="1"/>
            </p:cNvSpPr>
            <p:nvPr/>
          </p:nvSpPr>
          <p:spPr bwMode="auto">
            <a:xfrm>
              <a:off x="2694" y="608"/>
              <a:ext cx="6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s-ES" sz="1800" u="none" baseline="0">
                  <a:solidFill>
                    <a:schemeClr val="accent2"/>
                  </a:solidFill>
                </a:rPr>
                <a:t>No Write</a:t>
              </a:r>
            </a:p>
          </p:txBody>
        </p:sp>
        <p:sp>
          <p:nvSpPr>
            <p:cNvPr id="869595" name="Line 219">
              <a:extLst>
                <a:ext uri="{FF2B5EF4-FFF2-40B4-BE49-F238E27FC236}">
                  <a16:creationId xmlns:a16="http://schemas.microsoft.com/office/drawing/2014/main" id="{772986E7-9DAC-5ACE-A641-E0322645789D}"/>
                </a:ext>
              </a:extLst>
            </p:cNvPr>
            <p:cNvSpPr>
              <a:spLocks noChangeShapeType="1"/>
            </p:cNvSpPr>
            <p:nvPr/>
          </p:nvSpPr>
          <p:spPr bwMode="auto">
            <a:xfrm flipV="1">
              <a:off x="2392" y="720"/>
              <a:ext cx="328" cy="23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69597" name="Freeform 221">
              <a:extLst>
                <a:ext uri="{FF2B5EF4-FFF2-40B4-BE49-F238E27FC236}">
                  <a16:creationId xmlns:a16="http://schemas.microsoft.com/office/drawing/2014/main" id="{783B1A85-CBE9-F014-2ADB-C725956B8E79}"/>
                </a:ext>
              </a:extLst>
            </p:cNvPr>
            <p:cNvSpPr>
              <a:spLocks/>
            </p:cNvSpPr>
            <p:nvPr/>
          </p:nvSpPr>
          <p:spPr bwMode="auto">
            <a:xfrm>
              <a:off x="-7" y="580"/>
              <a:ext cx="3031" cy="3087"/>
            </a:xfrm>
            <a:custGeom>
              <a:avLst/>
              <a:gdLst>
                <a:gd name="T0" fmla="*/ 2943 w 3031"/>
                <a:gd name="T1" fmla="*/ 2180 h 3087"/>
                <a:gd name="T2" fmla="*/ 3007 w 3031"/>
                <a:gd name="T3" fmla="*/ 2452 h 3087"/>
                <a:gd name="T4" fmla="*/ 2839 w 3031"/>
                <a:gd name="T5" fmla="*/ 2660 h 3087"/>
                <a:gd name="T6" fmla="*/ 2655 w 3031"/>
                <a:gd name="T7" fmla="*/ 2652 h 3087"/>
                <a:gd name="T8" fmla="*/ 2415 w 3031"/>
                <a:gd name="T9" fmla="*/ 2660 h 3087"/>
                <a:gd name="T10" fmla="*/ 391 w 3031"/>
                <a:gd name="T11" fmla="*/ 2668 h 3087"/>
                <a:gd name="T12" fmla="*/ 71 w 3031"/>
                <a:gd name="T13" fmla="*/ 148 h 3087"/>
                <a:gd name="T14" fmla="*/ 135 w 3031"/>
                <a:gd name="T15" fmla="*/ 20 h 3087"/>
                <a:gd name="T16" fmla="*/ 391 w 3031"/>
                <a:gd name="T17" fmla="*/ 28 h 3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31" h="3087">
                  <a:moveTo>
                    <a:pt x="2943" y="2180"/>
                  </a:moveTo>
                  <a:cubicBezTo>
                    <a:pt x="3031" y="2252"/>
                    <a:pt x="3024" y="2372"/>
                    <a:pt x="3007" y="2452"/>
                  </a:cubicBezTo>
                  <a:cubicBezTo>
                    <a:pt x="2990" y="2532"/>
                    <a:pt x="2898" y="2627"/>
                    <a:pt x="2839" y="2660"/>
                  </a:cubicBezTo>
                  <a:cubicBezTo>
                    <a:pt x="2780" y="2693"/>
                    <a:pt x="2726" y="2652"/>
                    <a:pt x="2655" y="2652"/>
                  </a:cubicBezTo>
                  <a:cubicBezTo>
                    <a:pt x="2584" y="2652"/>
                    <a:pt x="2792" y="2657"/>
                    <a:pt x="2415" y="2660"/>
                  </a:cubicBezTo>
                  <a:cubicBezTo>
                    <a:pt x="2038" y="2663"/>
                    <a:pt x="782" y="3087"/>
                    <a:pt x="391" y="2668"/>
                  </a:cubicBezTo>
                  <a:cubicBezTo>
                    <a:pt x="0" y="2249"/>
                    <a:pt x="71" y="260"/>
                    <a:pt x="71" y="148"/>
                  </a:cubicBezTo>
                  <a:cubicBezTo>
                    <a:pt x="71" y="36"/>
                    <a:pt x="82" y="40"/>
                    <a:pt x="135" y="20"/>
                  </a:cubicBezTo>
                  <a:cubicBezTo>
                    <a:pt x="188" y="0"/>
                    <a:pt x="289" y="14"/>
                    <a:pt x="391" y="28"/>
                  </a:cubicBezTo>
                </a:path>
              </a:pathLst>
            </a:custGeom>
            <a:noFill/>
            <a:ln w="28575"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69598" name="Freeform 222">
              <a:extLst>
                <a:ext uri="{FF2B5EF4-FFF2-40B4-BE49-F238E27FC236}">
                  <a16:creationId xmlns:a16="http://schemas.microsoft.com/office/drawing/2014/main" id="{35C2FA0C-952C-D0B5-2584-7984315E75BC}"/>
                </a:ext>
              </a:extLst>
            </p:cNvPr>
            <p:cNvSpPr>
              <a:spLocks/>
            </p:cNvSpPr>
            <p:nvPr/>
          </p:nvSpPr>
          <p:spPr bwMode="auto">
            <a:xfrm>
              <a:off x="1061" y="205"/>
              <a:ext cx="479" cy="1368"/>
            </a:xfrm>
            <a:custGeom>
              <a:avLst/>
              <a:gdLst>
                <a:gd name="T0" fmla="*/ 19 w 479"/>
                <a:gd name="T1" fmla="*/ 1051 h 1368"/>
                <a:gd name="T2" fmla="*/ 11 w 479"/>
                <a:gd name="T3" fmla="*/ 1307 h 1368"/>
                <a:gd name="T4" fmla="*/ 83 w 479"/>
                <a:gd name="T5" fmla="*/ 1347 h 1368"/>
                <a:gd name="T6" fmla="*/ 379 w 479"/>
                <a:gd name="T7" fmla="*/ 1355 h 1368"/>
                <a:gd name="T8" fmla="*/ 459 w 479"/>
                <a:gd name="T9" fmla="*/ 1267 h 1368"/>
                <a:gd name="T10" fmla="*/ 467 w 479"/>
                <a:gd name="T11" fmla="*/ 203 h 1368"/>
                <a:gd name="T12" fmla="*/ 387 w 479"/>
                <a:gd name="T13" fmla="*/ 51 h 1368"/>
                <a:gd name="T14" fmla="*/ 67 w 479"/>
                <a:gd name="T15" fmla="*/ 59 h 1368"/>
                <a:gd name="T16" fmla="*/ 11 w 479"/>
                <a:gd name="T17" fmla="*/ 107 h 1368"/>
                <a:gd name="T18" fmla="*/ 11 w 479"/>
                <a:gd name="T19" fmla="*/ 275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9" h="1368">
                  <a:moveTo>
                    <a:pt x="19" y="1051"/>
                  </a:moveTo>
                  <a:cubicBezTo>
                    <a:pt x="9" y="1154"/>
                    <a:pt x="0" y="1258"/>
                    <a:pt x="11" y="1307"/>
                  </a:cubicBezTo>
                  <a:cubicBezTo>
                    <a:pt x="22" y="1356"/>
                    <a:pt x="22" y="1339"/>
                    <a:pt x="83" y="1347"/>
                  </a:cubicBezTo>
                  <a:cubicBezTo>
                    <a:pt x="144" y="1355"/>
                    <a:pt x="316" y="1368"/>
                    <a:pt x="379" y="1355"/>
                  </a:cubicBezTo>
                  <a:cubicBezTo>
                    <a:pt x="442" y="1342"/>
                    <a:pt x="454" y="1364"/>
                    <a:pt x="459" y="1267"/>
                  </a:cubicBezTo>
                  <a:cubicBezTo>
                    <a:pt x="464" y="1170"/>
                    <a:pt x="479" y="406"/>
                    <a:pt x="467" y="203"/>
                  </a:cubicBezTo>
                  <a:cubicBezTo>
                    <a:pt x="455" y="0"/>
                    <a:pt x="454" y="75"/>
                    <a:pt x="387" y="51"/>
                  </a:cubicBezTo>
                  <a:cubicBezTo>
                    <a:pt x="320" y="27"/>
                    <a:pt x="130" y="50"/>
                    <a:pt x="67" y="59"/>
                  </a:cubicBezTo>
                  <a:cubicBezTo>
                    <a:pt x="4" y="68"/>
                    <a:pt x="20" y="71"/>
                    <a:pt x="11" y="107"/>
                  </a:cubicBezTo>
                  <a:cubicBezTo>
                    <a:pt x="2" y="143"/>
                    <a:pt x="11" y="248"/>
                    <a:pt x="11" y="275"/>
                  </a:cubicBezTo>
                </a:path>
              </a:pathLst>
            </a:custGeom>
            <a:noFill/>
            <a:ln w="38100"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69599" name="Freeform 223">
              <a:extLst>
                <a:ext uri="{FF2B5EF4-FFF2-40B4-BE49-F238E27FC236}">
                  <a16:creationId xmlns:a16="http://schemas.microsoft.com/office/drawing/2014/main" id="{AA4520F2-FE55-6313-E9C4-53950D86F435}"/>
                </a:ext>
              </a:extLst>
            </p:cNvPr>
            <p:cNvSpPr>
              <a:spLocks/>
            </p:cNvSpPr>
            <p:nvPr/>
          </p:nvSpPr>
          <p:spPr bwMode="auto">
            <a:xfrm>
              <a:off x="390" y="442"/>
              <a:ext cx="510" cy="164"/>
            </a:xfrm>
            <a:custGeom>
              <a:avLst/>
              <a:gdLst>
                <a:gd name="T0" fmla="*/ 0 w 510"/>
                <a:gd name="T1" fmla="*/ 164 h 164"/>
                <a:gd name="T2" fmla="*/ 270 w 510"/>
                <a:gd name="T3" fmla="*/ 23 h 164"/>
                <a:gd name="T4" fmla="*/ 510 w 510"/>
                <a:gd name="T5" fmla="*/ 26 h 164"/>
              </a:gdLst>
              <a:ahLst/>
              <a:cxnLst>
                <a:cxn ang="0">
                  <a:pos x="T0" y="T1"/>
                </a:cxn>
                <a:cxn ang="0">
                  <a:pos x="T2" y="T3"/>
                </a:cxn>
                <a:cxn ang="0">
                  <a:pos x="T4" y="T5"/>
                </a:cxn>
              </a:cxnLst>
              <a:rect l="0" t="0" r="r" b="b"/>
              <a:pathLst>
                <a:path w="510" h="164">
                  <a:moveTo>
                    <a:pt x="0" y="164"/>
                  </a:moveTo>
                  <a:cubicBezTo>
                    <a:pt x="45" y="141"/>
                    <a:pt x="185" y="46"/>
                    <a:pt x="270" y="23"/>
                  </a:cubicBezTo>
                  <a:cubicBezTo>
                    <a:pt x="355" y="0"/>
                    <a:pt x="460" y="26"/>
                    <a:pt x="510" y="26"/>
                  </a:cubicBezTo>
                </a:path>
              </a:pathLst>
            </a:custGeom>
            <a:noFill/>
            <a:ln w="28575"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3">
            <a:extLst>
              <a:ext uri="{FF2B5EF4-FFF2-40B4-BE49-F238E27FC236}">
                <a16:creationId xmlns:a16="http://schemas.microsoft.com/office/drawing/2014/main" id="{E87E2411-C2C2-B172-4695-2C0B8C1F1D75}"/>
              </a:ext>
            </a:extLst>
          </p:cNvPr>
          <p:cNvSpPr>
            <a:spLocks noGrp="1"/>
          </p:cNvSpPr>
          <p:nvPr>
            <p:ph type="sldNum" sz="quarter" idx="10"/>
          </p:nvPr>
        </p:nvSpPr>
        <p:spPr/>
        <p:txBody>
          <a:bodyPr/>
          <a:lstStyle/>
          <a:p>
            <a:r>
              <a:rPr lang="en-US" altLang="es-ES"/>
              <a:t>Chapter 9  Part 2   </a:t>
            </a:r>
            <a:fld id="{AA5BF003-9857-4B4B-9961-BCEE0AE9ACAE}" type="slidenum">
              <a:rPr lang="en-US" altLang="es-ES"/>
              <a:pPr/>
              <a:t>31</a:t>
            </a:fld>
            <a:endParaRPr lang="en-US" altLang="es-ES"/>
          </a:p>
        </p:txBody>
      </p:sp>
      <p:sp>
        <p:nvSpPr>
          <p:cNvPr id="250882" name="Rectangle 2">
            <a:extLst>
              <a:ext uri="{FF2B5EF4-FFF2-40B4-BE49-F238E27FC236}">
                <a16:creationId xmlns:a16="http://schemas.microsoft.com/office/drawing/2014/main" id="{1403CEEC-026E-408E-BDBD-A8DAE593EAF1}"/>
              </a:ext>
            </a:extLst>
          </p:cNvPr>
          <p:cNvSpPr>
            <a:spLocks noGrp="1" noChangeArrowheads="1"/>
          </p:cNvSpPr>
          <p:nvPr>
            <p:ph type="title"/>
          </p:nvPr>
        </p:nvSpPr>
        <p:spPr>
          <a:xfrm>
            <a:off x="685800" y="228600"/>
            <a:ext cx="7772400" cy="838200"/>
          </a:xfrm>
        </p:spPr>
        <p:txBody>
          <a:bodyPr/>
          <a:lstStyle/>
          <a:p>
            <a:r>
              <a:rPr lang="en-US" altLang="es-ES"/>
              <a:t>Terms of Use</a:t>
            </a:r>
          </a:p>
        </p:txBody>
      </p:sp>
      <p:sp>
        <p:nvSpPr>
          <p:cNvPr id="250883" name="Rectangle 3">
            <a:extLst>
              <a:ext uri="{FF2B5EF4-FFF2-40B4-BE49-F238E27FC236}">
                <a16:creationId xmlns:a16="http://schemas.microsoft.com/office/drawing/2014/main" id="{A2F8C5BB-0CA1-DE79-EB54-2F8E1DC04D63}"/>
              </a:ext>
            </a:extLst>
          </p:cNvPr>
          <p:cNvSpPr>
            <a:spLocks noGrp="1" noChangeArrowheads="1"/>
          </p:cNvSpPr>
          <p:nvPr>
            <p:ph type="body" idx="1"/>
          </p:nvPr>
        </p:nvSpPr>
        <p:spPr/>
        <p:txBody>
          <a:bodyPr/>
          <a:lstStyle/>
          <a:p>
            <a:r>
              <a:rPr lang="en-US" altLang="es-ES" sz="2400">
                <a:cs typeface="Times New Roman" panose="02020603050405020304" pitchFamily="18" charset="0"/>
              </a:rPr>
              <a:t>All (or portions) of this material © 2008 by Pearson Education, Inc. </a:t>
            </a:r>
          </a:p>
          <a:p>
            <a:r>
              <a:rPr lang="en-US" altLang="es-ES" sz="2400">
                <a:cs typeface="Times New Roman" panose="02020603050405020304" pitchFamily="18" charset="0"/>
              </a:rPr>
              <a:t>Permission is given to  incorporate this material or adaptations thereof into classroom presentations and handouts to instructors in courses adopting the latest edition of Logic and Computer Design Fundamentals as the course textbook. </a:t>
            </a:r>
          </a:p>
          <a:p>
            <a:r>
              <a:rPr lang="en-US" altLang="es-ES" sz="2400">
                <a:cs typeface="Times New Roman" panose="02020603050405020304" pitchFamily="18" charset="0"/>
              </a:rPr>
              <a:t>These materials or adaptations thereof are not to be sold or otherwise offered for consideration.</a:t>
            </a:r>
          </a:p>
          <a:p>
            <a:r>
              <a:rPr lang="en-US" altLang="es-ES" sz="2400">
                <a:cs typeface="Times New Roman" panose="02020603050405020304" pitchFamily="18" charset="0"/>
              </a:rPr>
              <a:t>This Terms of Use slide or page is to be included within the original materials or any adaptations thereof.</a:t>
            </a:r>
          </a:p>
        </p:txBody>
      </p:sp>
    </p:spTree>
  </p:cSld>
  <p:clrMapOvr>
    <a:masterClrMapping/>
  </p:clrMapOvr>
  <p:transition/>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9999"/>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s-ES" sz="3600" b="1" i="0" u="sng" strike="noStrike" cap="none" normalizeH="0" baseline="-2500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s-ES" sz="3600" b="1" i="0" u="sng" strike="noStrike" cap="none" normalizeH="0" baseline="-2500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11154</TotalTime>
  <Words>2762</Words>
  <Application>Microsoft Office PowerPoint</Application>
  <PresentationFormat>Presentación en pantalla (4:3)</PresentationFormat>
  <Paragraphs>1287</Paragraphs>
  <Slides>31</Slides>
  <Notes>1</Notes>
  <HiddenSlides>0</HiddenSlides>
  <MMClips>0</MMClips>
  <ScaleCrop>false</ScaleCrop>
  <HeadingPairs>
    <vt:vector size="4" baseType="variant">
      <vt:variant>
        <vt:lpstr>Tema</vt:lpstr>
      </vt:variant>
      <vt:variant>
        <vt:i4>1</vt:i4>
      </vt:variant>
      <vt:variant>
        <vt:lpstr>Títulos de diapositiva</vt:lpstr>
      </vt:variant>
      <vt:variant>
        <vt:i4>31</vt:i4>
      </vt:variant>
    </vt:vector>
  </HeadingPairs>
  <TitlesOfParts>
    <vt:vector size="32" baseType="lpstr">
      <vt:lpstr>Default Design</vt:lpstr>
      <vt:lpstr>Presentación de PowerPoint</vt:lpstr>
      <vt:lpstr>Overview</vt:lpstr>
      <vt:lpstr>Instruction Set Architecture (ISA) for Simple Computer (SC)</vt:lpstr>
      <vt:lpstr>Instruction Set Architecture (ISA) (continued)</vt:lpstr>
      <vt:lpstr>ISA: Storage Resources</vt:lpstr>
      <vt:lpstr>ISA: Instruction Format</vt:lpstr>
      <vt:lpstr>ISA: Instruction Format</vt:lpstr>
      <vt:lpstr>ISA: Instruction Format (continued)</vt:lpstr>
      <vt:lpstr>ISA: Instruction Format (continued)</vt:lpstr>
      <vt:lpstr>ISA: Instruction Format (continued)</vt:lpstr>
      <vt:lpstr>ISA: Instruction Specifications</vt:lpstr>
      <vt:lpstr>ISA: Instruction Specifications (continued)</vt:lpstr>
      <vt:lpstr>ISA:Example Instructions and Data in Memory</vt:lpstr>
      <vt:lpstr>Single-Cycle Hardwired Control</vt:lpstr>
      <vt:lpstr>Presentación de PowerPoint</vt:lpstr>
      <vt:lpstr>The Control Unit</vt:lpstr>
      <vt:lpstr>PC Function</vt:lpstr>
      <vt:lpstr>PC Function (continued)</vt:lpstr>
      <vt:lpstr>Instruction Decoder</vt:lpstr>
      <vt:lpstr>Instruction Decoder (continued)</vt:lpstr>
      <vt:lpstr>Instruction Decoder (continued)</vt:lpstr>
      <vt:lpstr>Instruction Decoder (continued)</vt:lpstr>
      <vt:lpstr>Instruction Decoder (continued)</vt:lpstr>
      <vt:lpstr>Example Instruction Execution</vt:lpstr>
      <vt:lpstr>Decoding for ADI</vt:lpstr>
      <vt:lpstr>Presentación de PowerPoint</vt:lpstr>
      <vt:lpstr>Decoding for LD</vt:lpstr>
      <vt:lpstr>Presentación de PowerPoint</vt:lpstr>
      <vt:lpstr>Decoding for BRZ</vt:lpstr>
      <vt:lpstr>Presentación de PowerPoint</vt:lpstr>
      <vt:lpstr>Terms of Use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 Part 1 - PPT - Mano &amp; Kime -3rd Ed</dc:title>
  <dc:creator>Kime &amp; Kaminski</dc:creator>
  <dc:description>February 18, 2004 Version</dc:description>
  <cp:lastModifiedBy>Nubia Liliana Montes</cp:lastModifiedBy>
  <cp:revision>534</cp:revision>
  <cp:lastPrinted>1999-06-21T13:11:14Z</cp:lastPrinted>
  <dcterms:created xsi:type="dcterms:W3CDTF">1999-02-14T20:48:18Z</dcterms:created>
  <dcterms:modified xsi:type="dcterms:W3CDTF">2024-09-19T17:09:46Z</dcterms:modified>
  <cp:category/>
</cp:coreProperties>
</file>