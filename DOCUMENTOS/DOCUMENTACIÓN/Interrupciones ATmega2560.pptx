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4"/>
  </p:sldMasterIdLst>
  <p:sldIdLst>
    <p:sldId id="256" r:id="rId5"/>
    <p:sldId id="257" r:id="rId6"/>
    <p:sldId id="258" r:id="rId7"/>
    <p:sldId id="259" r:id="rId8"/>
    <p:sldId id="260" r:id="rId9"/>
    <p:sldId id="261" r:id="rId10"/>
    <p:sldId id="26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BIA LILIANA MONTES CASTRILLON" userId="8d7d24ec-51fb-44f4-8e51-e665c891b80e" providerId="ADAL" clId="{20780731-C391-4097-972D-45423537C6F1}"/>
    <pc:docChg chg="custSel modSld">
      <pc:chgData name="NUBIA LILIANA MONTES CASTRILLON" userId="8d7d24ec-51fb-44f4-8e51-e665c891b80e" providerId="ADAL" clId="{20780731-C391-4097-972D-45423537C6F1}" dt="2024-10-02T15:53:26.357" v="132" actId="20577"/>
      <pc:docMkLst>
        <pc:docMk/>
      </pc:docMkLst>
      <pc:sldChg chg="addSp delSp modSp mod">
        <pc:chgData name="NUBIA LILIANA MONTES CASTRILLON" userId="8d7d24ec-51fb-44f4-8e51-e665c891b80e" providerId="ADAL" clId="{20780731-C391-4097-972D-45423537C6F1}" dt="2024-10-02T15:53:26.357" v="132" actId="20577"/>
        <pc:sldMkLst>
          <pc:docMk/>
          <pc:sldMk cId="2868738142" sldId="259"/>
        </pc:sldMkLst>
      </pc:sldChg>
      <pc:sldChg chg="modSp mod">
        <pc:chgData name="NUBIA LILIANA MONTES CASTRILLON" userId="8d7d24ec-51fb-44f4-8e51-e665c891b80e" providerId="ADAL" clId="{20780731-C391-4097-972D-45423537C6F1}" dt="2024-10-02T12:59:35.886" v="81" actId="20577"/>
        <pc:sldMkLst>
          <pc:docMk/>
          <pc:sldMk cId="2461844026" sldId="260"/>
        </pc:sldMkLst>
      </pc:sldChg>
      <pc:sldChg chg="addSp delSp modSp mod">
        <pc:chgData name="NUBIA LILIANA MONTES CASTRILLON" userId="8d7d24ec-51fb-44f4-8e51-e665c891b80e" providerId="ADAL" clId="{20780731-C391-4097-972D-45423537C6F1}" dt="2024-10-02T13:08:37.642" v="122" actId="1076"/>
        <pc:sldMkLst>
          <pc:docMk/>
          <pc:sldMk cId="73954638" sldId="261"/>
        </pc:sldMkLst>
      </pc:sldChg>
      <pc:sldChg chg="modSp mod">
        <pc:chgData name="NUBIA LILIANA MONTES CASTRILLON" userId="8d7d24ec-51fb-44f4-8e51-e665c891b80e" providerId="ADAL" clId="{20780731-C391-4097-972D-45423537C6F1}" dt="2024-10-02T13:12:19.037" v="124" actId="20577"/>
        <pc:sldMkLst>
          <pc:docMk/>
          <pc:sldMk cId="1001954624" sldId="262"/>
        </pc:sldMkLst>
      </pc:sldChg>
    </pc:docChg>
  </pc:docChgLst>
  <pc:docChgLst>
    <pc:chgData name="NUBIA LILIANA MONTES CASTRILLON" userId="8d7d24ec-51fb-44f4-8e51-e665c891b80e" providerId="ADAL" clId="{E5FB1446-5FE6-4225-A390-23529CD130C9}"/>
    <pc:docChg chg="modSld">
      <pc:chgData name="NUBIA LILIANA MONTES CASTRILLON" userId="8d7d24ec-51fb-44f4-8e51-e665c891b80e" providerId="ADAL" clId="{E5FB1446-5FE6-4225-A390-23529CD130C9}" dt="2025-09-17T15:00:44.720" v="2" actId="20577"/>
      <pc:docMkLst>
        <pc:docMk/>
      </pc:docMkLst>
      <pc:sldChg chg="modSp mod">
        <pc:chgData name="NUBIA LILIANA MONTES CASTRILLON" userId="8d7d24ec-51fb-44f4-8e51-e665c891b80e" providerId="ADAL" clId="{E5FB1446-5FE6-4225-A390-23529CD130C9}" dt="2025-09-17T15:00:44.720" v="2" actId="20577"/>
        <pc:sldMkLst>
          <pc:docMk/>
          <pc:sldMk cId="1001954624" sldId="262"/>
        </pc:sldMkLst>
        <pc:spChg chg="mod">
          <ac:chgData name="NUBIA LILIANA MONTES CASTRILLON" userId="8d7d24ec-51fb-44f4-8e51-e665c891b80e" providerId="ADAL" clId="{E5FB1446-5FE6-4225-A390-23529CD130C9}" dt="2025-09-17T15:00:44.720" v="2" actId="20577"/>
          <ac:spMkLst>
            <pc:docMk/>
            <pc:sldMk cId="1001954624" sldId="262"/>
            <ac:spMk id="3" creationId="{7F59F4C1-E434-EB0C-B7B2-E73C6106333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50DCA7AA-4FBB-42D3-A194-83EA8F45E452}" type="datetimeFigureOut">
              <a:rPr lang="es-CO" smtClean="0"/>
              <a:t>17/09/2025</a:t>
            </a:fld>
            <a:endParaRPr lang="es-CO"/>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s-CO"/>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306517A-D934-47E7-8EFE-F5F68D903911}" type="slidenum">
              <a:rPr lang="es-CO" smtClean="0"/>
              <a:t>‹Nº›</a:t>
            </a:fld>
            <a:endParaRPr lang="es-CO"/>
          </a:p>
        </p:txBody>
      </p:sp>
    </p:spTree>
    <p:extLst>
      <p:ext uri="{BB962C8B-B14F-4D97-AF65-F5344CB8AC3E}">
        <p14:creationId xmlns:p14="http://schemas.microsoft.com/office/powerpoint/2010/main" val="1142169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0DCA7AA-4FBB-42D3-A194-83EA8F45E452}" type="datetimeFigureOut">
              <a:rPr lang="es-CO" smtClean="0"/>
              <a:t>17/09/2025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a:xfrm>
            <a:off x="10558300" y="5956137"/>
            <a:ext cx="1052508" cy="365125"/>
          </a:xfrm>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4234732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0DCA7AA-4FBB-42D3-A194-83EA8F45E452}" type="datetimeFigureOut">
              <a:rPr lang="es-CO" smtClean="0"/>
              <a:t>17/09/2025</a:t>
            </a:fld>
            <a:endParaRPr lang="es-CO"/>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s-CO"/>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306517A-D934-47E7-8EFE-F5F68D903911}" type="slidenum">
              <a:rPr lang="es-CO" smtClean="0"/>
              <a:t>‹Nº›</a:t>
            </a:fld>
            <a:endParaRPr lang="es-CO"/>
          </a:p>
        </p:txBody>
      </p:sp>
    </p:spTree>
    <p:extLst>
      <p:ext uri="{BB962C8B-B14F-4D97-AF65-F5344CB8AC3E}">
        <p14:creationId xmlns:p14="http://schemas.microsoft.com/office/powerpoint/2010/main" val="3700872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0DCA7AA-4FBB-42D3-A194-83EA8F45E452}" type="datetimeFigureOut">
              <a:rPr lang="es-CO" smtClean="0"/>
              <a:t>17/09/2025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1138551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0DCA7AA-4FBB-42D3-A194-83EA8F45E452}" type="datetimeFigureOut">
              <a:rPr lang="es-CO" smtClean="0"/>
              <a:t>17/09/2025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2414814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0DCA7AA-4FBB-42D3-A194-83EA8F45E452}" type="datetimeFigureOut">
              <a:rPr lang="es-CO" smtClean="0"/>
              <a:t>17/09/2025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3729364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DCA7AA-4FBB-42D3-A194-83EA8F45E452}" type="datetimeFigureOut">
              <a:rPr lang="es-CO" smtClean="0"/>
              <a:t>17/09/2025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186655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50DCA7AA-4FBB-42D3-A194-83EA8F45E452}" type="datetimeFigureOut">
              <a:rPr lang="es-CO" smtClean="0"/>
              <a:t>17/09/2025</a:t>
            </a:fld>
            <a:endParaRPr lang="es-CO"/>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s-CO"/>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306517A-D934-47E7-8EFE-F5F68D903911}" type="slidenum">
              <a:rPr lang="es-CO" smtClean="0"/>
              <a:t>‹Nº›</a:t>
            </a:fld>
            <a:endParaRPr lang="es-CO"/>
          </a:p>
        </p:txBody>
      </p:sp>
    </p:spTree>
    <p:extLst>
      <p:ext uri="{BB962C8B-B14F-4D97-AF65-F5344CB8AC3E}">
        <p14:creationId xmlns:p14="http://schemas.microsoft.com/office/powerpoint/2010/main" val="56879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0DCA7AA-4FBB-42D3-A194-83EA8F45E452}" type="datetimeFigureOut">
              <a:rPr lang="es-CO" smtClean="0"/>
              <a:t>17/09/2025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1789761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0DCA7AA-4FBB-42D3-A194-83EA8F45E452}" type="datetimeFigureOut">
              <a:rPr lang="es-CO" smtClean="0"/>
              <a:t>17/09/2025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306517A-D934-47E7-8EFE-F5F68D903911}" type="slidenum">
              <a:rPr lang="es-CO" smtClean="0"/>
              <a:t>‹Nº›</a:t>
            </a:fld>
            <a:endParaRPr lang="es-CO"/>
          </a:p>
        </p:txBody>
      </p:sp>
    </p:spTree>
    <p:extLst>
      <p:ext uri="{BB962C8B-B14F-4D97-AF65-F5344CB8AC3E}">
        <p14:creationId xmlns:p14="http://schemas.microsoft.com/office/powerpoint/2010/main" val="3356296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50DCA7AA-4FBB-42D3-A194-83EA8F45E452}" type="datetimeFigureOut">
              <a:rPr lang="es-CO" smtClean="0"/>
              <a:t>17/09/2025</a:t>
            </a:fld>
            <a:endParaRPr lang="es-CO"/>
          </a:p>
        </p:txBody>
      </p:sp>
      <p:sp>
        <p:nvSpPr>
          <p:cNvPr id="5" name="Footer Placeholder 4"/>
          <p:cNvSpPr>
            <a:spLocks noGrp="1"/>
          </p:cNvSpPr>
          <p:nvPr>
            <p:ph type="ftr" sz="quarter" idx="11"/>
          </p:nvPr>
        </p:nvSpPr>
        <p:spPr>
          <a:xfrm>
            <a:off x="774923" y="5951811"/>
            <a:ext cx="7896279" cy="365125"/>
          </a:xfrm>
        </p:spPr>
        <p:txBody>
          <a:bodyPr/>
          <a:lstStyle/>
          <a:p>
            <a:endParaRPr lang="es-CO"/>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306517A-D934-47E7-8EFE-F5F68D903911}" type="slidenum">
              <a:rPr lang="es-CO" smtClean="0"/>
              <a:t>‹Nº›</a:t>
            </a:fld>
            <a:endParaRPr lang="es-CO"/>
          </a:p>
        </p:txBody>
      </p:sp>
    </p:spTree>
    <p:extLst>
      <p:ext uri="{BB962C8B-B14F-4D97-AF65-F5344CB8AC3E}">
        <p14:creationId xmlns:p14="http://schemas.microsoft.com/office/powerpoint/2010/main" val="830191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50DCA7AA-4FBB-42D3-A194-83EA8F45E452}" type="datetimeFigureOut">
              <a:rPr lang="es-CO" smtClean="0"/>
              <a:t>17/09/2025</a:t>
            </a:fld>
            <a:endParaRPr lang="es-CO"/>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s-CO"/>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306517A-D934-47E7-8EFE-F5F68D903911}" type="slidenum">
              <a:rPr lang="es-CO" smtClean="0"/>
              <a:t>‹Nº›</a:t>
            </a:fld>
            <a:endParaRPr lang="es-CO"/>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986355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B05522-F58B-47C0-865C-E49975AF8809}"/>
              </a:ext>
            </a:extLst>
          </p:cNvPr>
          <p:cNvSpPr>
            <a:spLocks noGrp="1"/>
          </p:cNvSpPr>
          <p:nvPr>
            <p:ph type="ctrTitle"/>
          </p:nvPr>
        </p:nvSpPr>
        <p:spPr/>
        <p:txBody>
          <a:bodyPr/>
          <a:lstStyle/>
          <a:p>
            <a:r>
              <a:rPr lang="es-CO" dirty="0"/>
              <a:t>Interrupciones externas</a:t>
            </a:r>
          </a:p>
        </p:txBody>
      </p:sp>
      <p:sp>
        <p:nvSpPr>
          <p:cNvPr id="3" name="Subtítulo 2">
            <a:extLst>
              <a:ext uri="{FF2B5EF4-FFF2-40B4-BE49-F238E27FC236}">
                <a16:creationId xmlns:a16="http://schemas.microsoft.com/office/drawing/2014/main" id="{9D417794-1AD4-1455-9FFD-D38B147CF176}"/>
              </a:ext>
            </a:extLst>
          </p:cNvPr>
          <p:cNvSpPr>
            <a:spLocks noGrp="1"/>
          </p:cNvSpPr>
          <p:nvPr>
            <p:ph type="subTitle" idx="1"/>
          </p:nvPr>
        </p:nvSpPr>
        <p:spPr/>
        <p:txBody>
          <a:bodyPr/>
          <a:lstStyle/>
          <a:p>
            <a:endParaRPr lang="es-CO"/>
          </a:p>
        </p:txBody>
      </p:sp>
    </p:spTree>
    <p:extLst>
      <p:ext uri="{BB962C8B-B14F-4D97-AF65-F5344CB8AC3E}">
        <p14:creationId xmlns:p14="http://schemas.microsoft.com/office/powerpoint/2010/main" val="2699039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5B022-DB70-6042-DEFF-F5E75F4684F9}"/>
              </a:ext>
            </a:extLst>
          </p:cNvPr>
          <p:cNvSpPr>
            <a:spLocks noGrp="1"/>
          </p:cNvSpPr>
          <p:nvPr>
            <p:ph type="title"/>
          </p:nvPr>
        </p:nvSpPr>
        <p:spPr/>
        <p:txBody>
          <a:bodyPr/>
          <a:lstStyle/>
          <a:p>
            <a:r>
              <a:rPr lang="es-CO" dirty="0"/>
              <a:t>Qué es una interrupción</a:t>
            </a:r>
          </a:p>
        </p:txBody>
      </p:sp>
      <p:sp>
        <p:nvSpPr>
          <p:cNvPr id="3" name="Marcador de contenido 2">
            <a:extLst>
              <a:ext uri="{FF2B5EF4-FFF2-40B4-BE49-F238E27FC236}">
                <a16:creationId xmlns:a16="http://schemas.microsoft.com/office/drawing/2014/main" id="{2A690F62-1F56-82DE-1B96-22BD92E7B7C2}"/>
              </a:ext>
            </a:extLst>
          </p:cNvPr>
          <p:cNvSpPr>
            <a:spLocks noGrp="1"/>
          </p:cNvSpPr>
          <p:nvPr>
            <p:ph idx="1"/>
          </p:nvPr>
        </p:nvSpPr>
        <p:spPr/>
        <p:txBody>
          <a:bodyPr>
            <a:normAutofit/>
          </a:bodyPr>
          <a:lstStyle/>
          <a:p>
            <a:pPr algn="just"/>
            <a:r>
              <a:rPr lang="es-CO" dirty="0"/>
              <a:t>Una interrupción, es una situación que debe ser atendida por el microcontrolador de forma inmediata. Es decir, el microcontrolador debe dejar de hacer lo que esté realizando en el momento en que ocurre el evento desencadenante de la interrupción, atender el evento, y retornar a su ejecución normal.</a:t>
            </a:r>
          </a:p>
          <a:p>
            <a:pPr algn="just"/>
            <a:r>
              <a:rPr lang="es-CO" dirty="0"/>
              <a:t>Pueden ser generadas por los periféricos del microcontrolador como memorias, temporizadores, conversores A/D, puertos de comunicación, etc. O por dispositivos externos, a través de interrupciones externas.</a:t>
            </a:r>
          </a:p>
          <a:p>
            <a:pPr algn="just"/>
            <a:endParaRPr lang="es-CO" dirty="0"/>
          </a:p>
        </p:txBody>
      </p:sp>
    </p:spTree>
    <p:extLst>
      <p:ext uri="{BB962C8B-B14F-4D97-AF65-F5344CB8AC3E}">
        <p14:creationId xmlns:p14="http://schemas.microsoft.com/office/powerpoint/2010/main" val="541424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1EBD4E-E13F-060F-C290-418A423EB475}"/>
              </a:ext>
            </a:extLst>
          </p:cNvPr>
          <p:cNvSpPr>
            <a:spLocks noGrp="1"/>
          </p:cNvSpPr>
          <p:nvPr>
            <p:ph type="title"/>
          </p:nvPr>
        </p:nvSpPr>
        <p:spPr/>
        <p:txBody>
          <a:bodyPr/>
          <a:lstStyle/>
          <a:p>
            <a:r>
              <a:rPr lang="es-CO" dirty="0"/>
              <a:t>Vector de interrupción</a:t>
            </a:r>
          </a:p>
        </p:txBody>
      </p:sp>
      <p:sp>
        <p:nvSpPr>
          <p:cNvPr id="3" name="Marcador de contenido 2">
            <a:extLst>
              <a:ext uri="{FF2B5EF4-FFF2-40B4-BE49-F238E27FC236}">
                <a16:creationId xmlns:a16="http://schemas.microsoft.com/office/drawing/2014/main" id="{A0814823-7CFF-A199-37ED-986E045CF842}"/>
              </a:ext>
            </a:extLst>
          </p:cNvPr>
          <p:cNvSpPr>
            <a:spLocks noGrp="1"/>
          </p:cNvSpPr>
          <p:nvPr>
            <p:ph idx="1"/>
          </p:nvPr>
        </p:nvSpPr>
        <p:spPr/>
        <p:txBody>
          <a:bodyPr>
            <a:normAutofit/>
          </a:bodyPr>
          <a:lstStyle/>
          <a:p>
            <a:pPr algn="just"/>
            <a:r>
              <a:rPr lang="es-CO" dirty="0"/>
              <a:t>Es la posición de memoria a la que acude el microcontrolador, en el momento de la ocurrencia del evento, para ejecutar la(s) instrucción(es) que se encuentren allí.</a:t>
            </a:r>
          </a:p>
          <a:p>
            <a:pPr algn="just"/>
            <a:r>
              <a:rPr lang="es-CO" dirty="0"/>
              <a:t>Dependiendo del microcontrolador, se puede contar con vector de interrupción único o específico.</a:t>
            </a:r>
          </a:p>
          <a:p>
            <a:pPr algn="just"/>
            <a:r>
              <a:rPr lang="es-CO" dirty="0"/>
              <a:t>Único: Se deben consultar las banderas de interrupciones para saber cuál interrupción fue generada y por lo tanto saber lo que se debe ejecutar para atenderla.</a:t>
            </a:r>
          </a:p>
          <a:p>
            <a:pPr algn="just"/>
            <a:r>
              <a:rPr lang="es-CO" dirty="0"/>
              <a:t>Específico: Cada interrupción tiene su propio vector de interrupción establecido. No es necesario verificar banderas de interrupción.</a:t>
            </a:r>
          </a:p>
          <a:p>
            <a:endParaRPr lang="es-CO" dirty="0"/>
          </a:p>
        </p:txBody>
      </p:sp>
    </p:spTree>
    <p:extLst>
      <p:ext uri="{BB962C8B-B14F-4D97-AF65-F5344CB8AC3E}">
        <p14:creationId xmlns:p14="http://schemas.microsoft.com/office/powerpoint/2010/main" val="2647299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407172-86DE-454E-BF88-B6D652322A69}"/>
              </a:ext>
            </a:extLst>
          </p:cNvPr>
          <p:cNvSpPr>
            <a:spLocks noGrp="1"/>
          </p:cNvSpPr>
          <p:nvPr>
            <p:ph type="title"/>
          </p:nvPr>
        </p:nvSpPr>
        <p:spPr/>
        <p:txBody>
          <a:bodyPr>
            <a:normAutofit/>
          </a:bodyPr>
          <a:lstStyle/>
          <a:p>
            <a:r>
              <a:rPr lang="es-CO" dirty="0"/>
              <a:t>Vectores de interrupción </a:t>
            </a:r>
            <a:r>
              <a:rPr lang="es-CO" dirty="0" err="1"/>
              <a:t>ATmega</a:t>
            </a:r>
            <a:r>
              <a:rPr lang="es-CO" dirty="0"/>
              <a:t> 2560</a:t>
            </a:r>
          </a:p>
        </p:txBody>
      </p:sp>
      <p:pic>
        <p:nvPicPr>
          <p:cNvPr id="4" name="Imagen 3">
            <a:extLst>
              <a:ext uri="{FF2B5EF4-FFF2-40B4-BE49-F238E27FC236}">
                <a16:creationId xmlns:a16="http://schemas.microsoft.com/office/drawing/2014/main" id="{D835053C-BEEE-4C2F-B6AF-986FF461980A}"/>
              </a:ext>
            </a:extLst>
          </p:cNvPr>
          <p:cNvPicPr>
            <a:picLocks noChangeAspect="1"/>
          </p:cNvPicPr>
          <p:nvPr/>
        </p:nvPicPr>
        <p:blipFill>
          <a:blip r:embed="rId2"/>
          <a:stretch>
            <a:fillRect/>
          </a:stretch>
        </p:blipFill>
        <p:spPr>
          <a:xfrm>
            <a:off x="3215147" y="1816604"/>
            <a:ext cx="4552337" cy="4947920"/>
          </a:xfrm>
          <a:prstGeom prst="rect">
            <a:avLst/>
          </a:prstGeom>
        </p:spPr>
      </p:pic>
    </p:spTree>
    <p:extLst>
      <p:ext uri="{BB962C8B-B14F-4D97-AF65-F5344CB8AC3E}">
        <p14:creationId xmlns:p14="http://schemas.microsoft.com/office/powerpoint/2010/main" val="2868738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280974-6277-89F0-1036-FE952F5B69D9}"/>
              </a:ext>
            </a:extLst>
          </p:cNvPr>
          <p:cNvSpPr>
            <a:spLocks noGrp="1"/>
          </p:cNvSpPr>
          <p:nvPr>
            <p:ph type="title"/>
          </p:nvPr>
        </p:nvSpPr>
        <p:spPr/>
        <p:txBody>
          <a:bodyPr/>
          <a:lstStyle/>
          <a:p>
            <a:r>
              <a:rPr lang="es-CO" dirty="0"/>
              <a:t>Interrupciones externas</a:t>
            </a:r>
          </a:p>
        </p:txBody>
      </p:sp>
      <p:sp>
        <p:nvSpPr>
          <p:cNvPr id="3" name="Marcador de contenido 2">
            <a:extLst>
              <a:ext uri="{FF2B5EF4-FFF2-40B4-BE49-F238E27FC236}">
                <a16:creationId xmlns:a16="http://schemas.microsoft.com/office/drawing/2014/main" id="{A8D89CE3-4440-135B-E6AB-B76480E30ACB}"/>
              </a:ext>
            </a:extLst>
          </p:cNvPr>
          <p:cNvSpPr>
            <a:spLocks noGrp="1"/>
          </p:cNvSpPr>
          <p:nvPr>
            <p:ph idx="1"/>
          </p:nvPr>
        </p:nvSpPr>
        <p:spPr/>
        <p:txBody>
          <a:bodyPr>
            <a:normAutofit/>
          </a:bodyPr>
          <a:lstStyle/>
          <a:p>
            <a:r>
              <a:rPr lang="es-CO" dirty="0"/>
              <a:t>INT0 a INT7</a:t>
            </a:r>
          </a:p>
          <a:p>
            <a:r>
              <a:rPr lang="es-CO" dirty="0"/>
              <a:t>El evento generador de la interrupción es configurable:</a:t>
            </a:r>
          </a:p>
          <a:p>
            <a:pPr lvl="1"/>
            <a:r>
              <a:rPr lang="es-CO" dirty="0"/>
              <a:t>Nivel 0</a:t>
            </a:r>
          </a:p>
          <a:p>
            <a:pPr lvl="1"/>
            <a:r>
              <a:rPr lang="es-CO" dirty="0"/>
              <a:t>Cualquier cambio (flanco)</a:t>
            </a:r>
          </a:p>
          <a:p>
            <a:pPr lvl="1"/>
            <a:r>
              <a:rPr lang="es-CO" dirty="0"/>
              <a:t>Flanco de subida</a:t>
            </a:r>
          </a:p>
          <a:p>
            <a:pPr lvl="1"/>
            <a:r>
              <a:rPr lang="es-CO" dirty="0"/>
              <a:t>Flanco de bajada</a:t>
            </a:r>
          </a:p>
          <a:p>
            <a:r>
              <a:rPr lang="es-CO" dirty="0"/>
              <a:t>La configuración se realiza con el registro EICRA(INT3:0) y EICRB(INT7:4).</a:t>
            </a:r>
          </a:p>
          <a:p>
            <a:r>
              <a:rPr lang="es-CO" dirty="0"/>
              <a:t>Para utilizar estas interrupciones, se debe habilitar el bit de interrupciones globales (SREG.7) y el bit correspondiente de la interrupción a utilizar en EIMSK.</a:t>
            </a:r>
          </a:p>
        </p:txBody>
      </p:sp>
    </p:spTree>
    <p:extLst>
      <p:ext uri="{BB962C8B-B14F-4D97-AF65-F5344CB8AC3E}">
        <p14:creationId xmlns:p14="http://schemas.microsoft.com/office/powerpoint/2010/main" val="2461844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2E23A-6FF2-9DB4-9B56-BCDB0E496BFA}"/>
              </a:ext>
            </a:extLst>
          </p:cNvPr>
          <p:cNvSpPr>
            <a:spLocks noGrp="1"/>
          </p:cNvSpPr>
          <p:nvPr>
            <p:ph type="title"/>
          </p:nvPr>
        </p:nvSpPr>
        <p:spPr/>
        <p:txBody>
          <a:bodyPr/>
          <a:lstStyle/>
          <a:p>
            <a:r>
              <a:rPr lang="es-CO" dirty="0"/>
              <a:t>Interrupciones externas</a:t>
            </a:r>
          </a:p>
        </p:txBody>
      </p:sp>
      <p:pic>
        <p:nvPicPr>
          <p:cNvPr id="11" name="Marcador de contenido 10">
            <a:extLst>
              <a:ext uri="{FF2B5EF4-FFF2-40B4-BE49-F238E27FC236}">
                <a16:creationId xmlns:a16="http://schemas.microsoft.com/office/drawing/2014/main" id="{30B36E24-35C2-6A51-D3B7-2B198D98E63D}"/>
              </a:ext>
            </a:extLst>
          </p:cNvPr>
          <p:cNvPicPr>
            <a:picLocks noGrp="1" noChangeAspect="1"/>
          </p:cNvPicPr>
          <p:nvPr>
            <p:ph idx="1"/>
          </p:nvPr>
        </p:nvPicPr>
        <p:blipFill>
          <a:blip r:embed="rId2"/>
          <a:stretch>
            <a:fillRect/>
          </a:stretch>
        </p:blipFill>
        <p:spPr>
          <a:xfrm>
            <a:off x="2591572" y="5203869"/>
            <a:ext cx="6782747" cy="1209844"/>
          </a:xfrm>
        </p:spPr>
      </p:pic>
      <p:pic>
        <p:nvPicPr>
          <p:cNvPr id="7" name="Imagen 6">
            <a:extLst>
              <a:ext uri="{FF2B5EF4-FFF2-40B4-BE49-F238E27FC236}">
                <a16:creationId xmlns:a16="http://schemas.microsoft.com/office/drawing/2014/main" id="{32490BFA-BA59-9C3D-5578-6084569DFDD1}"/>
              </a:ext>
            </a:extLst>
          </p:cNvPr>
          <p:cNvPicPr>
            <a:picLocks noChangeAspect="1"/>
          </p:cNvPicPr>
          <p:nvPr/>
        </p:nvPicPr>
        <p:blipFill>
          <a:blip r:embed="rId3"/>
          <a:stretch>
            <a:fillRect/>
          </a:stretch>
        </p:blipFill>
        <p:spPr>
          <a:xfrm>
            <a:off x="2474333" y="2180496"/>
            <a:ext cx="6830378" cy="1314633"/>
          </a:xfrm>
          <a:prstGeom prst="rect">
            <a:avLst/>
          </a:prstGeom>
        </p:spPr>
      </p:pic>
      <p:pic>
        <p:nvPicPr>
          <p:cNvPr id="9" name="Imagen 8">
            <a:extLst>
              <a:ext uri="{FF2B5EF4-FFF2-40B4-BE49-F238E27FC236}">
                <a16:creationId xmlns:a16="http://schemas.microsoft.com/office/drawing/2014/main" id="{7B1176B6-DF96-6C9D-4CBC-1D25BA3DDFE7}"/>
              </a:ext>
            </a:extLst>
          </p:cNvPr>
          <p:cNvPicPr>
            <a:picLocks noChangeAspect="1"/>
          </p:cNvPicPr>
          <p:nvPr/>
        </p:nvPicPr>
        <p:blipFill>
          <a:blip r:embed="rId4"/>
          <a:stretch>
            <a:fillRect/>
          </a:stretch>
        </p:blipFill>
        <p:spPr>
          <a:xfrm>
            <a:off x="2317016" y="3429000"/>
            <a:ext cx="7823470" cy="1674201"/>
          </a:xfrm>
          <a:prstGeom prst="rect">
            <a:avLst/>
          </a:prstGeom>
        </p:spPr>
      </p:pic>
    </p:spTree>
    <p:extLst>
      <p:ext uri="{BB962C8B-B14F-4D97-AF65-F5344CB8AC3E}">
        <p14:creationId xmlns:p14="http://schemas.microsoft.com/office/powerpoint/2010/main" val="73954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0233F4-E042-9F76-E926-A284E772C43A}"/>
              </a:ext>
            </a:extLst>
          </p:cNvPr>
          <p:cNvSpPr>
            <a:spLocks noGrp="1"/>
          </p:cNvSpPr>
          <p:nvPr>
            <p:ph type="title"/>
          </p:nvPr>
        </p:nvSpPr>
        <p:spPr/>
        <p:txBody>
          <a:bodyPr>
            <a:normAutofit/>
          </a:bodyPr>
          <a:lstStyle/>
          <a:p>
            <a:r>
              <a:rPr lang="es-CO" dirty="0"/>
              <a:t>Interrupciones por cambio (</a:t>
            </a:r>
            <a:r>
              <a:rPr lang="es-CO" dirty="0" err="1"/>
              <a:t>PCINTx</a:t>
            </a:r>
            <a:r>
              <a:rPr lang="es-CO" dirty="0"/>
              <a:t>)</a:t>
            </a:r>
          </a:p>
        </p:txBody>
      </p:sp>
      <p:sp>
        <p:nvSpPr>
          <p:cNvPr id="3" name="Marcador de contenido 2">
            <a:extLst>
              <a:ext uri="{FF2B5EF4-FFF2-40B4-BE49-F238E27FC236}">
                <a16:creationId xmlns:a16="http://schemas.microsoft.com/office/drawing/2014/main" id="{7F59F4C1-E434-EB0C-B7B2-E73C6106333F}"/>
              </a:ext>
            </a:extLst>
          </p:cNvPr>
          <p:cNvSpPr>
            <a:spLocks noGrp="1"/>
          </p:cNvSpPr>
          <p:nvPr>
            <p:ph idx="1"/>
          </p:nvPr>
        </p:nvSpPr>
        <p:spPr/>
        <p:txBody>
          <a:bodyPr>
            <a:normAutofit/>
          </a:bodyPr>
          <a:lstStyle/>
          <a:p>
            <a:pPr algn="just"/>
            <a:r>
              <a:rPr lang="es-CO" dirty="0"/>
              <a:t>Cualquier pin de los puertos B, J* </a:t>
            </a:r>
            <a:r>
              <a:rPr lang="es-CO"/>
              <a:t>y K </a:t>
            </a:r>
            <a:r>
              <a:rPr lang="es-CO" dirty="0"/>
              <a:t>puede ser usado como una interrupción por cambio.</a:t>
            </a:r>
          </a:p>
          <a:p>
            <a:r>
              <a:rPr lang="es-CO" dirty="0"/>
              <a:t>Estos pines se encuentran divididos en tres grupos:</a:t>
            </a:r>
          </a:p>
          <a:p>
            <a:r>
              <a:rPr lang="es-CO" dirty="0"/>
              <a:t>Grupo 0: PCINT 0 a 7</a:t>
            </a:r>
          </a:p>
          <a:p>
            <a:r>
              <a:rPr lang="es-CO" dirty="0"/>
              <a:t>Grupo 1: PCINT 8 a 15</a:t>
            </a:r>
          </a:p>
          <a:p>
            <a:r>
              <a:rPr lang="es-CO" dirty="0"/>
              <a:t>Grupo 2: PCINT 16 a 23</a:t>
            </a:r>
          </a:p>
          <a:p>
            <a:pPr algn="just"/>
            <a:r>
              <a:rPr lang="es-CO" dirty="0"/>
              <a:t>Para utilizar estas interrupciones, se debe habilitar el bit de interrupciones globales (SREG.7) y el bit del grupo de interrupción a utilizar PCICR.0, PCICR.1 o PCICR.2 respectivamente. Además del bit correspondiente al PCINT específico en el registro </a:t>
            </a:r>
            <a:r>
              <a:rPr lang="es-CO" dirty="0" err="1"/>
              <a:t>PCMSKx</a:t>
            </a:r>
            <a:r>
              <a:rPr lang="es-CO" dirty="0"/>
              <a:t>.</a:t>
            </a:r>
          </a:p>
        </p:txBody>
      </p:sp>
    </p:spTree>
    <p:extLst>
      <p:ext uri="{BB962C8B-B14F-4D97-AF65-F5344CB8AC3E}">
        <p14:creationId xmlns:p14="http://schemas.microsoft.com/office/powerpoint/2010/main" val="1001954624"/>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673231071795C4FAA25F9E3BF59A6FD" ma:contentTypeVersion="12" ma:contentTypeDescription="Crear nuevo documento." ma:contentTypeScope="" ma:versionID="508e44887bd460f866b34b6fd3a6016c">
  <xsd:schema xmlns:xsd="http://www.w3.org/2001/XMLSchema" xmlns:xs="http://www.w3.org/2001/XMLSchema" xmlns:p="http://schemas.microsoft.com/office/2006/metadata/properties" xmlns:ns3="d8bf5fab-2682-4c66-9c31-3dc681825274" targetNamespace="http://schemas.microsoft.com/office/2006/metadata/properties" ma:root="true" ma:fieldsID="163582a7434f2b9be7d17faa0035cd21" ns3:_="">
    <xsd:import namespace="d8bf5fab-2682-4c66-9c31-3dc68182527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LengthInSeconds" minOccurs="0"/>
                <xsd:element ref="ns3:MediaServiceDateTaken" minOccurs="0"/>
                <xsd:element ref="ns3:MediaServiceGenerationTime" minOccurs="0"/>
                <xsd:element ref="ns3:MediaServiceEventHashCode" minOccurs="0"/>
                <xsd:element ref="ns3:MediaServiceOCR" minOccurs="0"/>
                <xsd:element ref="ns3:MediaServiceObjectDetectorVersions" minOccurs="0"/>
                <xsd:element ref="ns3:_activity"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bf5fab-2682-4c66-9c31-3dc68182527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8bf5fab-2682-4c66-9c31-3dc681825274" xsi:nil="true"/>
  </documentManagement>
</p:properties>
</file>

<file path=customXml/itemProps1.xml><?xml version="1.0" encoding="utf-8"?>
<ds:datastoreItem xmlns:ds="http://schemas.openxmlformats.org/officeDocument/2006/customXml" ds:itemID="{6DE9C643-EC65-4DB5-865B-F446A9F068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bf5fab-2682-4c66-9c31-3dc6818252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6976AEE-B56C-4C03-9CDA-4CF9B1D42BB6}">
  <ds:schemaRefs>
    <ds:schemaRef ds:uri="http://schemas.microsoft.com/sharepoint/v3/contenttype/forms"/>
  </ds:schemaRefs>
</ds:datastoreItem>
</file>

<file path=customXml/itemProps3.xml><?xml version="1.0" encoding="utf-8"?>
<ds:datastoreItem xmlns:ds="http://schemas.openxmlformats.org/officeDocument/2006/customXml" ds:itemID="{C0F5019A-B114-42F2-9845-6C6D850085DC}">
  <ds:schemaRefs>
    <ds:schemaRef ds:uri="http://schemas.openxmlformats.org/package/2006/metadata/core-properties"/>
    <ds:schemaRef ds:uri="http://purl.org/dc/terms/"/>
    <ds:schemaRef ds:uri="http://purl.org/dc/dcmitype/"/>
    <ds:schemaRef ds:uri="d8bf5fab-2682-4c66-9c31-3dc681825274"/>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TM03457464[[fn=Dividendo]]</Template>
  <TotalTime>105</TotalTime>
  <Words>385</Words>
  <Application>Microsoft Office PowerPoint</Application>
  <PresentationFormat>Panorámica</PresentationFormat>
  <Paragraphs>27</Paragraphs>
  <Slides>7</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7</vt:i4>
      </vt:variant>
    </vt:vector>
  </HeadingPairs>
  <TitlesOfParts>
    <vt:vector size="10" baseType="lpstr">
      <vt:lpstr>Gill Sans MT</vt:lpstr>
      <vt:lpstr>Wingdings 2</vt:lpstr>
      <vt:lpstr>Dividendo</vt:lpstr>
      <vt:lpstr>Interrupciones externas</vt:lpstr>
      <vt:lpstr>Qué es una interrupción</vt:lpstr>
      <vt:lpstr>Vector de interrupción</vt:lpstr>
      <vt:lpstr>Vectores de interrupción ATmega 2560</vt:lpstr>
      <vt:lpstr>Interrupciones externas</vt:lpstr>
      <vt:lpstr>Interrupciones externas</vt:lpstr>
      <vt:lpstr>Interrupciones por cambio (PCINTx)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Interrupciones externas</dc:title>
  <dc:creator>NUBIA LILIANA MONTES CASTRILLON</dc:creator>
  <cp:lastModifiedBy>NUBIA LILIANA MONTES CASTRILLON</cp:lastModifiedBy>
  <cp:revision>2</cp:revision>
  <dcterms:created xsi:type="dcterms:W3CDTF">2024-03-20T14:46:36Z</dcterms:created>
  <dcterms:modified xsi:type="dcterms:W3CDTF">2025-09-17T15:00:50Z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0x010100B673231071795C4FAA25F9E3BF59A6FD</vt:lpwstr>
  </property>
</Properties>
</file>